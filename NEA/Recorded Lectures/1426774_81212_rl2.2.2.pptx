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87" r:id="rId3"/>
    <p:sldId id="295" r:id="rId4"/>
    <p:sldId id="296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6" r:id="rId13"/>
    <p:sldId id="305" r:id="rId14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9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03-08-2017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72050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Shape 242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Shape 189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" y="17"/>
            <a:ext cx="9142380" cy="68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Shape 190"/>
          <p:cNvSpPr/>
          <p:nvPr/>
        </p:nvSpPr>
        <p:spPr>
          <a:xfrm>
            <a:off x="0" y="4253985"/>
            <a:ext cx="9144000" cy="26281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3125" tIns="46550" rIns="93125" bIns="46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Shape 191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764470" y="15"/>
            <a:ext cx="2237873" cy="7067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Shape 195"/>
          <p:cNvGrpSpPr/>
          <p:nvPr/>
        </p:nvGrpSpPr>
        <p:grpSpPr>
          <a:xfrm>
            <a:off x="6778635" y="691752"/>
            <a:ext cx="2254818" cy="699729"/>
            <a:chOff x="76200" y="2209800"/>
            <a:chExt cx="2209799" cy="685799"/>
          </a:xfrm>
        </p:grpSpPr>
        <p:sp>
          <p:nvSpPr>
            <p:cNvPr id="196" name="Shape 196"/>
            <p:cNvSpPr txBox="1"/>
            <p:nvPr/>
          </p:nvSpPr>
          <p:spPr>
            <a:xfrm>
              <a:off x="76200" y="2209800"/>
              <a:ext cx="2209799" cy="55399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BITS</a:t>
              </a:r>
              <a:r>
                <a:rPr lang="en-US" sz="30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Pilani</a:t>
              </a:r>
            </a:p>
          </p:txBody>
        </p:sp>
        <p:sp>
          <p:nvSpPr>
            <p:cNvPr id="197" name="Shape 197"/>
            <p:cNvSpPr txBox="1"/>
            <p:nvPr/>
          </p:nvSpPr>
          <p:spPr>
            <a:xfrm>
              <a:off x="228600" y="2664767"/>
              <a:ext cx="19049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9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Pilani | Dubai | Goa | Hyderabad</a:t>
              </a:r>
            </a:p>
          </p:txBody>
        </p:sp>
      </p:grpSp>
      <p:sp>
        <p:nvSpPr>
          <p:cNvPr id="198" name="Shape 198"/>
          <p:cNvSpPr txBox="1">
            <a:spLocks noGrp="1"/>
          </p:cNvSpPr>
          <p:nvPr>
            <p:ph type="ctrTitle"/>
          </p:nvPr>
        </p:nvSpPr>
        <p:spPr>
          <a:xfrm>
            <a:off x="320728" y="5237530"/>
            <a:ext cx="6199129" cy="105110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" y="6814184"/>
            <a:ext cx="9144000" cy="72389"/>
            <a:chOff x="1998227" y="6500996"/>
            <a:chExt cx="7153215" cy="46648"/>
          </a:xfrm>
        </p:grpSpPr>
        <p:sp>
          <p:nvSpPr>
            <p:cNvPr id="14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Shape 198"/>
          <p:cNvSpPr txBox="1">
            <a:spLocks/>
          </p:cNvSpPr>
          <p:nvPr userDrawn="1"/>
        </p:nvSpPr>
        <p:spPr>
          <a:xfrm>
            <a:off x="320728" y="4374693"/>
            <a:ext cx="6199129" cy="8583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5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ctrTitle"/>
          </p:nvPr>
        </p:nvSpPr>
        <p:spPr>
          <a:xfrm>
            <a:off x="273103" y="4570780"/>
            <a:ext cx="7305708" cy="1434604"/>
          </a:xfrm>
          <a:prstGeom prst="rect">
            <a:avLst/>
          </a:prstGeom>
          <a:noFill/>
          <a:ln>
            <a:noFill/>
          </a:ln>
        </p:spPr>
        <p:txBody>
          <a:bodyPr lIns="91400" tIns="45700" rIns="91400" bIns="45700" anchor="ctr" anchorCtr="0">
            <a:noAutofit/>
          </a:bodyPr>
          <a:lstStyle/>
          <a:p>
            <a:pPr marL="0" marR="0" lvl="0" indent="0" rtl="0">
              <a:lnSpc>
                <a:spcPct val="111111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4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Wireless Sensor Network – </a:t>
            </a:r>
            <a:r>
              <a:rPr lang="en-US" sz="4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Deployment Pattern</a:t>
            </a:r>
            <a:endParaRPr lang="en-US" sz="4400" i="0" u="none" strike="noStrike" cap="none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672282" y="380588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2796744" y="4460790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3089186" y="311390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4897391" y="341046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155986" y="4308390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4155986" y="1981200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8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5" y="400840"/>
            <a:ext cx="7086603" cy="1139636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- Star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672282" y="380588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2796744" y="4460790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3089186" y="311390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4897391" y="341046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155986" y="4308390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4155986" y="1981200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3ED2139-0D6C-4795-A59C-BBEA63E1FDA4}"/>
              </a:ext>
            </a:extLst>
          </p:cNvPr>
          <p:cNvSpPr/>
          <p:nvPr/>
        </p:nvSpPr>
        <p:spPr>
          <a:xfrm>
            <a:off x="1416908" y="1717439"/>
            <a:ext cx="2800865" cy="589156"/>
          </a:xfrm>
          <a:custGeom>
            <a:avLst/>
            <a:gdLst>
              <a:gd name="connsiteX0" fmla="*/ 0 w 2800865"/>
              <a:gd name="connsiteY0" fmla="*/ 589156 h 589156"/>
              <a:gd name="connsiteX1" fmla="*/ 1054443 w 2800865"/>
              <a:gd name="connsiteY1" fmla="*/ 4269 h 589156"/>
              <a:gd name="connsiteX2" fmla="*/ 2800865 w 2800865"/>
              <a:gd name="connsiteY2" fmla="*/ 309069 h 589156"/>
              <a:gd name="connsiteX3" fmla="*/ 2800865 w 2800865"/>
              <a:gd name="connsiteY3" fmla="*/ 309069 h 589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865" h="589156">
                <a:moveTo>
                  <a:pt x="0" y="589156"/>
                </a:moveTo>
                <a:cubicBezTo>
                  <a:pt x="293816" y="320053"/>
                  <a:pt x="587632" y="50950"/>
                  <a:pt x="1054443" y="4269"/>
                </a:cubicBezTo>
                <a:cubicBezTo>
                  <a:pt x="1521254" y="-42412"/>
                  <a:pt x="2800865" y="309069"/>
                  <a:pt x="2800865" y="309069"/>
                </a:cubicBezTo>
                <a:lnTo>
                  <a:pt x="2800865" y="309069"/>
                </a:ln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676834-FF8B-4F0C-A9CA-8E573274E43B}"/>
              </a:ext>
            </a:extLst>
          </p:cNvPr>
          <p:cNvSpPr/>
          <p:nvPr/>
        </p:nvSpPr>
        <p:spPr>
          <a:xfrm>
            <a:off x="3410465" y="2257168"/>
            <a:ext cx="790832" cy="930875"/>
          </a:xfrm>
          <a:custGeom>
            <a:avLst/>
            <a:gdLst>
              <a:gd name="connsiteX0" fmla="*/ 0 w 790832"/>
              <a:gd name="connsiteY0" fmla="*/ 930875 h 930875"/>
              <a:gd name="connsiteX1" fmla="*/ 790832 w 790832"/>
              <a:gd name="connsiteY1" fmla="*/ 0 h 930875"/>
              <a:gd name="connsiteX2" fmla="*/ 790832 w 790832"/>
              <a:gd name="connsiteY2" fmla="*/ 0 h 930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832" h="930875">
                <a:moveTo>
                  <a:pt x="0" y="930875"/>
                </a:moveTo>
                <a:lnTo>
                  <a:pt x="790832" y="0"/>
                </a:lnTo>
                <a:lnTo>
                  <a:pt x="790832" y="0"/>
                </a:ln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E1E851-3CB3-407C-A8DE-C0C9A589FD4E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4407243" y="2347784"/>
            <a:ext cx="535991" cy="110611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57F0C8-BBE9-406C-852A-238ACCF514C5}"/>
              </a:ext>
            </a:extLst>
          </p:cNvPr>
          <p:cNvCxnSpPr>
            <a:cxnSpLocks/>
          </p:cNvCxnSpPr>
          <p:nvPr/>
        </p:nvCxnSpPr>
        <p:spPr>
          <a:xfrm flipV="1">
            <a:off x="2870891" y="2129481"/>
            <a:ext cx="1226939" cy="1917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7196203-6219-4982-B505-080E19848483}"/>
              </a:ext>
            </a:extLst>
          </p:cNvPr>
          <p:cNvSpPr/>
          <p:nvPr/>
        </p:nvSpPr>
        <p:spPr>
          <a:xfrm>
            <a:off x="1960605" y="2215978"/>
            <a:ext cx="2166552" cy="1573427"/>
          </a:xfrm>
          <a:custGeom>
            <a:avLst/>
            <a:gdLst>
              <a:gd name="connsiteX0" fmla="*/ 0 w 2166552"/>
              <a:gd name="connsiteY0" fmla="*/ 1573427 h 1573427"/>
              <a:gd name="connsiteX1" fmla="*/ 1565190 w 2166552"/>
              <a:gd name="connsiteY1" fmla="*/ 345990 h 1573427"/>
              <a:gd name="connsiteX2" fmla="*/ 2166552 w 2166552"/>
              <a:gd name="connsiteY2" fmla="*/ 0 h 1573427"/>
              <a:gd name="connsiteX3" fmla="*/ 2166552 w 2166552"/>
              <a:gd name="connsiteY3" fmla="*/ 0 h 1573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6552" h="1573427">
                <a:moveTo>
                  <a:pt x="0" y="1573427"/>
                </a:moveTo>
                <a:cubicBezTo>
                  <a:pt x="602049" y="1090827"/>
                  <a:pt x="1204098" y="608228"/>
                  <a:pt x="1565190" y="345990"/>
                </a:cubicBezTo>
                <a:cubicBezTo>
                  <a:pt x="1926282" y="83752"/>
                  <a:pt x="2166552" y="0"/>
                  <a:pt x="2166552" y="0"/>
                </a:cubicBezTo>
                <a:lnTo>
                  <a:pt x="2166552" y="0"/>
                </a:ln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C5CE5A4-50DD-47BC-AB98-5AAFEB0F70F5}"/>
              </a:ext>
            </a:extLst>
          </p:cNvPr>
          <p:cNvSpPr/>
          <p:nvPr/>
        </p:nvSpPr>
        <p:spPr>
          <a:xfrm>
            <a:off x="4440195" y="2199503"/>
            <a:ext cx="1268797" cy="2191265"/>
          </a:xfrm>
          <a:custGeom>
            <a:avLst/>
            <a:gdLst>
              <a:gd name="connsiteX0" fmla="*/ 0 w 1268797"/>
              <a:gd name="connsiteY0" fmla="*/ 2191265 h 2191265"/>
              <a:gd name="connsiteX1" fmla="*/ 1268627 w 1268797"/>
              <a:gd name="connsiteY1" fmla="*/ 1614616 h 2191265"/>
              <a:gd name="connsiteX2" fmla="*/ 98854 w 1268797"/>
              <a:gd name="connsiteY2" fmla="*/ 0 h 2191265"/>
              <a:gd name="connsiteX3" fmla="*/ 98854 w 1268797"/>
              <a:gd name="connsiteY3" fmla="*/ 0 h 2191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797" h="2191265">
                <a:moveTo>
                  <a:pt x="0" y="2191265"/>
                </a:moveTo>
                <a:cubicBezTo>
                  <a:pt x="626075" y="2085546"/>
                  <a:pt x="1252151" y="1979827"/>
                  <a:pt x="1268627" y="1614616"/>
                </a:cubicBezTo>
                <a:cubicBezTo>
                  <a:pt x="1285103" y="1249405"/>
                  <a:pt x="98854" y="0"/>
                  <a:pt x="98854" y="0"/>
                </a:cubicBezTo>
                <a:lnTo>
                  <a:pt x="98854" y="0"/>
                </a:ln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9A6BD7E-2B6C-4358-8E28-D941214AA020}"/>
              </a:ext>
            </a:extLst>
          </p:cNvPr>
          <p:cNvSpPr/>
          <p:nvPr/>
        </p:nvSpPr>
        <p:spPr>
          <a:xfrm>
            <a:off x="3023286" y="2339546"/>
            <a:ext cx="1243914" cy="2166551"/>
          </a:xfrm>
          <a:custGeom>
            <a:avLst/>
            <a:gdLst>
              <a:gd name="connsiteX0" fmla="*/ 0 w 1243914"/>
              <a:gd name="connsiteY0" fmla="*/ 2166551 h 2166551"/>
              <a:gd name="connsiteX1" fmla="*/ 1243914 w 1243914"/>
              <a:gd name="connsiteY1" fmla="*/ 0 h 2166551"/>
              <a:gd name="connsiteX2" fmla="*/ 1243914 w 1243914"/>
              <a:gd name="connsiteY2" fmla="*/ 0 h 216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3914" h="2166551">
                <a:moveTo>
                  <a:pt x="0" y="2166551"/>
                </a:moveTo>
                <a:lnTo>
                  <a:pt x="1243914" y="0"/>
                </a:lnTo>
                <a:lnTo>
                  <a:pt x="1243914" y="0"/>
                </a:ln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B07B5B-5820-4E21-87A0-9FA8442ED1F8}"/>
              </a:ext>
            </a:extLst>
          </p:cNvPr>
          <p:cNvSpPr txBox="1"/>
          <p:nvPr/>
        </p:nvSpPr>
        <p:spPr>
          <a:xfrm>
            <a:off x="164757" y="5419379"/>
            <a:ext cx="6524367" cy="80018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4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334880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8" grpId="0" animBg="1"/>
      <p:bldP spid="19" grpId="0" animBg="1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850" y="902043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– Multi Hop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672282" y="380588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2796744" y="4460790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3089186" y="311390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4897391" y="341046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155986" y="4308390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4155986" y="1981200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E1DBB6-00B7-4732-A169-F103CA230AB9}"/>
              </a:ext>
            </a:extLst>
          </p:cNvPr>
          <p:cNvCxnSpPr/>
          <p:nvPr/>
        </p:nvCxnSpPr>
        <p:spPr>
          <a:xfrm>
            <a:off x="1738184" y="2430162"/>
            <a:ext cx="71669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1E8457-5764-434C-B305-D2920FD4AC2D}"/>
              </a:ext>
            </a:extLst>
          </p:cNvPr>
          <p:cNvCxnSpPr>
            <a:cxnSpLocks/>
          </p:cNvCxnSpPr>
          <p:nvPr/>
        </p:nvCxnSpPr>
        <p:spPr>
          <a:xfrm flipV="1">
            <a:off x="2920311" y="2084173"/>
            <a:ext cx="1124467" cy="26361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897554-6145-4C48-9688-DD1D9596C096}"/>
              </a:ext>
            </a:extLst>
          </p:cNvPr>
          <p:cNvCxnSpPr>
            <a:cxnSpLocks/>
          </p:cNvCxnSpPr>
          <p:nvPr/>
        </p:nvCxnSpPr>
        <p:spPr>
          <a:xfrm flipV="1">
            <a:off x="1985320" y="3352800"/>
            <a:ext cx="1005015" cy="52310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022961-6CB6-4749-B3B4-DB286B31701C}"/>
              </a:ext>
            </a:extLst>
          </p:cNvPr>
          <p:cNvCxnSpPr>
            <a:cxnSpLocks/>
          </p:cNvCxnSpPr>
          <p:nvPr/>
        </p:nvCxnSpPr>
        <p:spPr>
          <a:xfrm flipV="1">
            <a:off x="3406344" y="2347784"/>
            <a:ext cx="749642" cy="74964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F1EEF6-E0BB-4D53-BFA6-E17866BAD8C4}"/>
              </a:ext>
            </a:extLst>
          </p:cNvPr>
          <p:cNvCxnSpPr>
            <a:cxnSpLocks/>
          </p:cNvCxnSpPr>
          <p:nvPr/>
        </p:nvCxnSpPr>
        <p:spPr>
          <a:xfrm flipV="1">
            <a:off x="2980036" y="3558747"/>
            <a:ext cx="265669" cy="87939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CC7C0D0-ECBA-4AFA-8D4B-61184FB7420A}"/>
              </a:ext>
            </a:extLst>
          </p:cNvPr>
          <p:cNvCxnSpPr>
            <a:cxnSpLocks/>
          </p:cNvCxnSpPr>
          <p:nvPr/>
        </p:nvCxnSpPr>
        <p:spPr>
          <a:xfrm flipH="1" flipV="1">
            <a:off x="3500050" y="3488726"/>
            <a:ext cx="655936" cy="82687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805F872-B8A2-4642-9734-C88C5048DDE9}"/>
              </a:ext>
            </a:extLst>
          </p:cNvPr>
          <p:cNvCxnSpPr>
            <a:cxnSpLocks/>
          </p:cNvCxnSpPr>
          <p:nvPr/>
        </p:nvCxnSpPr>
        <p:spPr>
          <a:xfrm flipH="1" flipV="1">
            <a:off x="4539049" y="2354478"/>
            <a:ext cx="429392" cy="91285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F43C5F4-EFFE-4FA6-BE7A-E22399F45C7D}"/>
              </a:ext>
            </a:extLst>
          </p:cNvPr>
          <p:cNvSpPr/>
          <p:nvPr/>
        </p:nvSpPr>
        <p:spPr>
          <a:xfrm>
            <a:off x="2545490" y="2298354"/>
            <a:ext cx="313038" cy="29656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A29574B-D9A6-49F4-81DB-6933A733D007}"/>
              </a:ext>
            </a:extLst>
          </p:cNvPr>
          <p:cNvSpPr/>
          <p:nvPr/>
        </p:nvSpPr>
        <p:spPr>
          <a:xfrm>
            <a:off x="3085064" y="3134496"/>
            <a:ext cx="313038" cy="29656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BB5552E-04F5-4054-BB00-5420D62D5D3F}"/>
              </a:ext>
            </a:extLst>
          </p:cNvPr>
          <p:cNvSpPr/>
          <p:nvPr/>
        </p:nvSpPr>
        <p:spPr>
          <a:xfrm>
            <a:off x="4893269" y="3431058"/>
            <a:ext cx="313038" cy="29656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2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80" y="977488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- Cluster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779374" y="3558747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3249826" y="395416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3686429" y="307271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4897391" y="341046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258956" y="448962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4155986" y="1981200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67D8B5-67E7-4553-BC03-32CC50BA14DA}"/>
              </a:ext>
            </a:extLst>
          </p:cNvPr>
          <p:cNvSpPr/>
          <p:nvPr/>
        </p:nvSpPr>
        <p:spPr>
          <a:xfrm>
            <a:off x="1239792" y="23519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0032CD-559B-471F-8187-504D07A41426}"/>
              </a:ext>
            </a:extLst>
          </p:cNvPr>
          <p:cNvSpPr/>
          <p:nvPr/>
        </p:nvSpPr>
        <p:spPr>
          <a:xfrm>
            <a:off x="1783490" y="356286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68F011-5B5A-4B08-8742-D35667696780}"/>
              </a:ext>
            </a:extLst>
          </p:cNvPr>
          <p:cNvSpPr/>
          <p:nvPr/>
        </p:nvSpPr>
        <p:spPr>
          <a:xfrm>
            <a:off x="2553728" y="228188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C2139E-F2A3-4AB2-903F-C669EE3629D1}"/>
              </a:ext>
            </a:extLst>
          </p:cNvPr>
          <p:cNvSpPr/>
          <p:nvPr/>
        </p:nvSpPr>
        <p:spPr>
          <a:xfrm>
            <a:off x="3253942" y="395828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C1A8E6-A577-491C-82C2-6BB854376584}"/>
              </a:ext>
            </a:extLst>
          </p:cNvPr>
          <p:cNvSpPr/>
          <p:nvPr/>
        </p:nvSpPr>
        <p:spPr>
          <a:xfrm>
            <a:off x="3690545" y="3076835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79A9DA-C0A6-417B-8D8A-5DAA2340236B}"/>
              </a:ext>
            </a:extLst>
          </p:cNvPr>
          <p:cNvSpPr/>
          <p:nvPr/>
        </p:nvSpPr>
        <p:spPr>
          <a:xfrm>
            <a:off x="4901507" y="3414585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D0E9BA-8A8B-40E3-9217-DED60B69C4E0}"/>
              </a:ext>
            </a:extLst>
          </p:cNvPr>
          <p:cNvSpPr/>
          <p:nvPr/>
        </p:nvSpPr>
        <p:spPr>
          <a:xfrm>
            <a:off x="4263072" y="44937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BBCB234-A808-417B-8B3B-517CA2CF4C16}"/>
              </a:ext>
            </a:extLst>
          </p:cNvPr>
          <p:cNvSpPr/>
          <p:nvPr/>
        </p:nvSpPr>
        <p:spPr>
          <a:xfrm>
            <a:off x="847359" y="1865639"/>
            <a:ext cx="2308017" cy="2682596"/>
          </a:xfrm>
          <a:custGeom>
            <a:avLst/>
            <a:gdLst>
              <a:gd name="connsiteX0" fmla="*/ 841398 w 2308017"/>
              <a:gd name="connsiteY0" fmla="*/ 53777 h 2682596"/>
              <a:gd name="connsiteX1" fmla="*/ 1138 w 2308017"/>
              <a:gd name="connsiteY1" fmla="*/ 317388 h 2682596"/>
              <a:gd name="connsiteX2" fmla="*/ 701355 w 2308017"/>
              <a:gd name="connsiteY2" fmla="*/ 2681647 h 2682596"/>
              <a:gd name="connsiteX3" fmla="*/ 2307733 w 2308017"/>
              <a:gd name="connsiteY3" fmla="*/ 597475 h 2682596"/>
              <a:gd name="connsiteX4" fmla="*/ 841398 w 2308017"/>
              <a:gd name="connsiteY4" fmla="*/ 53777 h 268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017" h="2682596">
                <a:moveTo>
                  <a:pt x="841398" y="53777"/>
                </a:moveTo>
                <a:cubicBezTo>
                  <a:pt x="456966" y="7096"/>
                  <a:pt x="24478" y="-120590"/>
                  <a:pt x="1138" y="317388"/>
                </a:cubicBezTo>
                <a:cubicBezTo>
                  <a:pt x="-22202" y="755366"/>
                  <a:pt x="316923" y="2634966"/>
                  <a:pt x="701355" y="2681647"/>
                </a:cubicBezTo>
                <a:cubicBezTo>
                  <a:pt x="1085787" y="2728328"/>
                  <a:pt x="2287139" y="1039572"/>
                  <a:pt x="2307733" y="597475"/>
                </a:cubicBezTo>
                <a:cubicBezTo>
                  <a:pt x="2328327" y="155378"/>
                  <a:pt x="1225830" y="100458"/>
                  <a:pt x="841398" y="5377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A04A985-2F4B-44ED-BACD-A48DCBAEC3FA}"/>
              </a:ext>
            </a:extLst>
          </p:cNvPr>
          <p:cNvSpPr/>
          <p:nvPr/>
        </p:nvSpPr>
        <p:spPr>
          <a:xfrm>
            <a:off x="3032659" y="2833585"/>
            <a:ext cx="2308017" cy="2682596"/>
          </a:xfrm>
          <a:custGeom>
            <a:avLst/>
            <a:gdLst>
              <a:gd name="connsiteX0" fmla="*/ 841398 w 2308017"/>
              <a:gd name="connsiteY0" fmla="*/ 53777 h 2682596"/>
              <a:gd name="connsiteX1" fmla="*/ 1138 w 2308017"/>
              <a:gd name="connsiteY1" fmla="*/ 317388 h 2682596"/>
              <a:gd name="connsiteX2" fmla="*/ 701355 w 2308017"/>
              <a:gd name="connsiteY2" fmla="*/ 2681647 h 2682596"/>
              <a:gd name="connsiteX3" fmla="*/ 2307733 w 2308017"/>
              <a:gd name="connsiteY3" fmla="*/ 597475 h 2682596"/>
              <a:gd name="connsiteX4" fmla="*/ 841398 w 2308017"/>
              <a:gd name="connsiteY4" fmla="*/ 53777 h 268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017" h="2682596">
                <a:moveTo>
                  <a:pt x="841398" y="53777"/>
                </a:moveTo>
                <a:cubicBezTo>
                  <a:pt x="456966" y="7096"/>
                  <a:pt x="24478" y="-120590"/>
                  <a:pt x="1138" y="317388"/>
                </a:cubicBezTo>
                <a:cubicBezTo>
                  <a:pt x="-22202" y="755366"/>
                  <a:pt x="316923" y="2634966"/>
                  <a:pt x="701355" y="2681647"/>
                </a:cubicBezTo>
                <a:cubicBezTo>
                  <a:pt x="1085787" y="2728328"/>
                  <a:pt x="2287139" y="1039572"/>
                  <a:pt x="2307733" y="597475"/>
                </a:cubicBezTo>
                <a:cubicBezTo>
                  <a:pt x="2328327" y="155378"/>
                  <a:pt x="1225830" y="100458"/>
                  <a:pt x="841398" y="5377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7641BF7-5522-497E-86BC-FCC3E54C4752}"/>
              </a:ext>
            </a:extLst>
          </p:cNvPr>
          <p:cNvSpPr/>
          <p:nvPr/>
        </p:nvSpPr>
        <p:spPr>
          <a:xfrm>
            <a:off x="2557844" y="2281881"/>
            <a:ext cx="313038" cy="296562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71EBB1-FE66-4C90-BB82-09D1DF70892D}"/>
              </a:ext>
            </a:extLst>
          </p:cNvPr>
          <p:cNvSpPr/>
          <p:nvPr/>
        </p:nvSpPr>
        <p:spPr>
          <a:xfrm>
            <a:off x="3690545" y="3080954"/>
            <a:ext cx="313038" cy="296562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7B18B9-EFEF-4096-9741-D03DFF618805}"/>
              </a:ext>
            </a:extLst>
          </p:cNvPr>
          <p:cNvCxnSpPr>
            <a:cxnSpLocks/>
          </p:cNvCxnSpPr>
          <p:nvPr/>
        </p:nvCxnSpPr>
        <p:spPr>
          <a:xfrm flipV="1">
            <a:off x="1721704" y="2426044"/>
            <a:ext cx="617842" cy="7002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4B8B9B-220E-46D2-9A52-7D5D3D6764AE}"/>
              </a:ext>
            </a:extLst>
          </p:cNvPr>
          <p:cNvCxnSpPr>
            <a:cxnSpLocks/>
          </p:cNvCxnSpPr>
          <p:nvPr/>
        </p:nvCxnSpPr>
        <p:spPr>
          <a:xfrm flipV="1">
            <a:off x="2088289" y="2811990"/>
            <a:ext cx="469555" cy="710159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0AA50CB-85ED-4890-8013-608ACFDABFE5}"/>
              </a:ext>
            </a:extLst>
          </p:cNvPr>
          <p:cNvCxnSpPr>
            <a:cxnSpLocks/>
          </p:cNvCxnSpPr>
          <p:nvPr/>
        </p:nvCxnSpPr>
        <p:spPr>
          <a:xfrm flipV="1">
            <a:off x="3526919" y="3435180"/>
            <a:ext cx="190543" cy="48992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2E5E92-D227-4AC3-AEF5-8572A271E270}"/>
              </a:ext>
            </a:extLst>
          </p:cNvPr>
          <p:cNvCxnSpPr>
            <a:cxnSpLocks/>
          </p:cNvCxnSpPr>
          <p:nvPr/>
        </p:nvCxnSpPr>
        <p:spPr>
          <a:xfrm flipH="1" flipV="1">
            <a:off x="3877047" y="3522149"/>
            <a:ext cx="497424" cy="919256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71C0404-DF6D-43CD-8C2D-6E14EC5EC2A1}"/>
              </a:ext>
            </a:extLst>
          </p:cNvPr>
          <p:cNvCxnSpPr>
            <a:cxnSpLocks/>
          </p:cNvCxnSpPr>
          <p:nvPr/>
        </p:nvCxnSpPr>
        <p:spPr>
          <a:xfrm flipH="1" flipV="1">
            <a:off x="4072523" y="3307261"/>
            <a:ext cx="759714" cy="18076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DF5C4F3-BA7D-48B6-8549-A09B17E35141}"/>
              </a:ext>
            </a:extLst>
          </p:cNvPr>
          <p:cNvCxnSpPr/>
          <p:nvPr/>
        </p:nvCxnSpPr>
        <p:spPr>
          <a:xfrm flipV="1">
            <a:off x="3032659" y="2129481"/>
            <a:ext cx="966808" cy="218303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B54CDE4-D2D0-494F-AE1E-286D8E78B72E}"/>
              </a:ext>
            </a:extLst>
          </p:cNvPr>
          <p:cNvCxnSpPr>
            <a:cxnSpLocks/>
          </p:cNvCxnSpPr>
          <p:nvPr/>
        </p:nvCxnSpPr>
        <p:spPr>
          <a:xfrm flipV="1">
            <a:off x="3978494" y="2301541"/>
            <a:ext cx="208173" cy="68549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81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27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80" y="977488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- Cluster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779374" y="3558747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3249826" y="395416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3686429" y="307271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4897391" y="341046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258956" y="448962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4155986" y="1981200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67D8B5-67E7-4553-BC03-32CC50BA14DA}"/>
              </a:ext>
            </a:extLst>
          </p:cNvPr>
          <p:cNvSpPr/>
          <p:nvPr/>
        </p:nvSpPr>
        <p:spPr>
          <a:xfrm>
            <a:off x="1239792" y="23519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0032CD-559B-471F-8187-504D07A41426}"/>
              </a:ext>
            </a:extLst>
          </p:cNvPr>
          <p:cNvSpPr/>
          <p:nvPr/>
        </p:nvSpPr>
        <p:spPr>
          <a:xfrm>
            <a:off x="1783490" y="356286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68F011-5B5A-4B08-8742-D35667696780}"/>
              </a:ext>
            </a:extLst>
          </p:cNvPr>
          <p:cNvSpPr/>
          <p:nvPr/>
        </p:nvSpPr>
        <p:spPr>
          <a:xfrm>
            <a:off x="2553728" y="228188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C2139E-F2A3-4AB2-903F-C669EE3629D1}"/>
              </a:ext>
            </a:extLst>
          </p:cNvPr>
          <p:cNvSpPr/>
          <p:nvPr/>
        </p:nvSpPr>
        <p:spPr>
          <a:xfrm>
            <a:off x="3253942" y="395828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C1A8E6-A577-491C-82C2-6BB854376584}"/>
              </a:ext>
            </a:extLst>
          </p:cNvPr>
          <p:cNvSpPr/>
          <p:nvPr/>
        </p:nvSpPr>
        <p:spPr>
          <a:xfrm>
            <a:off x="3690545" y="3076835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79A9DA-C0A6-417B-8D8A-5DAA2340236B}"/>
              </a:ext>
            </a:extLst>
          </p:cNvPr>
          <p:cNvSpPr/>
          <p:nvPr/>
        </p:nvSpPr>
        <p:spPr>
          <a:xfrm>
            <a:off x="4901507" y="3414585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D0E9BA-8A8B-40E3-9217-DED60B69C4E0}"/>
              </a:ext>
            </a:extLst>
          </p:cNvPr>
          <p:cNvSpPr/>
          <p:nvPr/>
        </p:nvSpPr>
        <p:spPr>
          <a:xfrm>
            <a:off x="4263072" y="44937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BBCB234-A808-417B-8B3B-517CA2CF4C16}"/>
              </a:ext>
            </a:extLst>
          </p:cNvPr>
          <p:cNvSpPr/>
          <p:nvPr/>
        </p:nvSpPr>
        <p:spPr>
          <a:xfrm>
            <a:off x="847359" y="1865639"/>
            <a:ext cx="2308017" cy="2682596"/>
          </a:xfrm>
          <a:custGeom>
            <a:avLst/>
            <a:gdLst>
              <a:gd name="connsiteX0" fmla="*/ 841398 w 2308017"/>
              <a:gd name="connsiteY0" fmla="*/ 53777 h 2682596"/>
              <a:gd name="connsiteX1" fmla="*/ 1138 w 2308017"/>
              <a:gd name="connsiteY1" fmla="*/ 317388 h 2682596"/>
              <a:gd name="connsiteX2" fmla="*/ 701355 w 2308017"/>
              <a:gd name="connsiteY2" fmla="*/ 2681647 h 2682596"/>
              <a:gd name="connsiteX3" fmla="*/ 2307733 w 2308017"/>
              <a:gd name="connsiteY3" fmla="*/ 597475 h 2682596"/>
              <a:gd name="connsiteX4" fmla="*/ 841398 w 2308017"/>
              <a:gd name="connsiteY4" fmla="*/ 53777 h 268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017" h="2682596">
                <a:moveTo>
                  <a:pt x="841398" y="53777"/>
                </a:moveTo>
                <a:cubicBezTo>
                  <a:pt x="456966" y="7096"/>
                  <a:pt x="24478" y="-120590"/>
                  <a:pt x="1138" y="317388"/>
                </a:cubicBezTo>
                <a:cubicBezTo>
                  <a:pt x="-22202" y="755366"/>
                  <a:pt x="316923" y="2634966"/>
                  <a:pt x="701355" y="2681647"/>
                </a:cubicBezTo>
                <a:cubicBezTo>
                  <a:pt x="1085787" y="2728328"/>
                  <a:pt x="2287139" y="1039572"/>
                  <a:pt x="2307733" y="597475"/>
                </a:cubicBezTo>
                <a:cubicBezTo>
                  <a:pt x="2328327" y="155378"/>
                  <a:pt x="1225830" y="100458"/>
                  <a:pt x="841398" y="5377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A04A985-2F4B-44ED-BACD-A48DCBAEC3FA}"/>
              </a:ext>
            </a:extLst>
          </p:cNvPr>
          <p:cNvSpPr/>
          <p:nvPr/>
        </p:nvSpPr>
        <p:spPr>
          <a:xfrm>
            <a:off x="3032659" y="2833585"/>
            <a:ext cx="2308017" cy="2682596"/>
          </a:xfrm>
          <a:custGeom>
            <a:avLst/>
            <a:gdLst>
              <a:gd name="connsiteX0" fmla="*/ 841398 w 2308017"/>
              <a:gd name="connsiteY0" fmla="*/ 53777 h 2682596"/>
              <a:gd name="connsiteX1" fmla="*/ 1138 w 2308017"/>
              <a:gd name="connsiteY1" fmla="*/ 317388 h 2682596"/>
              <a:gd name="connsiteX2" fmla="*/ 701355 w 2308017"/>
              <a:gd name="connsiteY2" fmla="*/ 2681647 h 2682596"/>
              <a:gd name="connsiteX3" fmla="*/ 2307733 w 2308017"/>
              <a:gd name="connsiteY3" fmla="*/ 597475 h 2682596"/>
              <a:gd name="connsiteX4" fmla="*/ 841398 w 2308017"/>
              <a:gd name="connsiteY4" fmla="*/ 53777 h 268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017" h="2682596">
                <a:moveTo>
                  <a:pt x="841398" y="53777"/>
                </a:moveTo>
                <a:cubicBezTo>
                  <a:pt x="456966" y="7096"/>
                  <a:pt x="24478" y="-120590"/>
                  <a:pt x="1138" y="317388"/>
                </a:cubicBezTo>
                <a:cubicBezTo>
                  <a:pt x="-22202" y="755366"/>
                  <a:pt x="316923" y="2634966"/>
                  <a:pt x="701355" y="2681647"/>
                </a:cubicBezTo>
                <a:cubicBezTo>
                  <a:pt x="1085787" y="2728328"/>
                  <a:pt x="2287139" y="1039572"/>
                  <a:pt x="2307733" y="597475"/>
                </a:cubicBezTo>
                <a:cubicBezTo>
                  <a:pt x="2328327" y="155378"/>
                  <a:pt x="1225830" y="100458"/>
                  <a:pt x="841398" y="5377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7641BF7-5522-497E-86BC-FCC3E54C4752}"/>
              </a:ext>
            </a:extLst>
          </p:cNvPr>
          <p:cNvSpPr/>
          <p:nvPr/>
        </p:nvSpPr>
        <p:spPr>
          <a:xfrm>
            <a:off x="1250089" y="2347784"/>
            <a:ext cx="313038" cy="296562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71EBB1-FE66-4C90-BB82-09D1DF70892D}"/>
              </a:ext>
            </a:extLst>
          </p:cNvPr>
          <p:cNvSpPr/>
          <p:nvPr/>
        </p:nvSpPr>
        <p:spPr>
          <a:xfrm>
            <a:off x="4893275" y="3418704"/>
            <a:ext cx="313038" cy="296562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93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80" y="977488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- Cluster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779374" y="3558747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3249826" y="395416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3686429" y="307271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4897391" y="341046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258956" y="448962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4155986" y="1981200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67D8B5-67E7-4553-BC03-32CC50BA14DA}"/>
              </a:ext>
            </a:extLst>
          </p:cNvPr>
          <p:cNvSpPr/>
          <p:nvPr/>
        </p:nvSpPr>
        <p:spPr>
          <a:xfrm>
            <a:off x="1239792" y="23519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0032CD-559B-471F-8187-504D07A41426}"/>
              </a:ext>
            </a:extLst>
          </p:cNvPr>
          <p:cNvSpPr/>
          <p:nvPr/>
        </p:nvSpPr>
        <p:spPr>
          <a:xfrm>
            <a:off x="1783490" y="356286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68F011-5B5A-4B08-8742-D35667696780}"/>
              </a:ext>
            </a:extLst>
          </p:cNvPr>
          <p:cNvSpPr/>
          <p:nvPr/>
        </p:nvSpPr>
        <p:spPr>
          <a:xfrm>
            <a:off x="2553728" y="228188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C2139E-F2A3-4AB2-903F-C669EE3629D1}"/>
              </a:ext>
            </a:extLst>
          </p:cNvPr>
          <p:cNvSpPr/>
          <p:nvPr/>
        </p:nvSpPr>
        <p:spPr>
          <a:xfrm>
            <a:off x="3253942" y="395828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C1A8E6-A577-491C-82C2-6BB854376584}"/>
              </a:ext>
            </a:extLst>
          </p:cNvPr>
          <p:cNvSpPr/>
          <p:nvPr/>
        </p:nvSpPr>
        <p:spPr>
          <a:xfrm>
            <a:off x="3690545" y="3076835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79A9DA-C0A6-417B-8D8A-5DAA2340236B}"/>
              </a:ext>
            </a:extLst>
          </p:cNvPr>
          <p:cNvSpPr/>
          <p:nvPr/>
        </p:nvSpPr>
        <p:spPr>
          <a:xfrm>
            <a:off x="4901507" y="3414585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D0E9BA-8A8B-40E3-9217-DED60B69C4E0}"/>
              </a:ext>
            </a:extLst>
          </p:cNvPr>
          <p:cNvSpPr/>
          <p:nvPr/>
        </p:nvSpPr>
        <p:spPr>
          <a:xfrm>
            <a:off x="4263072" y="44937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BBCB234-A808-417B-8B3B-517CA2CF4C16}"/>
              </a:ext>
            </a:extLst>
          </p:cNvPr>
          <p:cNvSpPr/>
          <p:nvPr/>
        </p:nvSpPr>
        <p:spPr>
          <a:xfrm>
            <a:off x="847359" y="1865639"/>
            <a:ext cx="2308017" cy="2682596"/>
          </a:xfrm>
          <a:custGeom>
            <a:avLst/>
            <a:gdLst>
              <a:gd name="connsiteX0" fmla="*/ 841398 w 2308017"/>
              <a:gd name="connsiteY0" fmla="*/ 53777 h 2682596"/>
              <a:gd name="connsiteX1" fmla="*/ 1138 w 2308017"/>
              <a:gd name="connsiteY1" fmla="*/ 317388 h 2682596"/>
              <a:gd name="connsiteX2" fmla="*/ 701355 w 2308017"/>
              <a:gd name="connsiteY2" fmla="*/ 2681647 h 2682596"/>
              <a:gd name="connsiteX3" fmla="*/ 2307733 w 2308017"/>
              <a:gd name="connsiteY3" fmla="*/ 597475 h 2682596"/>
              <a:gd name="connsiteX4" fmla="*/ 841398 w 2308017"/>
              <a:gd name="connsiteY4" fmla="*/ 53777 h 268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017" h="2682596">
                <a:moveTo>
                  <a:pt x="841398" y="53777"/>
                </a:moveTo>
                <a:cubicBezTo>
                  <a:pt x="456966" y="7096"/>
                  <a:pt x="24478" y="-120590"/>
                  <a:pt x="1138" y="317388"/>
                </a:cubicBezTo>
                <a:cubicBezTo>
                  <a:pt x="-22202" y="755366"/>
                  <a:pt x="316923" y="2634966"/>
                  <a:pt x="701355" y="2681647"/>
                </a:cubicBezTo>
                <a:cubicBezTo>
                  <a:pt x="1085787" y="2728328"/>
                  <a:pt x="2287139" y="1039572"/>
                  <a:pt x="2307733" y="597475"/>
                </a:cubicBezTo>
                <a:cubicBezTo>
                  <a:pt x="2328327" y="155378"/>
                  <a:pt x="1225830" y="100458"/>
                  <a:pt x="841398" y="5377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A04A985-2F4B-44ED-BACD-A48DCBAEC3FA}"/>
              </a:ext>
            </a:extLst>
          </p:cNvPr>
          <p:cNvSpPr/>
          <p:nvPr/>
        </p:nvSpPr>
        <p:spPr>
          <a:xfrm>
            <a:off x="3032659" y="2833585"/>
            <a:ext cx="2308017" cy="2682596"/>
          </a:xfrm>
          <a:custGeom>
            <a:avLst/>
            <a:gdLst>
              <a:gd name="connsiteX0" fmla="*/ 841398 w 2308017"/>
              <a:gd name="connsiteY0" fmla="*/ 53777 h 2682596"/>
              <a:gd name="connsiteX1" fmla="*/ 1138 w 2308017"/>
              <a:gd name="connsiteY1" fmla="*/ 317388 h 2682596"/>
              <a:gd name="connsiteX2" fmla="*/ 701355 w 2308017"/>
              <a:gd name="connsiteY2" fmla="*/ 2681647 h 2682596"/>
              <a:gd name="connsiteX3" fmla="*/ 2307733 w 2308017"/>
              <a:gd name="connsiteY3" fmla="*/ 597475 h 2682596"/>
              <a:gd name="connsiteX4" fmla="*/ 841398 w 2308017"/>
              <a:gd name="connsiteY4" fmla="*/ 53777 h 268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017" h="2682596">
                <a:moveTo>
                  <a:pt x="841398" y="53777"/>
                </a:moveTo>
                <a:cubicBezTo>
                  <a:pt x="456966" y="7096"/>
                  <a:pt x="24478" y="-120590"/>
                  <a:pt x="1138" y="317388"/>
                </a:cubicBezTo>
                <a:cubicBezTo>
                  <a:pt x="-22202" y="755366"/>
                  <a:pt x="316923" y="2634966"/>
                  <a:pt x="701355" y="2681647"/>
                </a:cubicBezTo>
                <a:cubicBezTo>
                  <a:pt x="1085787" y="2728328"/>
                  <a:pt x="2287139" y="1039572"/>
                  <a:pt x="2307733" y="597475"/>
                </a:cubicBezTo>
                <a:cubicBezTo>
                  <a:pt x="2328327" y="155378"/>
                  <a:pt x="1225830" y="100458"/>
                  <a:pt x="841398" y="5377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20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80" y="977488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- Cluster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779374" y="3558747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3249826" y="395416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3686429" y="307271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4897391" y="341046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258956" y="448962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4155986" y="1981200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67D8B5-67E7-4553-BC03-32CC50BA14DA}"/>
              </a:ext>
            </a:extLst>
          </p:cNvPr>
          <p:cNvSpPr/>
          <p:nvPr/>
        </p:nvSpPr>
        <p:spPr>
          <a:xfrm>
            <a:off x="5539934" y="476558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0032CD-559B-471F-8187-504D07A41426}"/>
              </a:ext>
            </a:extLst>
          </p:cNvPr>
          <p:cNvSpPr/>
          <p:nvPr/>
        </p:nvSpPr>
        <p:spPr>
          <a:xfrm>
            <a:off x="6083632" y="597654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68F011-5B5A-4B08-8742-D35667696780}"/>
              </a:ext>
            </a:extLst>
          </p:cNvPr>
          <p:cNvSpPr/>
          <p:nvPr/>
        </p:nvSpPr>
        <p:spPr>
          <a:xfrm>
            <a:off x="6853870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C2139E-F2A3-4AB2-903F-C669EE3629D1}"/>
              </a:ext>
            </a:extLst>
          </p:cNvPr>
          <p:cNvSpPr/>
          <p:nvPr/>
        </p:nvSpPr>
        <p:spPr>
          <a:xfrm>
            <a:off x="5544056" y="267317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C1A8E6-A577-491C-82C2-6BB854376584}"/>
              </a:ext>
            </a:extLst>
          </p:cNvPr>
          <p:cNvSpPr/>
          <p:nvPr/>
        </p:nvSpPr>
        <p:spPr>
          <a:xfrm>
            <a:off x="5980659" y="179172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79A9DA-C0A6-417B-8D8A-5DAA2340236B}"/>
              </a:ext>
            </a:extLst>
          </p:cNvPr>
          <p:cNvSpPr/>
          <p:nvPr/>
        </p:nvSpPr>
        <p:spPr>
          <a:xfrm>
            <a:off x="4901507" y="3414585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D0E9BA-8A8B-40E3-9217-DED60B69C4E0}"/>
              </a:ext>
            </a:extLst>
          </p:cNvPr>
          <p:cNvSpPr/>
          <p:nvPr/>
        </p:nvSpPr>
        <p:spPr>
          <a:xfrm>
            <a:off x="6553186" y="320863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BBCB234-A808-417B-8B3B-517CA2CF4C16}"/>
              </a:ext>
            </a:extLst>
          </p:cNvPr>
          <p:cNvSpPr/>
          <p:nvPr/>
        </p:nvSpPr>
        <p:spPr>
          <a:xfrm>
            <a:off x="847359" y="1865639"/>
            <a:ext cx="2308017" cy="2682596"/>
          </a:xfrm>
          <a:custGeom>
            <a:avLst/>
            <a:gdLst>
              <a:gd name="connsiteX0" fmla="*/ 841398 w 2308017"/>
              <a:gd name="connsiteY0" fmla="*/ 53777 h 2682596"/>
              <a:gd name="connsiteX1" fmla="*/ 1138 w 2308017"/>
              <a:gd name="connsiteY1" fmla="*/ 317388 h 2682596"/>
              <a:gd name="connsiteX2" fmla="*/ 701355 w 2308017"/>
              <a:gd name="connsiteY2" fmla="*/ 2681647 h 2682596"/>
              <a:gd name="connsiteX3" fmla="*/ 2307733 w 2308017"/>
              <a:gd name="connsiteY3" fmla="*/ 597475 h 2682596"/>
              <a:gd name="connsiteX4" fmla="*/ 841398 w 2308017"/>
              <a:gd name="connsiteY4" fmla="*/ 53777 h 268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017" h="2682596">
                <a:moveTo>
                  <a:pt x="841398" y="53777"/>
                </a:moveTo>
                <a:cubicBezTo>
                  <a:pt x="456966" y="7096"/>
                  <a:pt x="24478" y="-120590"/>
                  <a:pt x="1138" y="317388"/>
                </a:cubicBezTo>
                <a:cubicBezTo>
                  <a:pt x="-22202" y="755366"/>
                  <a:pt x="316923" y="2634966"/>
                  <a:pt x="701355" y="2681647"/>
                </a:cubicBezTo>
                <a:cubicBezTo>
                  <a:pt x="1085787" y="2728328"/>
                  <a:pt x="2287139" y="1039572"/>
                  <a:pt x="2307733" y="597475"/>
                </a:cubicBezTo>
                <a:cubicBezTo>
                  <a:pt x="2328327" y="155378"/>
                  <a:pt x="1225830" y="100458"/>
                  <a:pt x="841398" y="5377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A04A985-2F4B-44ED-BACD-A48DCBAEC3FA}"/>
              </a:ext>
            </a:extLst>
          </p:cNvPr>
          <p:cNvSpPr/>
          <p:nvPr/>
        </p:nvSpPr>
        <p:spPr>
          <a:xfrm>
            <a:off x="3032659" y="2833585"/>
            <a:ext cx="2308017" cy="2682596"/>
          </a:xfrm>
          <a:custGeom>
            <a:avLst/>
            <a:gdLst>
              <a:gd name="connsiteX0" fmla="*/ 841398 w 2308017"/>
              <a:gd name="connsiteY0" fmla="*/ 53777 h 2682596"/>
              <a:gd name="connsiteX1" fmla="*/ 1138 w 2308017"/>
              <a:gd name="connsiteY1" fmla="*/ 317388 h 2682596"/>
              <a:gd name="connsiteX2" fmla="*/ 701355 w 2308017"/>
              <a:gd name="connsiteY2" fmla="*/ 2681647 h 2682596"/>
              <a:gd name="connsiteX3" fmla="*/ 2307733 w 2308017"/>
              <a:gd name="connsiteY3" fmla="*/ 597475 h 2682596"/>
              <a:gd name="connsiteX4" fmla="*/ 841398 w 2308017"/>
              <a:gd name="connsiteY4" fmla="*/ 53777 h 268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017" h="2682596">
                <a:moveTo>
                  <a:pt x="841398" y="53777"/>
                </a:moveTo>
                <a:cubicBezTo>
                  <a:pt x="456966" y="7096"/>
                  <a:pt x="24478" y="-120590"/>
                  <a:pt x="1138" y="317388"/>
                </a:cubicBezTo>
                <a:cubicBezTo>
                  <a:pt x="-22202" y="755366"/>
                  <a:pt x="316923" y="2634966"/>
                  <a:pt x="701355" y="2681647"/>
                </a:cubicBezTo>
                <a:cubicBezTo>
                  <a:pt x="1085787" y="2728328"/>
                  <a:pt x="2287139" y="1039572"/>
                  <a:pt x="2307733" y="597475"/>
                </a:cubicBezTo>
                <a:cubicBezTo>
                  <a:pt x="2328327" y="155378"/>
                  <a:pt x="1225830" y="100458"/>
                  <a:pt x="841398" y="5377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C7246F9-A9E4-41A0-857D-BBB0E3048C8D}"/>
              </a:ext>
            </a:extLst>
          </p:cNvPr>
          <p:cNvSpPr/>
          <p:nvPr/>
        </p:nvSpPr>
        <p:spPr>
          <a:xfrm>
            <a:off x="5288671" y="4407013"/>
            <a:ext cx="2108907" cy="2224446"/>
          </a:xfrm>
          <a:custGeom>
            <a:avLst/>
            <a:gdLst>
              <a:gd name="connsiteX0" fmla="*/ 841398 w 2308017"/>
              <a:gd name="connsiteY0" fmla="*/ 53777 h 2682596"/>
              <a:gd name="connsiteX1" fmla="*/ 1138 w 2308017"/>
              <a:gd name="connsiteY1" fmla="*/ 317388 h 2682596"/>
              <a:gd name="connsiteX2" fmla="*/ 701355 w 2308017"/>
              <a:gd name="connsiteY2" fmla="*/ 2681647 h 2682596"/>
              <a:gd name="connsiteX3" fmla="*/ 2307733 w 2308017"/>
              <a:gd name="connsiteY3" fmla="*/ 597475 h 2682596"/>
              <a:gd name="connsiteX4" fmla="*/ 841398 w 2308017"/>
              <a:gd name="connsiteY4" fmla="*/ 53777 h 268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017" h="2682596">
                <a:moveTo>
                  <a:pt x="841398" y="53777"/>
                </a:moveTo>
                <a:cubicBezTo>
                  <a:pt x="456966" y="7096"/>
                  <a:pt x="24478" y="-120590"/>
                  <a:pt x="1138" y="317388"/>
                </a:cubicBezTo>
                <a:cubicBezTo>
                  <a:pt x="-22202" y="755366"/>
                  <a:pt x="316923" y="2634966"/>
                  <a:pt x="701355" y="2681647"/>
                </a:cubicBezTo>
                <a:cubicBezTo>
                  <a:pt x="1085787" y="2728328"/>
                  <a:pt x="2287139" y="1039572"/>
                  <a:pt x="2307733" y="597475"/>
                </a:cubicBezTo>
                <a:cubicBezTo>
                  <a:pt x="2328327" y="155378"/>
                  <a:pt x="1225830" y="100458"/>
                  <a:pt x="841398" y="5377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2DE8E17-3221-4FFE-9FD8-2B7D307117F4}"/>
              </a:ext>
            </a:extLst>
          </p:cNvPr>
          <p:cNvSpPr/>
          <p:nvPr/>
        </p:nvSpPr>
        <p:spPr>
          <a:xfrm>
            <a:off x="5444919" y="1720529"/>
            <a:ext cx="2308017" cy="2682596"/>
          </a:xfrm>
          <a:custGeom>
            <a:avLst/>
            <a:gdLst>
              <a:gd name="connsiteX0" fmla="*/ 841398 w 2308017"/>
              <a:gd name="connsiteY0" fmla="*/ 53777 h 2682596"/>
              <a:gd name="connsiteX1" fmla="*/ 1138 w 2308017"/>
              <a:gd name="connsiteY1" fmla="*/ 317388 h 2682596"/>
              <a:gd name="connsiteX2" fmla="*/ 701355 w 2308017"/>
              <a:gd name="connsiteY2" fmla="*/ 2681647 h 2682596"/>
              <a:gd name="connsiteX3" fmla="*/ 2307733 w 2308017"/>
              <a:gd name="connsiteY3" fmla="*/ 597475 h 2682596"/>
              <a:gd name="connsiteX4" fmla="*/ 841398 w 2308017"/>
              <a:gd name="connsiteY4" fmla="*/ 53777 h 268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8017" h="2682596">
                <a:moveTo>
                  <a:pt x="841398" y="53777"/>
                </a:moveTo>
                <a:cubicBezTo>
                  <a:pt x="456966" y="7096"/>
                  <a:pt x="24478" y="-120590"/>
                  <a:pt x="1138" y="317388"/>
                </a:cubicBezTo>
                <a:cubicBezTo>
                  <a:pt x="-22202" y="755366"/>
                  <a:pt x="316923" y="2634966"/>
                  <a:pt x="701355" y="2681647"/>
                </a:cubicBezTo>
                <a:cubicBezTo>
                  <a:pt x="1085787" y="2728328"/>
                  <a:pt x="2287139" y="1039572"/>
                  <a:pt x="2307733" y="597475"/>
                </a:cubicBezTo>
                <a:cubicBezTo>
                  <a:pt x="2328327" y="155378"/>
                  <a:pt x="1225830" y="100458"/>
                  <a:pt x="841398" y="53777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ECE205-9C89-4587-BAF3-8F9AA5487B2C}"/>
              </a:ext>
            </a:extLst>
          </p:cNvPr>
          <p:cNvSpPr txBox="1"/>
          <p:nvPr/>
        </p:nvSpPr>
        <p:spPr>
          <a:xfrm>
            <a:off x="164757" y="5419379"/>
            <a:ext cx="6524367" cy="80018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4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3689112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80" y="977488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– Data Mule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392195" y="47861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2722596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4102437" y="21995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3643178" y="46708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740872" y="46708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8114249" y="2644346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67D8B5-67E7-4553-BC03-32CC50BA14DA}"/>
              </a:ext>
            </a:extLst>
          </p:cNvPr>
          <p:cNvSpPr/>
          <p:nvPr/>
        </p:nvSpPr>
        <p:spPr>
          <a:xfrm>
            <a:off x="5539934" y="476558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0032CD-559B-471F-8187-504D07A41426}"/>
              </a:ext>
            </a:extLst>
          </p:cNvPr>
          <p:cNvSpPr/>
          <p:nvPr/>
        </p:nvSpPr>
        <p:spPr>
          <a:xfrm>
            <a:off x="3326024" y="2209797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68F011-5B5A-4B08-8742-D35667696780}"/>
              </a:ext>
            </a:extLst>
          </p:cNvPr>
          <p:cNvSpPr/>
          <p:nvPr/>
        </p:nvSpPr>
        <p:spPr>
          <a:xfrm>
            <a:off x="6853870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C2139E-F2A3-4AB2-903F-C669EE3629D1}"/>
              </a:ext>
            </a:extLst>
          </p:cNvPr>
          <p:cNvSpPr/>
          <p:nvPr/>
        </p:nvSpPr>
        <p:spPr>
          <a:xfrm>
            <a:off x="5539934" y="21995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C1A8E6-A577-491C-82C2-6BB854376584}"/>
              </a:ext>
            </a:extLst>
          </p:cNvPr>
          <p:cNvSpPr/>
          <p:nvPr/>
        </p:nvSpPr>
        <p:spPr>
          <a:xfrm>
            <a:off x="6730288" y="206151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D0E9BA-8A8B-40E3-9217-DED60B69C4E0}"/>
              </a:ext>
            </a:extLst>
          </p:cNvPr>
          <p:cNvSpPr/>
          <p:nvPr/>
        </p:nvSpPr>
        <p:spPr>
          <a:xfrm>
            <a:off x="7613805" y="409830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FEEF94-4512-4C7A-8AB7-3F4C9AB95BFC}"/>
              </a:ext>
            </a:extLst>
          </p:cNvPr>
          <p:cNvGrpSpPr/>
          <p:nvPr/>
        </p:nvGrpSpPr>
        <p:grpSpPr>
          <a:xfrm>
            <a:off x="734574" y="3266302"/>
            <a:ext cx="914400" cy="914400"/>
            <a:chOff x="734574" y="3266302"/>
            <a:chExt cx="914400" cy="914400"/>
          </a:xfrm>
        </p:grpSpPr>
        <p:pic>
          <p:nvPicPr>
            <p:cNvPr id="21" name="Graphic 20" descr="Dog">
              <a:extLst>
                <a:ext uri="{FF2B5EF4-FFF2-40B4-BE49-F238E27FC236}">
                  <a16:creationId xmlns:a16="http://schemas.microsoft.com/office/drawing/2014/main" id="{B11D3EE9-1A6C-4CFF-BB34-7FF8B6C5E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965205">
              <a:off x="734574" y="3266302"/>
              <a:ext cx="914400" cy="914400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6AA542-66D9-4EC9-8192-4787BC968C91}"/>
                </a:ext>
              </a:extLst>
            </p:cNvPr>
            <p:cNvCxnSpPr/>
            <p:nvPr/>
          </p:nvCxnSpPr>
          <p:spPr>
            <a:xfrm>
              <a:off x="1235676" y="3534032"/>
              <a:ext cx="156519" cy="98854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phic 28" descr="Wi-Fi">
            <a:extLst>
              <a:ext uri="{FF2B5EF4-FFF2-40B4-BE49-F238E27FC236}">
                <a16:creationId xmlns:a16="http://schemas.microsoft.com/office/drawing/2014/main" id="{2B0BA56A-0C50-4C84-AFE0-2683FC06C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030935">
            <a:off x="967953" y="2547523"/>
            <a:ext cx="914400" cy="914400"/>
          </a:xfrm>
          <a:prstGeom prst="rect">
            <a:avLst/>
          </a:prstGeom>
        </p:spPr>
      </p:pic>
      <p:pic>
        <p:nvPicPr>
          <p:cNvPr id="30" name="Graphic 29" descr="Wi-Fi">
            <a:extLst>
              <a:ext uri="{FF2B5EF4-FFF2-40B4-BE49-F238E27FC236}">
                <a16:creationId xmlns:a16="http://schemas.microsoft.com/office/drawing/2014/main" id="{E7D315FF-92B0-4693-8FC1-D6C439B85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547500">
            <a:off x="1091514" y="39313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43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80" y="977488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– Data Mule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392195" y="47861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2722596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4102437" y="21995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3643178" y="46708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740872" y="46708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8114249" y="2644346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67D8B5-67E7-4553-BC03-32CC50BA14DA}"/>
              </a:ext>
            </a:extLst>
          </p:cNvPr>
          <p:cNvSpPr/>
          <p:nvPr/>
        </p:nvSpPr>
        <p:spPr>
          <a:xfrm>
            <a:off x="5539934" y="476558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0032CD-559B-471F-8187-504D07A41426}"/>
              </a:ext>
            </a:extLst>
          </p:cNvPr>
          <p:cNvSpPr/>
          <p:nvPr/>
        </p:nvSpPr>
        <p:spPr>
          <a:xfrm>
            <a:off x="3326024" y="2209797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68F011-5B5A-4B08-8742-D35667696780}"/>
              </a:ext>
            </a:extLst>
          </p:cNvPr>
          <p:cNvSpPr/>
          <p:nvPr/>
        </p:nvSpPr>
        <p:spPr>
          <a:xfrm>
            <a:off x="6853870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C2139E-F2A3-4AB2-903F-C669EE3629D1}"/>
              </a:ext>
            </a:extLst>
          </p:cNvPr>
          <p:cNvSpPr/>
          <p:nvPr/>
        </p:nvSpPr>
        <p:spPr>
          <a:xfrm>
            <a:off x="5539934" y="21995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C1A8E6-A577-491C-82C2-6BB854376584}"/>
              </a:ext>
            </a:extLst>
          </p:cNvPr>
          <p:cNvSpPr/>
          <p:nvPr/>
        </p:nvSpPr>
        <p:spPr>
          <a:xfrm>
            <a:off x="6730288" y="206151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D0E9BA-8A8B-40E3-9217-DED60B69C4E0}"/>
              </a:ext>
            </a:extLst>
          </p:cNvPr>
          <p:cNvSpPr/>
          <p:nvPr/>
        </p:nvSpPr>
        <p:spPr>
          <a:xfrm>
            <a:off x="7613805" y="409830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FEEF94-4512-4C7A-8AB7-3F4C9AB95BFC}"/>
              </a:ext>
            </a:extLst>
          </p:cNvPr>
          <p:cNvGrpSpPr/>
          <p:nvPr/>
        </p:nvGrpSpPr>
        <p:grpSpPr>
          <a:xfrm>
            <a:off x="2248931" y="3094760"/>
            <a:ext cx="914400" cy="914400"/>
            <a:chOff x="734574" y="3266302"/>
            <a:chExt cx="914400" cy="914400"/>
          </a:xfrm>
        </p:grpSpPr>
        <p:pic>
          <p:nvPicPr>
            <p:cNvPr id="21" name="Graphic 20" descr="Dog">
              <a:extLst>
                <a:ext uri="{FF2B5EF4-FFF2-40B4-BE49-F238E27FC236}">
                  <a16:creationId xmlns:a16="http://schemas.microsoft.com/office/drawing/2014/main" id="{B11D3EE9-1A6C-4CFF-BB34-7FF8B6C5E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965205">
              <a:off x="734574" y="3266302"/>
              <a:ext cx="914400" cy="914400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6AA542-66D9-4EC9-8192-4787BC968C91}"/>
                </a:ext>
              </a:extLst>
            </p:cNvPr>
            <p:cNvCxnSpPr/>
            <p:nvPr/>
          </p:nvCxnSpPr>
          <p:spPr>
            <a:xfrm>
              <a:off x="1235676" y="3534032"/>
              <a:ext cx="156519" cy="98854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phic 28" descr="Wi-Fi">
            <a:extLst>
              <a:ext uri="{FF2B5EF4-FFF2-40B4-BE49-F238E27FC236}">
                <a16:creationId xmlns:a16="http://schemas.microsoft.com/office/drawing/2014/main" id="{2B0BA56A-0C50-4C84-AFE0-2683FC06C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030935">
            <a:off x="2292833" y="2483708"/>
            <a:ext cx="914400" cy="914400"/>
          </a:xfrm>
          <a:prstGeom prst="rect">
            <a:avLst/>
          </a:prstGeom>
        </p:spPr>
      </p:pic>
      <p:pic>
        <p:nvPicPr>
          <p:cNvPr id="30" name="Graphic 29" descr="Wi-Fi">
            <a:extLst>
              <a:ext uri="{FF2B5EF4-FFF2-40B4-BE49-F238E27FC236}">
                <a16:creationId xmlns:a16="http://schemas.microsoft.com/office/drawing/2014/main" id="{E7D315FF-92B0-4693-8FC1-D6C439B85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547500">
            <a:off x="2394118" y="38129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08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80" y="977488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– Data Mule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392195" y="47861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2722596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4102437" y="21995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3643178" y="46708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740872" y="46708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8114249" y="2644346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67D8B5-67E7-4553-BC03-32CC50BA14DA}"/>
              </a:ext>
            </a:extLst>
          </p:cNvPr>
          <p:cNvSpPr/>
          <p:nvPr/>
        </p:nvSpPr>
        <p:spPr>
          <a:xfrm>
            <a:off x="5539934" y="476558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0032CD-559B-471F-8187-504D07A41426}"/>
              </a:ext>
            </a:extLst>
          </p:cNvPr>
          <p:cNvSpPr/>
          <p:nvPr/>
        </p:nvSpPr>
        <p:spPr>
          <a:xfrm>
            <a:off x="3326024" y="2209797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68F011-5B5A-4B08-8742-D35667696780}"/>
              </a:ext>
            </a:extLst>
          </p:cNvPr>
          <p:cNvSpPr/>
          <p:nvPr/>
        </p:nvSpPr>
        <p:spPr>
          <a:xfrm>
            <a:off x="6853870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C2139E-F2A3-4AB2-903F-C669EE3629D1}"/>
              </a:ext>
            </a:extLst>
          </p:cNvPr>
          <p:cNvSpPr/>
          <p:nvPr/>
        </p:nvSpPr>
        <p:spPr>
          <a:xfrm>
            <a:off x="5539934" y="21995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C1A8E6-A577-491C-82C2-6BB854376584}"/>
              </a:ext>
            </a:extLst>
          </p:cNvPr>
          <p:cNvSpPr/>
          <p:nvPr/>
        </p:nvSpPr>
        <p:spPr>
          <a:xfrm>
            <a:off x="6730288" y="206151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D0E9BA-8A8B-40E3-9217-DED60B69C4E0}"/>
              </a:ext>
            </a:extLst>
          </p:cNvPr>
          <p:cNvSpPr/>
          <p:nvPr/>
        </p:nvSpPr>
        <p:spPr>
          <a:xfrm>
            <a:off x="7613805" y="409830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FEEF94-4512-4C7A-8AB7-3F4C9AB95BFC}"/>
              </a:ext>
            </a:extLst>
          </p:cNvPr>
          <p:cNvGrpSpPr/>
          <p:nvPr/>
        </p:nvGrpSpPr>
        <p:grpSpPr>
          <a:xfrm>
            <a:off x="3181862" y="3030945"/>
            <a:ext cx="914400" cy="914400"/>
            <a:chOff x="734574" y="3266302"/>
            <a:chExt cx="914400" cy="914400"/>
          </a:xfrm>
        </p:grpSpPr>
        <p:pic>
          <p:nvPicPr>
            <p:cNvPr id="21" name="Graphic 20" descr="Dog">
              <a:extLst>
                <a:ext uri="{FF2B5EF4-FFF2-40B4-BE49-F238E27FC236}">
                  <a16:creationId xmlns:a16="http://schemas.microsoft.com/office/drawing/2014/main" id="{B11D3EE9-1A6C-4CFF-BB34-7FF8B6C5E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965205">
              <a:off x="734574" y="3266302"/>
              <a:ext cx="914400" cy="914400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6AA542-66D9-4EC9-8192-4787BC968C91}"/>
                </a:ext>
              </a:extLst>
            </p:cNvPr>
            <p:cNvCxnSpPr/>
            <p:nvPr/>
          </p:nvCxnSpPr>
          <p:spPr>
            <a:xfrm>
              <a:off x="1235676" y="3534032"/>
              <a:ext cx="156519" cy="98854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phic 28" descr="Wi-Fi">
            <a:extLst>
              <a:ext uri="{FF2B5EF4-FFF2-40B4-BE49-F238E27FC236}">
                <a16:creationId xmlns:a16="http://schemas.microsoft.com/office/drawing/2014/main" id="{2B0BA56A-0C50-4C84-AFE0-2683FC06C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030935">
            <a:off x="3068016" y="2468926"/>
            <a:ext cx="914400" cy="914400"/>
          </a:xfrm>
          <a:prstGeom prst="rect">
            <a:avLst/>
          </a:prstGeom>
        </p:spPr>
      </p:pic>
      <p:pic>
        <p:nvPicPr>
          <p:cNvPr id="30" name="Graphic 29" descr="Wi-Fi">
            <a:extLst>
              <a:ext uri="{FF2B5EF4-FFF2-40B4-BE49-F238E27FC236}">
                <a16:creationId xmlns:a16="http://schemas.microsoft.com/office/drawing/2014/main" id="{E7D315FF-92B0-4693-8FC1-D6C439B85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547500">
            <a:off x="3284002" y="382523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2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80" y="977488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– Data Mule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392195" y="47861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2722596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4102437" y="21995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3643178" y="46708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740872" y="46708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8114249" y="2644346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67D8B5-67E7-4553-BC03-32CC50BA14DA}"/>
              </a:ext>
            </a:extLst>
          </p:cNvPr>
          <p:cNvSpPr/>
          <p:nvPr/>
        </p:nvSpPr>
        <p:spPr>
          <a:xfrm>
            <a:off x="5539934" y="476558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0032CD-559B-471F-8187-504D07A41426}"/>
              </a:ext>
            </a:extLst>
          </p:cNvPr>
          <p:cNvSpPr/>
          <p:nvPr/>
        </p:nvSpPr>
        <p:spPr>
          <a:xfrm>
            <a:off x="3326024" y="2209797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68F011-5B5A-4B08-8742-D35667696780}"/>
              </a:ext>
            </a:extLst>
          </p:cNvPr>
          <p:cNvSpPr/>
          <p:nvPr/>
        </p:nvSpPr>
        <p:spPr>
          <a:xfrm>
            <a:off x="6853870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C2139E-F2A3-4AB2-903F-C669EE3629D1}"/>
              </a:ext>
            </a:extLst>
          </p:cNvPr>
          <p:cNvSpPr/>
          <p:nvPr/>
        </p:nvSpPr>
        <p:spPr>
          <a:xfrm>
            <a:off x="5539934" y="21995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C1A8E6-A577-491C-82C2-6BB854376584}"/>
              </a:ext>
            </a:extLst>
          </p:cNvPr>
          <p:cNvSpPr/>
          <p:nvPr/>
        </p:nvSpPr>
        <p:spPr>
          <a:xfrm>
            <a:off x="6730288" y="206151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D0E9BA-8A8B-40E3-9217-DED60B69C4E0}"/>
              </a:ext>
            </a:extLst>
          </p:cNvPr>
          <p:cNvSpPr/>
          <p:nvPr/>
        </p:nvSpPr>
        <p:spPr>
          <a:xfrm>
            <a:off x="7613805" y="409830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FEEF94-4512-4C7A-8AB7-3F4C9AB95BFC}"/>
              </a:ext>
            </a:extLst>
          </p:cNvPr>
          <p:cNvGrpSpPr/>
          <p:nvPr/>
        </p:nvGrpSpPr>
        <p:grpSpPr>
          <a:xfrm>
            <a:off x="4070707" y="3133766"/>
            <a:ext cx="914400" cy="914400"/>
            <a:chOff x="734574" y="3266302"/>
            <a:chExt cx="914400" cy="914400"/>
          </a:xfrm>
        </p:grpSpPr>
        <p:pic>
          <p:nvPicPr>
            <p:cNvPr id="21" name="Graphic 20" descr="Dog">
              <a:extLst>
                <a:ext uri="{FF2B5EF4-FFF2-40B4-BE49-F238E27FC236}">
                  <a16:creationId xmlns:a16="http://schemas.microsoft.com/office/drawing/2014/main" id="{B11D3EE9-1A6C-4CFF-BB34-7FF8B6C5E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965205">
              <a:off x="734574" y="3266302"/>
              <a:ext cx="914400" cy="914400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6AA542-66D9-4EC9-8192-4787BC968C91}"/>
                </a:ext>
              </a:extLst>
            </p:cNvPr>
            <p:cNvCxnSpPr/>
            <p:nvPr/>
          </p:nvCxnSpPr>
          <p:spPr>
            <a:xfrm>
              <a:off x="1235676" y="3534032"/>
              <a:ext cx="156519" cy="98854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phic 28" descr="Wi-Fi">
            <a:extLst>
              <a:ext uri="{FF2B5EF4-FFF2-40B4-BE49-F238E27FC236}">
                <a16:creationId xmlns:a16="http://schemas.microsoft.com/office/drawing/2014/main" id="{2B0BA56A-0C50-4C84-AFE0-2683FC06C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030935">
            <a:off x="3902095" y="2467746"/>
            <a:ext cx="914400" cy="914400"/>
          </a:xfrm>
          <a:prstGeom prst="rect">
            <a:avLst/>
          </a:prstGeom>
        </p:spPr>
      </p:pic>
      <p:pic>
        <p:nvPicPr>
          <p:cNvPr id="30" name="Graphic 29" descr="Wi-Fi">
            <a:extLst>
              <a:ext uri="{FF2B5EF4-FFF2-40B4-BE49-F238E27FC236}">
                <a16:creationId xmlns:a16="http://schemas.microsoft.com/office/drawing/2014/main" id="{E7D315FF-92B0-4693-8FC1-D6C439B85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547500">
            <a:off x="4363997" y="38619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683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80" y="977488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Deployment Patterns – Data Mule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DAE7D2-A10C-459D-8AFC-ED453DFC031A}"/>
              </a:ext>
            </a:extLst>
          </p:cNvPr>
          <p:cNvSpPr/>
          <p:nvPr/>
        </p:nvSpPr>
        <p:spPr>
          <a:xfrm>
            <a:off x="1235676" y="23477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A359B55-24EE-4E3B-B067-9CFE5D5564E9}"/>
              </a:ext>
            </a:extLst>
          </p:cNvPr>
          <p:cNvSpPr/>
          <p:nvPr/>
        </p:nvSpPr>
        <p:spPr>
          <a:xfrm>
            <a:off x="1392195" y="478618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B3EA64-AE18-46F1-A2C2-32A45C56D4B7}"/>
              </a:ext>
            </a:extLst>
          </p:cNvPr>
          <p:cNvSpPr/>
          <p:nvPr/>
        </p:nvSpPr>
        <p:spPr>
          <a:xfrm>
            <a:off x="2549612" y="2277762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FBDB24-FA16-4E02-8A9C-ECFC90CE6B57}"/>
              </a:ext>
            </a:extLst>
          </p:cNvPr>
          <p:cNvSpPr/>
          <p:nvPr/>
        </p:nvSpPr>
        <p:spPr>
          <a:xfrm>
            <a:off x="2722596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77CED2-8202-4C3F-902F-52F46E35CF25}"/>
              </a:ext>
            </a:extLst>
          </p:cNvPr>
          <p:cNvSpPr/>
          <p:nvPr/>
        </p:nvSpPr>
        <p:spPr>
          <a:xfrm>
            <a:off x="4102437" y="21995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793657-93CF-4754-9E10-C323570EDAED}"/>
              </a:ext>
            </a:extLst>
          </p:cNvPr>
          <p:cNvSpPr/>
          <p:nvPr/>
        </p:nvSpPr>
        <p:spPr>
          <a:xfrm>
            <a:off x="3643178" y="46708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644F2-5801-43F5-A196-96EB64CDE77B}"/>
              </a:ext>
            </a:extLst>
          </p:cNvPr>
          <p:cNvSpPr/>
          <p:nvPr/>
        </p:nvSpPr>
        <p:spPr>
          <a:xfrm>
            <a:off x="4740872" y="467084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49B5A5E-C846-4C48-8807-CE1448AF1ABE}"/>
              </a:ext>
            </a:extLst>
          </p:cNvPr>
          <p:cNvSpPr/>
          <p:nvPr/>
        </p:nvSpPr>
        <p:spPr>
          <a:xfrm>
            <a:off x="8114249" y="2644346"/>
            <a:ext cx="313038" cy="29656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67D8B5-67E7-4553-BC03-32CC50BA14DA}"/>
              </a:ext>
            </a:extLst>
          </p:cNvPr>
          <p:cNvSpPr/>
          <p:nvPr/>
        </p:nvSpPr>
        <p:spPr>
          <a:xfrm>
            <a:off x="5539934" y="476558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0032CD-559B-471F-8187-504D07A41426}"/>
              </a:ext>
            </a:extLst>
          </p:cNvPr>
          <p:cNvSpPr/>
          <p:nvPr/>
        </p:nvSpPr>
        <p:spPr>
          <a:xfrm>
            <a:off x="3326024" y="2209797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68F011-5B5A-4B08-8742-D35667696780}"/>
              </a:ext>
            </a:extLst>
          </p:cNvPr>
          <p:cNvSpPr/>
          <p:nvPr/>
        </p:nvSpPr>
        <p:spPr>
          <a:xfrm>
            <a:off x="6853870" y="4695561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C2139E-F2A3-4AB2-903F-C669EE3629D1}"/>
              </a:ext>
            </a:extLst>
          </p:cNvPr>
          <p:cNvSpPr/>
          <p:nvPr/>
        </p:nvSpPr>
        <p:spPr>
          <a:xfrm>
            <a:off x="5539934" y="2199503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C1A8E6-A577-491C-82C2-6BB854376584}"/>
              </a:ext>
            </a:extLst>
          </p:cNvPr>
          <p:cNvSpPr/>
          <p:nvPr/>
        </p:nvSpPr>
        <p:spPr>
          <a:xfrm>
            <a:off x="6730288" y="2061516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ED0E9BA-8A8B-40E3-9217-DED60B69C4E0}"/>
              </a:ext>
            </a:extLst>
          </p:cNvPr>
          <p:cNvSpPr/>
          <p:nvPr/>
        </p:nvSpPr>
        <p:spPr>
          <a:xfrm>
            <a:off x="7613805" y="4098304"/>
            <a:ext cx="313038" cy="2965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FEEF94-4512-4C7A-8AB7-3F4C9AB95BFC}"/>
              </a:ext>
            </a:extLst>
          </p:cNvPr>
          <p:cNvGrpSpPr/>
          <p:nvPr/>
        </p:nvGrpSpPr>
        <p:grpSpPr>
          <a:xfrm>
            <a:off x="6691188" y="3030945"/>
            <a:ext cx="914400" cy="914400"/>
            <a:chOff x="734574" y="3266302"/>
            <a:chExt cx="914400" cy="914400"/>
          </a:xfrm>
        </p:grpSpPr>
        <p:pic>
          <p:nvPicPr>
            <p:cNvPr id="21" name="Graphic 20" descr="Dog">
              <a:extLst>
                <a:ext uri="{FF2B5EF4-FFF2-40B4-BE49-F238E27FC236}">
                  <a16:creationId xmlns:a16="http://schemas.microsoft.com/office/drawing/2014/main" id="{B11D3EE9-1A6C-4CFF-BB34-7FF8B6C5E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965205">
              <a:off x="734574" y="3266302"/>
              <a:ext cx="914400" cy="914400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6AA542-66D9-4EC9-8192-4787BC968C91}"/>
                </a:ext>
              </a:extLst>
            </p:cNvPr>
            <p:cNvCxnSpPr/>
            <p:nvPr/>
          </p:nvCxnSpPr>
          <p:spPr>
            <a:xfrm>
              <a:off x="1235676" y="3534032"/>
              <a:ext cx="156519" cy="98854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phic 28" descr="Wi-Fi">
            <a:extLst>
              <a:ext uri="{FF2B5EF4-FFF2-40B4-BE49-F238E27FC236}">
                <a16:creationId xmlns:a16="http://schemas.microsoft.com/office/drawing/2014/main" id="{2B0BA56A-0C50-4C84-AFE0-2683FC06C7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030935">
            <a:off x="6577342" y="2468926"/>
            <a:ext cx="914400" cy="914400"/>
          </a:xfrm>
          <a:prstGeom prst="rect">
            <a:avLst/>
          </a:prstGeom>
        </p:spPr>
      </p:pic>
      <p:pic>
        <p:nvPicPr>
          <p:cNvPr id="30" name="Graphic 29" descr="Wi-Fi">
            <a:extLst>
              <a:ext uri="{FF2B5EF4-FFF2-40B4-BE49-F238E27FC236}">
                <a16:creationId xmlns:a16="http://schemas.microsoft.com/office/drawing/2014/main" id="{E7D315FF-92B0-4693-8FC1-D6C439B85A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547500">
            <a:off x="7083309" y="34646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684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</TotalTime>
  <Words>62</Words>
  <Application>Microsoft Office PowerPoint</Application>
  <PresentationFormat>On-screen Show (4:3)</PresentationFormat>
  <Paragraphs>16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8_Blank</vt:lpstr>
      <vt:lpstr>Wireless Sensor Network – Deployment Pattern</vt:lpstr>
      <vt:lpstr>Deployment Patterns</vt:lpstr>
      <vt:lpstr>Deployment Patterns - Star</vt:lpstr>
      <vt:lpstr>Deployment Patterns – Multi Hop</vt:lpstr>
      <vt:lpstr>Deployment Patterns - Cluster</vt:lpstr>
      <vt:lpstr>Deployment Patterns - Cluster</vt:lpstr>
      <vt:lpstr>Deployment Patterns - Cluster</vt:lpstr>
      <vt:lpstr>Deployment Patterns - Cluster</vt:lpstr>
      <vt:lpstr>Deployment Patterns – Data Mule</vt:lpstr>
      <vt:lpstr>Deployment Patterns – Data Mule</vt:lpstr>
      <vt:lpstr>Deployment Patterns – Data Mule</vt:lpstr>
      <vt:lpstr>Deployment Patterns – Data Mule</vt:lpstr>
      <vt:lpstr>Deployment Patterns – Data Mule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Anupama KR</cp:lastModifiedBy>
  <cp:revision>38</cp:revision>
  <dcterms:modified xsi:type="dcterms:W3CDTF">2017-08-03T05:27:11Z</dcterms:modified>
</cp:coreProperties>
</file>