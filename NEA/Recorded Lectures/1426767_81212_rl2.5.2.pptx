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6"/>
  </p:notesMasterIdLst>
  <p:handoutMasterIdLst>
    <p:handoutMasterId r:id="rId7"/>
  </p:handoutMasterIdLst>
  <p:sldIdLst>
    <p:sldId id="293" r:id="rId2"/>
    <p:sldId id="298" r:id="rId3"/>
    <p:sldId id="300" r:id="rId4"/>
    <p:sldId id="301" r:id="rId5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4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23DECE5-7261-4EAE-8FDF-EBC39157B0B6}"/>
              </a:ext>
            </a:extLst>
          </p:cNvPr>
          <p:cNvSpPr txBox="1">
            <a:spLocks/>
          </p:cNvSpPr>
          <p:nvPr/>
        </p:nvSpPr>
        <p:spPr>
          <a:xfrm>
            <a:off x="282143" y="237490"/>
            <a:ext cx="6526336" cy="8265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Time of Arrival (</a:t>
            </a:r>
            <a:r>
              <a:rPr lang="en-US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ToA</a:t>
            </a:r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B704CE-C298-48A4-87CC-6FE9FF181C9F}"/>
              </a:ext>
            </a:extLst>
          </p:cNvPr>
          <p:cNvCxnSpPr/>
          <p:nvPr/>
        </p:nvCxnSpPr>
        <p:spPr>
          <a:xfrm>
            <a:off x="1905000" y="5263337"/>
            <a:ext cx="47244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B074A3-E928-4A8B-8053-A89539B0C4F4}"/>
              </a:ext>
            </a:extLst>
          </p:cNvPr>
          <p:cNvCxnSpPr/>
          <p:nvPr/>
        </p:nvCxnSpPr>
        <p:spPr>
          <a:xfrm rot="5400000" flipH="1" flipV="1">
            <a:off x="76201" y="3432949"/>
            <a:ext cx="36576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20">
            <a:extLst>
              <a:ext uri="{FF2B5EF4-FFF2-40B4-BE49-F238E27FC236}">
                <a16:creationId xmlns:a16="http://schemas.microsoft.com/office/drawing/2014/main" id="{7AF81077-235E-4C8F-A685-1DD77E15D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196537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B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9C72B8FB-25B6-4629-A6B2-43F2C31D3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293250"/>
            <a:ext cx="914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S</a:t>
            </a:r>
            <a:r>
              <a:rPr kumimoji="0" lang="en-US" sz="1800" b="0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1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9F207AED-4183-427C-AFA9-7805D487E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302650"/>
            <a:ext cx="914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S</a:t>
            </a:r>
            <a:r>
              <a:rPr kumimoji="0" lang="en-US" sz="1800" b="0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217946-0298-48EF-A371-E34B3CD5E632}"/>
              </a:ext>
            </a:extLst>
          </p:cNvPr>
          <p:cNvCxnSpPr/>
          <p:nvPr/>
        </p:nvCxnSpPr>
        <p:spPr>
          <a:xfrm>
            <a:off x="1905000" y="4425137"/>
            <a:ext cx="457200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F1636BE-FA3A-40D2-B035-5203C18FB939}"/>
              </a:ext>
            </a:extLst>
          </p:cNvPr>
          <p:cNvCxnSpPr/>
          <p:nvPr/>
        </p:nvCxnSpPr>
        <p:spPr>
          <a:xfrm>
            <a:off x="1905000" y="3510737"/>
            <a:ext cx="457200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F23991-F8C3-48B9-A12A-F25455808065}"/>
              </a:ext>
            </a:extLst>
          </p:cNvPr>
          <p:cNvCxnSpPr/>
          <p:nvPr/>
        </p:nvCxnSpPr>
        <p:spPr>
          <a:xfrm>
            <a:off x="1905000" y="2520137"/>
            <a:ext cx="457200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5EED6-4570-4447-82F9-48F9AB4C4E88}"/>
              </a:ext>
            </a:extLst>
          </p:cNvPr>
          <p:cNvSpPr/>
          <p:nvPr/>
        </p:nvSpPr>
        <p:spPr>
          <a:xfrm>
            <a:off x="2557848" y="4381481"/>
            <a:ext cx="838200" cy="762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7B4F8B-4CA5-4691-875A-B279CB3476FC}"/>
              </a:ext>
            </a:extLst>
          </p:cNvPr>
          <p:cNvSpPr txBox="1"/>
          <p:nvPr/>
        </p:nvSpPr>
        <p:spPr>
          <a:xfrm>
            <a:off x="2971800" y="5346314"/>
            <a:ext cx="3657600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6FDC9C-3A4E-48C6-9250-CF0BF41335BF}"/>
              </a:ext>
            </a:extLst>
          </p:cNvPr>
          <p:cNvSpPr txBox="1"/>
          <p:nvPr/>
        </p:nvSpPr>
        <p:spPr>
          <a:xfrm rot="16200000">
            <a:off x="-997317" y="2711845"/>
            <a:ext cx="3657600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Position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A20DD4-9786-4C7C-94A4-000C919D928B}"/>
              </a:ext>
            </a:extLst>
          </p:cNvPr>
          <p:cNvSpPr/>
          <p:nvPr/>
        </p:nvSpPr>
        <p:spPr>
          <a:xfrm>
            <a:off x="2971800" y="3434535"/>
            <a:ext cx="838200" cy="762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791860-1EAF-4BF7-A61E-0090D39709FA}"/>
              </a:ext>
            </a:extLst>
          </p:cNvPr>
          <p:cNvSpPr/>
          <p:nvPr/>
        </p:nvSpPr>
        <p:spPr>
          <a:xfrm>
            <a:off x="3352800" y="2443935"/>
            <a:ext cx="838200" cy="762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FDE0EF7-C2BC-40E6-A3EF-F0DF6BEA4461}"/>
              </a:ext>
            </a:extLst>
          </p:cNvPr>
          <p:cNvCxnSpPr>
            <a:cxnSpLocks/>
          </p:cNvCxnSpPr>
          <p:nvPr/>
        </p:nvCxnSpPr>
        <p:spPr>
          <a:xfrm flipV="1">
            <a:off x="2572737" y="2038226"/>
            <a:ext cx="3" cy="3201988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B4A691-8543-4810-9B54-06B55292AE86}"/>
              </a:ext>
            </a:extLst>
          </p:cNvPr>
          <p:cNvCxnSpPr>
            <a:cxnSpLocks/>
          </p:cNvCxnSpPr>
          <p:nvPr/>
        </p:nvCxnSpPr>
        <p:spPr>
          <a:xfrm flipH="1" flipV="1">
            <a:off x="2952946" y="2932670"/>
            <a:ext cx="2378" cy="2305956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CB83B32-809F-4309-9301-EE47733BA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1113" y="3023953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sym typeface="Symbol" pitchFamily="18" charset="2"/>
              </a:rPr>
              <a:t>t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sym typeface="Symbol" pitchFamily="18" charset="2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E4F98D-A5B1-4D0E-82D1-B1326C652689}"/>
              </a:ext>
            </a:extLst>
          </p:cNvPr>
          <p:cNvCxnSpPr/>
          <p:nvPr/>
        </p:nvCxnSpPr>
        <p:spPr>
          <a:xfrm rot="5400000" flipH="1" flipV="1">
            <a:off x="1751806" y="3663137"/>
            <a:ext cx="32004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DCFC556-9213-48AF-A31A-1A2FFFFF4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100" y="2053873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sym typeface="Symbol" pitchFamily="18" charset="2"/>
              </a:rPr>
              <a:t>t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sym typeface="Symbol" pitchFamily="18" charset="2"/>
              </a:rPr>
              <a:t>2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2286BF-2087-4137-9BA4-1EBA3786DD78}"/>
              </a:ext>
            </a:extLst>
          </p:cNvPr>
          <p:cNvSpPr txBox="1"/>
          <p:nvPr/>
        </p:nvSpPr>
        <p:spPr>
          <a:xfrm>
            <a:off x="7121524" y="3208897"/>
            <a:ext cx="163698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d  =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c</a:t>
            </a:r>
            <a:r>
              <a:rPr kumimoji="0" lang="en-US" sz="2400" b="1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AIR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t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61872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2" grpId="0" animBg="1"/>
      <p:bldP spid="2" grpId="0"/>
      <p:bldP spid="23" grpId="0"/>
      <p:bldP spid="24" grpId="0" animBg="1"/>
      <p:bldP spid="25" grpId="0" animBg="1"/>
      <p:bldP spid="28" grpId="0"/>
      <p:bldP spid="30" grpId="0"/>
      <p:bldP spid="3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Issues with </a:t>
            </a:r>
            <a:r>
              <a:rPr lang="en-US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ToA</a:t>
            </a:r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??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403655" y="2168393"/>
            <a:ext cx="7883610" cy="276995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AIR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 - 297,702 km/s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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3x10</a:t>
            </a:r>
            <a:r>
              <a:rPr lang="en-US" sz="28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6 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m/s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 = 30cm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btwn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B1 &amp; S1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t = 1ns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602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23DECE5-7261-4EAE-8FDF-EBC39157B0B6}"/>
              </a:ext>
            </a:extLst>
          </p:cNvPr>
          <p:cNvSpPr txBox="1">
            <a:spLocks/>
          </p:cNvSpPr>
          <p:nvPr/>
        </p:nvSpPr>
        <p:spPr>
          <a:xfrm>
            <a:off x="282143" y="237490"/>
            <a:ext cx="6526336" cy="8265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Time of Arrival (</a:t>
            </a:r>
            <a:r>
              <a:rPr lang="en-US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ToA</a:t>
            </a:r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B704CE-C298-48A4-87CC-6FE9FF181C9F}"/>
              </a:ext>
            </a:extLst>
          </p:cNvPr>
          <p:cNvCxnSpPr/>
          <p:nvPr/>
        </p:nvCxnSpPr>
        <p:spPr>
          <a:xfrm>
            <a:off x="1905000" y="5263337"/>
            <a:ext cx="47244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B074A3-E928-4A8B-8053-A89539B0C4F4}"/>
              </a:ext>
            </a:extLst>
          </p:cNvPr>
          <p:cNvCxnSpPr/>
          <p:nvPr/>
        </p:nvCxnSpPr>
        <p:spPr>
          <a:xfrm rot="5400000" flipH="1" flipV="1">
            <a:off x="76201" y="3432949"/>
            <a:ext cx="36576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20">
            <a:extLst>
              <a:ext uri="{FF2B5EF4-FFF2-40B4-BE49-F238E27FC236}">
                <a16:creationId xmlns:a16="http://schemas.microsoft.com/office/drawing/2014/main" id="{7AF81077-235E-4C8F-A685-1DD77E15D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196537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B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9C72B8FB-25B6-4629-A6B2-43F2C31D3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293250"/>
            <a:ext cx="914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S</a:t>
            </a:r>
            <a:r>
              <a:rPr kumimoji="0" lang="en-US" sz="1800" b="0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1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9F207AED-4183-427C-AFA9-7805D487E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302650"/>
            <a:ext cx="914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S</a:t>
            </a:r>
            <a:r>
              <a:rPr kumimoji="0" lang="en-US" sz="1800" b="0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rPr>
              <a:t>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217946-0298-48EF-A371-E34B3CD5E632}"/>
              </a:ext>
            </a:extLst>
          </p:cNvPr>
          <p:cNvCxnSpPr/>
          <p:nvPr/>
        </p:nvCxnSpPr>
        <p:spPr>
          <a:xfrm>
            <a:off x="1905000" y="4425137"/>
            <a:ext cx="457200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F1636BE-FA3A-40D2-B035-5203C18FB939}"/>
              </a:ext>
            </a:extLst>
          </p:cNvPr>
          <p:cNvCxnSpPr/>
          <p:nvPr/>
        </p:nvCxnSpPr>
        <p:spPr>
          <a:xfrm>
            <a:off x="1905000" y="3510737"/>
            <a:ext cx="457200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F23991-F8C3-48B9-A12A-F25455808065}"/>
              </a:ext>
            </a:extLst>
          </p:cNvPr>
          <p:cNvCxnSpPr/>
          <p:nvPr/>
        </p:nvCxnSpPr>
        <p:spPr>
          <a:xfrm>
            <a:off x="1905000" y="2520137"/>
            <a:ext cx="457200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5EED6-4570-4447-82F9-48F9AB4C4E88}"/>
              </a:ext>
            </a:extLst>
          </p:cNvPr>
          <p:cNvSpPr/>
          <p:nvPr/>
        </p:nvSpPr>
        <p:spPr>
          <a:xfrm>
            <a:off x="2557848" y="4381481"/>
            <a:ext cx="838200" cy="762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7B4F8B-4CA5-4691-875A-B279CB3476FC}"/>
              </a:ext>
            </a:extLst>
          </p:cNvPr>
          <p:cNvSpPr txBox="1"/>
          <p:nvPr/>
        </p:nvSpPr>
        <p:spPr>
          <a:xfrm>
            <a:off x="2971800" y="5346314"/>
            <a:ext cx="3657600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6FDC9C-3A4E-48C6-9250-CF0BF41335BF}"/>
              </a:ext>
            </a:extLst>
          </p:cNvPr>
          <p:cNvSpPr txBox="1"/>
          <p:nvPr/>
        </p:nvSpPr>
        <p:spPr>
          <a:xfrm rot="16200000">
            <a:off x="-997317" y="2711845"/>
            <a:ext cx="3657600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Position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A20DD4-9786-4C7C-94A4-000C919D928B}"/>
              </a:ext>
            </a:extLst>
          </p:cNvPr>
          <p:cNvSpPr/>
          <p:nvPr/>
        </p:nvSpPr>
        <p:spPr>
          <a:xfrm>
            <a:off x="2971800" y="3434535"/>
            <a:ext cx="838200" cy="762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791860-1EAF-4BF7-A61E-0090D39709FA}"/>
              </a:ext>
            </a:extLst>
          </p:cNvPr>
          <p:cNvSpPr/>
          <p:nvPr/>
        </p:nvSpPr>
        <p:spPr>
          <a:xfrm>
            <a:off x="3352800" y="2443935"/>
            <a:ext cx="838200" cy="7620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FDE0EF7-C2BC-40E6-A3EF-F0DF6BEA4461}"/>
              </a:ext>
            </a:extLst>
          </p:cNvPr>
          <p:cNvCxnSpPr>
            <a:cxnSpLocks/>
          </p:cNvCxnSpPr>
          <p:nvPr/>
        </p:nvCxnSpPr>
        <p:spPr>
          <a:xfrm flipV="1">
            <a:off x="3390900" y="3839017"/>
            <a:ext cx="0" cy="139961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B4A691-8543-4810-9B54-06B55292AE86}"/>
              </a:ext>
            </a:extLst>
          </p:cNvPr>
          <p:cNvCxnSpPr>
            <a:cxnSpLocks/>
          </p:cNvCxnSpPr>
          <p:nvPr/>
        </p:nvCxnSpPr>
        <p:spPr>
          <a:xfrm flipV="1">
            <a:off x="3787736" y="3839017"/>
            <a:ext cx="0" cy="139961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CB83B32-809F-4309-9301-EE47733BA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008" y="466321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sym typeface="Symbol" pitchFamily="18" charset="2"/>
              </a:rPr>
              <a:t>t</a:t>
            </a:r>
            <a:r>
              <a:rPr lang="en-US" sz="1800" baseline="-25000" dirty="0">
                <a:solidFill>
                  <a:prstClr val="black"/>
                </a:solidFill>
                <a:sym typeface="Symbol" pitchFamily="18" charset="2"/>
              </a:rPr>
              <a:t>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E4F98D-A5B1-4D0E-82D1-B1326C652689}"/>
              </a:ext>
            </a:extLst>
          </p:cNvPr>
          <p:cNvCxnSpPr>
            <a:cxnSpLocks/>
          </p:cNvCxnSpPr>
          <p:nvPr/>
        </p:nvCxnSpPr>
        <p:spPr>
          <a:xfrm flipV="1">
            <a:off x="3844213" y="1190806"/>
            <a:ext cx="49195" cy="233083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DCFC556-9213-48AF-A31A-1A2FFFFF4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8121" y="1884075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sym typeface="Symbol" pitchFamily="18" charset="2"/>
              </a:rPr>
              <a:t>t</a:t>
            </a:r>
            <a:r>
              <a:rPr lang="en-US" sz="1800" baseline="-25000" dirty="0">
                <a:solidFill>
                  <a:prstClr val="black"/>
                </a:solidFill>
                <a:sym typeface="Symbol" pitchFamily="18" charset="2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CBF86A-189C-4A02-9E3F-F12CF7F52329}"/>
              </a:ext>
            </a:extLst>
          </p:cNvPr>
          <p:cNvSpPr/>
          <p:nvPr/>
        </p:nvSpPr>
        <p:spPr>
          <a:xfrm>
            <a:off x="3807617" y="4381481"/>
            <a:ext cx="1752600" cy="76200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4473B9-0AC0-4CD7-A2D5-C2026EE26AC8}"/>
              </a:ext>
            </a:extLst>
          </p:cNvPr>
          <p:cNvSpPr/>
          <p:nvPr/>
        </p:nvSpPr>
        <p:spPr>
          <a:xfrm>
            <a:off x="4908762" y="3445436"/>
            <a:ext cx="1752600" cy="76200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1AA8AD7-3845-4707-B2E0-7C61B67B759B}"/>
              </a:ext>
            </a:extLst>
          </p:cNvPr>
          <p:cNvSpPr/>
          <p:nvPr/>
        </p:nvSpPr>
        <p:spPr>
          <a:xfrm>
            <a:off x="5560217" y="2482035"/>
            <a:ext cx="1752600" cy="76200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F8AC296-9B7C-472C-A980-B086D42E34F6}"/>
              </a:ext>
            </a:extLst>
          </p:cNvPr>
          <p:cNvCxnSpPr>
            <a:cxnSpLocks/>
          </p:cNvCxnSpPr>
          <p:nvPr/>
        </p:nvCxnSpPr>
        <p:spPr>
          <a:xfrm flipV="1">
            <a:off x="4920472" y="1169851"/>
            <a:ext cx="49195" cy="233083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D19BD52-0B69-498D-98DE-F84DDF76B7AA}"/>
              </a:ext>
            </a:extLst>
          </p:cNvPr>
          <p:cNvSpPr txBox="1"/>
          <p:nvPr/>
        </p:nvSpPr>
        <p:spPr>
          <a:xfrm>
            <a:off x="6661362" y="3745349"/>
            <a:ext cx="228139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d  =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c</a:t>
            </a:r>
            <a:r>
              <a:rPr kumimoji="0" lang="en-US" sz="2400" b="1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S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 *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 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(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t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1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-t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e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tantia"/>
                <a:sym typeface="Symbol"/>
              </a:rPr>
              <a:t>)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295907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2" grpId="0" animBg="1"/>
      <p:bldP spid="33" grpId="0" animBg="1"/>
      <p:bldP spid="34" grpId="0" animBg="1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Improvement??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362466" y="1449861"/>
            <a:ext cx="7883610" cy="449350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800" baseline="-25000" dirty="0">
                <a:solidFill>
                  <a:srgbClr val="00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2800" dirty="0">
                <a:solidFill>
                  <a:srgbClr val="00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- 340</a:t>
            </a:r>
            <a:r>
              <a:rPr lang="en-US" sz="2800" baseline="30000" dirty="0">
                <a:solidFill>
                  <a:srgbClr val="00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800" dirty="0">
                <a:solidFill>
                  <a:srgbClr val="00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m/s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time measurements will not be affected by lack of time sync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Sound unpredictable medium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Additional hardware</a:t>
            </a:r>
            <a:endParaRPr lang="en-US" sz="2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94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830</TotalTime>
  <Words>93</Words>
  <Application>Microsoft Office PowerPoint</Application>
  <PresentationFormat>On-screen Show (4:3)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Constantia</vt:lpstr>
      <vt:lpstr>Symbol</vt:lpstr>
      <vt:lpstr>8_Blank</vt:lpstr>
      <vt:lpstr>PowerPoint Presentation</vt:lpstr>
      <vt:lpstr>Issues with ToA??</vt:lpstr>
      <vt:lpstr>PowerPoint Presentation</vt:lpstr>
      <vt:lpstr>Improvement??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Abid AK</cp:lastModifiedBy>
  <cp:revision>61</cp:revision>
  <dcterms:modified xsi:type="dcterms:W3CDTF">2025-04-17T12:05:31Z</dcterms:modified>
</cp:coreProperties>
</file>