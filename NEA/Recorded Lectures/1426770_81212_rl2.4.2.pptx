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0"/>
  </p:notesMasterIdLst>
  <p:handoutMasterIdLst>
    <p:handoutMasterId r:id="rId11"/>
  </p:handoutMasterIdLst>
  <p:sldIdLst>
    <p:sldId id="283" r:id="rId2"/>
    <p:sldId id="292" r:id="rId3"/>
    <p:sldId id="293" r:id="rId4"/>
    <p:sldId id="295" r:id="rId5"/>
    <p:sldId id="294" r:id="rId6"/>
    <p:sldId id="296" r:id="rId7"/>
    <p:sldId id="297" r:id="rId8"/>
    <p:sldId id="298" r:id="rId9"/>
  </p:sldIdLst>
  <p:sldSz cx="9144000" cy="6858000" type="screen4x3"/>
  <p:notesSz cx="6805613" cy="9944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77E56C-7D47-4C29-AAEB-9FD71A0A3F1F}">
  <a:tblStyle styleId="{8F77E56C-7D47-4C29-AAEB-9FD71A0A3F1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</a:tblStyle>
  <a:tblStyle styleId="{1562F7F7-E2AF-42E1-A3D0-5D2B67903BC4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7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E9B4E-3786-43E4-ADC0-DE2945E09898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9563C-2CF4-4AF1-9C09-67033D314C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318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4939" y="0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6125"/>
            <a:ext cx="4972049" cy="37290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0562" y="4723448"/>
            <a:ext cx="5444489" cy="447484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defRPr/>
            </a:lvl1pPr>
            <a:lvl2pPr marL="456624" marR="0" lvl="1" indent="-12124" algn="l" rtl="0">
              <a:spcBef>
                <a:spcPts val="0"/>
              </a:spcBef>
              <a:defRPr/>
            </a:lvl2pPr>
            <a:lvl3pPr marL="913237" marR="0" lvl="2" indent="-11537" algn="l" rtl="0">
              <a:spcBef>
                <a:spcPts val="0"/>
              </a:spcBef>
              <a:defRPr/>
            </a:lvl3pPr>
            <a:lvl4pPr marL="1369857" marR="0" lvl="3" indent="-10956" algn="l" rtl="0">
              <a:spcBef>
                <a:spcPts val="0"/>
              </a:spcBef>
              <a:defRPr/>
            </a:lvl4pPr>
            <a:lvl5pPr marL="1826475" marR="0" lvl="4" indent="-10375" algn="l" rtl="0">
              <a:spcBef>
                <a:spcPts val="0"/>
              </a:spcBef>
              <a:defRPr/>
            </a:lvl5pPr>
            <a:lvl6pPr marL="2283095" marR="0" lvl="5" indent="-9794" algn="l" rtl="0">
              <a:spcBef>
                <a:spcPts val="0"/>
              </a:spcBef>
              <a:defRPr/>
            </a:lvl6pPr>
            <a:lvl7pPr marL="2739713" marR="0" lvl="6" indent="-9213" algn="l" rtl="0">
              <a:spcBef>
                <a:spcPts val="0"/>
              </a:spcBef>
              <a:defRPr/>
            </a:lvl7pPr>
            <a:lvl8pPr marL="3196333" marR="0" lvl="7" indent="-8633" algn="l" rtl="0">
              <a:spcBef>
                <a:spcPts val="0"/>
              </a:spcBef>
              <a:defRPr/>
            </a:lvl8pPr>
            <a:lvl9pPr marL="3652951" marR="0" lvl="8" indent="-8051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4939" y="9445168"/>
            <a:ext cx="2949099" cy="4972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72050" cy="37290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732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121505" y="260796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lvl="5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lvl="6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lvl="7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lvl="8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blipFill rotWithShape="1"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2514603" y="3810003"/>
            <a:ext cx="6019799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l" rtl="0">
              <a:lnSpc>
                <a:spcPct val="90909"/>
              </a:lnSpc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304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8246615" y="37254"/>
            <a:ext cx="670613" cy="124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159604" y="1152465"/>
            <a:ext cx="8833823" cy="501020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197272" marR="0" lvl="1" indent="-7027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▪"/>
              <a:defRPr/>
            </a:lvl2pPr>
            <a:lvl3pPr marL="465681" marR="0" lvl="2" indent="-153261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–"/>
              <a:defRPr/>
            </a:lvl3pPr>
            <a:lvl4pPr marL="625773" marR="0" lvl="3" indent="-46653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▫"/>
              <a:defRPr/>
            </a:lvl4pPr>
            <a:lvl5pPr marL="763733" marR="0" lvl="4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5pPr>
            <a:lvl6pPr marL="763733" marR="0" lvl="5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6pPr>
            <a:lvl7pPr marL="763733" marR="0" lvl="6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7pPr>
            <a:lvl8pPr marL="763733" marR="0" lvl="7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8pPr>
            <a:lvl9pPr marL="763733" marR="0" lvl="8" indent="-51009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Char char="-"/>
              <a:defRPr/>
            </a:lvl9pPr>
          </a:lstStyle>
          <a:p>
            <a:endParaRPr dirty="0"/>
          </a:p>
        </p:txBody>
      </p:sp>
      <p:sp>
        <p:nvSpPr>
          <p:cNvPr id="163" name="Shape 163"/>
          <p:cNvSpPr txBox="1">
            <a:spLocks noGrp="1"/>
          </p:cNvSpPr>
          <p:nvPr>
            <p:ph type="title"/>
          </p:nvPr>
        </p:nvSpPr>
        <p:spPr>
          <a:xfrm>
            <a:off x="159604" y="151603"/>
            <a:ext cx="6526336" cy="5966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defRPr/>
            </a:lvl5pPr>
            <a:lvl6pPr marL="465681" marR="0" lvl="5" indent="-8481" algn="l" rtl="0">
              <a:spcBef>
                <a:spcPts val="0"/>
              </a:spcBef>
              <a:spcAft>
                <a:spcPts val="0"/>
              </a:spcAft>
              <a:defRPr/>
            </a:lvl6pPr>
            <a:lvl7pPr marL="931383" marR="0" lvl="6" indent="-4282" algn="l" rtl="0">
              <a:spcBef>
                <a:spcPts val="0"/>
              </a:spcBef>
              <a:spcAft>
                <a:spcPts val="0"/>
              </a:spcAft>
              <a:defRPr/>
            </a:lvl7pPr>
            <a:lvl8pPr marL="1397075" marR="0" lvl="7" indent="-74" algn="l" rtl="0">
              <a:spcBef>
                <a:spcPts val="0"/>
              </a:spcBef>
              <a:spcAft>
                <a:spcPts val="0"/>
              </a:spcAft>
              <a:defRPr/>
            </a:lvl8pPr>
            <a:lvl9pPr marL="1862760" marR="0" lvl="8" indent="-8560" algn="l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" y="6785609"/>
            <a:ext cx="9144000" cy="72389"/>
            <a:chOff x="1998227" y="6500996"/>
            <a:chExt cx="7153215" cy="46648"/>
          </a:xfrm>
        </p:grpSpPr>
        <p:sp>
          <p:nvSpPr>
            <p:cNvPr id="170" name="Shape 170"/>
            <p:cNvSpPr/>
            <p:nvPr/>
          </p:nvSpPr>
          <p:spPr>
            <a:xfrm>
              <a:off x="4408551" y="6500996"/>
              <a:ext cx="2376028" cy="4664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Shape 171"/>
            <p:cNvSpPr/>
            <p:nvPr/>
          </p:nvSpPr>
          <p:spPr>
            <a:xfrm>
              <a:off x="1998227" y="6500996"/>
              <a:ext cx="2410322" cy="4664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Shape 172"/>
            <p:cNvSpPr/>
            <p:nvPr/>
          </p:nvSpPr>
          <p:spPr>
            <a:xfrm>
              <a:off x="6775414" y="6500996"/>
              <a:ext cx="2376028" cy="466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3125" tIns="46550" rIns="93125" bIns="46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Shape 18" descr="BITS_university_logo_whitevert.png"/>
          <p:cNvPicPr preferRelativeResize="0"/>
          <p:nvPr userDrawn="1"/>
        </p:nvPicPr>
        <p:blipFill rotWithShape="1">
          <a:blip r:embed="rId4">
            <a:alphaModFix/>
          </a:blip>
          <a:srcRect t="2" b="28592"/>
          <a:stretch/>
        </p:blipFill>
        <p:spPr>
          <a:xfrm>
            <a:off x="8138322" y="23045"/>
            <a:ext cx="939004" cy="90367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Shape 184"/>
          <p:cNvSpPr txBox="1"/>
          <p:nvPr userDrawn="1"/>
        </p:nvSpPr>
        <p:spPr>
          <a:xfrm>
            <a:off x="8095553" y="841751"/>
            <a:ext cx="1024542" cy="26429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12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Time Sync Types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04801" y="2313476"/>
            <a:ext cx="7883610" cy="190818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Sender – Receiver synchronization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Receiver – Receiver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33602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69" y="367887"/>
            <a:ext cx="7687965" cy="1551529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Sender – Receiver Synch</a:t>
            </a:r>
            <a:b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Time Sync Protocol for Sensor Networks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(TPSN)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04801" y="2223164"/>
            <a:ext cx="7883610" cy="264928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Level Discovery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Sync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3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639" y="150341"/>
            <a:ext cx="7687965" cy="927786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TPSN – Level discovery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7CBC291-CF36-4070-9B6F-61FB9F72FBF6}"/>
              </a:ext>
            </a:extLst>
          </p:cNvPr>
          <p:cNvSpPr/>
          <p:nvPr/>
        </p:nvSpPr>
        <p:spPr>
          <a:xfrm>
            <a:off x="1143000" y="5861225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EE84DB4-96DF-4261-BE26-D027F91C516C}"/>
              </a:ext>
            </a:extLst>
          </p:cNvPr>
          <p:cNvSpPr/>
          <p:nvPr/>
        </p:nvSpPr>
        <p:spPr>
          <a:xfrm>
            <a:off x="990600" y="4250726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83934C-37AC-43C3-A0D1-AFF8806B3481}"/>
              </a:ext>
            </a:extLst>
          </p:cNvPr>
          <p:cNvSpPr/>
          <p:nvPr/>
        </p:nvSpPr>
        <p:spPr>
          <a:xfrm>
            <a:off x="2033361" y="480472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1AE6F4-E2B3-41F0-8130-39B45B7D0C19}"/>
              </a:ext>
            </a:extLst>
          </p:cNvPr>
          <p:cNvSpPr/>
          <p:nvPr/>
        </p:nvSpPr>
        <p:spPr>
          <a:xfrm>
            <a:off x="2743200" y="6003326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DF697B-6AAB-4015-9816-08E1C5EF346F}"/>
              </a:ext>
            </a:extLst>
          </p:cNvPr>
          <p:cNvSpPr/>
          <p:nvPr/>
        </p:nvSpPr>
        <p:spPr>
          <a:xfrm>
            <a:off x="3276600" y="4669826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6086C6D-4B1A-46A5-85F6-B40AEF6D545D}"/>
              </a:ext>
            </a:extLst>
          </p:cNvPr>
          <p:cNvSpPr/>
          <p:nvPr/>
        </p:nvSpPr>
        <p:spPr>
          <a:xfrm>
            <a:off x="1112108" y="2955326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8DD455-CFB1-4D4F-8D92-D16ED2C538BF}"/>
              </a:ext>
            </a:extLst>
          </p:cNvPr>
          <p:cNvSpPr/>
          <p:nvPr/>
        </p:nvSpPr>
        <p:spPr>
          <a:xfrm>
            <a:off x="1777314" y="3564926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92FC36D-B889-4436-87A4-677B593BBBA3}"/>
              </a:ext>
            </a:extLst>
          </p:cNvPr>
          <p:cNvSpPr/>
          <p:nvPr/>
        </p:nvSpPr>
        <p:spPr>
          <a:xfrm>
            <a:off x="2879124" y="3393991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7672FB-3C1E-4432-B7A4-EFE4A474904F}"/>
              </a:ext>
            </a:extLst>
          </p:cNvPr>
          <p:cNvSpPr/>
          <p:nvPr/>
        </p:nvSpPr>
        <p:spPr>
          <a:xfrm>
            <a:off x="3962400" y="5690288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8039A88-9488-4C27-9489-DF21FBB252C9}"/>
              </a:ext>
            </a:extLst>
          </p:cNvPr>
          <p:cNvSpPr/>
          <p:nvPr/>
        </p:nvSpPr>
        <p:spPr>
          <a:xfrm>
            <a:off x="4343400" y="4669826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C9C651-4D22-475E-AC04-C001DD58AEFB}"/>
              </a:ext>
            </a:extLst>
          </p:cNvPr>
          <p:cNvSpPr/>
          <p:nvPr/>
        </p:nvSpPr>
        <p:spPr>
          <a:xfrm>
            <a:off x="3956222" y="389238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106D1FB-4FD1-4821-B98D-365ACE4EB8D0}"/>
              </a:ext>
            </a:extLst>
          </p:cNvPr>
          <p:cNvSpPr/>
          <p:nvPr/>
        </p:nvSpPr>
        <p:spPr>
          <a:xfrm>
            <a:off x="4989433" y="5694407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AC4B35A-9CAE-41DD-8994-9483A1072F9E}"/>
              </a:ext>
            </a:extLst>
          </p:cNvPr>
          <p:cNvSpPr/>
          <p:nvPr/>
        </p:nvSpPr>
        <p:spPr>
          <a:xfrm>
            <a:off x="2238632" y="2650526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51DA06-6926-4D8A-BC74-F8AAEB6CB58E}"/>
              </a:ext>
            </a:extLst>
          </p:cNvPr>
          <p:cNvSpPr/>
          <p:nvPr/>
        </p:nvSpPr>
        <p:spPr>
          <a:xfrm>
            <a:off x="2895600" y="179070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BA25F77-FB1F-4DB0-A695-523DF5DB8E6F}"/>
              </a:ext>
            </a:extLst>
          </p:cNvPr>
          <p:cNvSpPr/>
          <p:nvPr/>
        </p:nvSpPr>
        <p:spPr>
          <a:xfrm>
            <a:off x="3630827" y="2655675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6163FB-4CF2-4C8C-A67E-CA72CC234395}"/>
              </a:ext>
            </a:extLst>
          </p:cNvPr>
          <p:cNvSpPr/>
          <p:nvPr/>
        </p:nvSpPr>
        <p:spPr>
          <a:xfrm>
            <a:off x="4108622" y="1485902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ADE801-E8C4-48EE-A879-0EF020B23358}"/>
              </a:ext>
            </a:extLst>
          </p:cNvPr>
          <p:cNvSpPr/>
          <p:nvPr/>
        </p:nvSpPr>
        <p:spPr>
          <a:xfrm>
            <a:off x="4479324" y="3077864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497BAD6-3B74-447F-94D2-D77065D9B5E0}"/>
              </a:ext>
            </a:extLst>
          </p:cNvPr>
          <p:cNvSpPr/>
          <p:nvPr/>
        </p:nvSpPr>
        <p:spPr>
          <a:xfrm>
            <a:off x="5458279" y="4560675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53A2D56-C928-46F4-80B2-C98BF352F679}"/>
              </a:ext>
            </a:extLst>
          </p:cNvPr>
          <p:cNvSpPr/>
          <p:nvPr/>
        </p:nvSpPr>
        <p:spPr>
          <a:xfrm>
            <a:off x="5644341" y="3080953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AC9D87-E16F-4C63-AE28-5BB9C4A2926E}"/>
              </a:ext>
            </a:extLst>
          </p:cNvPr>
          <p:cNvSpPr txBox="1"/>
          <p:nvPr/>
        </p:nvSpPr>
        <p:spPr>
          <a:xfrm>
            <a:off x="346681" y="6207471"/>
            <a:ext cx="1835653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Level 0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B0CE771-934F-45B0-83B2-241B8D3DA2CA}"/>
              </a:ext>
            </a:extLst>
          </p:cNvPr>
          <p:cNvCxnSpPr>
            <a:cxnSpLocks/>
          </p:cNvCxnSpPr>
          <p:nvPr/>
        </p:nvCxnSpPr>
        <p:spPr>
          <a:xfrm flipH="1" flipV="1">
            <a:off x="990600" y="4669826"/>
            <a:ext cx="232682" cy="1088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E7A110C-28EB-41EC-A859-646C25F44733}"/>
              </a:ext>
            </a:extLst>
          </p:cNvPr>
          <p:cNvCxnSpPr>
            <a:cxnSpLocks/>
          </p:cNvCxnSpPr>
          <p:nvPr/>
        </p:nvCxnSpPr>
        <p:spPr>
          <a:xfrm flipV="1">
            <a:off x="1507178" y="5109522"/>
            <a:ext cx="471981" cy="6487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A910A6-753E-41DB-9B34-FFA2EC22F018}"/>
              </a:ext>
            </a:extLst>
          </p:cNvPr>
          <p:cNvCxnSpPr>
            <a:cxnSpLocks/>
          </p:cNvCxnSpPr>
          <p:nvPr/>
        </p:nvCxnSpPr>
        <p:spPr>
          <a:xfrm>
            <a:off x="1561380" y="6080816"/>
            <a:ext cx="978645" cy="7491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791485B-416F-427B-9317-643DED3A18B1}"/>
              </a:ext>
            </a:extLst>
          </p:cNvPr>
          <p:cNvSpPr txBox="1"/>
          <p:nvPr/>
        </p:nvSpPr>
        <p:spPr>
          <a:xfrm>
            <a:off x="1728550" y="6289135"/>
            <a:ext cx="2903174" cy="5539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level_discovery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979090-E3A7-4E26-9099-725B2C5FB575}"/>
              </a:ext>
            </a:extLst>
          </p:cNvPr>
          <p:cNvSpPr txBox="1"/>
          <p:nvPr/>
        </p:nvSpPr>
        <p:spPr>
          <a:xfrm>
            <a:off x="-92485" y="3869726"/>
            <a:ext cx="1835653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Level 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189275-0934-4748-9798-0463C1049B22}"/>
              </a:ext>
            </a:extLst>
          </p:cNvPr>
          <p:cNvCxnSpPr>
            <a:cxnSpLocks/>
            <a:endCxn id="9" idx="3"/>
          </p:cNvCxnSpPr>
          <p:nvPr/>
        </p:nvCxnSpPr>
        <p:spPr>
          <a:xfrm flipH="1" flipV="1">
            <a:off x="1156745" y="3215489"/>
            <a:ext cx="12526" cy="10380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4D096A4-567E-4BB9-87FA-79ED7DAB50C4}"/>
              </a:ext>
            </a:extLst>
          </p:cNvPr>
          <p:cNvCxnSpPr>
            <a:cxnSpLocks/>
          </p:cNvCxnSpPr>
          <p:nvPr/>
        </p:nvCxnSpPr>
        <p:spPr>
          <a:xfrm flipV="1">
            <a:off x="1283294" y="3959186"/>
            <a:ext cx="622388" cy="3132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07B221-F9F6-42D6-87B3-0C190984ADB0}"/>
              </a:ext>
            </a:extLst>
          </p:cNvPr>
          <p:cNvCxnSpPr>
            <a:cxnSpLocks/>
          </p:cNvCxnSpPr>
          <p:nvPr/>
        </p:nvCxnSpPr>
        <p:spPr>
          <a:xfrm>
            <a:off x="2318058" y="4840003"/>
            <a:ext cx="958542" cy="313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B1C8F46-9933-498E-850D-6AE14915A571}"/>
              </a:ext>
            </a:extLst>
          </p:cNvPr>
          <p:cNvCxnSpPr>
            <a:cxnSpLocks/>
          </p:cNvCxnSpPr>
          <p:nvPr/>
        </p:nvCxnSpPr>
        <p:spPr>
          <a:xfrm flipV="1">
            <a:off x="3121832" y="5914263"/>
            <a:ext cx="734534" cy="2009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E422278-36CD-4E85-AA69-BE730F03178E}"/>
              </a:ext>
            </a:extLst>
          </p:cNvPr>
          <p:cNvSpPr txBox="1"/>
          <p:nvPr/>
        </p:nvSpPr>
        <p:spPr>
          <a:xfrm>
            <a:off x="-8584" y="2251150"/>
            <a:ext cx="1835653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Level 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9D11D56-908E-48BD-8FAB-4D45A3C83106}"/>
              </a:ext>
            </a:extLst>
          </p:cNvPr>
          <p:cNvCxnSpPr>
            <a:cxnSpLocks/>
          </p:cNvCxnSpPr>
          <p:nvPr/>
        </p:nvCxnSpPr>
        <p:spPr>
          <a:xfrm flipV="1">
            <a:off x="1414263" y="2697841"/>
            <a:ext cx="696935" cy="2302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5FC6CAE-573F-4A92-947B-94DD925777CF}"/>
              </a:ext>
            </a:extLst>
          </p:cNvPr>
          <p:cNvCxnSpPr>
            <a:cxnSpLocks/>
          </p:cNvCxnSpPr>
          <p:nvPr/>
        </p:nvCxnSpPr>
        <p:spPr>
          <a:xfrm flipV="1">
            <a:off x="2111198" y="3577812"/>
            <a:ext cx="632002" cy="1468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8B8BF3E-9CD8-4321-98D7-598B722AA9F9}"/>
              </a:ext>
            </a:extLst>
          </p:cNvPr>
          <p:cNvCxnSpPr>
            <a:cxnSpLocks/>
          </p:cNvCxnSpPr>
          <p:nvPr/>
        </p:nvCxnSpPr>
        <p:spPr>
          <a:xfrm flipV="1">
            <a:off x="3553296" y="4184666"/>
            <a:ext cx="312930" cy="5243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CF59E5D-18A5-4519-96C7-733CA1B4AC44}"/>
              </a:ext>
            </a:extLst>
          </p:cNvPr>
          <p:cNvCxnSpPr>
            <a:cxnSpLocks/>
          </p:cNvCxnSpPr>
          <p:nvPr/>
        </p:nvCxnSpPr>
        <p:spPr>
          <a:xfrm flipV="1">
            <a:off x="3630827" y="4804722"/>
            <a:ext cx="584212" cy="795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A5CFCFC-25C5-485E-AD0B-9CF3F13DC357}"/>
              </a:ext>
            </a:extLst>
          </p:cNvPr>
          <p:cNvCxnSpPr>
            <a:cxnSpLocks/>
          </p:cNvCxnSpPr>
          <p:nvPr/>
        </p:nvCxnSpPr>
        <p:spPr>
          <a:xfrm flipV="1">
            <a:off x="4349578" y="5758249"/>
            <a:ext cx="584212" cy="795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24AA3BC-D05D-430C-81F1-215A85A6C243}"/>
              </a:ext>
            </a:extLst>
          </p:cNvPr>
          <p:cNvSpPr txBox="1"/>
          <p:nvPr/>
        </p:nvSpPr>
        <p:spPr>
          <a:xfrm>
            <a:off x="5458279" y="5606501"/>
            <a:ext cx="1835653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Level 3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ABCBDEB-A26D-4F01-9EB7-B4EC593DD721}"/>
              </a:ext>
            </a:extLst>
          </p:cNvPr>
          <p:cNvCxnSpPr>
            <a:cxnSpLocks/>
          </p:cNvCxnSpPr>
          <p:nvPr/>
        </p:nvCxnSpPr>
        <p:spPr>
          <a:xfrm flipV="1">
            <a:off x="2529101" y="2125111"/>
            <a:ext cx="312930" cy="5243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9CF4A8B-A9A6-47A2-BA9A-31283003C053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3140631" y="2808075"/>
            <a:ext cx="490196" cy="568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7ED4433-B6AC-4C4E-929E-DF100588C13C}"/>
              </a:ext>
            </a:extLst>
          </p:cNvPr>
          <p:cNvCxnSpPr>
            <a:cxnSpLocks/>
            <a:endCxn id="21" idx="3"/>
          </p:cNvCxnSpPr>
          <p:nvPr/>
        </p:nvCxnSpPr>
        <p:spPr>
          <a:xfrm flipV="1">
            <a:off x="4227373" y="3338027"/>
            <a:ext cx="296588" cy="6326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EE7C794-E5A5-4313-BB13-EE207886F88C}"/>
              </a:ext>
            </a:extLst>
          </p:cNvPr>
          <p:cNvCxnSpPr>
            <a:cxnSpLocks/>
          </p:cNvCxnSpPr>
          <p:nvPr/>
        </p:nvCxnSpPr>
        <p:spPr>
          <a:xfrm flipV="1">
            <a:off x="4654378" y="4669826"/>
            <a:ext cx="639855" cy="1328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61C285C-CDC6-4B2F-92C7-672C4400FDA8}"/>
              </a:ext>
            </a:extLst>
          </p:cNvPr>
          <p:cNvSpPr txBox="1"/>
          <p:nvPr/>
        </p:nvSpPr>
        <p:spPr>
          <a:xfrm>
            <a:off x="5949141" y="4418187"/>
            <a:ext cx="1835653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Level 4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CC018F1-6CEF-4271-A82D-AE1E88C74B4D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3240366" y="1638302"/>
            <a:ext cx="868256" cy="2051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BD143EB-6BE4-4362-A979-F94259ADA243}"/>
              </a:ext>
            </a:extLst>
          </p:cNvPr>
          <p:cNvCxnSpPr>
            <a:cxnSpLocks/>
          </p:cNvCxnSpPr>
          <p:nvPr/>
        </p:nvCxnSpPr>
        <p:spPr>
          <a:xfrm flipV="1">
            <a:off x="4821905" y="3215489"/>
            <a:ext cx="72216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11FD095-D0FF-4040-81B6-B1C85DCA73E3}"/>
              </a:ext>
            </a:extLst>
          </p:cNvPr>
          <p:cNvSpPr txBox="1"/>
          <p:nvPr/>
        </p:nvSpPr>
        <p:spPr>
          <a:xfrm>
            <a:off x="5949140" y="2833723"/>
            <a:ext cx="1835653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401177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2" grpId="0"/>
      <p:bldP spid="33" grpId="0"/>
      <p:bldP spid="43" grpId="0"/>
      <p:bldP spid="53" grpId="0"/>
      <p:bldP spid="63" grpId="0"/>
      <p:bldP spid="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TPSN - Sync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04801" y="1567031"/>
            <a:ext cx="7883610" cy="276995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Root node initiates – time sync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Level 1 nodes – each wait for random time </a:t>
            </a:r>
          </a:p>
          <a:p>
            <a:pPr marL="914400" lvl="1" indent="-452438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Reduce probability of collision at MAC</a:t>
            </a:r>
          </a:p>
        </p:txBody>
      </p:sp>
    </p:spTree>
    <p:extLst>
      <p:ext uri="{BB962C8B-B14F-4D97-AF65-F5344CB8AC3E}">
        <p14:creationId xmlns:p14="http://schemas.microsoft.com/office/powerpoint/2010/main" val="415868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EA12DA-9119-40A3-8C0D-CD3B629B1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639" y="150341"/>
            <a:ext cx="7687965" cy="927786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TPSN – Sync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78F9E4-588C-42D1-AFEF-206DAA7458EE}"/>
              </a:ext>
            </a:extLst>
          </p:cNvPr>
          <p:cNvSpPr/>
          <p:nvPr/>
        </p:nvSpPr>
        <p:spPr>
          <a:xfrm>
            <a:off x="772297" y="1981203"/>
            <a:ext cx="304800" cy="304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3E22F3E-3B66-45FE-B923-02F2E6912801}"/>
              </a:ext>
            </a:extLst>
          </p:cNvPr>
          <p:cNvSpPr/>
          <p:nvPr/>
        </p:nvSpPr>
        <p:spPr>
          <a:xfrm>
            <a:off x="783269" y="4162171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219B9C-FBCB-44A7-BBEA-7F873D82E6D7}"/>
              </a:ext>
            </a:extLst>
          </p:cNvPr>
          <p:cNvCxnSpPr>
            <a:cxnSpLocks/>
          </p:cNvCxnSpPr>
          <p:nvPr/>
        </p:nvCxnSpPr>
        <p:spPr>
          <a:xfrm>
            <a:off x="1258329" y="2133603"/>
            <a:ext cx="364318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12BD38-1DF3-420E-96D9-B8B17EBF70C8}"/>
              </a:ext>
            </a:extLst>
          </p:cNvPr>
          <p:cNvCxnSpPr>
            <a:cxnSpLocks/>
          </p:cNvCxnSpPr>
          <p:nvPr/>
        </p:nvCxnSpPr>
        <p:spPr>
          <a:xfrm>
            <a:off x="1258328" y="4314571"/>
            <a:ext cx="364318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D11720-1419-4309-BE08-C063DA90AF5C}"/>
              </a:ext>
            </a:extLst>
          </p:cNvPr>
          <p:cNvCxnSpPr/>
          <p:nvPr/>
        </p:nvCxnSpPr>
        <p:spPr>
          <a:xfrm flipV="1">
            <a:off x="1458097" y="2233277"/>
            <a:ext cx="403654" cy="19400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0B6AF5D-4CD8-4CF9-89DA-BCC1D7A789BE}"/>
              </a:ext>
            </a:extLst>
          </p:cNvPr>
          <p:cNvSpPr txBox="1"/>
          <p:nvPr/>
        </p:nvSpPr>
        <p:spPr>
          <a:xfrm>
            <a:off x="3473274" y="1518080"/>
            <a:ext cx="1402494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28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CA120C-C524-4D0C-97B2-0FC7EA099F2C}"/>
              </a:ext>
            </a:extLst>
          </p:cNvPr>
          <p:cNvSpPr txBox="1"/>
          <p:nvPr/>
        </p:nvSpPr>
        <p:spPr>
          <a:xfrm>
            <a:off x="4108621" y="4446652"/>
            <a:ext cx="1402494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2800" dirty="0">
              <a:solidFill>
                <a:srgbClr val="FFC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CE57EC-1C2C-4EE4-B9E7-93DE8FF367FD}"/>
              </a:ext>
            </a:extLst>
          </p:cNvPr>
          <p:cNvSpPr txBox="1"/>
          <p:nvPr/>
        </p:nvSpPr>
        <p:spPr>
          <a:xfrm>
            <a:off x="1954425" y="1560513"/>
            <a:ext cx="1402494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28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1D5010-38F7-432F-A2CD-CD3EF18F12CE}"/>
              </a:ext>
            </a:extLst>
          </p:cNvPr>
          <p:cNvSpPr txBox="1"/>
          <p:nvPr/>
        </p:nvSpPr>
        <p:spPr>
          <a:xfrm>
            <a:off x="1458097" y="4432037"/>
            <a:ext cx="1402494" cy="61552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800" baseline="-25000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2800" dirty="0">
              <a:solidFill>
                <a:srgbClr val="FFC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6508AA-8359-4EDB-8197-C5138EFD31CB}"/>
              </a:ext>
            </a:extLst>
          </p:cNvPr>
          <p:cNvCxnSpPr>
            <a:cxnSpLocks/>
          </p:cNvCxnSpPr>
          <p:nvPr/>
        </p:nvCxnSpPr>
        <p:spPr>
          <a:xfrm>
            <a:off x="3762632" y="2249288"/>
            <a:ext cx="411889" cy="18623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ED97425-AFBA-4B5E-AFC6-0781EC7B89A7}"/>
              </a:ext>
            </a:extLst>
          </p:cNvPr>
          <p:cNvSpPr txBox="1"/>
          <p:nvPr/>
        </p:nvSpPr>
        <p:spPr>
          <a:xfrm>
            <a:off x="1570334" y="3268555"/>
            <a:ext cx="3039762" cy="4924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synch_pulse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CBBB53-1050-4FB1-B8CC-6C57C4A0FA30}"/>
              </a:ext>
            </a:extLst>
          </p:cNvPr>
          <p:cNvSpPr txBox="1"/>
          <p:nvPr/>
        </p:nvSpPr>
        <p:spPr>
          <a:xfrm>
            <a:off x="4108621" y="3255645"/>
            <a:ext cx="3039762" cy="4924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ack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6A3BE1-D811-4693-B404-9B8F6045EE96}"/>
              </a:ext>
            </a:extLst>
          </p:cNvPr>
          <p:cNvSpPr txBox="1"/>
          <p:nvPr/>
        </p:nvSpPr>
        <p:spPr>
          <a:xfrm>
            <a:off x="5366951" y="1886120"/>
            <a:ext cx="3072714" cy="15219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= T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 + d</a:t>
            </a:r>
          </a:p>
          <a:p>
            <a:pPr marL="285750" indent="-285750">
              <a:lnSpc>
                <a:spcPct val="150000"/>
              </a:lnSpc>
              <a:buFont typeface="Symbol" panose="05050102010706020507" pitchFamily="18" charset="2"/>
              <a:buChar char="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- clock drift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d – propagation delay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BB75B0-3A7C-45EF-81ED-D939AC468D72}"/>
              </a:ext>
            </a:extLst>
          </p:cNvPr>
          <p:cNvGrpSpPr/>
          <p:nvPr/>
        </p:nvGrpSpPr>
        <p:grpSpPr>
          <a:xfrm>
            <a:off x="5366951" y="3836091"/>
            <a:ext cx="3072714" cy="1569630"/>
            <a:chOff x="5366951" y="3836091"/>
            <a:chExt cx="3072714" cy="156963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68ECA2E-EB7F-4862-8744-F23C6AB0AC9D}"/>
                </a:ext>
              </a:extLst>
            </p:cNvPr>
            <p:cNvSpPr txBox="1"/>
            <p:nvPr/>
          </p:nvSpPr>
          <p:spPr>
            <a:xfrm>
              <a:off x="5366951" y="3836091"/>
              <a:ext cx="3072714" cy="15696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rtlCol="0" anchor="b" anchorCtr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Symbol" panose="05050102010706020507" pitchFamily="18" charset="2"/>
                <a:buChar char="D"/>
              </a:pP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= (T</a:t>
              </a:r>
              <a:r>
                <a:rPr lang="en-US" sz="2000" baseline="-25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2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 – T</a:t>
              </a:r>
              <a:r>
                <a:rPr lang="en-US" sz="2000" baseline="-25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1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) – (T</a:t>
              </a:r>
              <a:r>
                <a:rPr lang="en-US" sz="2000" baseline="-25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4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 – T</a:t>
              </a:r>
              <a:r>
                <a:rPr lang="en-US" sz="2000" baseline="-25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3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)</a:t>
              </a:r>
            </a:p>
            <a:p>
              <a:pPr lvl="2"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                       2</a:t>
              </a:r>
            </a:p>
            <a:p>
              <a:pPr>
                <a:lnSpc>
                  <a:spcPct val="150000"/>
                </a:lnSpc>
              </a:pPr>
              <a:endPara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6A78EFF-0DF8-422C-B96D-C79D10A35826}"/>
                </a:ext>
              </a:extLst>
            </p:cNvPr>
            <p:cNvCxnSpPr/>
            <p:nvPr/>
          </p:nvCxnSpPr>
          <p:spPr>
            <a:xfrm>
              <a:off x="6067167" y="4466971"/>
              <a:ext cx="167228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6488AE8-8A13-45A0-BD21-EC228AB43A34}"/>
              </a:ext>
            </a:extLst>
          </p:cNvPr>
          <p:cNvGrpSpPr/>
          <p:nvPr/>
        </p:nvGrpSpPr>
        <p:grpSpPr>
          <a:xfrm>
            <a:off x="5395781" y="4721660"/>
            <a:ext cx="3072714" cy="1569630"/>
            <a:chOff x="5366951" y="3836091"/>
            <a:chExt cx="3072714" cy="156963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45559DF-D015-4B9C-94CD-1C66925D4454}"/>
                </a:ext>
              </a:extLst>
            </p:cNvPr>
            <p:cNvSpPr txBox="1"/>
            <p:nvPr/>
          </p:nvSpPr>
          <p:spPr>
            <a:xfrm>
              <a:off x="5366951" y="3836091"/>
              <a:ext cx="3072714" cy="15696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rtlCol="0" anchor="b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d = (T</a:t>
              </a:r>
              <a:r>
                <a:rPr lang="en-US" sz="2000" baseline="-25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2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 – T</a:t>
              </a:r>
              <a:r>
                <a:rPr lang="en-US" sz="2000" baseline="-25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1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) +  (T</a:t>
              </a:r>
              <a:r>
                <a:rPr lang="en-US" sz="2000" baseline="-25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4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 – T</a:t>
              </a:r>
              <a:r>
                <a:rPr lang="en-US" sz="2000" baseline="-25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3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)</a:t>
              </a:r>
            </a:p>
            <a:p>
              <a:pPr lvl="2">
                <a:lnSpc>
                  <a:spcPct val="150000"/>
                </a:lnSpc>
              </a:pP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  <a:sym typeface="Symbol" panose="05050102010706020507" pitchFamily="18" charset="2"/>
                </a:rPr>
                <a:t>                       2</a:t>
              </a:r>
            </a:p>
            <a:p>
              <a:pPr>
                <a:lnSpc>
                  <a:spcPct val="150000"/>
                </a:lnSpc>
              </a:pPr>
              <a:endParaRPr lang="en-US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E99E303-CFC5-4922-A2E2-19ADD66E1321}"/>
                </a:ext>
              </a:extLst>
            </p:cNvPr>
            <p:cNvCxnSpPr/>
            <p:nvPr/>
          </p:nvCxnSpPr>
          <p:spPr>
            <a:xfrm>
              <a:off x="6067167" y="4466971"/>
              <a:ext cx="167228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975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TPSN - Sync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345990" y="1496090"/>
            <a:ext cx="7883610" cy="363173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Nodes at Level 2 will be able to hear sync pulses of nodes at Level 1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Wait for a random time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Attempt to sync with nodes at Level1</a:t>
            </a:r>
          </a:p>
        </p:txBody>
      </p:sp>
    </p:spTree>
    <p:extLst>
      <p:ext uri="{BB962C8B-B14F-4D97-AF65-F5344CB8AC3E}">
        <p14:creationId xmlns:p14="http://schemas.microsoft.com/office/powerpoint/2010/main" val="277031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TPSN - Issues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40798-B41E-48C6-A643-BD71433B88BD}"/>
              </a:ext>
            </a:extLst>
          </p:cNvPr>
          <p:cNvSpPr txBox="1"/>
          <p:nvPr/>
        </p:nvSpPr>
        <p:spPr>
          <a:xfrm>
            <a:off x="296563" y="1140022"/>
            <a:ext cx="7883610" cy="535528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rtlCol="0" anchor="b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Unable to hear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level_discovery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from higher level nodes – then wait and send level request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Hear from different nodes – different levels – pick smallest level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 response to sync pulse as node at higher level dead – send level request at higher energy levels</a:t>
            </a:r>
          </a:p>
        </p:txBody>
      </p:sp>
    </p:spTree>
    <p:extLst>
      <p:ext uri="{BB962C8B-B14F-4D97-AF65-F5344CB8AC3E}">
        <p14:creationId xmlns:p14="http://schemas.microsoft.com/office/powerpoint/2010/main" val="317074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EA8F3D-5E80-47FC-B604-B77B30D5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46" y="400840"/>
            <a:ext cx="6526336" cy="826598"/>
          </a:xfrm>
        </p:spPr>
        <p:txBody>
          <a:bodyPr/>
          <a:lstStyle/>
          <a:p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</a:rPr>
              <a:t>TPSN - Inaccuracies</a:t>
            </a:r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4232B006-744D-4E91-AA52-3BA3829A5169}"/>
              </a:ext>
            </a:extLst>
          </p:cNvPr>
          <p:cNvSpPr/>
          <p:nvPr/>
        </p:nvSpPr>
        <p:spPr>
          <a:xfrm>
            <a:off x="704334" y="18205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S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38F45D86-D403-49BE-A7C6-9E72260A43DD}"/>
              </a:ext>
            </a:extLst>
          </p:cNvPr>
          <p:cNvSpPr/>
          <p:nvPr/>
        </p:nvSpPr>
        <p:spPr>
          <a:xfrm>
            <a:off x="1923534" y="18205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M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1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058356-CED4-499F-9CBE-BDE306905C0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542534" y="2125365"/>
            <a:ext cx="3810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EC79EDDB-D5B7-4B36-BFD3-A50C4DD12C21}"/>
              </a:ext>
            </a:extLst>
          </p:cNvPr>
          <p:cNvSpPr/>
          <p:nvPr/>
        </p:nvSpPr>
        <p:spPr>
          <a:xfrm>
            <a:off x="3142734" y="18205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T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1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2D6A0E-709A-4A4E-9F62-A7375339D4B7}"/>
              </a:ext>
            </a:extLst>
          </p:cNvPr>
          <p:cNvCxnSpPr/>
          <p:nvPr/>
        </p:nvCxnSpPr>
        <p:spPr>
          <a:xfrm>
            <a:off x="2761734" y="2125365"/>
            <a:ext cx="3810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2466AAEC-E6E1-41F3-9117-93A990F95236}"/>
              </a:ext>
            </a:extLst>
          </p:cNvPr>
          <p:cNvSpPr/>
          <p:nvPr/>
        </p:nvSpPr>
        <p:spPr>
          <a:xfrm>
            <a:off x="4285734" y="26587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P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12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25E1A0-C2D4-45FA-B58F-618AB137A727}"/>
              </a:ext>
            </a:extLst>
          </p:cNvPr>
          <p:cNvCxnSpPr>
            <a:stCxn id="7" idx="3"/>
            <a:endCxn id="9" idx="0"/>
          </p:cNvCxnSpPr>
          <p:nvPr/>
        </p:nvCxnSpPr>
        <p:spPr>
          <a:xfrm>
            <a:off x="3980934" y="2125365"/>
            <a:ext cx="723900" cy="5334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BD8529E4-9A60-4845-B259-CF593E511D49}"/>
              </a:ext>
            </a:extLst>
          </p:cNvPr>
          <p:cNvSpPr/>
          <p:nvPr/>
        </p:nvSpPr>
        <p:spPr>
          <a:xfrm>
            <a:off x="6800334" y="34207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R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598E26-9A4D-42F5-B94A-4CA9EDCF712E}"/>
              </a:ext>
            </a:extLst>
          </p:cNvPr>
          <p:cNvCxnSpPr>
            <a:endCxn id="12" idx="1"/>
          </p:cNvCxnSpPr>
          <p:nvPr/>
        </p:nvCxnSpPr>
        <p:spPr>
          <a:xfrm>
            <a:off x="5085834" y="2887365"/>
            <a:ext cx="1714500" cy="8382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5817A4-99AC-4947-9474-668BE8F2F7D4}"/>
              </a:ext>
            </a:extLst>
          </p:cNvPr>
          <p:cNvCxnSpPr/>
          <p:nvPr/>
        </p:nvCxnSpPr>
        <p:spPr>
          <a:xfrm>
            <a:off x="7638534" y="3723978"/>
            <a:ext cx="3810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1F123199-E162-4ED9-903C-F62FB87D7750}"/>
              </a:ext>
            </a:extLst>
          </p:cNvPr>
          <p:cNvSpPr/>
          <p:nvPr/>
        </p:nvSpPr>
        <p:spPr>
          <a:xfrm>
            <a:off x="8019534" y="34969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S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2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E8C373-0CE3-4894-A769-C7F179D47A85}"/>
              </a:ext>
            </a:extLst>
          </p:cNvPr>
          <p:cNvCxnSpPr/>
          <p:nvPr/>
        </p:nvCxnSpPr>
        <p:spPr>
          <a:xfrm rot="5400000">
            <a:off x="8210035" y="4449465"/>
            <a:ext cx="6858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4729FF2D-4387-4DA8-AFD0-E0454134F0CC}"/>
              </a:ext>
            </a:extLst>
          </p:cNvPr>
          <p:cNvSpPr/>
          <p:nvPr/>
        </p:nvSpPr>
        <p:spPr>
          <a:xfrm>
            <a:off x="8171934" y="47923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S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sp>
        <p:nvSpPr>
          <p:cNvPr id="18" name="Rounded Rectangle 21">
            <a:extLst>
              <a:ext uri="{FF2B5EF4-FFF2-40B4-BE49-F238E27FC236}">
                <a16:creationId xmlns:a16="http://schemas.microsoft.com/office/drawing/2014/main" id="{AD96E70A-0AEA-4D11-88C5-7F01168A4C93}"/>
              </a:ext>
            </a:extLst>
          </p:cNvPr>
          <p:cNvSpPr/>
          <p:nvPr/>
        </p:nvSpPr>
        <p:spPr>
          <a:xfrm>
            <a:off x="6876534" y="47923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M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3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5FDB98-50B5-42E0-ADBA-9B861ED4D462}"/>
              </a:ext>
            </a:extLst>
          </p:cNvPr>
          <p:cNvCxnSpPr>
            <a:stCxn id="17" idx="1"/>
            <a:endCxn id="18" idx="3"/>
          </p:cNvCxnSpPr>
          <p:nvPr/>
        </p:nvCxnSpPr>
        <p:spPr>
          <a:xfrm rot="10800000">
            <a:off x="7714734" y="5097165"/>
            <a:ext cx="4572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25">
            <a:extLst>
              <a:ext uri="{FF2B5EF4-FFF2-40B4-BE49-F238E27FC236}">
                <a16:creationId xmlns:a16="http://schemas.microsoft.com/office/drawing/2014/main" id="{C361646C-F104-4857-B13B-AB1C38D63029}"/>
              </a:ext>
            </a:extLst>
          </p:cNvPr>
          <p:cNvSpPr/>
          <p:nvPr/>
        </p:nvSpPr>
        <p:spPr>
          <a:xfrm>
            <a:off x="5581134" y="47923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T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3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475C11A-4F47-4BE0-8259-332FF6909A90}"/>
              </a:ext>
            </a:extLst>
          </p:cNvPr>
          <p:cNvCxnSpPr/>
          <p:nvPr/>
        </p:nvCxnSpPr>
        <p:spPr>
          <a:xfrm rot="10800000">
            <a:off x="6419334" y="5097165"/>
            <a:ext cx="4572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79DCCC09-A58C-47A5-B03F-F8B41741F4BF}"/>
              </a:ext>
            </a:extLst>
          </p:cNvPr>
          <p:cNvSpPr/>
          <p:nvPr/>
        </p:nvSpPr>
        <p:spPr>
          <a:xfrm>
            <a:off x="4361934" y="54781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P</a:t>
            </a:r>
            <a:r>
              <a:rPr kumimoji="0" lang="en-US" sz="2400" b="0" i="1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34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C4E5667-FBF8-43B7-BA5F-5DB90A8C9D60}"/>
              </a:ext>
            </a:extLst>
          </p:cNvPr>
          <p:cNvCxnSpPr>
            <a:stCxn id="20" idx="1"/>
            <a:endCxn id="22" idx="3"/>
          </p:cNvCxnSpPr>
          <p:nvPr/>
        </p:nvCxnSpPr>
        <p:spPr>
          <a:xfrm rot="10800000" flipV="1">
            <a:off x="5200134" y="5097165"/>
            <a:ext cx="381000" cy="68580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30">
            <a:extLst>
              <a:ext uri="{FF2B5EF4-FFF2-40B4-BE49-F238E27FC236}">
                <a16:creationId xmlns:a16="http://schemas.microsoft.com/office/drawing/2014/main" id="{B08DA29F-88C5-4D97-8A92-8BAA92F97E9E}"/>
              </a:ext>
            </a:extLst>
          </p:cNvPr>
          <p:cNvSpPr/>
          <p:nvPr/>
        </p:nvSpPr>
        <p:spPr>
          <a:xfrm>
            <a:off x="3066534" y="54781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R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C27C37-07F9-42B4-BD7F-410156B77C7F}"/>
              </a:ext>
            </a:extLst>
          </p:cNvPr>
          <p:cNvCxnSpPr/>
          <p:nvPr/>
        </p:nvCxnSpPr>
        <p:spPr>
          <a:xfrm rot="10800000">
            <a:off x="3904734" y="5782965"/>
            <a:ext cx="4572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735CE60-63DB-4CCD-8168-AAD83D38D405}"/>
              </a:ext>
            </a:extLst>
          </p:cNvPr>
          <p:cNvCxnSpPr/>
          <p:nvPr/>
        </p:nvCxnSpPr>
        <p:spPr>
          <a:xfrm rot="10800000">
            <a:off x="2609334" y="5781378"/>
            <a:ext cx="4572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33">
            <a:extLst>
              <a:ext uri="{FF2B5EF4-FFF2-40B4-BE49-F238E27FC236}">
                <a16:creationId xmlns:a16="http://schemas.microsoft.com/office/drawing/2014/main" id="{2161F8DC-CE30-46CF-B13C-E0D86B8ABDE1}"/>
              </a:ext>
            </a:extLst>
          </p:cNvPr>
          <p:cNvSpPr/>
          <p:nvPr/>
        </p:nvSpPr>
        <p:spPr>
          <a:xfrm>
            <a:off x="1771134" y="5478165"/>
            <a:ext cx="838200" cy="609600"/>
          </a:xfrm>
          <a:prstGeom prst="roundRect">
            <a:avLst/>
          </a:prstGeom>
          <a:noFill/>
          <a:ln>
            <a:solidFill>
              <a:srgbClr val="66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S</a:t>
            </a:r>
            <a:r>
              <a:rPr kumimoji="0" lang="en-US" sz="2400" b="0" i="0" u="none" strike="noStrike" kern="0" cap="none" spc="0" normalizeH="0" baseline="-250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</a:rPr>
              <a:t>4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Tw Cen MT Condensed" panose="020B0606020104020203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885AABC-2D35-49D2-89DC-57F49CE36F66}"/>
              </a:ext>
            </a:extLst>
          </p:cNvPr>
          <p:cNvCxnSpPr/>
          <p:nvPr/>
        </p:nvCxnSpPr>
        <p:spPr>
          <a:xfrm rot="5400000">
            <a:off x="1694934" y="4182765"/>
            <a:ext cx="487680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CF60C9C-5465-45E6-927D-77093E28F553}"/>
              </a:ext>
            </a:extLst>
          </p:cNvPr>
          <p:cNvCxnSpPr/>
          <p:nvPr/>
        </p:nvCxnSpPr>
        <p:spPr>
          <a:xfrm rot="5400000">
            <a:off x="2990334" y="4182765"/>
            <a:ext cx="4876800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E32F4B13-6497-4F0F-9A8F-A4B2F80372EE}"/>
              </a:ext>
            </a:extLst>
          </p:cNvPr>
          <p:cNvSpPr/>
          <p:nvPr/>
        </p:nvSpPr>
        <p:spPr>
          <a:xfrm>
            <a:off x="4169379" y="2392065"/>
            <a:ext cx="1196529" cy="1205432"/>
          </a:xfrm>
          <a:prstGeom prst="ellipse">
            <a:avLst/>
          </a:prstGeom>
          <a:solidFill>
            <a:srgbClr val="00B05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733CD10-8A22-40E2-AE18-9D4DED0060D3}"/>
              </a:ext>
            </a:extLst>
          </p:cNvPr>
          <p:cNvSpPr/>
          <p:nvPr/>
        </p:nvSpPr>
        <p:spPr>
          <a:xfrm>
            <a:off x="4187920" y="5149593"/>
            <a:ext cx="1196529" cy="1205432"/>
          </a:xfrm>
          <a:prstGeom prst="ellipse">
            <a:avLst/>
          </a:prstGeom>
          <a:solidFill>
            <a:srgbClr val="00B05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9567188-3DA8-461D-A6F4-E3A705E07653}"/>
              </a:ext>
            </a:extLst>
          </p:cNvPr>
          <p:cNvSpPr/>
          <p:nvPr/>
        </p:nvSpPr>
        <p:spPr>
          <a:xfrm>
            <a:off x="2987403" y="1577441"/>
            <a:ext cx="1087754" cy="1095847"/>
          </a:xfrm>
          <a:prstGeom prst="ellipse">
            <a:avLst/>
          </a:prstGeom>
          <a:solidFill>
            <a:srgbClr val="00B05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B712C89-B3E9-48E5-8D0C-154B76870CC6}"/>
              </a:ext>
            </a:extLst>
          </p:cNvPr>
          <p:cNvSpPr/>
          <p:nvPr/>
        </p:nvSpPr>
        <p:spPr>
          <a:xfrm>
            <a:off x="5418343" y="4412237"/>
            <a:ext cx="1316182" cy="1325975"/>
          </a:xfrm>
          <a:prstGeom prst="ellipse">
            <a:avLst/>
          </a:prstGeom>
          <a:solidFill>
            <a:srgbClr val="00B05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1D7633-8BCF-4F1C-9C87-90109273D843}"/>
              </a:ext>
            </a:extLst>
          </p:cNvPr>
          <p:cNvSpPr/>
          <p:nvPr/>
        </p:nvSpPr>
        <p:spPr>
          <a:xfrm>
            <a:off x="1760328" y="1510744"/>
            <a:ext cx="1125680" cy="1185988"/>
          </a:xfrm>
          <a:prstGeom prst="ellipse">
            <a:avLst/>
          </a:prstGeom>
          <a:solidFill>
            <a:schemeClr val="accent3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C700794-8766-46A9-82A0-68584B73E124}"/>
              </a:ext>
            </a:extLst>
          </p:cNvPr>
          <p:cNvSpPr/>
          <p:nvPr/>
        </p:nvSpPr>
        <p:spPr>
          <a:xfrm rot="20100000">
            <a:off x="560595" y="1519068"/>
            <a:ext cx="1125680" cy="1185988"/>
          </a:xfrm>
          <a:prstGeom prst="ellipse">
            <a:avLst/>
          </a:prstGeom>
          <a:solidFill>
            <a:schemeClr val="accent3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8237F56-57BA-4BA5-ACF2-A134395209F8}"/>
              </a:ext>
            </a:extLst>
          </p:cNvPr>
          <p:cNvSpPr/>
          <p:nvPr/>
        </p:nvSpPr>
        <p:spPr>
          <a:xfrm>
            <a:off x="6647933" y="3165783"/>
            <a:ext cx="1125680" cy="1185988"/>
          </a:xfrm>
          <a:prstGeom prst="ellipse">
            <a:avLst/>
          </a:prstGeom>
          <a:solidFill>
            <a:schemeClr val="accent3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8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7" grpId="1" animBg="1"/>
      <p:bldP spid="9" grpId="0" animBg="1"/>
      <p:bldP spid="12" grpId="0" animBg="1"/>
      <p:bldP spid="15" grpId="0" animBg="1"/>
      <p:bldP spid="17" grpId="0" animBg="1"/>
      <p:bldP spid="18" grpId="0" animBg="1"/>
      <p:bldP spid="20" grpId="0" animBg="1"/>
      <p:bldP spid="22" grpId="0" animBg="1"/>
      <p:bldP spid="24" grpId="0" animBg="1"/>
      <p:bldP spid="27" grpId="0" animBg="1"/>
      <p:bldP spid="2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theme/theme1.xml><?xml version="1.0" encoding="utf-8"?>
<a:theme xmlns:a="http://schemas.openxmlformats.org/drawingml/2006/main" name="8_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lIns="91425" tIns="91425" rIns="91425" bIns="91425" anchor="b" anchorCtr="0"/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</TotalTime>
  <Words>222</Words>
  <Application>Microsoft Office PowerPoint</Application>
  <PresentationFormat>On-screen Show (4:3)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Symbol</vt:lpstr>
      <vt:lpstr>Tw Cen MT Condensed</vt:lpstr>
      <vt:lpstr>8_Blank</vt:lpstr>
      <vt:lpstr>Time Sync Types</vt:lpstr>
      <vt:lpstr>Sender – Receiver Synch Time Sync Protocol for Sensor Networks (TPSN)</vt:lpstr>
      <vt:lpstr>TPSN – Level discovery</vt:lpstr>
      <vt:lpstr>TPSN - Sync</vt:lpstr>
      <vt:lpstr>TPSN – Sync</vt:lpstr>
      <vt:lpstr>TPSN - Sync</vt:lpstr>
      <vt:lpstr>TPSN - Issues</vt:lpstr>
      <vt:lpstr>TPSN - Inaccuracies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WILP Transformation  Work Stream  Update in WSLM 14: MAY 27, 2015</dc:title>
  <dc:creator>Clarance Suman Vissakodeti</dc:creator>
  <cp:lastModifiedBy>Abid AK</cp:lastModifiedBy>
  <cp:revision>40</cp:revision>
  <dcterms:modified xsi:type="dcterms:W3CDTF">2025-04-17T12:00:10Z</dcterms:modified>
</cp:coreProperties>
</file>