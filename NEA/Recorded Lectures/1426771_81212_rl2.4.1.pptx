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8"/>
  </p:notesMasterIdLst>
  <p:handoutMasterIdLst>
    <p:handoutMasterId r:id="rId9"/>
  </p:handoutMasterIdLst>
  <p:sldIdLst>
    <p:sldId id="256" r:id="rId2"/>
    <p:sldId id="283" r:id="rId3"/>
    <p:sldId id="288" r:id="rId4"/>
    <p:sldId id="289" r:id="rId5"/>
    <p:sldId id="290" r:id="rId6"/>
    <p:sldId id="291" r:id="rId7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45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05-09-2017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72050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Shape 242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Shape 189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" y="17"/>
            <a:ext cx="9142380" cy="68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Shape 190"/>
          <p:cNvSpPr/>
          <p:nvPr/>
        </p:nvSpPr>
        <p:spPr>
          <a:xfrm>
            <a:off x="0" y="4253985"/>
            <a:ext cx="9144000" cy="26281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3125" tIns="46550" rIns="93125" bIns="46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Shape 191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764470" y="15"/>
            <a:ext cx="2237873" cy="7067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Shape 195"/>
          <p:cNvGrpSpPr/>
          <p:nvPr/>
        </p:nvGrpSpPr>
        <p:grpSpPr>
          <a:xfrm>
            <a:off x="6778635" y="691752"/>
            <a:ext cx="2254818" cy="699729"/>
            <a:chOff x="76200" y="2209800"/>
            <a:chExt cx="2209799" cy="685799"/>
          </a:xfrm>
        </p:grpSpPr>
        <p:sp>
          <p:nvSpPr>
            <p:cNvPr id="196" name="Shape 196"/>
            <p:cNvSpPr txBox="1"/>
            <p:nvPr/>
          </p:nvSpPr>
          <p:spPr>
            <a:xfrm>
              <a:off x="76200" y="2209800"/>
              <a:ext cx="2209799" cy="55399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BITS</a:t>
              </a:r>
              <a:r>
                <a:rPr lang="en-US" sz="30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Pilani</a:t>
              </a:r>
            </a:p>
          </p:txBody>
        </p:sp>
        <p:sp>
          <p:nvSpPr>
            <p:cNvPr id="197" name="Shape 197"/>
            <p:cNvSpPr txBox="1"/>
            <p:nvPr/>
          </p:nvSpPr>
          <p:spPr>
            <a:xfrm>
              <a:off x="228600" y="2664767"/>
              <a:ext cx="19049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9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Pilani | Dubai | Goa | Hyderabad</a:t>
              </a:r>
            </a:p>
          </p:txBody>
        </p:sp>
      </p:grpSp>
      <p:sp>
        <p:nvSpPr>
          <p:cNvPr id="198" name="Shape 198"/>
          <p:cNvSpPr txBox="1">
            <a:spLocks noGrp="1"/>
          </p:cNvSpPr>
          <p:nvPr>
            <p:ph type="ctrTitle"/>
          </p:nvPr>
        </p:nvSpPr>
        <p:spPr>
          <a:xfrm>
            <a:off x="320728" y="5237530"/>
            <a:ext cx="6199129" cy="105110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" y="6814184"/>
            <a:ext cx="9144000" cy="72389"/>
            <a:chOff x="1998227" y="6500996"/>
            <a:chExt cx="7153215" cy="46648"/>
          </a:xfrm>
        </p:grpSpPr>
        <p:sp>
          <p:nvSpPr>
            <p:cNvPr id="14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Shape 198"/>
          <p:cNvSpPr txBox="1">
            <a:spLocks/>
          </p:cNvSpPr>
          <p:nvPr userDrawn="1"/>
        </p:nvSpPr>
        <p:spPr>
          <a:xfrm>
            <a:off x="320728" y="4374693"/>
            <a:ext cx="6199129" cy="8583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5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ctrTitle"/>
          </p:nvPr>
        </p:nvSpPr>
        <p:spPr>
          <a:xfrm>
            <a:off x="273103" y="4570780"/>
            <a:ext cx="7305708" cy="1434604"/>
          </a:xfrm>
          <a:prstGeom prst="rect">
            <a:avLst/>
          </a:prstGeom>
          <a:noFill/>
          <a:ln>
            <a:noFill/>
          </a:ln>
        </p:spPr>
        <p:txBody>
          <a:bodyPr lIns="91400" tIns="45700" rIns="91400" bIns="45700" anchor="ctr" anchorCtr="0">
            <a:noAutofit/>
          </a:bodyPr>
          <a:lstStyle/>
          <a:p>
            <a:pPr marL="0" marR="0" lvl="0" indent="0" rtl="0">
              <a:lnSpc>
                <a:spcPct val="111111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4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Wireless Sensor Network – Time Sync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Time Sync 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04801" y="2434150"/>
            <a:ext cx="7883610" cy="17875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All nodes in the network have a common view of time</a:t>
            </a:r>
          </a:p>
        </p:txBody>
      </p:sp>
    </p:spTree>
    <p:extLst>
      <p:ext uri="{BB962C8B-B14F-4D97-AF65-F5344CB8AC3E}">
        <p14:creationId xmlns:p14="http://schemas.microsoft.com/office/powerpoint/2010/main" val="233602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Why Time Sync  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500446" y="1196428"/>
            <a:ext cx="7883610" cy="55707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Target Tracking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Speed estimation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Event Detection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Voice &amp; Video Sync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MAC-TDMA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Clocks with crystal instability tend to drift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68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Reasons for drift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607538" y="1243914"/>
            <a:ext cx="7883610" cy="470895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>
              <a:lnSpc>
                <a:spcPct val="150000"/>
              </a:lnSpc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Temperature – few ppm in  PC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Frequency noise (10</a:t>
            </a:r>
            <a:r>
              <a:rPr lang="en-IN" sz="2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-4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- 10</a:t>
            </a:r>
            <a:r>
              <a:rPr lang="en-IN" sz="2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-6 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Clock Glitches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Phase Noise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Asymmetric Delay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36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2D29DF-34EC-4795-AFAA-A254EAEEC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015918"/>
              </p:ext>
            </p:extLst>
          </p:nvPr>
        </p:nvGraphicFramePr>
        <p:xfrm>
          <a:off x="1219200" y="228601"/>
          <a:ext cx="533400" cy="548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14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358B90-3816-46F3-BB44-75B42460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756304"/>
              </p:ext>
            </p:extLst>
          </p:nvPr>
        </p:nvGraphicFramePr>
        <p:xfrm>
          <a:off x="1828800" y="5654676"/>
          <a:ext cx="6705594" cy="365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641" marB="4564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11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13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</a:rPr>
                        <a:t>14</a:t>
                      </a:r>
                    </a:p>
                  </a:txBody>
                  <a:tcPr marT="45641" marB="45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27B91B-3D0B-4168-93E7-9230648BE17F}"/>
              </a:ext>
            </a:extLst>
          </p:cNvPr>
          <p:cNvCxnSpPr/>
          <p:nvPr/>
        </p:nvCxnSpPr>
        <p:spPr>
          <a:xfrm rot="5400000" flipH="1" flipV="1">
            <a:off x="-954087" y="2933701"/>
            <a:ext cx="5411788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60567B-D249-4CB9-B00E-7A98B3F080C1}"/>
              </a:ext>
            </a:extLst>
          </p:cNvPr>
          <p:cNvCxnSpPr/>
          <p:nvPr/>
        </p:nvCxnSpPr>
        <p:spPr>
          <a:xfrm>
            <a:off x="1752600" y="5654676"/>
            <a:ext cx="7239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8346CF1-38D3-4885-A34C-8AAD124CA17D}"/>
              </a:ext>
            </a:extLst>
          </p:cNvPr>
          <p:cNvSpPr/>
          <p:nvPr/>
        </p:nvSpPr>
        <p:spPr>
          <a:xfrm>
            <a:off x="1752600" y="2971801"/>
            <a:ext cx="3429000" cy="2667000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E7BD24-3638-479E-AC99-136F8A1C5ADD}"/>
              </a:ext>
            </a:extLst>
          </p:cNvPr>
          <p:cNvCxnSpPr/>
          <p:nvPr/>
        </p:nvCxnSpPr>
        <p:spPr>
          <a:xfrm flipV="1">
            <a:off x="1752600" y="2209801"/>
            <a:ext cx="4343400" cy="342900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9F6F38-BE82-43FA-B0E5-DC5401FF0304}"/>
              </a:ext>
            </a:extLst>
          </p:cNvPr>
          <p:cNvCxnSpPr>
            <a:cxnSpLocks/>
          </p:cNvCxnSpPr>
          <p:nvPr/>
        </p:nvCxnSpPr>
        <p:spPr>
          <a:xfrm flipV="1">
            <a:off x="1752600" y="1664043"/>
            <a:ext cx="4195119" cy="3974758"/>
          </a:xfrm>
          <a:prstGeom prst="straightConnector1">
            <a:avLst/>
          </a:prstGeom>
          <a:ln w="38100">
            <a:solidFill>
              <a:srgbClr val="CC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D5E8CF-6FC6-4623-BC80-56DD6CC18689}"/>
              </a:ext>
            </a:extLst>
          </p:cNvPr>
          <p:cNvCxnSpPr>
            <a:cxnSpLocks/>
          </p:cNvCxnSpPr>
          <p:nvPr/>
        </p:nvCxnSpPr>
        <p:spPr>
          <a:xfrm flipV="1">
            <a:off x="1751012" y="2529017"/>
            <a:ext cx="5226437" cy="310978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2FC20-0AD8-4DB4-ACEB-1443E4208278}"/>
              </a:ext>
            </a:extLst>
          </p:cNvPr>
          <p:cNvCxnSpPr>
            <a:cxnSpLocks/>
          </p:cNvCxnSpPr>
          <p:nvPr/>
        </p:nvCxnSpPr>
        <p:spPr>
          <a:xfrm flipV="1">
            <a:off x="3746072" y="3746634"/>
            <a:ext cx="0" cy="19683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B791FB-A315-4723-9E60-211A9506E2AD}"/>
              </a:ext>
            </a:extLst>
          </p:cNvPr>
          <p:cNvCxnSpPr/>
          <p:nvPr/>
        </p:nvCxnSpPr>
        <p:spPr>
          <a:xfrm flipH="1">
            <a:off x="1751013" y="3748218"/>
            <a:ext cx="2057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51D110-0945-4AEA-8E58-F92B0B56045F}"/>
              </a:ext>
            </a:extLst>
          </p:cNvPr>
          <p:cNvCxnSpPr>
            <a:cxnSpLocks/>
          </p:cNvCxnSpPr>
          <p:nvPr/>
        </p:nvCxnSpPr>
        <p:spPr>
          <a:xfrm flipH="1" flipV="1">
            <a:off x="5637213" y="3364836"/>
            <a:ext cx="1" cy="2275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4993BB-05A1-46C7-A5AC-F77723940720}"/>
              </a:ext>
            </a:extLst>
          </p:cNvPr>
          <p:cNvCxnSpPr/>
          <p:nvPr/>
        </p:nvCxnSpPr>
        <p:spPr>
          <a:xfrm rot="10800000">
            <a:off x="1751013" y="3364836"/>
            <a:ext cx="3886200" cy="158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CFA6B7B-F033-4138-928D-92A0A73FD9E0}"/>
              </a:ext>
            </a:extLst>
          </p:cNvPr>
          <p:cNvSpPr/>
          <p:nvPr/>
        </p:nvSpPr>
        <p:spPr>
          <a:xfrm>
            <a:off x="1619205" y="3644130"/>
            <a:ext cx="263611" cy="2306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DBA8248-0C8E-488D-9716-8167AAD0BCEB}"/>
              </a:ext>
            </a:extLst>
          </p:cNvPr>
          <p:cNvSpPr/>
          <p:nvPr/>
        </p:nvSpPr>
        <p:spPr>
          <a:xfrm>
            <a:off x="3614266" y="5524266"/>
            <a:ext cx="263611" cy="23065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D5E5F4-1DBC-45C8-A922-E2CF122C94A9}"/>
              </a:ext>
            </a:extLst>
          </p:cNvPr>
          <p:cNvSpPr/>
          <p:nvPr/>
        </p:nvSpPr>
        <p:spPr>
          <a:xfrm>
            <a:off x="1619204" y="3242622"/>
            <a:ext cx="263611" cy="2306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A1B8601-4E90-4612-B01F-14703223B407}"/>
              </a:ext>
            </a:extLst>
          </p:cNvPr>
          <p:cNvSpPr/>
          <p:nvPr/>
        </p:nvSpPr>
        <p:spPr>
          <a:xfrm>
            <a:off x="5505407" y="5531944"/>
            <a:ext cx="263611" cy="23065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F185D4-CD65-4203-9FBA-DC39019DD171}"/>
              </a:ext>
            </a:extLst>
          </p:cNvPr>
          <p:cNvSpPr txBox="1"/>
          <p:nvPr/>
        </p:nvSpPr>
        <p:spPr>
          <a:xfrm>
            <a:off x="2219711" y="1060688"/>
            <a:ext cx="428903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Actual Interval – 4 units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5FBBED-359E-4F3C-BD7F-B8B3B04C179C}"/>
              </a:ext>
            </a:extLst>
          </p:cNvPr>
          <p:cNvSpPr txBox="1"/>
          <p:nvPr/>
        </p:nvSpPr>
        <p:spPr>
          <a:xfrm>
            <a:off x="2256997" y="457332"/>
            <a:ext cx="428903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Detected Interval – 1 units</a:t>
            </a:r>
          </a:p>
        </p:txBody>
      </p:sp>
    </p:spTree>
    <p:extLst>
      <p:ext uri="{BB962C8B-B14F-4D97-AF65-F5344CB8AC3E}">
        <p14:creationId xmlns:p14="http://schemas.microsoft.com/office/powerpoint/2010/main" val="82795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247135"/>
            <a:ext cx="6831230" cy="1392195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Time Sync Protocol - Requirements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582824" y="943232"/>
            <a:ext cx="7883610" cy="535528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>
              <a:lnSpc>
                <a:spcPct val="150000"/>
              </a:lnSpc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Robust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Energy Aware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Server-Less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Light Weight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Tunable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Immediacy</a:t>
            </a:r>
          </a:p>
        </p:txBody>
      </p:sp>
    </p:spTree>
    <p:extLst>
      <p:ext uri="{BB962C8B-B14F-4D97-AF65-F5344CB8AC3E}">
        <p14:creationId xmlns:p14="http://schemas.microsoft.com/office/powerpoint/2010/main" val="261821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</TotalTime>
  <Words>119</Words>
  <Application>Microsoft Office PowerPoint</Application>
  <PresentationFormat>On-screen Show (4:3)</PresentationFormat>
  <Paragraphs>58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8_Blank</vt:lpstr>
      <vt:lpstr>Wireless Sensor Network – Time Sync </vt:lpstr>
      <vt:lpstr>Time Sync ??</vt:lpstr>
      <vt:lpstr>Why Time Sync  ??</vt:lpstr>
      <vt:lpstr>Reasons for drift </vt:lpstr>
      <vt:lpstr>PowerPoint Presentation</vt:lpstr>
      <vt:lpstr>Time Sync Protocol - Requirements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Anupama KR</cp:lastModifiedBy>
  <cp:revision>31</cp:revision>
  <dcterms:modified xsi:type="dcterms:W3CDTF">2017-09-05T06:17:41Z</dcterms:modified>
</cp:coreProperties>
</file>