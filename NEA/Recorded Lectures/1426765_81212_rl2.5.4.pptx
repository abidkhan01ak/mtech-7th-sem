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3"/>
  </p:notesMasterIdLst>
  <p:handoutMasterIdLst>
    <p:handoutMasterId r:id="rId14"/>
  </p:handoutMasterIdLst>
  <p:sldIdLst>
    <p:sldId id="293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298" r:id="rId11"/>
    <p:sldId id="308" r:id="rId12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4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49192" y="14474"/>
            <a:ext cx="7494376" cy="12269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Received Signal Strength (RSSI)</a:t>
            </a:r>
          </a:p>
        </p:txBody>
      </p:sp>
      <p:pic>
        <p:nvPicPr>
          <p:cNvPr id="5" name="Graphic 4" descr="Wi-Fi">
            <a:extLst>
              <a:ext uri="{FF2B5EF4-FFF2-40B4-BE49-F238E27FC236}">
                <a16:creationId xmlns:a16="http://schemas.microsoft.com/office/drawing/2014/main" id="{ABB073B8-6824-4844-BB72-3CE6A169E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47814" y="1035907"/>
            <a:ext cx="2887363" cy="288736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1B9EA-5B5B-4D16-B2AF-07417DBB937D}"/>
              </a:ext>
            </a:extLst>
          </p:cNvPr>
          <p:cNvCxnSpPr/>
          <p:nvPr/>
        </p:nvCxnSpPr>
        <p:spPr>
          <a:xfrm>
            <a:off x="1070919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86A135-EA38-46E0-9BDD-4F0D0475D497}"/>
              </a:ext>
            </a:extLst>
          </p:cNvPr>
          <p:cNvCxnSpPr/>
          <p:nvPr/>
        </p:nvCxnSpPr>
        <p:spPr>
          <a:xfrm>
            <a:off x="6001265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E5B87A-B7CE-4D26-956C-BBAEBED70362}"/>
              </a:ext>
            </a:extLst>
          </p:cNvPr>
          <p:cNvSpPr txBox="1"/>
          <p:nvPr/>
        </p:nvSpPr>
        <p:spPr>
          <a:xfrm>
            <a:off x="823783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C4D104-1EA7-403D-94E9-F5310A8A7856}"/>
              </a:ext>
            </a:extLst>
          </p:cNvPr>
          <p:cNvSpPr txBox="1"/>
          <p:nvPr/>
        </p:nvSpPr>
        <p:spPr>
          <a:xfrm>
            <a:off x="5836507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4F3B6-E059-4E8B-BC89-5833C76B1DA4}"/>
              </a:ext>
            </a:extLst>
          </p:cNvPr>
          <p:cNvSpPr txBox="1"/>
          <p:nvPr/>
        </p:nvSpPr>
        <p:spPr>
          <a:xfrm>
            <a:off x="652848" y="4712043"/>
            <a:ext cx="2205682" cy="157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u="sng" dirty="0">
              <a:solidFill>
                <a:srgbClr val="FF0000"/>
              </a:solidFill>
              <a:latin typeface="Constanti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0000"/>
              </a:solidFill>
              <a:latin typeface="Constanti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onstantia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onstantia"/>
              </a:rPr>
              <a:t>RX	</a:t>
            </a:r>
            <a:r>
              <a:rPr lang="en-US" sz="2400" dirty="0">
                <a:solidFill>
                  <a:srgbClr val="FF0000"/>
                </a:solidFill>
                <a:latin typeface="Constantia"/>
              </a:rPr>
              <a:t> = 	</a:t>
            </a:r>
            <a:endParaRPr lang="en-US" sz="2400" baseline="30000" dirty="0">
              <a:solidFill>
                <a:srgbClr val="FF0000"/>
              </a:solidFill>
              <a:latin typeface="Constantia"/>
              <a:sym typeface="Symbo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onstantia"/>
                <a:sym typeface="Symbol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onstantia"/>
                <a:sym typeface="Symbol"/>
              </a:rPr>
              <a:t>TX  </a:t>
            </a:r>
            <a:r>
              <a:rPr lang="en-US" sz="2400" dirty="0">
                <a:solidFill>
                  <a:srgbClr val="FF0000"/>
                </a:solidFill>
                <a:latin typeface="Constantia"/>
              </a:rPr>
              <a:t>       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1FC70B-903F-4251-8439-63AE1F49D327}"/>
              </a:ext>
            </a:extLst>
          </p:cNvPr>
          <p:cNvCxnSpPr/>
          <p:nvPr/>
        </p:nvCxnSpPr>
        <p:spPr>
          <a:xfrm>
            <a:off x="1235676" y="5898293"/>
            <a:ext cx="3871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72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49192" y="14474"/>
            <a:ext cx="7494376" cy="12269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Received Signal Strength (RSSI)</a:t>
            </a:r>
          </a:p>
        </p:txBody>
      </p:sp>
      <p:pic>
        <p:nvPicPr>
          <p:cNvPr id="5" name="Graphic 4" descr="Wi-Fi">
            <a:extLst>
              <a:ext uri="{FF2B5EF4-FFF2-40B4-BE49-F238E27FC236}">
                <a16:creationId xmlns:a16="http://schemas.microsoft.com/office/drawing/2014/main" id="{ABB073B8-6824-4844-BB72-3CE6A169E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47814" y="1035907"/>
            <a:ext cx="2887363" cy="288736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1B9EA-5B5B-4D16-B2AF-07417DBB937D}"/>
              </a:ext>
            </a:extLst>
          </p:cNvPr>
          <p:cNvCxnSpPr/>
          <p:nvPr/>
        </p:nvCxnSpPr>
        <p:spPr>
          <a:xfrm>
            <a:off x="1070919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86A135-EA38-46E0-9BDD-4F0D0475D497}"/>
              </a:ext>
            </a:extLst>
          </p:cNvPr>
          <p:cNvCxnSpPr/>
          <p:nvPr/>
        </p:nvCxnSpPr>
        <p:spPr>
          <a:xfrm>
            <a:off x="6001265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E5B87A-B7CE-4D26-956C-BBAEBED70362}"/>
              </a:ext>
            </a:extLst>
          </p:cNvPr>
          <p:cNvSpPr txBox="1"/>
          <p:nvPr/>
        </p:nvSpPr>
        <p:spPr>
          <a:xfrm>
            <a:off x="823783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C4D104-1EA7-403D-94E9-F5310A8A7856}"/>
              </a:ext>
            </a:extLst>
          </p:cNvPr>
          <p:cNvSpPr txBox="1"/>
          <p:nvPr/>
        </p:nvSpPr>
        <p:spPr>
          <a:xfrm>
            <a:off x="5836507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4F3B6-E059-4E8B-BC89-5833C76B1DA4}"/>
              </a:ext>
            </a:extLst>
          </p:cNvPr>
          <p:cNvSpPr txBox="1"/>
          <p:nvPr/>
        </p:nvSpPr>
        <p:spPr>
          <a:xfrm>
            <a:off x="652848" y="4712043"/>
            <a:ext cx="2205682" cy="157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	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	</a:t>
            </a:r>
            <a:endParaRPr lang="en-US" sz="2400" baseline="30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Symbo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TX 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1FC70B-903F-4251-8439-63AE1F49D327}"/>
              </a:ext>
            </a:extLst>
          </p:cNvPr>
          <p:cNvCxnSpPr/>
          <p:nvPr/>
        </p:nvCxnSpPr>
        <p:spPr>
          <a:xfrm>
            <a:off x="1153298" y="5898293"/>
            <a:ext cx="3871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CC938F-6BDF-426F-98D2-66D7043364AF}"/>
              </a:ext>
            </a:extLst>
          </p:cNvPr>
          <p:cNvSpPr txBox="1"/>
          <p:nvPr/>
        </p:nvSpPr>
        <p:spPr>
          <a:xfrm>
            <a:off x="1474573" y="3820324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59B7A-8EB5-4724-8FB7-543938BC7C57}"/>
              </a:ext>
            </a:extLst>
          </p:cNvPr>
          <p:cNvSpPr txBox="1"/>
          <p:nvPr/>
        </p:nvSpPr>
        <p:spPr>
          <a:xfrm>
            <a:off x="5185717" y="3751319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AF285-2B13-45D2-A719-C51327810058}"/>
              </a:ext>
            </a:extLst>
          </p:cNvPr>
          <p:cNvSpPr txBox="1"/>
          <p:nvPr/>
        </p:nvSpPr>
        <p:spPr>
          <a:xfrm>
            <a:off x="3385748" y="3178943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811EA-3C95-4AD2-B96A-8E67355B9246}"/>
              </a:ext>
            </a:extLst>
          </p:cNvPr>
          <p:cNvSpPr txBox="1"/>
          <p:nvPr/>
        </p:nvSpPr>
        <p:spPr>
          <a:xfrm>
            <a:off x="2702009" y="1753222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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0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C6559-3296-40ED-9F58-135471FD8BE5}"/>
              </a:ext>
            </a:extLst>
          </p:cNvPr>
          <p:cNvSpPr txBox="1"/>
          <p:nvPr/>
        </p:nvSpPr>
        <p:spPr>
          <a:xfrm>
            <a:off x="3136556" y="4125869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d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90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49192" y="14474"/>
            <a:ext cx="7494376" cy="12269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Received Signal Strength (RSSI)</a:t>
            </a:r>
          </a:p>
        </p:txBody>
      </p:sp>
      <p:pic>
        <p:nvPicPr>
          <p:cNvPr id="5" name="Graphic 4" descr="Wi-Fi">
            <a:extLst>
              <a:ext uri="{FF2B5EF4-FFF2-40B4-BE49-F238E27FC236}">
                <a16:creationId xmlns:a16="http://schemas.microsoft.com/office/drawing/2014/main" id="{ABB073B8-6824-4844-BB72-3CE6A169E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47814" y="1035907"/>
            <a:ext cx="2887363" cy="288736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1B9EA-5B5B-4D16-B2AF-07417DBB937D}"/>
              </a:ext>
            </a:extLst>
          </p:cNvPr>
          <p:cNvCxnSpPr/>
          <p:nvPr/>
        </p:nvCxnSpPr>
        <p:spPr>
          <a:xfrm>
            <a:off x="1070919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86A135-EA38-46E0-9BDD-4F0D0475D497}"/>
              </a:ext>
            </a:extLst>
          </p:cNvPr>
          <p:cNvCxnSpPr/>
          <p:nvPr/>
        </p:nvCxnSpPr>
        <p:spPr>
          <a:xfrm>
            <a:off x="6001265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E5B87A-B7CE-4D26-956C-BBAEBED70362}"/>
              </a:ext>
            </a:extLst>
          </p:cNvPr>
          <p:cNvSpPr txBox="1"/>
          <p:nvPr/>
        </p:nvSpPr>
        <p:spPr>
          <a:xfrm>
            <a:off x="823783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C4D104-1EA7-403D-94E9-F5310A8A7856}"/>
              </a:ext>
            </a:extLst>
          </p:cNvPr>
          <p:cNvSpPr txBox="1"/>
          <p:nvPr/>
        </p:nvSpPr>
        <p:spPr>
          <a:xfrm>
            <a:off x="5836507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4F3B6-E059-4E8B-BC89-5833C76B1DA4}"/>
              </a:ext>
            </a:extLst>
          </p:cNvPr>
          <p:cNvSpPr txBox="1"/>
          <p:nvPr/>
        </p:nvSpPr>
        <p:spPr>
          <a:xfrm>
            <a:off x="652848" y="4712043"/>
            <a:ext cx="2205682" cy="157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	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	</a:t>
            </a:r>
            <a:endParaRPr lang="en-US" sz="2400" baseline="30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Symbo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TX 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1FC70B-903F-4251-8439-63AE1F49D327}"/>
              </a:ext>
            </a:extLst>
          </p:cNvPr>
          <p:cNvCxnSpPr/>
          <p:nvPr/>
        </p:nvCxnSpPr>
        <p:spPr>
          <a:xfrm>
            <a:off x="1153298" y="5898293"/>
            <a:ext cx="3871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CC938F-6BDF-426F-98D2-66D7043364AF}"/>
              </a:ext>
            </a:extLst>
          </p:cNvPr>
          <p:cNvSpPr txBox="1"/>
          <p:nvPr/>
        </p:nvSpPr>
        <p:spPr>
          <a:xfrm>
            <a:off x="2125362" y="5393437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59B7A-8EB5-4724-8FB7-543938BC7C57}"/>
              </a:ext>
            </a:extLst>
          </p:cNvPr>
          <p:cNvSpPr txBox="1"/>
          <p:nvPr/>
        </p:nvSpPr>
        <p:spPr>
          <a:xfrm>
            <a:off x="5185717" y="3751319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AF285-2B13-45D2-A719-C51327810058}"/>
              </a:ext>
            </a:extLst>
          </p:cNvPr>
          <p:cNvSpPr txBox="1"/>
          <p:nvPr/>
        </p:nvSpPr>
        <p:spPr>
          <a:xfrm>
            <a:off x="3385748" y="3178943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811EA-3C95-4AD2-B96A-8E67355B9246}"/>
              </a:ext>
            </a:extLst>
          </p:cNvPr>
          <p:cNvSpPr txBox="1"/>
          <p:nvPr/>
        </p:nvSpPr>
        <p:spPr>
          <a:xfrm>
            <a:off x="2702009" y="1753222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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0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C6559-3296-40ED-9F58-135471FD8BE5}"/>
              </a:ext>
            </a:extLst>
          </p:cNvPr>
          <p:cNvSpPr txBox="1"/>
          <p:nvPr/>
        </p:nvSpPr>
        <p:spPr>
          <a:xfrm>
            <a:off x="3136556" y="4125869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d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276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49192" y="14474"/>
            <a:ext cx="7494376" cy="12269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Received Signal Strength (RSSI)</a:t>
            </a:r>
          </a:p>
        </p:txBody>
      </p:sp>
      <p:pic>
        <p:nvPicPr>
          <p:cNvPr id="5" name="Graphic 4" descr="Wi-Fi">
            <a:extLst>
              <a:ext uri="{FF2B5EF4-FFF2-40B4-BE49-F238E27FC236}">
                <a16:creationId xmlns:a16="http://schemas.microsoft.com/office/drawing/2014/main" id="{ABB073B8-6824-4844-BB72-3CE6A169E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47814" y="1035907"/>
            <a:ext cx="2887363" cy="288736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1B9EA-5B5B-4D16-B2AF-07417DBB937D}"/>
              </a:ext>
            </a:extLst>
          </p:cNvPr>
          <p:cNvCxnSpPr/>
          <p:nvPr/>
        </p:nvCxnSpPr>
        <p:spPr>
          <a:xfrm>
            <a:off x="1070919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86A135-EA38-46E0-9BDD-4F0D0475D497}"/>
              </a:ext>
            </a:extLst>
          </p:cNvPr>
          <p:cNvCxnSpPr/>
          <p:nvPr/>
        </p:nvCxnSpPr>
        <p:spPr>
          <a:xfrm>
            <a:off x="6001265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E5B87A-B7CE-4D26-956C-BBAEBED70362}"/>
              </a:ext>
            </a:extLst>
          </p:cNvPr>
          <p:cNvSpPr txBox="1"/>
          <p:nvPr/>
        </p:nvSpPr>
        <p:spPr>
          <a:xfrm>
            <a:off x="823783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C4D104-1EA7-403D-94E9-F5310A8A7856}"/>
              </a:ext>
            </a:extLst>
          </p:cNvPr>
          <p:cNvSpPr txBox="1"/>
          <p:nvPr/>
        </p:nvSpPr>
        <p:spPr>
          <a:xfrm>
            <a:off x="5836507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4F3B6-E059-4E8B-BC89-5833C76B1DA4}"/>
              </a:ext>
            </a:extLst>
          </p:cNvPr>
          <p:cNvSpPr txBox="1"/>
          <p:nvPr/>
        </p:nvSpPr>
        <p:spPr>
          <a:xfrm>
            <a:off x="652848" y="4712043"/>
            <a:ext cx="2205682" cy="157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	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	</a:t>
            </a:r>
            <a:endParaRPr lang="en-US" sz="2400" baseline="30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Symbo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TX 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1FC70B-903F-4251-8439-63AE1F49D327}"/>
              </a:ext>
            </a:extLst>
          </p:cNvPr>
          <p:cNvCxnSpPr/>
          <p:nvPr/>
        </p:nvCxnSpPr>
        <p:spPr>
          <a:xfrm>
            <a:off x="1153298" y="5898293"/>
            <a:ext cx="3871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CC938F-6BDF-426F-98D2-66D7043364AF}"/>
              </a:ext>
            </a:extLst>
          </p:cNvPr>
          <p:cNvSpPr txBox="1"/>
          <p:nvPr/>
        </p:nvSpPr>
        <p:spPr>
          <a:xfrm>
            <a:off x="2125362" y="5393437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59B7A-8EB5-4724-8FB7-543938BC7C57}"/>
              </a:ext>
            </a:extLst>
          </p:cNvPr>
          <p:cNvSpPr txBox="1"/>
          <p:nvPr/>
        </p:nvSpPr>
        <p:spPr>
          <a:xfrm>
            <a:off x="2652580" y="5393437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AF285-2B13-45D2-A719-C51327810058}"/>
              </a:ext>
            </a:extLst>
          </p:cNvPr>
          <p:cNvSpPr txBox="1"/>
          <p:nvPr/>
        </p:nvSpPr>
        <p:spPr>
          <a:xfrm>
            <a:off x="3385748" y="3178943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811EA-3C95-4AD2-B96A-8E67355B9246}"/>
              </a:ext>
            </a:extLst>
          </p:cNvPr>
          <p:cNvSpPr txBox="1"/>
          <p:nvPr/>
        </p:nvSpPr>
        <p:spPr>
          <a:xfrm>
            <a:off x="2702009" y="1753222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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0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C6559-3296-40ED-9F58-135471FD8BE5}"/>
              </a:ext>
            </a:extLst>
          </p:cNvPr>
          <p:cNvSpPr txBox="1"/>
          <p:nvPr/>
        </p:nvSpPr>
        <p:spPr>
          <a:xfrm>
            <a:off x="3136556" y="4125869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d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352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49192" y="14474"/>
            <a:ext cx="7494376" cy="12269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Received Signal Strength (RSSI)</a:t>
            </a:r>
          </a:p>
        </p:txBody>
      </p:sp>
      <p:pic>
        <p:nvPicPr>
          <p:cNvPr id="5" name="Graphic 4" descr="Wi-Fi">
            <a:extLst>
              <a:ext uri="{FF2B5EF4-FFF2-40B4-BE49-F238E27FC236}">
                <a16:creationId xmlns:a16="http://schemas.microsoft.com/office/drawing/2014/main" id="{ABB073B8-6824-4844-BB72-3CE6A169E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47814" y="1035907"/>
            <a:ext cx="2887363" cy="288736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1B9EA-5B5B-4D16-B2AF-07417DBB937D}"/>
              </a:ext>
            </a:extLst>
          </p:cNvPr>
          <p:cNvCxnSpPr/>
          <p:nvPr/>
        </p:nvCxnSpPr>
        <p:spPr>
          <a:xfrm>
            <a:off x="1070919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86A135-EA38-46E0-9BDD-4F0D0475D497}"/>
              </a:ext>
            </a:extLst>
          </p:cNvPr>
          <p:cNvCxnSpPr/>
          <p:nvPr/>
        </p:nvCxnSpPr>
        <p:spPr>
          <a:xfrm>
            <a:off x="6001265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E5B87A-B7CE-4D26-956C-BBAEBED70362}"/>
              </a:ext>
            </a:extLst>
          </p:cNvPr>
          <p:cNvSpPr txBox="1"/>
          <p:nvPr/>
        </p:nvSpPr>
        <p:spPr>
          <a:xfrm>
            <a:off x="823783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C4D104-1EA7-403D-94E9-F5310A8A7856}"/>
              </a:ext>
            </a:extLst>
          </p:cNvPr>
          <p:cNvSpPr txBox="1"/>
          <p:nvPr/>
        </p:nvSpPr>
        <p:spPr>
          <a:xfrm>
            <a:off x="5836507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4F3B6-E059-4E8B-BC89-5833C76B1DA4}"/>
              </a:ext>
            </a:extLst>
          </p:cNvPr>
          <p:cNvSpPr txBox="1"/>
          <p:nvPr/>
        </p:nvSpPr>
        <p:spPr>
          <a:xfrm>
            <a:off x="652848" y="4712043"/>
            <a:ext cx="2205682" cy="157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	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	</a:t>
            </a:r>
            <a:endParaRPr lang="en-US" sz="2400" baseline="30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Symbo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TX 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1FC70B-903F-4251-8439-63AE1F49D327}"/>
              </a:ext>
            </a:extLst>
          </p:cNvPr>
          <p:cNvCxnSpPr/>
          <p:nvPr/>
        </p:nvCxnSpPr>
        <p:spPr>
          <a:xfrm>
            <a:off x="1153298" y="5898293"/>
            <a:ext cx="3871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CC938F-6BDF-426F-98D2-66D7043364AF}"/>
              </a:ext>
            </a:extLst>
          </p:cNvPr>
          <p:cNvSpPr txBox="1"/>
          <p:nvPr/>
        </p:nvSpPr>
        <p:spPr>
          <a:xfrm>
            <a:off x="2125362" y="5393437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59B7A-8EB5-4724-8FB7-543938BC7C57}"/>
              </a:ext>
            </a:extLst>
          </p:cNvPr>
          <p:cNvSpPr txBox="1"/>
          <p:nvPr/>
        </p:nvSpPr>
        <p:spPr>
          <a:xfrm>
            <a:off x="2652580" y="5393437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AF285-2B13-45D2-A719-C51327810058}"/>
              </a:ext>
            </a:extLst>
          </p:cNvPr>
          <p:cNvSpPr txBox="1"/>
          <p:nvPr/>
        </p:nvSpPr>
        <p:spPr>
          <a:xfrm>
            <a:off x="2491946" y="5898293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811EA-3C95-4AD2-B96A-8E67355B9246}"/>
              </a:ext>
            </a:extLst>
          </p:cNvPr>
          <p:cNvSpPr txBox="1"/>
          <p:nvPr/>
        </p:nvSpPr>
        <p:spPr>
          <a:xfrm>
            <a:off x="2702009" y="1753222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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0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C6559-3296-40ED-9F58-135471FD8BE5}"/>
              </a:ext>
            </a:extLst>
          </p:cNvPr>
          <p:cNvSpPr txBox="1"/>
          <p:nvPr/>
        </p:nvSpPr>
        <p:spPr>
          <a:xfrm>
            <a:off x="3136556" y="4125869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d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7D0C79-ED16-4705-94F5-B98674A465CB}"/>
              </a:ext>
            </a:extLst>
          </p:cNvPr>
          <p:cNvCxnSpPr>
            <a:cxnSpLocks/>
          </p:cNvCxnSpPr>
          <p:nvPr/>
        </p:nvCxnSpPr>
        <p:spPr>
          <a:xfrm>
            <a:off x="2298357" y="5943287"/>
            <a:ext cx="838199" cy="41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198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49192" y="14474"/>
            <a:ext cx="7494376" cy="12269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Received Signal Strength (RSSI)</a:t>
            </a:r>
          </a:p>
        </p:txBody>
      </p:sp>
      <p:pic>
        <p:nvPicPr>
          <p:cNvPr id="5" name="Graphic 4" descr="Wi-Fi">
            <a:extLst>
              <a:ext uri="{FF2B5EF4-FFF2-40B4-BE49-F238E27FC236}">
                <a16:creationId xmlns:a16="http://schemas.microsoft.com/office/drawing/2014/main" id="{ABB073B8-6824-4844-BB72-3CE6A169E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47814" y="1035907"/>
            <a:ext cx="2887363" cy="288736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1B9EA-5B5B-4D16-B2AF-07417DBB937D}"/>
              </a:ext>
            </a:extLst>
          </p:cNvPr>
          <p:cNvCxnSpPr/>
          <p:nvPr/>
        </p:nvCxnSpPr>
        <p:spPr>
          <a:xfrm>
            <a:off x="1070919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86A135-EA38-46E0-9BDD-4F0D0475D497}"/>
              </a:ext>
            </a:extLst>
          </p:cNvPr>
          <p:cNvCxnSpPr/>
          <p:nvPr/>
        </p:nvCxnSpPr>
        <p:spPr>
          <a:xfrm>
            <a:off x="6001265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E5B87A-B7CE-4D26-956C-BBAEBED70362}"/>
              </a:ext>
            </a:extLst>
          </p:cNvPr>
          <p:cNvSpPr txBox="1"/>
          <p:nvPr/>
        </p:nvSpPr>
        <p:spPr>
          <a:xfrm>
            <a:off x="823783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C4D104-1EA7-403D-94E9-F5310A8A7856}"/>
              </a:ext>
            </a:extLst>
          </p:cNvPr>
          <p:cNvSpPr txBox="1"/>
          <p:nvPr/>
        </p:nvSpPr>
        <p:spPr>
          <a:xfrm>
            <a:off x="5836507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4F3B6-E059-4E8B-BC89-5833C76B1DA4}"/>
              </a:ext>
            </a:extLst>
          </p:cNvPr>
          <p:cNvSpPr txBox="1"/>
          <p:nvPr/>
        </p:nvSpPr>
        <p:spPr>
          <a:xfrm>
            <a:off x="652848" y="4712043"/>
            <a:ext cx="2205682" cy="157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	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	</a:t>
            </a:r>
            <a:endParaRPr lang="en-US" sz="2400" baseline="30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Symbo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TX 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1FC70B-903F-4251-8439-63AE1F49D327}"/>
              </a:ext>
            </a:extLst>
          </p:cNvPr>
          <p:cNvCxnSpPr/>
          <p:nvPr/>
        </p:nvCxnSpPr>
        <p:spPr>
          <a:xfrm>
            <a:off x="1153298" y="5898293"/>
            <a:ext cx="3871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CC938F-6BDF-426F-98D2-66D7043364AF}"/>
              </a:ext>
            </a:extLst>
          </p:cNvPr>
          <p:cNvSpPr txBox="1"/>
          <p:nvPr/>
        </p:nvSpPr>
        <p:spPr>
          <a:xfrm>
            <a:off x="2125362" y="5393437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59B7A-8EB5-4724-8FB7-543938BC7C57}"/>
              </a:ext>
            </a:extLst>
          </p:cNvPr>
          <p:cNvSpPr txBox="1"/>
          <p:nvPr/>
        </p:nvSpPr>
        <p:spPr>
          <a:xfrm>
            <a:off x="2652580" y="5393437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AF285-2B13-45D2-A719-C51327810058}"/>
              </a:ext>
            </a:extLst>
          </p:cNvPr>
          <p:cNvSpPr txBox="1"/>
          <p:nvPr/>
        </p:nvSpPr>
        <p:spPr>
          <a:xfrm>
            <a:off x="2491946" y="5898293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811EA-3C95-4AD2-B96A-8E67355B9246}"/>
              </a:ext>
            </a:extLst>
          </p:cNvPr>
          <p:cNvSpPr txBox="1"/>
          <p:nvPr/>
        </p:nvSpPr>
        <p:spPr>
          <a:xfrm>
            <a:off x="3746154" y="5497062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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0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C6559-3296-40ED-9F58-135471FD8BE5}"/>
              </a:ext>
            </a:extLst>
          </p:cNvPr>
          <p:cNvSpPr txBox="1"/>
          <p:nvPr/>
        </p:nvSpPr>
        <p:spPr>
          <a:xfrm>
            <a:off x="3136556" y="4125869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d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7D0C79-ED16-4705-94F5-B98674A465CB}"/>
              </a:ext>
            </a:extLst>
          </p:cNvPr>
          <p:cNvCxnSpPr>
            <a:cxnSpLocks/>
          </p:cNvCxnSpPr>
          <p:nvPr/>
        </p:nvCxnSpPr>
        <p:spPr>
          <a:xfrm>
            <a:off x="2298357" y="5943287"/>
            <a:ext cx="838199" cy="41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535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49192" y="14474"/>
            <a:ext cx="7494376" cy="12269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Received Signal Strength (RSSI)</a:t>
            </a:r>
          </a:p>
        </p:txBody>
      </p:sp>
      <p:pic>
        <p:nvPicPr>
          <p:cNvPr id="5" name="Graphic 4" descr="Wi-Fi">
            <a:extLst>
              <a:ext uri="{FF2B5EF4-FFF2-40B4-BE49-F238E27FC236}">
                <a16:creationId xmlns:a16="http://schemas.microsoft.com/office/drawing/2014/main" id="{ABB073B8-6824-4844-BB72-3CE6A169E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47814" y="1035907"/>
            <a:ext cx="2887363" cy="288736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1B9EA-5B5B-4D16-B2AF-07417DBB937D}"/>
              </a:ext>
            </a:extLst>
          </p:cNvPr>
          <p:cNvCxnSpPr/>
          <p:nvPr/>
        </p:nvCxnSpPr>
        <p:spPr>
          <a:xfrm>
            <a:off x="1070919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86A135-EA38-46E0-9BDD-4F0D0475D497}"/>
              </a:ext>
            </a:extLst>
          </p:cNvPr>
          <p:cNvCxnSpPr/>
          <p:nvPr/>
        </p:nvCxnSpPr>
        <p:spPr>
          <a:xfrm>
            <a:off x="6001265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E5B87A-B7CE-4D26-956C-BBAEBED70362}"/>
              </a:ext>
            </a:extLst>
          </p:cNvPr>
          <p:cNvSpPr txBox="1"/>
          <p:nvPr/>
        </p:nvSpPr>
        <p:spPr>
          <a:xfrm>
            <a:off x="823783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C4D104-1EA7-403D-94E9-F5310A8A7856}"/>
              </a:ext>
            </a:extLst>
          </p:cNvPr>
          <p:cNvSpPr txBox="1"/>
          <p:nvPr/>
        </p:nvSpPr>
        <p:spPr>
          <a:xfrm>
            <a:off x="5836507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4F3B6-E059-4E8B-BC89-5833C76B1DA4}"/>
              </a:ext>
            </a:extLst>
          </p:cNvPr>
          <p:cNvSpPr txBox="1"/>
          <p:nvPr/>
        </p:nvSpPr>
        <p:spPr>
          <a:xfrm>
            <a:off x="652848" y="4712043"/>
            <a:ext cx="2205682" cy="157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	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	</a:t>
            </a:r>
            <a:endParaRPr lang="en-US" sz="2400" baseline="30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Symbo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TX 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1FC70B-903F-4251-8439-63AE1F49D327}"/>
              </a:ext>
            </a:extLst>
          </p:cNvPr>
          <p:cNvCxnSpPr/>
          <p:nvPr/>
        </p:nvCxnSpPr>
        <p:spPr>
          <a:xfrm>
            <a:off x="1153298" y="5898293"/>
            <a:ext cx="3871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CC938F-6BDF-426F-98D2-66D7043364AF}"/>
              </a:ext>
            </a:extLst>
          </p:cNvPr>
          <p:cNvSpPr txBox="1"/>
          <p:nvPr/>
        </p:nvSpPr>
        <p:spPr>
          <a:xfrm>
            <a:off x="2125362" y="5393437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59B7A-8EB5-4724-8FB7-543938BC7C57}"/>
              </a:ext>
            </a:extLst>
          </p:cNvPr>
          <p:cNvSpPr txBox="1"/>
          <p:nvPr/>
        </p:nvSpPr>
        <p:spPr>
          <a:xfrm>
            <a:off x="2652580" y="5393437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AF285-2B13-45D2-A719-C51327810058}"/>
              </a:ext>
            </a:extLst>
          </p:cNvPr>
          <p:cNvSpPr txBox="1"/>
          <p:nvPr/>
        </p:nvSpPr>
        <p:spPr>
          <a:xfrm>
            <a:off x="2491946" y="5898293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811EA-3C95-4AD2-B96A-8E67355B9246}"/>
              </a:ext>
            </a:extLst>
          </p:cNvPr>
          <p:cNvSpPr txBox="1"/>
          <p:nvPr/>
        </p:nvSpPr>
        <p:spPr>
          <a:xfrm>
            <a:off x="3746154" y="5497062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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0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C6559-3296-40ED-9F58-135471FD8BE5}"/>
              </a:ext>
            </a:extLst>
          </p:cNvPr>
          <p:cNvSpPr txBox="1"/>
          <p:nvPr/>
        </p:nvSpPr>
        <p:spPr>
          <a:xfrm>
            <a:off x="3746154" y="5979519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d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7D0C79-ED16-4705-94F5-B98674A465CB}"/>
              </a:ext>
            </a:extLst>
          </p:cNvPr>
          <p:cNvCxnSpPr>
            <a:cxnSpLocks/>
          </p:cNvCxnSpPr>
          <p:nvPr/>
        </p:nvCxnSpPr>
        <p:spPr>
          <a:xfrm>
            <a:off x="2298357" y="5943287"/>
            <a:ext cx="838199" cy="41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350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49192" y="14474"/>
            <a:ext cx="7494376" cy="12269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Received Signal Strength (RSSI)</a:t>
            </a:r>
          </a:p>
        </p:txBody>
      </p:sp>
      <p:pic>
        <p:nvPicPr>
          <p:cNvPr id="5" name="Graphic 4" descr="Wi-Fi">
            <a:extLst>
              <a:ext uri="{FF2B5EF4-FFF2-40B4-BE49-F238E27FC236}">
                <a16:creationId xmlns:a16="http://schemas.microsoft.com/office/drawing/2014/main" id="{ABB073B8-6824-4844-BB72-3CE6A169E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47814" y="1035907"/>
            <a:ext cx="2887363" cy="288736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1B9EA-5B5B-4D16-B2AF-07417DBB937D}"/>
              </a:ext>
            </a:extLst>
          </p:cNvPr>
          <p:cNvCxnSpPr/>
          <p:nvPr/>
        </p:nvCxnSpPr>
        <p:spPr>
          <a:xfrm>
            <a:off x="1070919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86A135-EA38-46E0-9BDD-4F0D0475D497}"/>
              </a:ext>
            </a:extLst>
          </p:cNvPr>
          <p:cNvCxnSpPr/>
          <p:nvPr/>
        </p:nvCxnSpPr>
        <p:spPr>
          <a:xfrm>
            <a:off x="6001265" y="2479589"/>
            <a:ext cx="0" cy="1548714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  <a:headEnd type="oval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E5B87A-B7CE-4D26-956C-BBAEBED70362}"/>
              </a:ext>
            </a:extLst>
          </p:cNvPr>
          <p:cNvSpPr txBox="1"/>
          <p:nvPr/>
        </p:nvSpPr>
        <p:spPr>
          <a:xfrm>
            <a:off x="823783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C4D104-1EA7-403D-94E9-F5310A8A7856}"/>
              </a:ext>
            </a:extLst>
          </p:cNvPr>
          <p:cNvSpPr txBox="1"/>
          <p:nvPr/>
        </p:nvSpPr>
        <p:spPr>
          <a:xfrm>
            <a:off x="5836507" y="4096520"/>
            <a:ext cx="1079157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4F3B6-E059-4E8B-BC89-5833C76B1DA4}"/>
              </a:ext>
            </a:extLst>
          </p:cNvPr>
          <p:cNvSpPr txBox="1"/>
          <p:nvPr/>
        </p:nvSpPr>
        <p:spPr>
          <a:xfrm>
            <a:off x="652848" y="4712043"/>
            <a:ext cx="2205682" cy="157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	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	</a:t>
            </a:r>
            <a:endParaRPr lang="en-US" sz="2400" baseline="30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Symbo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TX 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1FC70B-903F-4251-8439-63AE1F49D327}"/>
              </a:ext>
            </a:extLst>
          </p:cNvPr>
          <p:cNvCxnSpPr/>
          <p:nvPr/>
        </p:nvCxnSpPr>
        <p:spPr>
          <a:xfrm>
            <a:off x="1153298" y="5898293"/>
            <a:ext cx="3871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CC938F-6BDF-426F-98D2-66D7043364AF}"/>
              </a:ext>
            </a:extLst>
          </p:cNvPr>
          <p:cNvSpPr txBox="1"/>
          <p:nvPr/>
        </p:nvSpPr>
        <p:spPr>
          <a:xfrm>
            <a:off x="2125362" y="5393437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59B7A-8EB5-4724-8FB7-543938BC7C57}"/>
              </a:ext>
            </a:extLst>
          </p:cNvPr>
          <p:cNvSpPr txBox="1"/>
          <p:nvPr/>
        </p:nvSpPr>
        <p:spPr>
          <a:xfrm>
            <a:off x="2652580" y="5393437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AF285-2B13-45D2-A719-C51327810058}"/>
              </a:ext>
            </a:extLst>
          </p:cNvPr>
          <p:cNvSpPr txBox="1"/>
          <p:nvPr/>
        </p:nvSpPr>
        <p:spPr>
          <a:xfrm>
            <a:off x="2491946" y="5898293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811EA-3C95-4AD2-B96A-8E67355B9246}"/>
              </a:ext>
            </a:extLst>
          </p:cNvPr>
          <p:cNvSpPr txBox="1"/>
          <p:nvPr/>
        </p:nvSpPr>
        <p:spPr>
          <a:xfrm>
            <a:off x="3746154" y="5497062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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0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C6559-3296-40ED-9F58-135471FD8BE5}"/>
              </a:ext>
            </a:extLst>
          </p:cNvPr>
          <p:cNvSpPr txBox="1"/>
          <p:nvPr/>
        </p:nvSpPr>
        <p:spPr>
          <a:xfrm>
            <a:off x="3663774" y="5948059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4d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7D0C79-ED16-4705-94F5-B98674A465CB}"/>
              </a:ext>
            </a:extLst>
          </p:cNvPr>
          <p:cNvCxnSpPr>
            <a:cxnSpLocks/>
          </p:cNvCxnSpPr>
          <p:nvPr/>
        </p:nvCxnSpPr>
        <p:spPr>
          <a:xfrm>
            <a:off x="2298357" y="5943287"/>
            <a:ext cx="838199" cy="41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3EC78E-98E9-4A36-8192-8472532B26DA}"/>
              </a:ext>
            </a:extLst>
          </p:cNvPr>
          <p:cNvCxnSpPr>
            <a:cxnSpLocks/>
          </p:cNvCxnSpPr>
          <p:nvPr/>
        </p:nvCxnSpPr>
        <p:spPr>
          <a:xfrm>
            <a:off x="3580372" y="5995151"/>
            <a:ext cx="838199" cy="41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eft Brace 3">
            <a:extLst>
              <a:ext uri="{FF2B5EF4-FFF2-40B4-BE49-F238E27FC236}">
                <a16:creationId xmlns:a16="http://schemas.microsoft.com/office/drawing/2014/main" id="{58CE802C-152B-47A1-AD49-AA4DD3B62151}"/>
              </a:ext>
            </a:extLst>
          </p:cNvPr>
          <p:cNvSpPr/>
          <p:nvPr/>
        </p:nvSpPr>
        <p:spPr>
          <a:xfrm>
            <a:off x="3285865" y="5546828"/>
            <a:ext cx="333634" cy="735253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4402714-948B-4D0A-ADB7-5CC8807F894C}"/>
              </a:ext>
            </a:extLst>
          </p:cNvPr>
          <p:cNvSpPr/>
          <p:nvPr/>
        </p:nvSpPr>
        <p:spPr>
          <a:xfrm>
            <a:off x="4396941" y="5497062"/>
            <a:ext cx="306864" cy="785019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B7027B-0C82-4054-9E10-352653A31C84}"/>
              </a:ext>
            </a:extLst>
          </p:cNvPr>
          <p:cNvSpPr txBox="1"/>
          <p:nvPr/>
        </p:nvSpPr>
        <p:spPr>
          <a:xfrm>
            <a:off x="4613189" y="5281634"/>
            <a:ext cx="599300" cy="4924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26565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49192" y="14474"/>
            <a:ext cx="7494376" cy="12269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Received Signal Strength (RSSI)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4F3B6-E059-4E8B-BC89-5833C76B1DA4}"/>
              </a:ext>
            </a:extLst>
          </p:cNvPr>
          <p:cNvSpPr txBox="1"/>
          <p:nvPr/>
        </p:nvSpPr>
        <p:spPr>
          <a:xfrm>
            <a:off x="158573" y="1425149"/>
            <a:ext cx="2205682" cy="157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	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	</a:t>
            </a:r>
            <a:endParaRPr lang="en-US" sz="2400" baseline="30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  <a:sym typeface="Symbo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      P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TX 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1FC70B-903F-4251-8439-63AE1F49D327}"/>
              </a:ext>
            </a:extLst>
          </p:cNvPr>
          <p:cNvCxnSpPr/>
          <p:nvPr/>
        </p:nvCxnSpPr>
        <p:spPr>
          <a:xfrm>
            <a:off x="659023" y="2611399"/>
            <a:ext cx="3871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CC938F-6BDF-426F-98D2-66D7043364AF}"/>
              </a:ext>
            </a:extLst>
          </p:cNvPr>
          <p:cNvSpPr txBox="1"/>
          <p:nvPr/>
        </p:nvSpPr>
        <p:spPr>
          <a:xfrm>
            <a:off x="1631087" y="2106543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59B7A-8EB5-4724-8FB7-543938BC7C57}"/>
              </a:ext>
            </a:extLst>
          </p:cNvPr>
          <p:cNvSpPr txBox="1"/>
          <p:nvPr/>
        </p:nvSpPr>
        <p:spPr>
          <a:xfrm>
            <a:off x="2158305" y="2106543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AAF285-2B13-45D2-A719-C51327810058}"/>
              </a:ext>
            </a:extLst>
          </p:cNvPr>
          <p:cNvSpPr txBox="1"/>
          <p:nvPr/>
        </p:nvSpPr>
        <p:spPr>
          <a:xfrm>
            <a:off x="1997671" y="2611399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811EA-3C95-4AD2-B96A-8E67355B9246}"/>
              </a:ext>
            </a:extLst>
          </p:cNvPr>
          <p:cNvSpPr txBox="1"/>
          <p:nvPr/>
        </p:nvSpPr>
        <p:spPr>
          <a:xfrm>
            <a:off x="3251879" y="2210168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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0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C6559-3296-40ED-9F58-135471FD8BE5}"/>
              </a:ext>
            </a:extLst>
          </p:cNvPr>
          <p:cNvSpPr txBox="1"/>
          <p:nvPr/>
        </p:nvSpPr>
        <p:spPr>
          <a:xfrm>
            <a:off x="3169499" y="2661165"/>
            <a:ext cx="1466335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4d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7D0C79-ED16-4705-94F5-B98674A465CB}"/>
              </a:ext>
            </a:extLst>
          </p:cNvPr>
          <p:cNvCxnSpPr>
            <a:cxnSpLocks/>
          </p:cNvCxnSpPr>
          <p:nvPr/>
        </p:nvCxnSpPr>
        <p:spPr>
          <a:xfrm>
            <a:off x="1804082" y="2656393"/>
            <a:ext cx="838199" cy="41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3EC78E-98E9-4A36-8192-8472532B26DA}"/>
              </a:ext>
            </a:extLst>
          </p:cNvPr>
          <p:cNvCxnSpPr>
            <a:cxnSpLocks/>
          </p:cNvCxnSpPr>
          <p:nvPr/>
        </p:nvCxnSpPr>
        <p:spPr>
          <a:xfrm>
            <a:off x="3086097" y="2708257"/>
            <a:ext cx="838199" cy="41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eft Brace 3">
            <a:extLst>
              <a:ext uri="{FF2B5EF4-FFF2-40B4-BE49-F238E27FC236}">
                <a16:creationId xmlns:a16="http://schemas.microsoft.com/office/drawing/2014/main" id="{58CE802C-152B-47A1-AD49-AA4DD3B62151}"/>
              </a:ext>
            </a:extLst>
          </p:cNvPr>
          <p:cNvSpPr/>
          <p:nvPr/>
        </p:nvSpPr>
        <p:spPr>
          <a:xfrm>
            <a:off x="2791590" y="2259934"/>
            <a:ext cx="333634" cy="735253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4402714-948B-4D0A-ADB7-5CC8807F894C}"/>
              </a:ext>
            </a:extLst>
          </p:cNvPr>
          <p:cNvSpPr/>
          <p:nvPr/>
        </p:nvSpPr>
        <p:spPr>
          <a:xfrm>
            <a:off x="3902666" y="2210168"/>
            <a:ext cx="306864" cy="785019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B7027B-0C82-4054-9E10-352653A31C84}"/>
              </a:ext>
            </a:extLst>
          </p:cNvPr>
          <p:cNvSpPr txBox="1"/>
          <p:nvPr/>
        </p:nvSpPr>
        <p:spPr>
          <a:xfrm>
            <a:off x="4118914" y="1994740"/>
            <a:ext cx="599300" cy="4924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BCA6EC-2E28-45C7-9BF6-458236E89C3C}"/>
              </a:ext>
            </a:extLst>
          </p:cNvPr>
          <p:cNvSpPr txBox="1"/>
          <p:nvPr/>
        </p:nvSpPr>
        <p:spPr>
          <a:xfrm>
            <a:off x="4762489" y="2302464"/>
            <a:ext cx="3105664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FRIIS Equation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F5226F-259C-42F4-834B-43A9A70C832C}"/>
              </a:ext>
            </a:extLst>
          </p:cNvPr>
          <p:cNvGrpSpPr/>
          <p:nvPr/>
        </p:nvGrpSpPr>
        <p:grpSpPr>
          <a:xfrm>
            <a:off x="189332" y="3101580"/>
            <a:ext cx="5352529" cy="1938992"/>
            <a:chOff x="189332" y="3895140"/>
            <a:chExt cx="5352529" cy="1938992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2323D85-96F5-4871-9D65-BB388845DBB4}"/>
                </a:ext>
              </a:extLst>
            </p:cNvPr>
            <p:cNvCxnSpPr>
              <a:cxnSpLocks/>
            </p:cNvCxnSpPr>
            <p:nvPr/>
          </p:nvCxnSpPr>
          <p:spPr>
            <a:xfrm>
              <a:off x="3793383" y="5064964"/>
              <a:ext cx="838199" cy="411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Left Brace 27">
              <a:extLst>
                <a:ext uri="{FF2B5EF4-FFF2-40B4-BE49-F238E27FC236}">
                  <a16:creationId xmlns:a16="http://schemas.microsoft.com/office/drawing/2014/main" id="{6C72EB08-12CA-4730-85E7-E4B40C0BF627}"/>
                </a:ext>
              </a:extLst>
            </p:cNvPr>
            <p:cNvSpPr/>
            <p:nvPr/>
          </p:nvSpPr>
          <p:spPr>
            <a:xfrm>
              <a:off x="3504156" y="4688583"/>
              <a:ext cx="333634" cy="735253"/>
            </a:xfrm>
            <a:prstGeom prst="lef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9D6DD44-609E-4BB3-B529-BFFC06455447}"/>
                </a:ext>
              </a:extLst>
            </p:cNvPr>
            <p:cNvGrpSpPr/>
            <p:nvPr/>
          </p:nvGrpSpPr>
          <p:grpSpPr>
            <a:xfrm>
              <a:off x="189332" y="3895140"/>
              <a:ext cx="5352529" cy="1938992"/>
              <a:chOff x="187403" y="2780277"/>
              <a:chExt cx="5352529" cy="1938992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A0E82EF-9F00-4151-B28D-69F940599146}"/>
                  </a:ext>
                </a:extLst>
              </p:cNvPr>
              <p:cNvSpPr txBox="1"/>
              <p:nvPr/>
            </p:nvSpPr>
            <p:spPr>
              <a:xfrm>
                <a:off x="4049915" y="3447476"/>
                <a:ext cx="1466335" cy="553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25" tIns="91425" rIns="91425" bIns="91425" rtlCol="0" anchor="b" anchorCtr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Symbol" panose="05050102010706020507" pitchFamily="18" charset="2"/>
                  </a:rPr>
                  <a:t></a:t>
                </a:r>
                <a:r>
                  <a:rPr lang="en-US" sz="2400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Symbol" panose="05050102010706020507" pitchFamily="18" charset="2"/>
                  </a:rPr>
                  <a:t>0</a:t>
                </a:r>
                <a:endParaRPr lang="en-US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85262E4-0365-47BE-BAFC-C7DEB43DA296}"/>
                  </a:ext>
                </a:extLst>
              </p:cNvPr>
              <p:cNvGrpSpPr/>
              <p:nvPr/>
            </p:nvGrpSpPr>
            <p:grpSpPr>
              <a:xfrm>
                <a:off x="187403" y="2780277"/>
                <a:ext cx="5352529" cy="1938992"/>
                <a:chOff x="187403" y="2780277"/>
                <a:chExt cx="5352529" cy="1938992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B019DF9-C258-4B40-AEDC-8B1ABC8D20BF}"/>
                    </a:ext>
                  </a:extLst>
                </p:cNvPr>
                <p:cNvSpPr txBox="1"/>
                <p:nvPr/>
              </p:nvSpPr>
              <p:spPr>
                <a:xfrm>
                  <a:off x="187403" y="2780277"/>
                  <a:ext cx="2205682" cy="19389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400" b="1" u="sng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    PL</a:t>
                  </a:r>
                  <a:r>
                    <a:rPr lang="en-US" sz="2400" baseline="-250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	</a:t>
                  </a:r>
                  <a:r>
                    <a:rPr lang="en-US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= 10 log	</a:t>
                  </a:r>
                  <a:endParaRPr lang="en-US" sz="2400" baseline="300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Symbol"/>
                  </a:endParaRPr>
                </a:p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  <a:sym typeface="Symbol"/>
                    </a:rPr>
                    <a:t>      </a:t>
                  </a:r>
                  <a:r>
                    <a:rPr lang="en-US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     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631B612-E5A1-4E5B-BFEE-87CF6360879A}"/>
                    </a:ext>
                  </a:extLst>
                </p:cNvPr>
                <p:cNvSpPr txBox="1"/>
                <p:nvPr/>
              </p:nvSpPr>
              <p:spPr>
                <a:xfrm>
                  <a:off x="2336964" y="3446184"/>
                  <a:ext cx="1466335" cy="5539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25" tIns="91425" rIns="91425" bIns="91425" rtlCol="0" anchor="b" anchorCtr="0">
                  <a:spAutoFit/>
                </a:bodyPr>
                <a:lstStyle/>
                <a:p>
                  <a:r>
                    <a:rPr lang="en-US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r>
                    <a:rPr lang="en-US" sz="2400" baseline="-250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TX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2B75E76-BE52-4D1B-8966-291D4F567806}"/>
                    </a:ext>
                  </a:extLst>
                </p:cNvPr>
                <p:cNvSpPr txBox="1"/>
                <p:nvPr/>
              </p:nvSpPr>
              <p:spPr>
                <a:xfrm>
                  <a:off x="2819391" y="3455887"/>
                  <a:ext cx="1466335" cy="5539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25" tIns="91425" rIns="91425" bIns="91425" rtlCol="0" anchor="b" anchorCtr="0">
                  <a:spAutoFit/>
                </a:bodyPr>
                <a:lstStyle/>
                <a:p>
                  <a:r>
                    <a:rPr lang="en-US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r>
                    <a:rPr lang="en-US" sz="2400" baseline="-250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RX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6ACA16A-0E1C-4205-94ED-1A318FF6C229}"/>
                    </a:ext>
                  </a:extLst>
                </p:cNvPr>
                <p:cNvSpPr txBox="1"/>
                <p:nvPr/>
              </p:nvSpPr>
              <p:spPr>
                <a:xfrm>
                  <a:off x="2791590" y="3963922"/>
                  <a:ext cx="1466335" cy="5539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25" tIns="91425" rIns="91425" bIns="91425" rtlCol="0" anchor="b" anchorCtr="0">
                  <a:spAutoFit/>
                </a:bodyPr>
                <a:lstStyle/>
                <a:p>
                  <a:r>
                    <a:rPr lang="en-US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L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A4927B2-7CDF-4B33-91E7-420F91044E79}"/>
                    </a:ext>
                  </a:extLst>
                </p:cNvPr>
                <p:cNvSpPr txBox="1"/>
                <p:nvPr/>
              </p:nvSpPr>
              <p:spPr>
                <a:xfrm>
                  <a:off x="3951063" y="3910763"/>
                  <a:ext cx="1466335" cy="5539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25" tIns="91425" rIns="91425" bIns="91425" rtlCol="0" anchor="b" anchorCtr="0">
                  <a:spAutoFit/>
                </a:bodyPr>
                <a:lstStyle/>
                <a:p>
                  <a:r>
                    <a:rPr lang="en-US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  <a:sym typeface="Symbol" panose="05050102010706020507" pitchFamily="18" charset="2"/>
                    </a:rPr>
                    <a:t>4d</a:t>
                  </a:r>
                  <a:endParaRPr 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5684F110-48D1-4282-AF97-728FE59DDF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19740" y="4001553"/>
                  <a:ext cx="838199" cy="4118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Right Brace 28">
                  <a:extLst>
                    <a:ext uri="{FF2B5EF4-FFF2-40B4-BE49-F238E27FC236}">
                      <a16:creationId xmlns:a16="http://schemas.microsoft.com/office/drawing/2014/main" id="{449A061C-7D14-4938-A858-D6F077FB2FFD}"/>
                    </a:ext>
                  </a:extLst>
                </p:cNvPr>
                <p:cNvSpPr/>
                <p:nvPr/>
              </p:nvSpPr>
              <p:spPr>
                <a:xfrm>
                  <a:off x="4665180" y="3524953"/>
                  <a:ext cx="306864" cy="785019"/>
                </a:xfrm>
                <a:prstGeom prst="rightBrac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63890B8-AAC4-46F2-825B-3D86E59DCF7B}"/>
                    </a:ext>
                  </a:extLst>
                </p:cNvPr>
                <p:cNvSpPr txBox="1"/>
                <p:nvPr/>
              </p:nvSpPr>
              <p:spPr>
                <a:xfrm>
                  <a:off x="4940632" y="3302180"/>
                  <a:ext cx="599300" cy="492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25" tIns="91425" rIns="91425" bIns="91425" rtlCol="0" anchor="b" anchorCtr="0">
                  <a:spAutoFit/>
                </a:bodyPr>
                <a:lstStyle/>
                <a:p>
                  <a:r>
                    <a:rPr lang="en-US" sz="20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</a:p>
              </p:txBody>
            </p:sp>
          </p:grp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8932360-A02E-4BD7-AA4D-082A5ECD3E38}"/>
              </a:ext>
            </a:extLst>
          </p:cNvPr>
          <p:cNvSpPr txBox="1"/>
          <p:nvPr/>
        </p:nvSpPr>
        <p:spPr>
          <a:xfrm>
            <a:off x="2680897" y="4864636"/>
            <a:ext cx="184700" cy="400079"/>
          </a:xfrm>
          <a:prstGeom prst="rect">
            <a:avLst/>
          </a:prstGeom>
          <a:noFill/>
          <a:ln>
            <a:noFill/>
          </a:ln>
        </p:spPr>
        <p:txBody>
          <a:bodyPr wrap="none" lIns="91425" tIns="91425" rIns="91425" bIns="91425" rtlCol="0" anchor="b" anchorCtr="0">
            <a:spAutoFit/>
          </a:bodyPr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1D3ED0-2799-445C-BA90-85832F131DD1}"/>
              </a:ext>
            </a:extLst>
          </p:cNvPr>
          <p:cNvSpPr txBox="1"/>
          <p:nvPr/>
        </p:nvSpPr>
        <p:spPr>
          <a:xfrm>
            <a:off x="594150" y="4905893"/>
            <a:ext cx="6781800" cy="882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400"/>
              </a:spcAft>
              <a:defRPr/>
            </a:pP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baseline="-250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=        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</a:t>
            </a:r>
            <a:r>
              <a:rPr lang="en-US" sz="2400" baseline="-25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0</a:t>
            </a:r>
          </a:p>
          <a:p>
            <a:pPr fontAlgn="auto">
              <a:spcBef>
                <a:spcPts val="0"/>
              </a:spcBef>
              <a:spcAft>
                <a:spcPts val="400"/>
              </a:spcAft>
              <a:defRPr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  4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10 </a:t>
            </a:r>
            <a:r>
              <a:rPr lang="en-US" sz="2400" baseline="30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–</a:t>
            </a:r>
            <a:r>
              <a:rPr lang="en-US" sz="2400" baseline="300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PLmax</a:t>
            </a:r>
            <a:r>
              <a:rPr lang="en-US" sz="2400" baseline="30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/>
              </a:rPr>
              <a:t>/20</a:t>
            </a:r>
            <a:endParaRPr lang="en-US" sz="2400" baseline="30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4661E5D-1A43-422C-9CAF-9E0B20D08B2C}"/>
              </a:ext>
            </a:extLst>
          </p:cNvPr>
          <p:cNvCxnSpPr/>
          <p:nvPr/>
        </p:nvCxnSpPr>
        <p:spPr>
          <a:xfrm>
            <a:off x="1699050" y="5347218"/>
            <a:ext cx="9906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49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Issues with RSSI??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500446" y="1616458"/>
            <a:ext cx="7883610" cy="27699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Ideal Gain &amp; No Loss Assumption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Loss is unpredictable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Need for measurement technique </a:t>
            </a:r>
          </a:p>
        </p:txBody>
      </p:sp>
    </p:spTree>
    <p:extLst>
      <p:ext uri="{BB962C8B-B14F-4D97-AF65-F5344CB8AC3E}">
        <p14:creationId xmlns:p14="http://schemas.microsoft.com/office/powerpoint/2010/main" val="233602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Minimum Transmission Power (MTP)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500446" y="2316675"/>
            <a:ext cx="7883610" cy="27699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Motes allow multiple power levels</a:t>
            </a:r>
          </a:p>
        </p:txBody>
      </p:sp>
      <p:pic>
        <p:nvPicPr>
          <p:cNvPr id="4" name="Graphic 3" descr="Wi-Fi">
            <a:extLst>
              <a:ext uri="{FF2B5EF4-FFF2-40B4-BE49-F238E27FC236}">
                <a16:creationId xmlns:a16="http://schemas.microsoft.com/office/drawing/2014/main" id="{A9D2A796-1443-4FD3-9ECF-E8D798161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050324" y="2945372"/>
            <a:ext cx="696097" cy="696097"/>
          </a:xfrm>
          <a:prstGeom prst="rect">
            <a:avLst/>
          </a:prstGeom>
        </p:spPr>
      </p:pic>
      <p:pic>
        <p:nvPicPr>
          <p:cNvPr id="6" name="Graphic 5" descr="Wi-Fi">
            <a:extLst>
              <a:ext uri="{FF2B5EF4-FFF2-40B4-BE49-F238E27FC236}">
                <a16:creationId xmlns:a16="http://schemas.microsoft.com/office/drawing/2014/main" id="{3C159C31-D4D6-49E3-9D83-C966A9B85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902939" y="2759676"/>
            <a:ext cx="1036253" cy="1036253"/>
          </a:xfrm>
          <a:prstGeom prst="rect">
            <a:avLst/>
          </a:prstGeom>
        </p:spPr>
      </p:pic>
      <p:pic>
        <p:nvPicPr>
          <p:cNvPr id="7" name="Graphic 6" descr="Wi-Fi">
            <a:extLst>
              <a:ext uri="{FF2B5EF4-FFF2-40B4-BE49-F238E27FC236}">
                <a16:creationId xmlns:a16="http://schemas.microsoft.com/office/drawing/2014/main" id="{839E19F8-FD98-4E72-94B2-784583417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939192" y="2618262"/>
            <a:ext cx="1305010" cy="1305010"/>
          </a:xfrm>
          <a:prstGeom prst="rect">
            <a:avLst/>
          </a:prstGeom>
        </p:spPr>
      </p:pic>
      <p:pic>
        <p:nvPicPr>
          <p:cNvPr id="8" name="Graphic 7" descr="Wi-Fi">
            <a:extLst>
              <a:ext uri="{FF2B5EF4-FFF2-40B4-BE49-F238E27FC236}">
                <a16:creationId xmlns:a16="http://schemas.microsoft.com/office/drawing/2014/main" id="{FBDEF57B-07FF-4903-8D07-ACCE8DABB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185167" y="2486284"/>
            <a:ext cx="1614271" cy="161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1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1071</TotalTime>
  <Words>257</Words>
  <Application>Microsoft Office PowerPoint</Application>
  <PresentationFormat>On-screen Show (4:3)</PresentationFormat>
  <Paragraphs>124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Constantia</vt:lpstr>
      <vt:lpstr>8_Blank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Issues with RSSI??</vt:lpstr>
      <vt:lpstr>Minimum Transmission Power (MTP)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75</cp:revision>
  <dcterms:modified xsi:type="dcterms:W3CDTF">2025-04-17T12:06:28Z</dcterms:modified>
</cp:coreProperties>
</file>