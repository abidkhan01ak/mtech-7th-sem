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7"/>
  </p:notesMasterIdLst>
  <p:handoutMasterIdLst>
    <p:handoutMasterId r:id="rId8"/>
  </p:handoutMasterIdLst>
  <p:sldIdLst>
    <p:sldId id="298" r:id="rId2"/>
    <p:sldId id="309" r:id="rId3"/>
    <p:sldId id="310" r:id="rId4"/>
    <p:sldId id="578" r:id="rId5"/>
    <p:sldId id="579" r:id="rId6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96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61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6125"/>
            <a:ext cx="4972050" cy="3729038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766" indent="-2810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4255" indent="-22485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3957" indent="-22485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3659" indent="-22485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3361" indent="-22485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3062" indent="-22485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2764" indent="-22485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22466" indent="-22485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0D284E1-1936-47E7-BC19-CFAD658CD436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177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A763F5-3B22-47EC-B1C1-97444772F57E}" type="datetime1">
              <a:rPr lang="en-US" altLang="en-US" smtClean="0"/>
              <a:t>4/17/2025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EEEG627 NEA - Class9-  Prof.K.R.Anupama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B38B14-21B8-4CDD-8624-E204845F45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9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Issues with Localization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59769" y="1461512"/>
            <a:ext cx="7883610" cy="35110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Resource Constraints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Node Density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Non-Convex Topology – Border Node Problems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Environmental Obstacles &amp; Terrain Irregularities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Requirements of 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430107" y="1653439"/>
            <a:ext cx="7883610" cy="480372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High Precision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Minimal cost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Fully distributed – robust &amp; reliable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Adaptive to environmental changes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Mobility must be accommodated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Resource- Efficient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0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Types of 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98845" y="1588376"/>
            <a:ext cx="7883610" cy="46421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Approximate Vs Precise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Central Vs Distributed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Range based Vs Range Free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Relative Vs Absolute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Indoor Vs Outdoor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Beacon-Free Vs Beacon based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48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14600" y="44958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5410200" y="44958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343400" y="2209800"/>
            <a:ext cx="152400" cy="152400"/>
          </a:xfrm>
          <a:prstGeom prst="ellipse">
            <a:avLst/>
          </a:prstGeom>
          <a:solidFill>
            <a:srgbClr val="D60093"/>
          </a:solidFill>
          <a:ln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67000" y="4572000"/>
            <a:ext cx="2743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3"/>
            <a:endCxn id="2" idx="7"/>
          </p:cNvCxnSpPr>
          <p:nvPr/>
        </p:nvCxnSpPr>
        <p:spPr>
          <a:xfrm rot="5400000">
            <a:off x="2416175" y="2568575"/>
            <a:ext cx="2178050" cy="1720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4" idx="4"/>
            <a:endCxn id="3" idx="1"/>
          </p:cNvCxnSpPr>
          <p:nvPr/>
        </p:nvCxnSpPr>
        <p:spPr>
          <a:xfrm rot="16200000" flipH="1">
            <a:off x="3848100" y="2933700"/>
            <a:ext cx="2155825" cy="1012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743200" y="41910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N">
                <a:sym typeface="Symbol" pitchFamily="18" charset="2"/>
              </a:rPr>
              <a:t></a:t>
            </a:r>
            <a:r>
              <a:rPr lang="en-IN" baseline="-25000">
                <a:sym typeface="Symbol" pitchFamily="18" charset="2"/>
              </a:rPr>
              <a:t>1</a:t>
            </a:r>
            <a:endParaRPr lang="en-IN" baseline="-2500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4994275" y="41910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N">
                <a:sym typeface="Symbol" pitchFamily="18" charset="2"/>
              </a:rPr>
              <a:t></a:t>
            </a:r>
            <a:r>
              <a:rPr lang="en-IN" baseline="-25000">
                <a:sym typeface="Symbol" pitchFamily="18" charset="2"/>
              </a:rPr>
              <a:t>2</a:t>
            </a:r>
            <a:endParaRPr lang="en-IN" baseline="-25000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4191000" y="2449513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IN">
                <a:sym typeface="Symbol" pitchFamily="18" charset="2"/>
              </a:rPr>
              <a:t></a:t>
            </a:r>
            <a:r>
              <a:rPr lang="en-IN" baseline="-25000">
                <a:sym typeface="Symbol" pitchFamily="18" charset="2"/>
              </a:rPr>
              <a:t>3</a:t>
            </a:r>
            <a:endParaRPr lang="en-IN" baseline="-2500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334000" y="2819400"/>
            <a:ext cx="381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S = 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 (sin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/sin</a:t>
            </a:r>
            <a:r>
              <a:rPr lang="en-US" baseline="-25000" dirty="0">
                <a:sym typeface="Symbol" pitchFamily="18" charset="2"/>
              </a:rPr>
              <a:t>3</a:t>
            </a:r>
            <a:r>
              <a:rPr lang="en-US" dirty="0">
                <a:sym typeface="Symbol" pitchFamily="18" charset="2"/>
              </a:rPr>
              <a:t>)</a:t>
            </a:r>
            <a:endParaRPr lang="en-IN" dirty="0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334000" y="3211513"/>
            <a:ext cx="3810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S = 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 (sin</a:t>
            </a:r>
            <a:r>
              <a:rPr lang="en-US" dirty="0">
                <a:sym typeface="Symbol" pitchFamily="18" charset="2"/>
              </a:rPr>
              <a:t>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/sin</a:t>
            </a:r>
            <a:r>
              <a:rPr lang="en-US" baseline="-25000" dirty="0">
                <a:sym typeface="Symbol" pitchFamily="18" charset="2"/>
              </a:rPr>
              <a:t>3</a:t>
            </a:r>
            <a:r>
              <a:rPr lang="en-US" dirty="0">
                <a:sym typeface="Symbol" pitchFamily="18" charset="2"/>
              </a:rPr>
              <a:t>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4495800" y="19050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47956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410200" y="466800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28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1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3581400" y="2133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5029200" y="21336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267200" y="3124200"/>
            <a:ext cx="152400" cy="152400"/>
          </a:xfrm>
          <a:prstGeom prst="ellipse">
            <a:avLst/>
          </a:prstGeom>
          <a:solidFill>
            <a:srgbClr val="CC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67200" y="2438400"/>
            <a:ext cx="152400" cy="152400"/>
          </a:xfrm>
          <a:prstGeom prst="ellipse">
            <a:avLst/>
          </a:prstGeom>
          <a:solidFill>
            <a:srgbClr val="D60093"/>
          </a:solidFill>
          <a:ln>
            <a:solidFill>
              <a:srgbClr val="D600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43200" y="1371600"/>
            <a:ext cx="16764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4267200" y="1371600"/>
            <a:ext cx="16764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3581400" y="2514600"/>
            <a:ext cx="16764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667000" y="5105400"/>
            <a:ext cx="571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(B</a:t>
            </a:r>
            <a:r>
              <a:rPr lang="en-US" baseline="-25000"/>
              <a:t>i</a:t>
            </a:r>
            <a:r>
              <a:rPr lang="en-US"/>
              <a:t>S ) </a:t>
            </a:r>
            <a:r>
              <a:rPr lang="en-US" baseline="30000"/>
              <a:t>2</a:t>
            </a:r>
            <a:r>
              <a:rPr lang="en-US"/>
              <a:t> = (B</a:t>
            </a:r>
            <a:r>
              <a:rPr lang="en-US" baseline="-25000"/>
              <a:t>i</a:t>
            </a:r>
            <a:r>
              <a:rPr lang="en-US"/>
              <a:t>(x</a:t>
            </a:r>
            <a:r>
              <a:rPr lang="en-US" baseline="-25000"/>
              <a:t>i</a:t>
            </a:r>
            <a:r>
              <a:rPr lang="en-US"/>
              <a:t> ) - S(x) )</a:t>
            </a:r>
            <a:r>
              <a:rPr lang="en-US" baseline="30000"/>
              <a:t>2</a:t>
            </a:r>
            <a:r>
              <a:rPr lang="en-US"/>
              <a:t> + (B</a:t>
            </a:r>
            <a:r>
              <a:rPr lang="en-US" baseline="-25000">
                <a:sym typeface="Symbol" pitchFamily="18" charset="2"/>
              </a:rPr>
              <a:t>i</a:t>
            </a:r>
            <a:r>
              <a:rPr lang="en-US">
                <a:sym typeface="Symbol" pitchFamily="18" charset="2"/>
              </a:rPr>
              <a:t>(y</a:t>
            </a:r>
            <a:r>
              <a:rPr lang="en-US" baseline="-25000">
                <a:sym typeface="Symbol" pitchFamily="18" charset="2"/>
              </a:rPr>
              <a:t>i</a:t>
            </a:r>
            <a:r>
              <a:rPr lang="en-US">
                <a:sym typeface="Symbol" pitchFamily="18" charset="2"/>
              </a:rPr>
              <a:t>) – S(y) )</a:t>
            </a:r>
            <a:r>
              <a:rPr lang="en-US" baseline="30000">
                <a:sym typeface="Symbol" pitchFamily="18" charset="2"/>
              </a:rPr>
              <a:t>2</a:t>
            </a:r>
            <a:endParaRPr lang="en-IN" baseline="30000"/>
          </a:p>
        </p:txBody>
      </p:sp>
    </p:spTree>
    <p:extLst>
      <p:ext uri="{BB962C8B-B14F-4D97-AF65-F5344CB8AC3E}">
        <p14:creationId xmlns:p14="http://schemas.microsoft.com/office/powerpoint/2010/main" val="396009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1090</TotalTime>
  <Words>131</Words>
  <Application>Microsoft Office PowerPoint</Application>
  <PresentationFormat>On-screen Show (4:3)</PresentationFormat>
  <Paragraphs>31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8_Blank</vt:lpstr>
      <vt:lpstr>Issues with Localization</vt:lpstr>
      <vt:lpstr>Requirements of LA</vt:lpstr>
      <vt:lpstr>Types of LA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77</cp:revision>
  <dcterms:modified xsi:type="dcterms:W3CDTF">2025-04-17T12:07:03Z</dcterms:modified>
</cp:coreProperties>
</file>