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ink/ink3.xml" ContentType="application/inkml+xml"/>
  <Override PartName="/ppt/notesSlides/notesSlide4.xml" ContentType="application/vnd.openxmlformats-officedocument.presentationml.notesSlide+xml"/>
  <Override PartName="/ppt/ink/ink4.xml" ContentType="application/inkml+xml"/>
  <Override PartName="/ppt/notesSlides/notesSlide5.xml" ContentType="application/vnd.openxmlformats-officedocument.presentationml.notesSlide+xml"/>
  <Override PartName="/ppt/ink/ink5.xml" ContentType="application/inkml+xml"/>
  <Override PartName="/ppt/notesSlides/notesSlide6.xml" ContentType="application/vnd.openxmlformats-officedocument.presentationml.notesSlide+xml"/>
  <Override PartName="/ppt/ink/ink6.xml" ContentType="application/inkml+xml"/>
  <Override PartName="/ppt/notesSlides/notesSlide7.xml" ContentType="application/vnd.openxmlformats-officedocument.presentationml.notesSlide+xml"/>
  <Override PartName="/ppt/ink/ink7.xml" ContentType="application/inkml+xml"/>
  <Override PartName="/ppt/notesSlides/notesSlide8.xml" ContentType="application/vnd.openxmlformats-officedocument.presentationml.notesSlide+xml"/>
  <Override PartName="/ppt/ink/ink8.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9.xml" ContentType="application/inkml+xml"/>
  <Override PartName="/ppt/ink/ink10.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2" r:id="rId5"/>
  </p:sldMasterIdLst>
  <p:notesMasterIdLst>
    <p:notesMasterId r:id="rId160"/>
  </p:notesMasterIdLst>
  <p:sldIdLst>
    <p:sldId id="266" r:id="rId6"/>
    <p:sldId id="1552" r:id="rId7"/>
    <p:sldId id="1553" r:id="rId8"/>
    <p:sldId id="1554" r:id="rId9"/>
    <p:sldId id="1555" r:id="rId10"/>
    <p:sldId id="1556" r:id="rId11"/>
    <p:sldId id="1557" r:id="rId12"/>
    <p:sldId id="1558" r:id="rId13"/>
    <p:sldId id="482" r:id="rId14"/>
    <p:sldId id="1559" r:id="rId15"/>
    <p:sldId id="1560" r:id="rId16"/>
    <p:sldId id="1561" r:id="rId17"/>
    <p:sldId id="1562" r:id="rId18"/>
    <p:sldId id="1563" r:id="rId19"/>
    <p:sldId id="1564" r:id="rId20"/>
    <p:sldId id="1565" r:id="rId21"/>
    <p:sldId id="1566" r:id="rId22"/>
    <p:sldId id="483" r:id="rId23"/>
    <p:sldId id="1567" r:id="rId24"/>
    <p:sldId id="1568" r:id="rId25"/>
    <p:sldId id="1569" r:id="rId26"/>
    <p:sldId id="309" r:id="rId27"/>
    <p:sldId id="1574" r:id="rId28"/>
    <p:sldId id="481" r:id="rId29"/>
    <p:sldId id="1578" r:id="rId30"/>
    <p:sldId id="334" r:id="rId31"/>
    <p:sldId id="1582" r:id="rId32"/>
    <p:sldId id="424" r:id="rId33"/>
    <p:sldId id="1583" r:id="rId34"/>
    <p:sldId id="1584" r:id="rId35"/>
    <p:sldId id="425" r:id="rId36"/>
    <p:sldId id="1585" r:id="rId37"/>
    <p:sldId id="1586" r:id="rId38"/>
    <p:sldId id="427" r:id="rId39"/>
    <p:sldId id="1587" r:id="rId40"/>
    <p:sldId id="484" r:id="rId41"/>
    <p:sldId id="485" r:id="rId42"/>
    <p:sldId id="486" r:id="rId43"/>
    <p:sldId id="1590" r:id="rId44"/>
    <p:sldId id="1591" r:id="rId45"/>
    <p:sldId id="494" r:id="rId46"/>
    <p:sldId id="1593" r:id="rId47"/>
    <p:sldId id="496" r:id="rId48"/>
    <p:sldId id="1594" r:id="rId49"/>
    <p:sldId id="1595" r:id="rId50"/>
    <p:sldId id="1596" r:id="rId51"/>
    <p:sldId id="1597" r:id="rId52"/>
    <p:sldId id="498" r:id="rId53"/>
    <p:sldId id="1599" r:id="rId54"/>
    <p:sldId id="487" r:id="rId55"/>
    <p:sldId id="1600" r:id="rId56"/>
    <p:sldId id="1601" r:id="rId57"/>
    <p:sldId id="488" r:id="rId58"/>
    <p:sldId id="1603" r:id="rId59"/>
    <p:sldId id="1604" r:id="rId60"/>
    <p:sldId id="490" r:id="rId61"/>
    <p:sldId id="1605" r:id="rId62"/>
    <p:sldId id="1606" r:id="rId63"/>
    <p:sldId id="1607" r:id="rId64"/>
    <p:sldId id="1608" r:id="rId65"/>
    <p:sldId id="493" r:id="rId66"/>
    <p:sldId id="1613" r:id="rId67"/>
    <p:sldId id="1614" r:id="rId68"/>
    <p:sldId id="1615" r:id="rId69"/>
    <p:sldId id="1616" r:id="rId70"/>
    <p:sldId id="1617" r:id="rId71"/>
    <p:sldId id="1618" r:id="rId72"/>
    <p:sldId id="499" r:id="rId73"/>
    <p:sldId id="1619" r:id="rId74"/>
    <p:sldId id="1620" r:id="rId75"/>
    <p:sldId id="1621" r:id="rId76"/>
    <p:sldId id="1622" r:id="rId77"/>
    <p:sldId id="500" r:id="rId78"/>
    <p:sldId id="1609" r:id="rId79"/>
    <p:sldId id="501" r:id="rId80"/>
    <p:sldId id="502" r:id="rId81"/>
    <p:sldId id="1612" r:id="rId82"/>
    <p:sldId id="1678" r:id="rId83"/>
    <p:sldId id="1679" r:id="rId84"/>
    <p:sldId id="1680" r:id="rId85"/>
    <p:sldId id="269" r:id="rId86"/>
    <p:sldId id="295" r:id="rId87"/>
    <p:sldId id="296" r:id="rId88"/>
    <p:sldId id="297" r:id="rId89"/>
    <p:sldId id="298" r:id="rId90"/>
    <p:sldId id="299" r:id="rId91"/>
    <p:sldId id="300" r:id="rId92"/>
    <p:sldId id="310" r:id="rId93"/>
    <p:sldId id="315" r:id="rId94"/>
    <p:sldId id="316" r:id="rId95"/>
    <p:sldId id="1624" r:id="rId96"/>
    <p:sldId id="1625" r:id="rId97"/>
    <p:sldId id="1626" r:id="rId98"/>
    <p:sldId id="1627" r:id="rId99"/>
    <p:sldId id="1628" r:id="rId100"/>
    <p:sldId id="1633" r:id="rId101"/>
    <p:sldId id="503" r:id="rId102"/>
    <p:sldId id="1637" r:id="rId103"/>
    <p:sldId id="1638" r:id="rId104"/>
    <p:sldId id="504" r:id="rId105"/>
    <p:sldId id="1639" r:id="rId106"/>
    <p:sldId id="1640" r:id="rId107"/>
    <p:sldId id="505" r:id="rId108"/>
    <p:sldId id="1641" r:id="rId109"/>
    <p:sldId id="1642" r:id="rId110"/>
    <p:sldId id="509" r:id="rId111"/>
    <p:sldId id="1643" r:id="rId112"/>
    <p:sldId id="1644" r:id="rId113"/>
    <p:sldId id="510" r:id="rId114"/>
    <p:sldId id="1645" r:id="rId115"/>
    <p:sldId id="1646" r:id="rId116"/>
    <p:sldId id="1647" r:id="rId117"/>
    <p:sldId id="511" r:id="rId118"/>
    <p:sldId id="1648" r:id="rId119"/>
    <p:sldId id="513" r:id="rId120"/>
    <p:sldId id="1649" r:id="rId121"/>
    <p:sldId id="516" r:id="rId122"/>
    <p:sldId id="1650" r:id="rId123"/>
    <p:sldId id="1651" r:id="rId124"/>
    <p:sldId id="519" r:id="rId125"/>
    <p:sldId id="1652" r:id="rId126"/>
    <p:sldId id="1653" r:id="rId127"/>
    <p:sldId id="520" r:id="rId128"/>
    <p:sldId id="1654" r:id="rId129"/>
    <p:sldId id="1655" r:id="rId130"/>
    <p:sldId id="1656" r:id="rId131"/>
    <p:sldId id="521" r:id="rId132"/>
    <p:sldId id="1657" r:id="rId133"/>
    <p:sldId id="1658" r:id="rId134"/>
    <p:sldId id="1659" r:id="rId135"/>
    <p:sldId id="522" r:id="rId136"/>
    <p:sldId id="1660" r:id="rId137"/>
    <p:sldId id="1661" r:id="rId138"/>
    <p:sldId id="1662" r:id="rId139"/>
    <p:sldId id="523" r:id="rId140"/>
    <p:sldId id="1663" r:id="rId141"/>
    <p:sldId id="1664" r:id="rId142"/>
    <p:sldId id="524" r:id="rId143"/>
    <p:sldId id="1665" r:id="rId144"/>
    <p:sldId id="518" r:id="rId145"/>
    <p:sldId id="1666" r:id="rId146"/>
    <p:sldId id="1667" r:id="rId147"/>
    <p:sldId id="525" r:id="rId148"/>
    <p:sldId id="1668" r:id="rId149"/>
    <p:sldId id="1669" r:id="rId150"/>
    <p:sldId id="1670" r:id="rId151"/>
    <p:sldId id="1671" r:id="rId152"/>
    <p:sldId id="526" r:id="rId153"/>
    <p:sldId id="1672" r:id="rId154"/>
    <p:sldId id="1673" r:id="rId155"/>
    <p:sldId id="1674" r:id="rId156"/>
    <p:sldId id="1675" r:id="rId157"/>
    <p:sldId id="1676" r:id="rId158"/>
    <p:sldId id="1677" r:id="rId1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8301" autoAdjust="0"/>
  </p:normalViewPr>
  <p:slideViewPr>
    <p:cSldViewPr>
      <p:cViewPr varScale="1">
        <p:scale>
          <a:sx n="69" d="100"/>
          <a:sy n="69" d="100"/>
        </p:scale>
        <p:origin x="1858"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59" Type="http://schemas.openxmlformats.org/officeDocument/2006/relationships/slide" Target="slides/slide154.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2.xml"/><Relationship Id="rId95" Type="http://schemas.openxmlformats.org/officeDocument/2006/relationships/slide" Target="slides/slide90.xml"/><Relationship Id="rId160" Type="http://schemas.openxmlformats.org/officeDocument/2006/relationships/notesMaster" Target="notesMasters/notesMaster1.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slide" Target="slides/slide119.xml"/><Relationship Id="rId129" Type="http://schemas.openxmlformats.org/officeDocument/2006/relationships/slide" Target="slides/slide124.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40" Type="http://schemas.openxmlformats.org/officeDocument/2006/relationships/slide" Target="slides/slide135.xml"/><Relationship Id="rId145" Type="http://schemas.openxmlformats.org/officeDocument/2006/relationships/slide" Target="slides/slide140.xml"/><Relationship Id="rId16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slide" Target="slides/slide114.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slide" Target="slides/slide125.xml"/><Relationship Id="rId135" Type="http://schemas.openxmlformats.org/officeDocument/2006/relationships/slide" Target="slides/slide130.xml"/><Relationship Id="rId151" Type="http://schemas.openxmlformats.org/officeDocument/2006/relationships/slide" Target="slides/slide146.xml"/><Relationship Id="rId156" Type="http://schemas.openxmlformats.org/officeDocument/2006/relationships/slide" Target="slides/slide151.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slide" Target="slides/slide136.xml"/><Relationship Id="rId146" Type="http://schemas.openxmlformats.org/officeDocument/2006/relationships/slide" Target="slides/slide14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16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157" Type="http://schemas.openxmlformats.org/officeDocument/2006/relationships/slide" Target="slides/slide152.xml"/><Relationship Id="rId61" Type="http://schemas.openxmlformats.org/officeDocument/2006/relationships/slide" Target="slides/slide56.xml"/><Relationship Id="rId82" Type="http://schemas.openxmlformats.org/officeDocument/2006/relationships/slide" Target="slides/slide77.xml"/><Relationship Id="rId152" Type="http://schemas.openxmlformats.org/officeDocument/2006/relationships/slide" Target="slides/slide14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6" Type="http://schemas.openxmlformats.org/officeDocument/2006/relationships/slide" Target="slides/slide1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s>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ata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1.png"/><Relationship Id="rId7" Type="http://schemas.openxmlformats.org/officeDocument/2006/relationships/image" Target="../media/image13.png"/><Relationship Id="rId12" Type="http://schemas.openxmlformats.org/officeDocument/2006/relationships/image" Target="../media/image28.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11" Type="http://schemas.openxmlformats.org/officeDocument/2006/relationships/image" Target="../media/image27.png"/><Relationship Id="rId5" Type="http://schemas.openxmlformats.org/officeDocument/2006/relationships/image" Target="../media/image23.png"/><Relationship Id="rId10" Type="http://schemas.openxmlformats.org/officeDocument/2006/relationships/image" Target="../media/image26.svg"/><Relationship Id="rId4" Type="http://schemas.openxmlformats.org/officeDocument/2006/relationships/image" Target="../media/image22.svg"/><Relationship Id="rId9" Type="http://schemas.openxmlformats.org/officeDocument/2006/relationships/image" Target="../media/image25.png"/></Relationships>
</file>

<file path=ppt/diagrams/_rels/data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1.png"/><Relationship Id="rId7" Type="http://schemas.openxmlformats.org/officeDocument/2006/relationships/image" Target="../media/image13.png"/><Relationship Id="rId12" Type="http://schemas.openxmlformats.org/officeDocument/2006/relationships/image" Target="../media/image28.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11" Type="http://schemas.openxmlformats.org/officeDocument/2006/relationships/image" Target="../media/image27.png"/><Relationship Id="rId5" Type="http://schemas.openxmlformats.org/officeDocument/2006/relationships/image" Target="../media/image23.png"/><Relationship Id="rId10" Type="http://schemas.openxmlformats.org/officeDocument/2006/relationships/image" Target="../media/image26.svg"/><Relationship Id="rId4" Type="http://schemas.openxmlformats.org/officeDocument/2006/relationships/image" Target="../media/image22.svg"/><Relationship Id="rId9" Type="http://schemas.openxmlformats.org/officeDocument/2006/relationships/image" Target="../media/image25.png"/></Relationships>
</file>

<file path=ppt/diagrams/_rels/drawing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1F6990-BB21-4A20-82F2-BA121C571B34}"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0BE81CE9-179D-4F69-BE88-26310F602623}">
      <dgm:prSet/>
      <dgm:spPr/>
      <dgm:t>
        <a:bodyPr/>
        <a:lstStyle/>
        <a:p>
          <a:r>
            <a:rPr lang="en-IN"/>
            <a:t>Visualization (representation in graphs)</a:t>
          </a:r>
          <a:endParaRPr lang="en-US"/>
        </a:p>
      </dgm:t>
    </dgm:pt>
    <dgm:pt modelId="{BE9371CE-B509-4C86-A653-A0214675A887}" type="parTrans" cxnId="{CB491950-7058-4160-A967-83573B9A9C1D}">
      <dgm:prSet/>
      <dgm:spPr/>
      <dgm:t>
        <a:bodyPr/>
        <a:lstStyle/>
        <a:p>
          <a:endParaRPr lang="en-US"/>
        </a:p>
      </dgm:t>
    </dgm:pt>
    <dgm:pt modelId="{B83D73E9-6FDB-4A66-AE0F-B1A39888A52F}" type="sibTrans" cxnId="{CB491950-7058-4160-A967-83573B9A9C1D}">
      <dgm:prSet/>
      <dgm:spPr/>
      <dgm:t>
        <a:bodyPr/>
        <a:lstStyle/>
        <a:p>
          <a:endParaRPr lang="en-US"/>
        </a:p>
      </dgm:t>
    </dgm:pt>
    <dgm:pt modelId="{A4CB2B6A-8936-465D-BD69-94782E185EFF}">
      <dgm:prSet/>
      <dgm:spPr/>
      <dgm:t>
        <a:bodyPr/>
        <a:lstStyle/>
        <a:p>
          <a:r>
            <a:rPr lang="en-IN"/>
            <a:t>Storage, Analytics and Query (also called Edge IT)</a:t>
          </a:r>
          <a:endParaRPr lang="en-US"/>
        </a:p>
      </dgm:t>
    </dgm:pt>
    <dgm:pt modelId="{F00A68B8-7640-475D-A4B2-30293685B9BE}" type="parTrans" cxnId="{287BEA5C-3E12-4BDE-A000-602CF8CA0B47}">
      <dgm:prSet/>
      <dgm:spPr/>
      <dgm:t>
        <a:bodyPr/>
        <a:lstStyle/>
        <a:p>
          <a:endParaRPr lang="en-US"/>
        </a:p>
      </dgm:t>
    </dgm:pt>
    <dgm:pt modelId="{DEB92596-2BCD-4065-946F-91D842D7A4C0}" type="sibTrans" cxnId="{287BEA5C-3E12-4BDE-A000-602CF8CA0B47}">
      <dgm:prSet/>
      <dgm:spPr/>
      <dgm:t>
        <a:bodyPr/>
        <a:lstStyle/>
        <a:p>
          <a:endParaRPr lang="en-US"/>
        </a:p>
      </dgm:t>
    </dgm:pt>
    <dgm:pt modelId="{2000AE34-9A53-4C8F-BE23-208066756EA1}">
      <dgm:prSet/>
      <dgm:spPr/>
      <dgm:t>
        <a:bodyPr/>
        <a:lstStyle/>
        <a:p>
          <a:r>
            <a:rPr lang="en-IN"/>
            <a:t>Data integration (data cleaning, normalization and structuring)</a:t>
          </a:r>
          <a:endParaRPr lang="en-US"/>
        </a:p>
      </dgm:t>
    </dgm:pt>
    <dgm:pt modelId="{3529A87F-9B42-4476-970C-2F8E8AE26A27}" type="parTrans" cxnId="{DB9B42AB-2B23-4CAB-844A-410525F2004A}">
      <dgm:prSet/>
      <dgm:spPr/>
      <dgm:t>
        <a:bodyPr/>
        <a:lstStyle/>
        <a:p>
          <a:endParaRPr lang="en-US"/>
        </a:p>
      </dgm:t>
    </dgm:pt>
    <dgm:pt modelId="{6B9EE5D1-B413-403B-A42B-28AD17280B1E}" type="sibTrans" cxnId="{DB9B42AB-2B23-4CAB-844A-410525F2004A}">
      <dgm:prSet/>
      <dgm:spPr/>
      <dgm:t>
        <a:bodyPr/>
        <a:lstStyle/>
        <a:p>
          <a:endParaRPr lang="en-US"/>
        </a:p>
      </dgm:t>
    </dgm:pt>
    <dgm:pt modelId="{75E613CB-D124-4D97-95D6-B77E783BDE9B}">
      <dgm:prSet/>
      <dgm:spPr/>
      <dgm:t>
        <a:bodyPr/>
        <a:lstStyle/>
        <a:p>
          <a:r>
            <a:rPr lang="en-IN"/>
            <a:t>Network &amp; Connectivity elements (wired/ wireless gateways, protocol converters)</a:t>
          </a:r>
          <a:endParaRPr lang="en-US"/>
        </a:p>
      </dgm:t>
    </dgm:pt>
    <dgm:pt modelId="{B073EB25-0F25-4AAE-926D-D0007E7E289C}" type="parTrans" cxnId="{F624843C-2772-4BF9-AA6B-73FDE1F319F5}">
      <dgm:prSet/>
      <dgm:spPr/>
      <dgm:t>
        <a:bodyPr/>
        <a:lstStyle/>
        <a:p>
          <a:endParaRPr lang="en-US"/>
        </a:p>
      </dgm:t>
    </dgm:pt>
    <dgm:pt modelId="{EE2143D3-F5DD-4D7C-97B8-774E283F0FDA}" type="sibTrans" cxnId="{F624843C-2772-4BF9-AA6B-73FDE1F319F5}">
      <dgm:prSet/>
      <dgm:spPr/>
      <dgm:t>
        <a:bodyPr/>
        <a:lstStyle/>
        <a:p>
          <a:endParaRPr lang="en-US"/>
        </a:p>
      </dgm:t>
    </dgm:pt>
    <dgm:pt modelId="{DD1578EB-44E4-404B-8FED-767745CA0819}">
      <dgm:prSet/>
      <dgm:spPr/>
      <dgm:t>
        <a:bodyPr/>
        <a:lstStyle/>
        <a:p>
          <a:r>
            <a:rPr lang="en-IN"/>
            <a:t>Devices / sensors / things / remote data providers</a:t>
          </a:r>
          <a:endParaRPr lang="en-US"/>
        </a:p>
      </dgm:t>
    </dgm:pt>
    <dgm:pt modelId="{46547DB2-AFE1-4685-8349-5A13D2C12190}" type="parTrans" cxnId="{1AC4634E-9C87-4E42-A129-BB3798939C03}">
      <dgm:prSet/>
      <dgm:spPr/>
      <dgm:t>
        <a:bodyPr/>
        <a:lstStyle/>
        <a:p>
          <a:endParaRPr lang="en-US"/>
        </a:p>
      </dgm:t>
    </dgm:pt>
    <dgm:pt modelId="{AB06C28A-CD2E-4016-8C95-949C9F021EFF}" type="sibTrans" cxnId="{1AC4634E-9C87-4E42-A129-BB3798939C03}">
      <dgm:prSet/>
      <dgm:spPr/>
      <dgm:t>
        <a:bodyPr/>
        <a:lstStyle/>
        <a:p>
          <a:endParaRPr lang="en-US"/>
        </a:p>
      </dgm:t>
    </dgm:pt>
    <dgm:pt modelId="{A5D73ED9-5D7E-4191-B249-9A09F7BD7A12}" type="pres">
      <dgm:prSet presAssocID="{AA1F6990-BB21-4A20-82F2-BA121C571B34}" presName="root" presStyleCnt="0">
        <dgm:presLayoutVars>
          <dgm:dir/>
          <dgm:resizeHandles val="exact"/>
        </dgm:presLayoutVars>
      </dgm:prSet>
      <dgm:spPr/>
    </dgm:pt>
    <dgm:pt modelId="{AB172014-765F-46EF-AC92-CB119C25EB77}" type="pres">
      <dgm:prSet presAssocID="{0BE81CE9-179D-4F69-BE88-26310F602623}" presName="compNode" presStyleCnt="0"/>
      <dgm:spPr/>
    </dgm:pt>
    <dgm:pt modelId="{1A128824-379F-42BD-AD48-5AE727BB1D2E}" type="pres">
      <dgm:prSet presAssocID="{0BE81CE9-179D-4F69-BE88-26310F602623}" presName="bgRect" presStyleLbl="bgShp" presStyleIdx="0" presStyleCnt="5"/>
      <dgm:spPr/>
    </dgm:pt>
    <dgm:pt modelId="{9B665B9B-3E32-4A6F-92EE-2AA8945BAC11}" type="pres">
      <dgm:prSet presAssocID="{0BE81CE9-179D-4F69-BE88-26310F60262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64C1750E-B6BA-4560-8037-88466F0808CB}" type="pres">
      <dgm:prSet presAssocID="{0BE81CE9-179D-4F69-BE88-26310F602623}" presName="spaceRect" presStyleCnt="0"/>
      <dgm:spPr/>
    </dgm:pt>
    <dgm:pt modelId="{E58F2F39-437D-41D6-A982-EDE61B9F5C49}" type="pres">
      <dgm:prSet presAssocID="{0BE81CE9-179D-4F69-BE88-26310F602623}" presName="parTx" presStyleLbl="revTx" presStyleIdx="0" presStyleCnt="5">
        <dgm:presLayoutVars>
          <dgm:chMax val="0"/>
          <dgm:chPref val="0"/>
        </dgm:presLayoutVars>
      </dgm:prSet>
      <dgm:spPr/>
    </dgm:pt>
    <dgm:pt modelId="{2293F882-5047-43F9-949E-1FF7161169DE}" type="pres">
      <dgm:prSet presAssocID="{B83D73E9-6FDB-4A66-AE0F-B1A39888A52F}" presName="sibTrans" presStyleCnt="0"/>
      <dgm:spPr/>
    </dgm:pt>
    <dgm:pt modelId="{1E04A8D0-C4CD-4381-85A5-DD282316C7C4}" type="pres">
      <dgm:prSet presAssocID="{A4CB2B6A-8936-465D-BD69-94782E185EFF}" presName="compNode" presStyleCnt="0"/>
      <dgm:spPr/>
    </dgm:pt>
    <dgm:pt modelId="{053EEAB5-0402-41E4-8F1D-20F0F5B22B47}" type="pres">
      <dgm:prSet presAssocID="{A4CB2B6A-8936-465D-BD69-94782E185EFF}" presName="bgRect" presStyleLbl="bgShp" presStyleIdx="1" presStyleCnt="5"/>
      <dgm:spPr/>
    </dgm:pt>
    <dgm:pt modelId="{72F84F87-FF64-474F-B766-BAEA289204AF}" type="pres">
      <dgm:prSet presAssocID="{A4CB2B6A-8936-465D-BD69-94782E185EF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search"/>
        </a:ext>
      </dgm:extLst>
    </dgm:pt>
    <dgm:pt modelId="{BA656273-4094-4FE7-8ADD-2599AE7D0498}" type="pres">
      <dgm:prSet presAssocID="{A4CB2B6A-8936-465D-BD69-94782E185EFF}" presName="spaceRect" presStyleCnt="0"/>
      <dgm:spPr/>
    </dgm:pt>
    <dgm:pt modelId="{49561B8F-8CD6-4A90-9082-A2E1C7292820}" type="pres">
      <dgm:prSet presAssocID="{A4CB2B6A-8936-465D-BD69-94782E185EFF}" presName="parTx" presStyleLbl="revTx" presStyleIdx="1" presStyleCnt="5">
        <dgm:presLayoutVars>
          <dgm:chMax val="0"/>
          <dgm:chPref val="0"/>
        </dgm:presLayoutVars>
      </dgm:prSet>
      <dgm:spPr/>
    </dgm:pt>
    <dgm:pt modelId="{3C950531-F8D4-4B43-A333-09C85D476E0B}" type="pres">
      <dgm:prSet presAssocID="{DEB92596-2BCD-4065-946F-91D842D7A4C0}" presName="sibTrans" presStyleCnt="0"/>
      <dgm:spPr/>
    </dgm:pt>
    <dgm:pt modelId="{5DECA511-E81C-4E17-BF68-9B684086BBF2}" type="pres">
      <dgm:prSet presAssocID="{2000AE34-9A53-4C8F-BE23-208066756EA1}" presName="compNode" presStyleCnt="0"/>
      <dgm:spPr/>
    </dgm:pt>
    <dgm:pt modelId="{76EF2B23-055E-4099-AD83-002DE3210963}" type="pres">
      <dgm:prSet presAssocID="{2000AE34-9A53-4C8F-BE23-208066756EA1}" presName="bgRect" presStyleLbl="bgShp" presStyleIdx="2" presStyleCnt="5"/>
      <dgm:spPr/>
    </dgm:pt>
    <dgm:pt modelId="{203B09F9-F8EF-4B2A-AAFE-23B7DDCB0CAF}" type="pres">
      <dgm:prSet presAssocID="{2000AE34-9A53-4C8F-BE23-208066756EA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F28F0C7E-DE19-4DD6-9591-921F38671213}" type="pres">
      <dgm:prSet presAssocID="{2000AE34-9A53-4C8F-BE23-208066756EA1}" presName="spaceRect" presStyleCnt="0"/>
      <dgm:spPr/>
    </dgm:pt>
    <dgm:pt modelId="{1D96B93F-1276-4C7F-A83A-A30C13510890}" type="pres">
      <dgm:prSet presAssocID="{2000AE34-9A53-4C8F-BE23-208066756EA1}" presName="parTx" presStyleLbl="revTx" presStyleIdx="2" presStyleCnt="5">
        <dgm:presLayoutVars>
          <dgm:chMax val="0"/>
          <dgm:chPref val="0"/>
        </dgm:presLayoutVars>
      </dgm:prSet>
      <dgm:spPr/>
    </dgm:pt>
    <dgm:pt modelId="{874DE169-869B-477D-B5CE-71C08BD5E365}" type="pres">
      <dgm:prSet presAssocID="{6B9EE5D1-B413-403B-A42B-28AD17280B1E}" presName="sibTrans" presStyleCnt="0"/>
      <dgm:spPr/>
    </dgm:pt>
    <dgm:pt modelId="{1B8ED32E-DFA1-4DE5-81CB-5D2A599A0B5D}" type="pres">
      <dgm:prSet presAssocID="{75E613CB-D124-4D97-95D6-B77E783BDE9B}" presName="compNode" presStyleCnt="0"/>
      <dgm:spPr/>
    </dgm:pt>
    <dgm:pt modelId="{B4CDC714-152C-4AB3-A87A-E494D75B6A66}" type="pres">
      <dgm:prSet presAssocID="{75E613CB-D124-4D97-95D6-B77E783BDE9B}" presName="bgRect" presStyleLbl="bgShp" presStyleIdx="3" presStyleCnt="5"/>
      <dgm:spPr/>
    </dgm:pt>
    <dgm:pt modelId="{D3A1D032-B65E-4A00-9925-88D528D78F9E}" type="pres">
      <dgm:prSet presAssocID="{75E613CB-D124-4D97-95D6-B77E783BDE9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ireless"/>
        </a:ext>
      </dgm:extLst>
    </dgm:pt>
    <dgm:pt modelId="{BEB7C4E7-4940-40C7-A7B8-E154B4EA6D9F}" type="pres">
      <dgm:prSet presAssocID="{75E613CB-D124-4D97-95D6-B77E783BDE9B}" presName="spaceRect" presStyleCnt="0"/>
      <dgm:spPr/>
    </dgm:pt>
    <dgm:pt modelId="{B3659F7C-CDED-445B-A1FE-0FF23A8CA8BA}" type="pres">
      <dgm:prSet presAssocID="{75E613CB-D124-4D97-95D6-B77E783BDE9B}" presName="parTx" presStyleLbl="revTx" presStyleIdx="3" presStyleCnt="5">
        <dgm:presLayoutVars>
          <dgm:chMax val="0"/>
          <dgm:chPref val="0"/>
        </dgm:presLayoutVars>
      </dgm:prSet>
      <dgm:spPr/>
    </dgm:pt>
    <dgm:pt modelId="{778DCDD5-E3A1-4DC7-AA6B-436DEE7AF2CA}" type="pres">
      <dgm:prSet presAssocID="{EE2143D3-F5DD-4D7C-97B8-774E283F0FDA}" presName="sibTrans" presStyleCnt="0"/>
      <dgm:spPr/>
    </dgm:pt>
    <dgm:pt modelId="{93CD359E-49C0-4F5D-A4F4-228012720B7F}" type="pres">
      <dgm:prSet presAssocID="{DD1578EB-44E4-404B-8FED-767745CA0819}" presName="compNode" presStyleCnt="0"/>
      <dgm:spPr/>
    </dgm:pt>
    <dgm:pt modelId="{FA5D949C-47A5-4BB8-80F3-D5B6B2EA4E64}" type="pres">
      <dgm:prSet presAssocID="{DD1578EB-44E4-404B-8FED-767745CA0819}" presName="bgRect" presStyleLbl="bgShp" presStyleIdx="4" presStyleCnt="5"/>
      <dgm:spPr/>
    </dgm:pt>
    <dgm:pt modelId="{82CE36E6-AE66-468C-AA24-BA8729BED7D0}" type="pres">
      <dgm:prSet presAssocID="{DD1578EB-44E4-404B-8FED-767745CA081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Robot"/>
        </a:ext>
      </dgm:extLst>
    </dgm:pt>
    <dgm:pt modelId="{41A416AA-C03C-4DFD-9469-62A9BBDD0F5B}" type="pres">
      <dgm:prSet presAssocID="{DD1578EB-44E4-404B-8FED-767745CA0819}" presName="spaceRect" presStyleCnt="0"/>
      <dgm:spPr/>
    </dgm:pt>
    <dgm:pt modelId="{6451D4BD-4719-4B83-9116-5D32975A708B}" type="pres">
      <dgm:prSet presAssocID="{DD1578EB-44E4-404B-8FED-767745CA0819}" presName="parTx" presStyleLbl="revTx" presStyleIdx="4" presStyleCnt="5">
        <dgm:presLayoutVars>
          <dgm:chMax val="0"/>
          <dgm:chPref val="0"/>
        </dgm:presLayoutVars>
      </dgm:prSet>
      <dgm:spPr/>
    </dgm:pt>
  </dgm:ptLst>
  <dgm:cxnLst>
    <dgm:cxn modelId="{F624843C-2772-4BF9-AA6B-73FDE1F319F5}" srcId="{AA1F6990-BB21-4A20-82F2-BA121C571B34}" destId="{75E613CB-D124-4D97-95D6-B77E783BDE9B}" srcOrd="3" destOrd="0" parTransId="{B073EB25-0F25-4AAE-926D-D0007E7E289C}" sibTransId="{EE2143D3-F5DD-4D7C-97B8-774E283F0FDA}"/>
    <dgm:cxn modelId="{287BEA5C-3E12-4BDE-A000-602CF8CA0B47}" srcId="{AA1F6990-BB21-4A20-82F2-BA121C571B34}" destId="{A4CB2B6A-8936-465D-BD69-94782E185EFF}" srcOrd="1" destOrd="0" parTransId="{F00A68B8-7640-475D-A4B2-30293685B9BE}" sibTransId="{DEB92596-2BCD-4065-946F-91D842D7A4C0}"/>
    <dgm:cxn modelId="{4A17406C-6E03-4CBD-B230-84F815596F45}" type="presOf" srcId="{0BE81CE9-179D-4F69-BE88-26310F602623}" destId="{E58F2F39-437D-41D6-A982-EDE61B9F5C49}" srcOrd="0" destOrd="0" presId="urn:microsoft.com/office/officeart/2018/2/layout/IconVerticalSolidList"/>
    <dgm:cxn modelId="{1AC4634E-9C87-4E42-A129-BB3798939C03}" srcId="{AA1F6990-BB21-4A20-82F2-BA121C571B34}" destId="{DD1578EB-44E4-404B-8FED-767745CA0819}" srcOrd="4" destOrd="0" parTransId="{46547DB2-AFE1-4685-8349-5A13D2C12190}" sibTransId="{AB06C28A-CD2E-4016-8C95-949C9F021EFF}"/>
    <dgm:cxn modelId="{47C9456F-5779-4166-B6C8-9F1F63F6C893}" type="presOf" srcId="{A4CB2B6A-8936-465D-BD69-94782E185EFF}" destId="{49561B8F-8CD6-4A90-9082-A2E1C7292820}" srcOrd="0" destOrd="0" presId="urn:microsoft.com/office/officeart/2018/2/layout/IconVerticalSolidList"/>
    <dgm:cxn modelId="{CB491950-7058-4160-A967-83573B9A9C1D}" srcId="{AA1F6990-BB21-4A20-82F2-BA121C571B34}" destId="{0BE81CE9-179D-4F69-BE88-26310F602623}" srcOrd="0" destOrd="0" parTransId="{BE9371CE-B509-4C86-A653-A0214675A887}" sibTransId="{B83D73E9-6FDB-4A66-AE0F-B1A39888A52F}"/>
    <dgm:cxn modelId="{BF9998A2-9773-49D0-B530-3D4038A74E58}" type="presOf" srcId="{75E613CB-D124-4D97-95D6-B77E783BDE9B}" destId="{B3659F7C-CDED-445B-A1FE-0FF23A8CA8BA}" srcOrd="0" destOrd="0" presId="urn:microsoft.com/office/officeart/2018/2/layout/IconVerticalSolidList"/>
    <dgm:cxn modelId="{DB9B42AB-2B23-4CAB-844A-410525F2004A}" srcId="{AA1F6990-BB21-4A20-82F2-BA121C571B34}" destId="{2000AE34-9A53-4C8F-BE23-208066756EA1}" srcOrd="2" destOrd="0" parTransId="{3529A87F-9B42-4476-970C-2F8E8AE26A27}" sibTransId="{6B9EE5D1-B413-403B-A42B-28AD17280B1E}"/>
    <dgm:cxn modelId="{635DA8D8-7AD2-41BE-9DE9-3D9CC27533A3}" type="presOf" srcId="{DD1578EB-44E4-404B-8FED-767745CA0819}" destId="{6451D4BD-4719-4B83-9116-5D32975A708B}" srcOrd="0" destOrd="0" presId="urn:microsoft.com/office/officeart/2018/2/layout/IconVerticalSolidList"/>
    <dgm:cxn modelId="{EDC2E5DB-A013-4890-A3D5-CD525243BDF3}" type="presOf" srcId="{2000AE34-9A53-4C8F-BE23-208066756EA1}" destId="{1D96B93F-1276-4C7F-A83A-A30C13510890}" srcOrd="0" destOrd="0" presId="urn:microsoft.com/office/officeart/2018/2/layout/IconVerticalSolidList"/>
    <dgm:cxn modelId="{43DFC6FF-0B1E-4BB5-B82F-AA950D49B001}" type="presOf" srcId="{AA1F6990-BB21-4A20-82F2-BA121C571B34}" destId="{A5D73ED9-5D7E-4191-B249-9A09F7BD7A12}" srcOrd="0" destOrd="0" presId="urn:microsoft.com/office/officeart/2018/2/layout/IconVerticalSolidList"/>
    <dgm:cxn modelId="{7869BC75-2F3E-4DA1-B320-348269326BED}" type="presParOf" srcId="{A5D73ED9-5D7E-4191-B249-9A09F7BD7A12}" destId="{AB172014-765F-46EF-AC92-CB119C25EB77}" srcOrd="0" destOrd="0" presId="urn:microsoft.com/office/officeart/2018/2/layout/IconVerticalSolidList"/>
    <dgm:cxn modelId="{45FF321C-6C36-47DE-BC72-C9D2F296ADAD}" type="presParOf" srcId="{AB172014-765F-46EF-AC92-CB119C25EB77}" destId="{1A128824-379F-42BD-AD48-5AE727BB1D2E}" srcOrd="0" destOrd="0" presId="urn:microsoft.com/office/officeart/2018/2/layout/IconVerticalSolidList"/>
    <dgm:cxn modelId="{43204AA9-5F11-4937-9332-A1907BBCBA8B}" type="presParOf" srcId="{AB172014-765F-46EF-AC92-CB119C25EB77}" destId="{9B665B9B-3E32-4A6F-92EE-2AA8945BAC11}" srcOrd="1" destOrd="0" presId="urn:microsoft.com/office/officeart/2018/2/layout/IconVerticalSolidList"/>
    <dgm:cxn modelId="{2A5DE6B6-4BB1-44AB-902F-2E6F22DEB932}" type="presParOf" srcId="{AB172014-765F-46EF-AC92-CB119C25EB77}" destId="{64C1750E-B6BA-4560-8037-88466F0808CB}" srcOrd="2" destOrd="0" presId="urn:microsoft.com/office/officeart/2018/2/layout/IconVerticalSolidList"/>
    <dgm:cxn modelId="{23FAB052-F289-4742-93CE-6EACF4BA474C}" type="presParOf" srcId="{AB172014-765F-46EF-AC92-CB119C25EB77}" destId="{E58F2F39-437D-41D6-A982-EDE61B9F5C49}" srcOrd="3" destOrd="0" presId="urn:microsoft.com/office/officeart/2018/2/layout/IconVerticalSolidList"/>
    <dgm:cxn modelId="{6A810478-A225-4305-A770-DE59487A4F94}" type="presParOf" srcId="{A5D73ED9-5D7E-4191-B249-9A09F7BD7A12}" destId="{2293F882-5047-43F9-949E-1FF7161169DE}" srcOrd="1" destOrd="0" presId="urn:microsoft.com/office/officeart/2018/2/layout/IconVerticalSolidList"/>
    <dgm:cxn modelId="{F275DF2F-9BD4-4254-A514-3223E4F00493}" type="presParOf" srcId="{A5D73ED9-5D7E-4191-B249-9A09F7BD7A12}" destId="{1E04A8D0-C4CD-4381-85A5-DD282316C7C4}" srcOrd="2" destOrd="0" presId="urn:microsoft.com/office/officeart/2018/2/layout/IconVerticalSolidList"/>
    <dgm:cxn modelId="{7D2E4394-1CD9-4BE5-A66E-D9098C27FE07}" type="presParOf" srcId="{1E04A8D0-C4CD-4381-85A5-DD282316C7C4}" destId="{053EEAB5-0402-41E4-8F1D-20F0F5B22B47}" srcOrd="0" destOrd="0" presId="urn:microsoft.com/office/officeart/2018/2/layout/IconVerticalSolidList"/>
    <dgm:cxn modelId="{1F2062AD-4C56-4958-970B-B54F69967D0B}" type="presParOf" srcId="{1E04A8D0-C4CD-4381-85A5-DD282316C7C4}" destId="{72F84F87-FF64-474F-B766-BAEA289204AF}" srcOrd="1" destOrd="0" presId="urn:microsoft.com/office/officeart/2018/2/layout/IconVerticalSolidList"/>
    <dgm:cxn modelId="{0D6A724A-6D3D-4E96-9D60-A07E4EB001FF}" type="presParOf" srcId="{1E04A8D0-C4CD-4381-85A5-DD282316C7C4}" destId="{BA656273-4094-4FE7-8ADD-2599AE7D0498}" srcOrd="2" destOrd="0" presId="urn:microsoft.com/office/officeart/2018/2/layout/IconVerticalSolidList"/>
    <dgm:cxn modelId="{915F1FDC-EA4A-484A-8E9F-D62DFCF4609C}" type="presParOf" srcId="{1E04A8D0-C4CD-4381-85A5-DD282316C7C4}" destId="{49561B8F-8CD6-4A90-9082-A2E1C7292820}" srcOrd="3" destOrd="0" presId="urn:microsoft.com/office/officeart/2018/2/layout/IconVerticalSolidList"/>
    <dgm:cxn modelId="{D1FD2997-FF63-4DB5-A15D-F164FB11B36F}" type="presParOf" srcId="{A5D73ED9-5D7E-4191-B249-9A09F7BD7A12}" destId="{3C950531-F8D4-4B43-A333-09C85D476E0B}" srcOrd="3" destOrd="0" presId="urn:microsoft.com/office/officeart/2018/2/layout/IconVerticalSolidList"/>
    <dgm:cxn modelId="{1BED04C7-BA06-4A63-92BD-4F5DCFE4C0D0}" type="presParOf" srcId="{A5D73ED9-5D7E-4191-B249-9A09F7BD7A12}" destId="{5DECA511-E81C-4E17-BF68-9B684086BBF2}" srcOrd="4" destOrd="0" presId="urn:microsoft.com/office/officeart/2018/2/layout/IconVerticalSolidList"/>
    <dgm:cxn modelId="{D7FA7EF6-F21F-4C55-A6D1-4FE27C231F37}" type="presParOf" srcId="{5DECA511-E81C-4E17-BF68-9B684086BBF2}" destId="{76EF2B23-055E-4099-AD83-002DE3210963}" srcOrd="0" destOrd="0" presId="urn:microsoft.com/office/officeart/2018/2/layout/IconVerticalSolidList"/>
    <dgm:cxn modelId="{56F29C16-FDE6-473C-81DE-7169AEF98A7F}" type="presParOf" srcId="{5DECA511-E81C-4E17-BF68-9B684086BBF2}" destId="{203B09F9-F8EF-4B2A-AAFE-23B7DDCB0CAF}" srcOrd="1" destOrd="0" presId="urn:microsoft.com/office/officeart/2018/2/layout/IconVerticalSolidList"/>
    <dgm:cxn modelId="{BA73D026-1355-4FF6-A6ED-4CDC36BAF4A3}" type="presParOf" srcId="{5DECA511-E81C-4E17-BF68-9B684086BBF2}" destId="{F28F0C7E-DE19-4DD6-9591-921F38671213}" srcOrd="2" destOrd="0" presId="urn:microsoft.com/office/officeart/2018/2/layout/IconVerticalSolidList"/>
    <dgm:cxn modelId="{9B17BD8D-50D5-4FEA-A236-0032037241AA}" type="presParOf" srcId="{5DECA511-E81C-4E17-BF68-9B684086BBF2}" destId="{1D96B93F-1276-4C7F-A83A-A30C13510890}" srcOrd="3" destOrd="0" presId="urn:microsoft.com/office/officeart/2018/2/layout/IconVerticalSolidList"/>
    <dgm:cxn modelId="{FA490A29-BFF9-4B40-909E-8B843BF23FEB}" type="presParOf" srcId="{A5D73ED9-5D7E-4191-B249-9A09F7BD7A12}" destId="{874DE169-869B-477D-B5CE-71C08BD5E365}" srcOrd="5" destOrd="0" presId="urn:microsoft.com/office/officeart/2018/2/layout/IconVerticalSolidList"/>
    <dgm:cxn modelId="{D6D24B4B-52C7-4635-AB93-B55F3C6790C0}" type="presParOf" srcId="{A5D73ED9-5D7E-4191-B249-9A09F7BD7A12}" destId="{1B8ED32E-DFA1-4DE5-81CB-5D2A599A0B5D}" srcOrd="6" destOrd="0" presId="urn:microsoft.com/office/officeart/2018/2/layout/IconVerticalSolidList"/>
    <dgm:cxn modelId="{F35EF7A9-9C66-4F71-8094-B7CF70C8C889}" type="presParOf" srcId="{1B8ED32E-DFA1-4DE5-81CB-5D2A599A0B5D}" destId="{B4CDC714-152C-4AB3-A87A-E494D75B6A66}" srcOrd="0" destOrd="0" presId="urn:microsoft.com/office/officeart/2018/2/layout/IconVerticalSolidList"/>
    <dgm:cxn modelId="{ABED4215-B325-47F7-8E00-CF1A1B829493}" type="presParOf" srcId="{1B8ED32E-DFA1-4DE5-81CB-5D2A599A0B5D}" destId="{D3A1D032-B65E-4A00-9925-88D528D78F9E}" srcOrd="1" destOrd="0" presId="urn:microsoft.com/office/officeart/2018/2/layout/IconVerticalSolidList"/>
    <dgm:cxn modelId="{6BFEEC9D-7FE5-48E5-8DD6-E9AD85AA66D9}" type="presParOf" srcId="{1B8ED32E-DFA1-4DE5-81CB-5D2A599A0B5D}" destId="{BEB7C4E7-4940-40C7-A7B8-E154B4EA6D9F}" srcOrd="2" destOrd="0" presId="urn:microsoft.com/office/officeart/2018/2/layout/IconVerticalSolidList"/>
    <dgm:cxn modelId="{EE2B6524-303D-49A9-9267-7B203F22B4FE}" type="presParOf" srcId="{1B8ED32E-DFA1-4DE5-81CB-5D2A599A0B5D}" destId="{B3659F7C-CDED-445B-A1FE-0FF23A8CA8BA}" srcOrd="3" destOrd="0" presId="urn:microsoft.com/office/officeart/2018/2/layout/IconVerticalSolidList"/>
    <dgm:cxn modelId="{8B0D81F5-8E0C-4840-A4AC-77E365AB8A7C}" type="presParOf" srcId="{A5D73ED9-5D7E-4191-B249-9A09F7BD7A12}" destId="{778DCDD5-E3A1-4DC7-AA6B-436DEE7AF2CA}" srcOrd="7" destOrd="0" presId="urn:microsoft.com/office/officeart/2018/2/layout/IconVerticalSolidList"/>
    <dgm:cxn modelId="{F268EF3B-3528-4592-866F-52EF76975B44}" type="presParOf" srcId="{A5D73ED9-5D7E-4191-B249-9A09F7BD7A12}" destId="{93CD359E-49C0-4F5D-A4F4-228012720B7F}" srcOrd="8" destOrd="0" presId="urn:microsoft.com/office/officeart/2018/2/layout/IconVerticalSolidList"/>
    <dgm:cxn modelId="{E1BB4402-B60A-49C8-9D49-C3420F020739}" type="presParOf" srcId="{93CD359E-49C0-4F5D-A4F4-228012720B7F}" destId="{FA5D949C-47A5-4BB8-80F3-D5B6B2EA4E64}" srcOrd="0" destOrd="0" presId="urn:microsoft.com/office/officeart/2018/2/layout/IconVerticalSolidList"/>
    <dgm:cxn modelId="{6D885CA0-447D-4FB7-83A0-BD9976E9032C}" type="presParOf" srcId="{93CD359E-49C0-4F5D-A4F4-228012720B7F}" destId="{82CE36E6-AE66-468C-AA24-BA8729BED7D0}" srcOrd="1" destOrd="0" presId="urn:microsoft.com/office/officeart/2018/2/layout/IconVerticalSolidList"/>
    <dgm:cxn modelId="{DBF0495F-E062-46CD-9B97-057054E4967E}" type="presParOf" srcId="{93CD359E-49C0-4F5D-A4F4-228012720B7F}" destId="{41A416AA-C03C-4DFD-9469-62A9BBDD0F5B}" srcOrd="2" destOrd="0" presId="urn:microsoft.com/office/officeart/2018/2/layout/IconVerticalSolidList"/>
    <dgm:cxn modelId="{23223486-3A13-4D45-B12E-D0545496856C}" type="presParOf" srcId="{93CD359E-49C0-4F5D-A4F4-228012720B7F}" destId="{6451D4BD-4719-4B83-9116-5D32975A708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8AD684-7AA3-4049-B220-A35A0D03CDC9}"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713238C9-9130-4F1F-BDC2-6AA5A90475AD}">
      <dgm:prSet/>
      <dgm:spPr/>
      <dgm:t>
        <a:bodyPr/>
        <a:lstStyle/>
        <a:p>
          <a:r>
            <a:rPr lang="en-IN"/>
            <a:t>Devices</a:t>
          </a:r>
          <a:endParaRPr lang="en-US"/>
        </a:p>
      </dgm:t>
    </dgm:pt>
    <dgm:pt modelId="{B88AF10A-96DE-4756-BF87-86D0841CE93C}" type="parTrans" cxnId="{924D4065-A906-4B1B-815B-4EAE8CF2B54C}">
      <dgm:prSet/>
      <dgm:spPr/>
      <dgm:t>
        <a:bodyPr/>
        <a:lstStyle/>
        <a:p>
          <a:endParaRPr lang="en-US"/>
        </a:p>
      </dgm:t>
    </dgm:pt>
    <dgm:pt modelId="{AF97547D-B4F7-4F3E-84AF-B2028005A343}" type="sibTrans" cxnId="{924D4065-A906-4B1B-815B-4EAE8CF2B54C}">
      <dgm:prSet/>
      <dgm:spPr/>
      <dgm:t>
        <a:bodyPr/>
        <a:lstStyle/>
        <a:p>
          <a:endParaRPr lang="en-US"/>
        </a:p>
      </dgm:t>
    </dgm:pt>
    <dgm:pt modelId="{B92BF9DF-4E43-4759-86AB-D7FE5F0C9E5B}">
      <dgm:prSet/>
      <dgm:spPr/>
      <dgm:t>
        <a:bodyPr/>
        <a:lstStyle/>
        <a:p>
          <a:r>
            <a:rPr lang="en-IN"/>
            <a:t>Send and receive data interacting with the</a:t>
          </a:r>
          <a:endParaRPr lang="en-US"/>
        </a:p>
      </dgm:t>
    </dgm:pt>
    <dgm:pt modelId="{304BC956-1DBE-4476-B52C-9A628187EB3E}" type="parTrans" cxnId="{D8A4F53A-9F35-4EE6-ACF3-96EA007F2FA5}">
      <dgm:prSet/>
      <dgm:spPr/>
      <dgm:t>
        <a:bodyPr/>
        <a:lstStyle/>
        <a:p>
          <a:endParaRPr lang="en-US"/>
        </a:p>
      </dgm:t>
    </dgm:pt>
    <dgm:pt modelId="{B7537D97-F1F9-47DE-8280-431B217E00EE}" type="sibTrans" cxnId="{D8A4F53A-9F35-4EE6-ACF3-96EA007F2FA5}">
      <dgm:prSet/>
      <dgm:spPr/>
      <dgm:t>
        <a:bodyPr/>
        <a:lstStyle/>
        <a:p>
          <a:endParaRPr lang="en-US"/>
        </a:p>
      </dgm:t>
    </dgm:pt>
    <dgm:pt modelId="{BC493191-65D2-4DE8-A3B0-7788D90545C9}">
      <dgm:prSet/>
      <dgm:spPr/>
      <dgm:t>
        <a:bodyPr/>
        <a:lstStyle/>
        <a:p>
          <a:r>
            <a:rPr lang="en-IN"/>
            <a:t>Network</a:t>
          </a:r>
          <a:endParaRPr lang="en-US"/>
        </a:p>
      </dgm:t>
    </dgm:pt>
    <dgm:pt modelId="{C1B00679-52F9-49A2-9E4D-E8EED4A67471}" type="parTrans" cxnId="{07AD00FD-279A-46A6-9D7A-A78DD89A3373}">
      <dgm:prSet/>
      <dgm:spPr/>
      <dgm:t>
        <a:bodyPr/>
        <a:lstStyle/>
        <a:p>
          <a:endParaRPr lang="en-US"/>
        </a:p>
      </dgm:t>
    </dgm:pt>
    <dgm:pt modelId="{03BD5DE5-B3CA-4109-B63B-7A4A402684C0}" type="sibTrans" cxnId="{07AD00FD-279A-46A6-9D7A-A78DD89A3373}">
      <dgm:prSet/>
      <dgm:spPr/>
      <dgm:t>
        <a:bodyPr/>
        <a:lstStyle/>
        <a:p>
          <a:endParaRPr lang="en-US"/>
        </a:p>
      </dgm:t>
    </dgm:pt>
    <dgm:pt modelId="{A25ACD25-AEB1-4FE5-A193-0C9BF7BA2FE1}">
      <dgm:prSet/>
      <dgm:spPr/>
      <dgm:t>
        <a:bodyPr/>
        <a:lstStyle/>
        <a:p>
          <a:r>
            <a:rPr lang="en-IN"/>
            <a:t>Where the data is transmitted, normalised and filtered using</a:t>
          </a:r>
          <a:endParaRPr lang="en-US"/>
        </a:p>
      </dgm:t>
    </dgm:pt>
    <dgm:pt modelId="{181CCACC-7AD1-4C2B-9B17-4CBD9259F82D}" type="parTrans" cxnId="{C9C5B744-325E-4370-BC82-9E559C9B9ABF}">
      <dgm:prSet/>
      <dgm:spPr/>
      <dgm:t>
        <a:bodyPr/>
        <a:lstStyle/>
        <a:p>
          <a:endParaRPr lang="en-US"/>
        </a:p>
      </dgm:t>
    </dgm:pt>
    <dgm:pt modelId="{DBAF5C5F-D49C-4093-8A22-B24604520EA0}" type="sibTrans" cxnId="{C9C5B744-325E-4370-BC82-9E559C9B9ABF}">
      <dgm:prSet/>
      <dgm:spPr/>
      <dgm:t>
        <a:bodyPr/>
        <a:lstStyle/>
        <a:p>
          <a:endParaRPr lang="en-US"/>
        </a:p>
      </dgm:t>
    </dgm:pt>
    <dgm:pt modelId="{BE99E4A5-4463-426C-98E8-3BF0E9B3B5F6}">
      <dgm:prSet/>
      <dgm:spPr/>
      <dgm:t>
        <a:bodyPr/>
        <a:lstStyle/>
        <a:p>
          <a:r>
            <a:rPr lang="en-IN"/>
            <a:t>Edge Computing</a:t>
          </a:r>
          <a:endParaRPr lang="en-US"/>
        </a:p>
      </dgm:t>
    </dgm:pt>
    <dgm:pt modelId="{61B8A595-2302-4792-A5C3-1B3E83AB0921}" type="parTrans" cxnId="{04B90ECB-A964-43F8-82E5-7ECD4E7ECA48}">
      <dgm:prSet/>
      <dgm:spPr/>
      <dgm:t>
        <a:bodyPr/>
        <a:lstStyle/>
        <a:p>
          <a:endParaRPr lang="en-US"/>
        </a:p>
      </dgm:t>
    </dgm:pt>
    <dgm:pt modelId="{9D467F77-2437-4F96-A5C3-400D5D595B75}" type="sibTrans" cxnId="{04B90ECB-A964-43F8-82E5-7ECD4E7ECA48}">
      <dgm:prSet/>
      <dgm:spPr/>
      <dgm:t>
        <a:bodyPr/>
        <a:lstStyle/>
        <a:p>
          <a:endParaRPr lang="en-US"/>
        </a:p>
      </dgm:t>
    </dgm:pt>
    <dgm:pt modelId="{847F7106-2C5B-4CA2-A961-8F28E6A214C0}">
      <dgm:prSet/>
      <dgm:spPr/>
      <dgm:t>
        <a:bodyPr/>
        <a:lstStyle/>
        <a:p>
          <a:r>
            <a:rPr lang="en-IN"/>
            <a:t>Before landing in</a:t>
          </a:r>
          <a:endParaRPr lang="en-US"/>
        </a:p>
      </dgm:t>
    </dgm:pt>
    <dgm:pt modelId="{B90EE7EF-734F-475B-BD2E-38244CD5E1EB}" type="parTrans" cxnId="{68B83A60-EDE1-45ED-88AD-A6F05EF18A7A}">
      <dgm:prSet/>
      <dgm:spPr/>
      <dgm:t>
        <a:bodyPr/>
        <a:lstStyle/>
        <a:p>
          <a:endParaRPr lang="en-US"/>
        </a:p>
      </dgm:t>
    </dgm:pt>
    <dgm:pt modelId="{D4ED89FF-0AC9-49AD-9F97-C2821F1F5D45}" type="sibTrans" cxnId="{68B83A60-EDE1-45ED-88AD-A6F05EF18A7A}">
      <dgm:prSet/>
      <dgm:spPr/>
      <dgm:t>
        <a:bodyPr/>
        <a:lstStyle/>
        <a:p>
          <a:endParaRPr lang="en-US"/>
        </a:p>
      </dgm:t>
    </dgm:pt>
    <dgm:pt modelId="{90B8A6F5-77F5-4C0E-ADB1-A0AF0E7FF689}">
      <dgm:prSet/>
      <dgm:spPr/>
      <dgm:t>
        <a:bodyPr/>
        <a:lstStyle/>
        <a:p>
          <a:r>
            <a:rPr lang="en-IN"/>
            <a:t>Data Storage / Databases</a:t>
          </a:r>
          <a:endParaRPr lang="en-US"/>
        </a:p>
      </dgm:t>
    </dgm:pt>
    <dgm:pt modelId="{9F3B66DD-A54D-4662-83AB-BFEA35AA1303}" type="parTrans" cxnId="{52DDCD09-C431-4EEA-864C-C09BBB7EFFAB}">
      <dgm:prSet/>
      <dgm:spPr/>
      <dgm:t>
        <a:bodyPr/>
        <a:lstStyle/>
        <a:p>
          <a:endParaRPr lang="en-US"/>
        </a:p>
      </dgm:t>
    </dgm:pt>
    <dgm:pt modelId="{70C467AF-D4E6-4644-A8D8-CB5814E9AC7C}" type="sibTrans" cxnId="{52DDCD09-C431-4EEA-864C-C09BBB7EFFAB}">
      <dgm:prSet/>
      <dgm:spPr/>
      <dgm:t>
        <a:bodyPr/>
        <a:lstStyle/>
        <a:p>
          <a:endParaRPr lang="en-US"/>
        </a:p>
      </dgm:t>
    </dgm:pt>
    <dgm:pt modelId="{54821F25-AE56-4747-9890-554EE67BE574}">
      <dgm:prSet/>
      <dgm:spPr/>
      <dgm:t>
        <a:bodyPr/>
        <a:lstStyle/>
        <a:p>
          <a:r>
            <a:rPr lang="en-IN"/>
            <a:t>Accessible by</a:t>
          </a:r>
          <a:endParaRPr lang="en-US"/>
        </a:p>
      </dgm:t>
    </dgm:pt>
    <dgm:pt modelId="{9639E700-2401-4122-B4A8-FA0AEB76544E}" type="parTrans" cxnId="{1437B104-550F-4220-B6D8-1604A821AF7F}">
      <dgm:prSet/>
      <dgm:spPr/>
      <dgm:t>
        <a:bodyPr/>
        <a:lstStyle/>
        <a:p>
          <a:endParaRPr lang="en-US"/>
        </a:p>
      </dgm:t>
    </dgm:pt>
    <dgm:pt modelId="{E5063EA0-BB5D-4DF4-9F66-A4FEC77833C3}" type="sibTrans" cxnId="{1437B104-550F-4220-B6D8-1604A821AF7F}">
      <dgm:prSet/>
      <dgm:spPr/>
      <dgm:t>
        <a:bodyPr/>
        <a:lstStyle/>
        <a:p>
          <a:endParaRPr lang="en-US"/>
        </a:p>
      </dgm:t>
    </dgm:pt>
    <dgm:pt modelId="{C97339C9-C182-46CD-9583-984E10E8F3AB}">
      <dgm:prSet/>
      <dgm:spPr/>
      <dgm:t>
        <a:bodyPr/>
        <a:lstStyle/>
        <a:p>
          <a:r>
            <a:rPr lang="en-IN"/>
            <a:t>Applications</a:t>
          </a:r>
          <a:endParaRPr lang="en-US"/>
        </a:p>
      </dgm:t>
    </dgm:pt>
    <dgm:pt modelId="{2341B793-06C5-479D-83D3-A778A85F1F33}" type="parTrans" cxnId="{8720B3C5-B519-47C5-977D-5F84CD215F41}">
      <dgm:prSet/>
      <dgm:spPr/>
      <dgm:t>
        <a:bodyPr/>
        <a:lstStyle/>
        <a:p>
          <a:endParaRPr lang="en-US"/>
        </a:p>
      </dgm:t>
    </dgm:pt>
    <dgm:pt modelId="{283DC624-39C7-4049-AD0D-884B8708F0EB}" type="sibTrans" cxnId="{8720B3C5-B519-47C5-977D-5F84CD215F41}">
      <dgm:prSet/>
      <dgm:spPr/>
      <dgm:t>
        <a:bodyPr/>
        <a:lstStyle/>
        <a:p>
          <a:endParaRPr lang="en-US"/>
        </a:p>
      </dgm:t>
    </dgm:pt>
    <dgm:pt modelId="{9959CF49-7AB8-43C7-BEAD-2F095C2B49A7}">
      <dgm:prSet/>
      <dgm:spPr/>
      <dgm:t>
        <a:bodyPr/>
        <a:lstStyle/>
        <a:p>
          <a:r>
            <a:rPr lang="en-IN"/>
            <a:t>Which process it and provide it to people who will</a:t>
          </a:r>
          <a:endParaRPr lang="en-US"/>
        </a:p>
      </dgm:t>
    </dgm:pt>
    <dgm:pt modelId="{3B61FB20-849F-45BC-97A8-5BD865C30D70}" type="parTrans" cxnId="{0543A5D4-41B9-43C8-920E-C15561122C63}">
      <dgm:prSet/>
      <dgm:spPr/>
      <dgm:t>
        <a:bodyPr/>
        <a:lstStyle/>
        <a:p>
          <a:endParaRPr lang="en-US"/>
        </a:p>
      </dgm:t>
    </dgm:pt>
    <dgm:pt modelId="{6AEAE67E-B577-447D-8118-FE6732292DC8}" type="sibTrans" cxnId="{0543A5D4-41B9-43C8-920E-C15561122C63}">
      <dgm:prSet/>
      <dgm:spPr/>
      <dgm:t>
        <a:bodyPr/>
        <a:lstStyle/>
        <a:p>
          <a:endParaRPr lang="en-US"/>
        </a:p>
      </dgm:t>
    </dgm:pt>
    <dgm:pt modelId="{9E818872-ED71-4DB9-9E68-14F6E3CE1BAE}">
      <dgm:prSet/>
      <dgm:spPr/>
      <dgm:t>
        <a:bodyPr/>
        <a:lstStyle/>
        <a:p>
          <a:r>
            <a:rPr lang="en-IN"/>
            <a:t>Act &amp; Collaborate</a:t>
          </a:r>
          <a:endParaRPr lang="en-US"/>
        </a:p>
      </dgm:t>
    </dgm:pt>
    <dgm:pt modelId="{6BFF0B06-AD23-41C2-A11D-626D307BE229}" type="parTrans" cxnId="{1F3FB3ED-5FD6-4DB4-84B4-137E756F45CC}">
      <dgm:prSet/>
      <dgm:spPr/>
      <dgm:t>
        <a:bodyPr/>
        <a:lstStyle/>
        <a:p>
          <a:endParaRPr lang="en-US"/>
        </a:p>
      </dgm:t>
    </dgm:pt>
    <dgm:pt modelId="{2CDDC305-7F54-4360-914E-B93435B0E041}" type="sibTrans" cxnId="{1F3FB3ED-5FD6-4DB4-84B4-137E756F45CC}">
      <dgm:prSet/>
      <dgm:spPr/>
      <dgm:t>
        <a:bodyPr/>
        <a:lstStyle/>
        <a:p>
          <a:endParaRPr lang="en-US"/>
        </a:p>
      </dgm:t>
    </dgm:pt>
    <dgm:pt modelId="{614D5973-56F5-4B50-A71B-0C9461CB1D26}" type="pres">
      <dgm:prSet presAssocID="{028AD684-7AA3-4049-B220-A35A0D03CDC9}" presName="root" presStyleCnt="0">
        <dgm:presLayoutVars>
          <dgm:dir/>
          <dgm:resizeHandles val="exact"/>
        </dgm:presLayoutVars>
      </dgm:prSet>
      <dgm:spPr/>
    </dgm:pt>
    <dgm:pt modelId="{00FFB0D7-E6D3-45BB-A076-AA73BF51F9D2}" type="pres">
      <dgm:prSet presAssocID="{713238C9-9130-4F1F-BDC2-6AA5A90475AD}" presName="compNode" presStyleCnt="0"/>
      <dgm:spPr/>
    </dgm:pt>
    <dgm:pt modelId="{2C870BF6-3381-4422-BFC0-AC06B436C92B}" type="pres">
      <dgm:prSet presAssocID="{713238C9-9130-4F1F-BDC2-6AA5A90475AD}" presName="bgRect" presStyleLbl="bgShp" presStyleIdx="0" presStyleCnt="6"/>
      <dgm:spPr/>
    </dgm:pt>
    <dgm:pt modelId="{B446046E-2532-43D6-A2D8-FED89273F124}" type="pres">
      <dgm:prSet presAssocID="{713238C9-9130-4F1F-BDC2-6AA5A90475AD}"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1ACA8617-31FF-4D00-A055-84130AFAF2E0}" type="pres">
      <dgm:prSet presAssocID="{713238C9-9130-4F1F-BDC2-6AA5A90475AD}" presName="spaceRect" presStyleCnt="0"/>
      <dgm:spPr/>
    </dgm:pt>
    <dgm:pt modelId="{D3FBCFAB-F66B-4D56-82E0-23C6F23D3FEB}" type="pres">
      <dgm:prSet presAssocID="{713238C9-9130-4F1F-BDC2-6AA5A90475AD}" presName="parTx" presStyleLbl="revTx" presStyleIdx="0" presStyleCnt="11">
        <dgm:presLayoutVars>
          <dgm:chMax val="0"/>
          <dgm:chPref val="0"/>
        </dgm:presLayoutVars>
      </dgm:prSet>
      <dgm:spPr/>
    </dgm:pt>
    <dgm:pt modelId="{5269B414-8923-451C-B15E-8B93AF6D8440}" type="pres">
      <dgm:prSet presAssocID="{713238C9-9130-4F1F-BDC2-6AA5A90475AD}" presName="desTx" presStyleLbl="revTx" presStyleIdx="1" presStyleCnt="11">
        <dgm:presLayoutVars/>
      </dgm:prSet>
      <dgm:spPr/>
    </dgm:pt>
    <dgm:pt modelId="{EF51F118-5CBE-4E10-9455-B6291AC81F80}" type="pres">
      <dgm:prSet presAssocID="{AF97547D-B4F7-4F3E-84AF-B2028005A343}" presName="sibTrans" presStyleCnt="0"/>
      <dgm:spPr/>
    </dgm:pt>
    <dgm:pt modelId="{2CBA8231-D8DB-4B96-8017-FECEE32F8AEC}" type="pres">
      <dgm:prSet presAssocID="{BC493191-65D2-4DE8-A3B0-7788D90545C9}" presName="compNode" presStyleCnt="0"/>
      <dgm:spPr/>
    </dgm:pt>
    <dgm:pt modelId="{E64AB2E0-6513-48BC-9D30-7A5BCFD00D8B}" type="pres">
      <dgm:prSet presAssocID="{BC493191-65D2-4DE8-A3B0-7788D90545C9}" presName="bgRect" presStyleLbl="bgShp" presStyleIdx="1" presStyleCnt="6"/>
      <dgm:spPr/>
    </dgm:pt>
    <dgm:pt modelId="{C5142157-9371-4344-B192-521EE17766BB}" type="pres">
      <dgm:prSet presAssocID="{BC493191-65D2-4DE8-A3B0-7788D90545C9}"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Network"/>
        </a:ext>
      </dgm:extLst>
    </dgm:pt>
    <dgm:pt modelId="{2430B38E-DB6C-436C-AB4E-FB631DD9B272}" type="pres">
      <dgm:prSet presAssocID="{BC493191-65D2-4DE8-A3B0-7788D90545C9}" presName="spaceRect" presStyleCnt="0"/>
      <dgm:spPr/>
    </dgm:pt>
    <dgm:pt modelId="{5B680E0F-4FDE-4664-9514-84FB3B568AB7}" type="pres">
      <dgm:prSet presAssocID="{BC493191-65D2-4DE8-A3B0-7788D90545C9}" presName="parTx" presStyleLbl="revTx" presStyleIdx="2" presStyleCnt="11">
        <dgm:presLayoutVars>
          <dgm:chMax val="0"/>
          <dgm:chPref val="0"/>
        </dgm:presLayoutVars>
      </dgm:prSet>
      <dgm:spPr/>
    </dgm:pt>
    <dgm:pt modelId="{7531EC5F-7B5C-47F7-A08C-ACA1BC83303F}" type="pres">
      <dgm:prSet presAssocID="{BC493191-65D2-4DE8-A3B0-7788D90545C9}" presName="desTx" presStyleLbl="revTx" presStyleIdx="3" presStyleCnt="11">
        <dgm:presLayoutVars/>
      </dgm:prSet>
      <dgm:spPr/>
    </dgm:pt>
    <dgm:pt modelId="{B255C77A-5E38-423B-8280-26458FA644B7}" type="pres">
      <dgm:prSet presAssocID="{03BD5DE5-B3CA-4109-B63B-7A4A402684C0}" presName="sibTrans" presStyleCnt="0"/>
      <dgm:spPr/>
    </dgm:pt>
    <dgm:pt modelId="{BC10F20A-CC69-416D-888C-EC86D328F56F}" type="pres">
      <dgm:prSet presAssocID="{BE99E4A5-4463-426C-98E8-3BF0E9B3B5F6}" presName="compNode" presStyleCnt="0"/>
      <dgm:spPr/>
    </dgm:pt>
    <dgm:pt modelId="{346E4396-5CD3-4FCC-9A6E-76FD1659ED96}" type="pres">
      <dgm:prSet presAssocID="{BE99E4A5-4463-426C-98E8-3BF0E9B3B5F6}" presName="bgRect" presStyleLbl="bgShp" presStyleIdx="2" presStyleCnt="6"/>
      <dgm:spPr/>
    </dgm:pt>
    <dgm:pt modelId="{083D308E-54E2-4871-96D0-BA02F8A46D98}" type="pres">
      <dgm:prSet presAssocID="{BE99E4A5-4463-426C-98E8-3BF0E9B3B5F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8142EBB1-6766-41EF-ADE7-7941D0888A62}" type="pres">
      <dgm:prSet presAssocID="{BE99E4A5-4463-426C-98E8-3BF0E9B3B5F6}" presName="spaceRect" presStyleCnt="0"/>
      <dgm:spPr/>
    </dgm:pt>
    <dgm:pt modelId="{8E4A0F05-F396-449D-8426-7BC575D90693}" type="pres">
      <dgm:prSet presAssocID="{BE99E4A5-4463-426C-98E8-3BF0E9B3B5F6}" presName="parTx" presStyleLbl="revTx" presStyleIdx="4" presStyleCnt="11">
        <dgm:presLayoutVars>
          <dgm:chMax val="0"/>
          <dgm:chPref val="0"/>
        </dgm:presLayoutVars>
      </dgm:prSet>
      <dgm:spPr/>
    </dgm:pt>
    <dgm:pt modelId="{4E0E2183-18F9-4A31-A9D7-46CAD7F4F44C}" type="pres">
      <dgm:prSet presAssocID="{BE99E4A5-4463-426C-98E8-3BF0E9B3B5F6}" presName="desTx" presStyleLbl="revTx" presStyleIdx="5" presStyleCnt="11">
        <dgm:presLayoutVars/>
      </dgm:prSet>
      <dgm:spPr/>
    </dgm:pt>
    <dgm:pt modelId="{EC03543D-3FEC-4249-8039-626BD4775FF3}" type="pres">
      <dgm:prSet presAssocID="{9D467F77-2437-4F96-A5C3-400D5D595B75}" presName="sibTrans" presStyleCnt="0"/>
      <dgm:spPr/>
    </dgm:pt>
    <dgm:pt modelId="{C2FC8AD5-8413-4A00-81BD-AA618193F0DD}" type="pres">
      <dgm:prSet presAssocID="{90B8A6F5-77F5-4C0E-ADB1-A0AF0E7FF689}" presName="compNode" presStyleCnt="0"/>
      <dgm:spPr/>
    </dgm:pt>
    <dgm:pt modelId="{9B1D2185-9935-4292-A0B7-FFC77841A8CE}" type="pres">
      <dgm:prSet presAssocID="{90B8A6F5-77F5-4C0E-ADB1-A0AF0E7FF689}" presName="bgRect" presStyleLbl="bgShp" presStyleIdx="3" presStyleCnt="6"/>
      <dgm:spPr/>
    </dgm:pt>
    <dgm:pt modelId="{F352B1DD-D84F-46D1-8DD4-135360E21D39}" type="pres">
      <dgm:prSet presAssocID="{90B8A6F5-77F5-4C0E-ADB1-A0AF0E7FF68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16C67986-5105-4AD6-8720-9DB6619D096B}" type="pres">
      <dgm:prSet presAssocID="{90B8A6F5-77F5-4C0E-ADB1-A0AF0E7FF689}" presName="spaceRect" presStyleCnt="0"/>
      <dgm:spPr/>
    </dgm:pt>
    <dgm:pt modelId="{084985F9-060C-415C-90C5-4656B7856DF5}" type="pres">
      <dgm:prSet presAssocID="{90B8A6F5-77F5-4C0E-ADB1-A0AF0E7FF689}" presName="parTx" presStyleLbl="revTx" presStyleIdx="6" presStyleCnt="11">
        <dgm:presLayoutVars>
          <dgm:chMax val="0"/>
          <dgm:chPref val="0"/>
        </dgm:presLayoutVars>
      </dgm:prSet>
      <dgm:spPr/>
    </dgm:pt>
    <dgm:pt modelId="{1796AE24-CB0F-4FFE-A53C-F38F86F58547}" type="pres">
      <dgm:prSet presAssocID="{90B8A6F5-77F5-4C0E-ADB1-A0AF0E7FF689}" presName="desTx" presStyleLbl="revTx" presStyleIdx="7" presStyleCnt="11">
        <dgm:presLayoutVars/>
      </dgm:prSet>
      <dgm:spPr/>
    </dgm:pt>
    <dgm:pt modelId="{CAECE322-AABF-4CE1-8120-ADAB77F97E71}" type="pres">
      <dgm:prSet presAssocID="{70C467AF-D4E6-4644-A8D8-CB5814E9AC7C}" presName="sibTrans" presStyleCnt="0"/>
      <dgm:spPr/>
    </dgm:pt>
    <dgm:pt modelId="{E8AB2A4B-29D0-4B54-9041-6F84F0CC1B38}" type="pres">
      <dgm:prSet presAssocID="{C97339C9-C182-46CD-9583-984E10E8F3AB}" presName="compNode" presStyleCnt="0"/>
      <dgm:spPr/>
    </dgm:pt>
    <dgm:pt modelId="{1E5C9D2F-F02A-40EF-A634-D355F5BD4F20}" type="pres">
      <dgm:prSet presAssocID="{C97339C9-C182-46CD-9583-984E10E8F3AB}" presName="bgRect" presStyleLbl="bgShp" presStyleIdx="4" presStyleCnt="6"/>
      <dgm:spPr/>
    </dgm:pt>
    <dgm:pt modelId="{BAE9EE9B-B159-434E-BA3F-DED8E48C2378}" type="pres">
      <dgm:prSet presAssocID="{C97339C9-C182-46CD-9583-984E10E8F3AB}"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ears"/>
        </a:ext>
      </dgm:extLst>
    </dgm:pt>
    <dgm:pt modelId="{9D8C6728-5B2B-4EC8-803C-14EDD00CCA91}" type="pres">
      <dgm:prSet presAssocID="{C97339C9-C182-46CD-9583-984E10E8F3AB}" presName="spaceRect" presStyleCnt="0"/>
      <dgm:spPr/>
    </dgm:pt>
    <dgm:pt modelId="{79DA3E1B-D713-4BCB-A0AB-09DBF56139F9}" type="pres">
      <dgm:prSet presAssocID="{C97339C9-C182-46CD-9583-984E10E8F3AB}" presName="parTx" presStyleLbl="revTx" presStyleIdx="8" presStyleCnt="11">
        <dgm:presLayoutVars>
          <dgm:chMax val="0"/>
          <dgm:chPref val="0"/>
        </dgm:presLayoutVars>
      </dgm:prSet>
      <dgm:spPr/>
    </dgm:pt>
    <dgm:pt modelId="{A5EB058F-4B0B-4643-BFFE-F8C3C4B2B0F5}" type="pres">
      <dgm:prSet presAssocID="{C97339C9-C182-46CD-9583-984E10E8F3AB}" presName="desTx" presStyleLbl="revTx" presStyleIdx="9" presStyleCnt="11">
        <dgm:presLayoutVars/>
      </dgm:prSet>
      <dgm:spPr/>
    </dgm:pt>
    <dgm:pt modelId="{27623E21-4635-4584-BB8F-A8698B47CC74}" type="pres">
      <dgm:prSet presAssocID="{283DC624-39C7-4049-AD0D-884B8708F0EB}" presName="sibTrans" presStyleCnt="0"/>
      <dgm:spPr/>
    </dgm:pt>
    <dgm:pt modelId="{4E5426E3-19B7-4225-9E0F-FF84FBFC7737}" type="pres">
      <dgm:prSet presAssocID="{9E818872-ED71-4DB9-9E68-14F6E3CE1BAE}" presName="compNode" presStyleCnt="0"/>
      <dgm:spPr/>
    </dgm:pt>
    <dgm:pt modelId="{39885C67-537A-4969-8F75-CE6F978D30A2}" type="pres">
      <dgm:prSet presAssocID="{9E818872-ED71-4DB9-9E68-14F6E3CE1BAE}" presName="bgRect" presStyleLbl="bgShp" presStyleIdx="5" presStyleCnt="6"/>
      <dgm:spPr/>
    </dgm:pt>
    <dgm:pt modelId="{EE8C3551-DF42-43A1-BAAF-44D16E6EABA1}" type="pres">
      <dgm:prSet presAssocID="{9E818872-ED71-4DB9-9E68-14F6E3CE1BAE}"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usiness Growth"/>
        </a:ext>
      </dgm:extLst>
    </dgm:pt>
    <dgm:pt modelId="{89AF84EC-8849-4A74-B7C7-AA0D4A3F3787}" type="pres">
      <dgm:prSet presAssocID="{9E818872-ED71-4DB9-9E68-14F6E3CE1BAE}" presName="spaceRect" presStyleCnt="0"/>
      <dgm:spPr/>
    </dgm:pt>
    <dgm:pt modelId="{4DBF0B42-7984-4986-8296-EE622370A8B7}" type="pres">
      <dgm:prSet presAssocID="{9E818872-ED71-4DB9-9E68-14F6E3CE1BAE}" presName="parTx" presStyleLbl="revTx" presStyleIdx="10" presStyleCnt="11">
        <dgm:presLayoutVars>
          <dgm:chMax val="0"/>
          <dgm:chPref val="0"/>
        </dgm:presLayoutVars>
      </dgm:prSet>
      <dgm:spPr/>
    </dgm:pt>
  </dgm:ptLst>
  <dgm:cxnLst>
    <dgm:cxn modelId="{1437B104-550F-4220-B6D8-1604A821AF7F}" srcId="{90B8A6F5-77F5-4C0E-ADB1-A0AF0E7FF689}" destId="{54821F25-AE56-4747-9890-554EE67BE574}" srcOrd="0" destOrd="0" parTransId="{9639E700-2401-4122-B4A8-FA0AEB76544E}" sibTransId="{E5063EA0-BB5D-4DF4-9F66-A4FEC77833C3}"/>
    <dgm:cxn modelId="{52DDCD09-C431-4EEA-864C-C09BBB7EFFAB}" srcId="{028AD684-7AA3-4049-B220-A35A0D03CDC9}" destId="{90B8A6F5-77F5-4C0E-ADB1-A0AF0E7FF689}" srcOrd="3" destOrd="0" parTransId="{9F3B66DD-A54D-4662-83AB-BFEA35AA1303}" sibTransId="{70C467AF-D4E6-4644-A8D8-CB5814E9AC7C}"/>
    <dgm:cxn modelId="{03B8610C-C1E6-4D3D-8EC4-AC1D34F0B402}" type="presOf" srcId="{C97339C9-C182-46CD-9583-984E10E8F3AB}" destId="{79DA3E1B-D713-4BCB-A0AB-09DBF56139F9}" srcOrd="0" destOrd="0" presId="urn:microsoft.com/office/officeart/2018/2/layout/IconVerticalSolidList"/>
    <dgm:cxn modelId="{7C763A0D-4168-4E3E-B200-45836F8D24A4}" type="presOf" srcId="{B92BF9DF-4E43-4759-86AB-D7FE5F0C9E5B}" destId="{5269B414-8923-451C-B15E-8B93AF6D8440}" srcOrd="0" destOrd="0" presId="urn:microsoft.com/office/officeart/2018/2/layout/IconVerticalSolidList"/>
    <dgm:cxn modelId="{A4CAFE0D-605A-4ACD-915E-C68EDB2CA243}" type="presOf" srcId="{A25ACD25-AEB1-4FE5-A193-0C9BF7BA2FE1}" destId="{7531EC5F-7B5C-47F7-A08C-ACA1BC83303F}" srcOrd="0" destOrd="0" presId="urn:microsoft.com/office/officeart/2018/2/layout/IconVerticalSolidList"/>
    <dgm:cxn modelId="{73FF6812-336E-42E1-B10B-023563DE2B42}" type="presOf" srcId="{9959CF49-7AB8-43C7-BEAD-2F095C2B49A7}" destId="{A5EB058F-4B0B-4643-BFFE-F8C3C4B2B0F5}" srcOrd="0" destOrd="0" presId="urn:microsoft.com/office/officeart/2018/2/layout/IconVerticalSolidList"/>
    <dgm:cxn modelId="{FA15ED16-2A50-418D-B8BA-1452D6C5ABB8}" type="presOf" srcId="{9E818872-ED71-4DB9-9E68-14F6E3CE1BAE}" destId="{4DBF0B42-7984-4986-8296-EE622370A8B7}" srcOrd="0" destOrd="0" presId="urn:microsoft.com/office/officeart/2018/2/layout/IconVerticalSolidList"/>
    <dgm:cxn modelId="{D8A4F53A-9F35-4EE6-ACF3-96EA007F2FA5}" srcId="{713238C9-9130-4F1F-BDC2-6AA5A90475AD}" destId="{B92BF9DF-4E43-4759-86AB-D7FE5F0C9E5B}" srcOrd="0" destOrd="0" parTransId="{304BC956-1DBE-4476-B52C-9A628187EB3E}" sibTransId="{B7537D97-F1F9-47DE-8280-431B217E00EE}"/>
    <dgm:cxn modelId="{A2170540-105E-4B07-B5CE-23226E3C8413}" type="presOf" srcId="{54821F25-AE56-4747-9890-554EE67BE574}" destId="{1796AE24-CB0F-4FFE-A53C-F38F86F58547}" srcOrd="0" destOrd="0" presId="urn:microsoft.com/office/officeart/2018/2/layout/IconVerticalSolidList"/>
    <dgm:cxn modelId="{68B83A60-EDE1-45ED-88AD-A6F05EF18A7A}" srcId="{BE99E4A5-4463-426C-98E8-3BF0E9B3B5F6}" destId="{847F7106-2C5B-4CA2-A961-8F28E6A214C0}" srcOrd="0" destOrd="0" parTransId="{B90EE7EF-734F-475B-BD2E-38244CD5E1EB}" sibTransId="{D4ED89FF-0AC9-49AD-9F97-C2821F1F5D45}"/>
    <dgm:cxn modelId="{F3B1CF63-D216-4AA4-894D-4DCF749627BD}" type="presOf" srcId="{BC493191-65D2-4DE8-A3B0-7788D90545C9}" destId="{5B680E0F-4FDE-4664-9514-84FB3B568AB7}" srcOrd="0" destOrd="0" presId="urn:microsoft.com/office/officeart/2018/2/layout/IconVerticalSolidList"/>
    <dgm:cxn modelId="{C9C5B744-325E-4370-BC82-9E559C9B9ABF}" srcId="{BC493191-65D2-4DE8-A3B0-7788D90545C9}" destId="{A25ACD25-AEB1-4FE5-A193-0C9BF7BA2FE1}" srcOrd="0" destOrd="0" parTransId="{181CCACC-7AD1-4C2B-9B17-4CBD9259F82D}" sibTransId="{DBAF5C5F-D49C-4093-8A22-B24604520EA0}"/>
    <dgm:cxn modelId="{924D4065-A906-4B1B-815B-4EAE8CF2B54C}" srcId="{028AD684-7AA3-4049-B220-A35A0D03CDC9}" destId="{713238C9-9130-4F1F-BDC2-6AA5A90475AD}" srcOrd="0" destOrd="0" parTransId="{B88AF10A-96DE-4756-BF87-86D0841CE93C}" sibTransId="{AF97547D-B4F7-4F3E-84AF-B2028005A343}"/>
    <dgm:cxn modelId="{E0372793-AFAA-47B9-8B3C-5DE596EEAD1A}" type="presOf" srcId="{713238C9-9130-4F1F-BDC2-6AA5A90475AD}" destId="{D3FBCFAB-F66B-4D56-82E0-23C6F23D3FEB}" srcOrd="0" destOrd="0" presId="urn:microsoft.com/office/officeart/2018/2/layout/IconVerticalSolidList"/>
    <dgm:cxn modelId="{8720B3C5-B519-47C5-977D-5F84CD215F41}" srcId="{028AD684-7AA3-4049-B220-A35A0D03CDC9}" destId="{C97339C9-C182-46CD-9583-984E10E8F3AB}" srcOrd="4" destOrd="0" parTransId="{2341B793-06C5-479D-83D3-A778A85F1F33}" sibTransId="{283DC624-39C7-4049-AD0D-884B8708F0EB}"/>
    <dgm:cxn modelId="{A33362CA-5CB8-4CAF-9E97-B084C6D69CC9}" type="presOf" srcId="{BE99E4A5-4463-426C-98E8-3BF0E9B3B5F6}" destId="{8E4A0F05-F396-449D-8426-7BC575D90693}" srcOrd="0" destOrd="0" presId="urn:microsoft.com/office/officeart/2018/2/layout/IconVerticalSolidList"/>
    <dgm:cxn modelId="{04B90ECB-A964-43F8-82E5-7ECD4E7ECA48}" srcId="{028AD684-7AA3-4049-B220-A35A0D03CDC9}" destId="{BE99E4A5-4463-426C-98E8-3BF0E9B3B5F6}" srcOrd="2" destOrd="0" parTransId="{61B8A595-2302-4792-A5C3-1B3E83AB0921}" sibTransId="{9D467F77-2437-4F96-A5C3-400D5D595B75}"/>
    <dgm:cxn modelId="{0543A5D4-41B9-43C8-920E-C15561122C63}" srcId="{C97339C9-C182-46CD-9583-984E10E8F3AB}" destId="{9959CF49-7AB8-43C7-BEAD-2F095C2B49A7}" srcOrd="0" destOrd="0" parTransId="{3B61FB20-849F-45BC-97A8-5BD865C30D70}" sibTransId="{6AEAE67E-B577-447D-8118-FE6732292DC8}"/>
    <dgm:cxn modelId="{E5B444DC-8C78-471A-9E3B-D4C212603D5B}" type="presOf" srcId="{847F7106-2C5B-4CA2-A961-8F28E6A214C0}" destId="{4E0E2183-18F9-4A31-A9D7-46CAD7F4F44C}" srcOrd="0" destOrd="0" presId="urn:microsoft.com/office/officeart/2018/2/layout/IconVerticalSolidList"/>
    <dgm:cxn modelId="{B46C47ED-6604-4811-B4D5-AF4E9662292E}" type="presOf" srcId="{028AD684-7AA3-4049-B220-A35A0D03CDC9}" destId="{614D5973-56F5-4B50-A71B-0C9461CB1D26}" srcOrd="0" destOrd="0" presId="urn:microsoft.com/office/officeart/2018/2/layout/IconVerticalSolidList"/>
    <dgm:cxn modelId="{1F3FB3ED-5FD6-4DB4-84B4-137E756F45CC}" srcId="{028AD684-7AA3-4049-B220-A35A0D03CDC9}" destId="{9E818872-ED71-4DB9-9E68-14F6E3CE1BAE}" srcOrd="5" destOrd="0" parTransId="{6BFF0B06-AD23-41C2-A11D-626D307BE229}" sibTransId="{2CDDC305-7F54-4360-914E-B93435B0E041}"/>
    <dgm:cxn modelId="{07AD00FD-279A-46A6-9D7A-A78DD89A3373}" srcId="{028AD684-7AA3-4049-B220-A35A0D03CDC9}" destId="{BC493191-65D2-4DE8-A3B0-7788D90545C9}" srcOrd="1" destOrd="0" parTransId="{C1B00679-52F9-49A2-9E4D-E8EED4A67471}" sibTransId="{03BD5DE5-B3CA-4109-B63B-7A4A402684C0}"/>
    <dgm:cxn modelId="{C4FC91FF-A36D-4500-B283-A1BDECF70B31}" type="presOf" srcId="{90B8A6F5-77F5-4C0E-ADB1-A0AF0E7FF689}" destId="{084985F9-060C-415C-90C5-4656B7856DF5}" srcOrd="0" destOrd="0" presId="urn:microsoft.com/office/officeart/2018/2/layout/IconVerticalSolidList"/>
    <dgm:cxn modelId="{48484985-C915-4BD5-BF5D-492958CE6F6E}" type="presParOf" srcId="{614D5973-56F5-4B50-A71B-0C9461CB1D26}" destId="{00FFB0D7-E6D3-45BB-A076-AA73BF51F9D2}" srcOrd="0" destOrd="0" presId="urn:microsoft.com/office/officeart/2018/2/layout/IconVerticalSolidList"/>
    <dgm:cxn modelId="{269F4539-104D-40DC-8497-28D0CD5BFBDD}" type="presParOf" srcId="{00FFB0D7-E6D3-45BB-A076-AA73BF51F9D2}" destId="{2C870BF6-3381-4422-BFC0-AC06B436C92B}" srcOrd="0" destOrd="0" presId="urn:microsoft.com/office/officeart/2018/2/layout/IconVerticalSolidList"/>
    <dgm:cxn modelId="{6B9653B9-F15F-47AF-9D9D-849B9844B903}" type="presParOf" srcId="{00FFB0D7-E6D3-45BB-A076-AA73BF51F9D2}" destId="{B446046E-2532-43D6-A2D8-FED89273F124}" srcOrd="1" destOrd="0" presId="urn:microsoft.com/office/officeart/2018/2/layout/IconVerticalSolidList"/>
    <dgm:cxn modelId="{11AC5F72-3106-49C2-BA14-0364924015F4}" type="presParOf" srcId="{00FFB0D7-E6D3-45BB-A076-AA73BF51F9D2}" destId="{1ACA8617-31FF-4D00-A055-84130AFAF2E0}" srcOrd="2" destOrd="0" presId="urn:microsoft.com/office/officeart/2018/2/layout/IconVerticalSolidList"/>
    <dgm:cxn modelId="{B0E910AF-CCD9-4BF7-8B5A-916D2D29A115}" type="presParOf" srcId="{00FFB0D7-E6D3-45BB-A076-AA73BF51F9D2}" destId="{D3FBCFAB-F66B-4D56-82E0-23C6F23D3FEB}" srcOrd="3" destOrd="0" presId="urn:microsoft.com/office/officeart/2018/2/layout/IconVerticalSolidList"/>
    <dgm:cxn modelId="{E85A7A51-EB3E-4253-A9BC-CA5292BA4484}" type="presParOf" srcId="{00FFB0D7-E6D3-45BB-A076-AA73BF51F9D2}" destId="{5269B414-8923-451C-B15E-8B93AF6D8440}" srcOrd="4" destOrd="0" presId="urn:microsoft.com/office/officeart/2018/2/layout/IconVerticalSolidList"/>
    <dgm:cxn modelId="{E01D8852-EC4E-42C8-AA76-90AD3B48B859}" type="presParOf" srcId="{614D5973-56F5-4B50-A71B-0C9461CB1D26}" destId="{EF51F118-5CBE-4E10-9455-B6291AC81F80}" srcOrd="1" destOrd="0" presId="urn:microsoft.com/office/officeart/2018/2/layout/IconVerticalSolidList"/>
    <dgm:cxn modelId="{14AF8026-8358-4C06-B41F-9C573D3EFBB9}" type="presParOf" srcId="{614D5973-56F5-4B50-A71B-0C9461CB1D26}" destId="{2CBA8231-D8DB-4B96-8017-FECEE32F8AEC}" srcOrd="2" destOrd="0" presId="urn:microsoft.com/office/officeart/2018/2/layout/IconVerticalSolidList"/>
    <dgm:cxn modelId="{362C1CC1-8449-41CA-9B4C-DF27E9FE7D2E}" type="presParOf" srcId="{2CBA8231-D8DB-4B96-8017-FECEE32F8AEC}" destId="{E64AB2E0-6513-48BC-9D30-7A5BCFD00D8B}" srcOrd="0" destOrd="0" presId="urn:microsoft.com/office/officeart/2018/2/layout/IconVerticalSolidList"/>
    <dgm:cxn modelId="{F2221D81-7F7E-4E86-80E9-65C31F987A39}" type="presParOf" srcId="{2CBA8231-D8DB-4B96-8017-FECEE32F8AEC}" destId="{C5142157-9371-4344-B192-521EE17766BB}" srcOrd="1" destOrd="0" presId="urn:microsoft.com/office/officeart/2018/2/layout/IconVerticalSolidList"/>
    <dgm:cxn modelId="{148A0D53-8A31-4D7D-87A6-9A7EB36FC5E3}" type="presParOf" srcId="{2CBA8231-D8DB-4B96-8017-FECEE32F8AEC}" destId="{2430B38E-DB6C-436C-AB4E-FB631DD9B272}" srcOrd="2" destOrd="0" presId="urn:microsoft.com/office/officeart/2018/2/layout/IconVerticalSolidList"/>
    <dgm:cxn modelId="{B6EE47C0-897C-4408-8D54-F8B23A054D2A}" type="presParOf" srcId="{2CBA8231-D8DB-4B96-8017-FECEE32F8AEC}" destId="{5B680E0F-4FDE-4664-9514-84FB3B568AB7}" srcOrd="3" destOrd="0" presId="urn:microsoft.com/office/officeart/2018/2/layout/IconVerticalSolidList"/>
    <dgm:cxn modelId="{66B0363E-B0CC-4A9D-98C9-316D7D9FA924}" type="presParOf" srcId="{2CBA8231-D8DB-4B96-8017-FECEE32F8AEC}" destId="{7531EC5F-7B5C-47F7-A08C-ACA1BC83303F}" srcOrd="4" destOrd="0" presId="urn:microsoft.com/office/officeart/2018/2/layout/IconVerticalSolidList"/>
    <dgm:cxn modelId="{B070FBC4-92F1-4A1F-91CD-51DD67E276EE}" type="presParOf" srcId="{614D5973-56F5-4B50-A71B-0C9461CB1D26}" destId="{B255C77A-5E38-423B-8280-26458FA644B7}" srcOrd="3" destOrd="0" presId="urn:microsoft.com/office/officeart/2018/2/layout/IconVerticalSolidList"/>
    <dgm:cxn modelId="{D13FD618-9BBF-4A9F-8393-4462A1CC2417}" type="presParOf" srcId="{614D5973-56F5-4B50-A71B-0C9461CB1D26}" destId="{BC10F20A-CC69-416D-888C-EC86D328F56F}" srcOrd="4" destOrd="0" presId="urn:microsoft.com/office/officeart/2018/2/layout/IconVerticalSolidList"/>
    <dgm:cxn modelId="{0A70BCC8-1A0B-4918-93D8-6734B6ECA39C}" type="presParOf" srcId="{BC10F20A-CC69-416D-888C-EC86D328F56F}" destId="{346E4396-5CD3-4FCC-9A6E-76FD1659ED96}" srcOrd="0" destOrd="0" presId="urn:microsoft.com/office/officeart/2018/2/layout/IconVerticalSolidList"/>
    <dgm:cxn modelId="{12E49163-4E9F-4D8A-8514-E9F6319561CD}" type="presParOf" srcId="{BC10F20A-CC69-416D-888C-EC86D328F56F}" destId="{083D308E-54E2-4871-96D0-BA02F8A46D98}" srcOrd="1" destOrd="0" presId="urn:microsoft.com/office/officeart/2018/2/layout/IconVerticalSolidList"/>
    <dgm:cxn modelId="{15F3A4BD-9EEF-4D0D-ABDF-F2598E59EBCB}" type="presParOf" srcId="{BC10F20A-CC69-416D-888C-EC86D328F56F}" destId="{8142EBB1-6766-41EF-ADE7-7941D0888A62}" srcOrd="2" destOrd="0" presId="urn:microsoft.com/office/officeart/2018/2/layout/IconVerticalSolidList"/>
    <dgm:cxn modelId="{2BE47CA5-8795-4878-A9BB-3C4B98C02E68}" type="presParOf" srcId="{BC10F20A-CC69-416D-888C-EC86D328F56F}" destId="{8E4A0F05-F396-449D-8426-7BC575D90693}" srcOrd="3" destOrd="0" presId="urn:microsoft.com/office/officeart/2018/2/layout/IconVerticalSolidList"/>
    <dgm:cxn modelId="{A4DB41E5-978F-4EFF-BB0D-D10BB0F98121}" type="presParOf" srcId="{BC10F20A-CC69-416D-888C-EC86D328F56F}" destId="{4E0E2183-18F9-4A31-A9D7-46CAD7F4F44C}" srcOrd="4" destOrd="0" presId="urn:microsoft.com/office/officeart/2018/2/layout/IconVerticalSolidList"/>
    <dgm:cxn modelId="{ADD5FBA1-457C-4716-8B33-5267B672802D}" type="presParOf" srcId="{614D5973-56F5-4B50-A71B-0C9461CB1D26}" destId="{EC03543D-3FEC-4249-8039-626BD4775FF3}" srcOrd="5" destOrd="0" presId="urn:microsoft.com/office/officeart/2018/2/layout/IconVerticalSolidList"/>
    <dgm:cxn modelId="{E01C192C-AA33-4751-9C25-D6B28A5FD083}" type="presParOf" srcId="{614D5973-56F5-4B50-A71B-0C9461CB1D26}" destId="{C2FC8AD5-8413-4A00-81BD-AA618193F0DD}" srcOrd="6" destOrd="0" presId="urn:microsoft.com/office/officeart/2018/2/layout/IconVerticalSolidList"/>
    <dgm:cxn modelId="{4FAE079B-2D5A-46BB-8CB5-988F7D92C7B2}" type="presParOf" srcId="{C2FC8AD5-8413-4A00-81BD-AA618193F0DD}" destId="{9B1D2185-9935-4292-A0B7-FFC77841A8CE}" srcOrd="0" destOrd="0" presId="urn:microsoft.com/office/officeart/2018/2/layout/IconVerticalSolidList"/>
    <dgm:cxn modelId="{C99E397E-9CC5-478E-9AB4-603B743D6694}" type="presParOf" srcId="{C2FC8AD5-8413-4A00-81BD-AA618193F0DD}" destId="{F352B1DD-D84F-46D1-8DD4-135360E21D39}" srcOrd="1" destOrd="0" presId="urn:microsoft.com/office/officeart/2018/2/layout/IconVerticalSolidList"/>
    <dgm:cxn modelId="{3039CE2A-B879-4AE9-AE7F-61160188F8A5}" type="presParOf" srcId="{C2FC8AD5-8413-4A00-81BD-AA618193F0DD}" destId="{16C67986-5105-4AD6-8720-9DB6619D096B}" srcOrd="2" destOrd="0" presId="urn:microsoft.com/office/officeart/2018/2/layout/IconVerticalSolidList"/>
    <dgm:cxn modelId="{48D5B62F-B263-41C8-945F-9EDCCD651C67}" type="presParOf" srcId="{C2FC8AD5-8413-4A00-81BD-AA618193F0DD}" destId="{084985F9-060C-415C-90C5-4656B7856DF5}" srcOrd="3" destOrd="0" presId="urn:microsoft.com/office/officeart/2018/2/layout/IconVerticalSolidList"/>
    <dgm:cxn modelId="{C3BF4D9A-1EA8-4B2D-9C51-B1BB2BD0486B}" type="presParOf" srcId="{C2FC8AD5-8413-4A00-81BD-AA618193F0DD}" destId="{1796AE24-CB0F-4FFE-A53C-F38F86F58547}" srcOrd="4" destOrd="0" presId="urn:microsoft.com/office/officeart/2018/2/layout/IconVerticalSolidList"/>
    <dgm:cxn modelId="{EF558F80-93B9-41DE-B70D-A726AA756666}" type="presParOf" srcId="{614D5973-56F5-4B50-A71B-0C9461CB1D26}" destId="{CAECE322-AABF-4CE1-8120-ADAB77F97E71}" srcOrd="7" destOrd="0" presId="urn:microsoft.com/office/officeart/2018/2/layout/IconVerticalSolidList"/>
    <dgm:cxn modelId="{7FCBD3E8-3A23-4B78-922B-5E959C923858}" type="presParOf" srcId="{614D5973-56F5-4B50-A71B-0C9461CB1D26}" destId="{E8AB2A4B-29D0-4B54-9041-6F84F0CC1B38}" srcOrd="8" destOrd="0" presId="urn:microsoft.com/office/officeart/2018/2/layout/IconVerticalSolidList"/>
    <dgm:cxn modelId="{7969897C-F904-4DE7-BB2B-A88984362242}" type="presParOf" srcId="{E8AB2A4B-29D0-4B54-9041-6F84F0CC1B38}" destId="{1E5C9D2F-F02A-40EF-A634-D355F5BD4F20}" srcOrd="0" destOrd="0" presId="urn:microsoft.com/office/officeart/2018/2/layout/IconVerticalSolidList"/>
    <dgm:cxn modelId="{A91A08A2-FDE2-4E08-BE41-C474CF15840A}" type="presParOf" srcId="{E8AB2A4B-29D0-4B54-9041-6F84F0CC1B38}" destId="{BAE9EE9B-B159-434E-BA3F-DED8E48C2378}" srcOrd="1" destOrd="0" presId="urn:microsoft.com/office/officeart/2018/2/layout/IconVerticalSolidList"/>
    <dgm:cxn modelId="{5343C85A-4E95-456D-A7FD-46CB6731B633}" type="presParOf" srcId="{E8AB2A4B-29D0-4B54-9041-6F84F0CC1B38}" destId="{9D8C6728-5B2B-4EC8-803C-14EDD00CCA91}" srcOrd="2" destOrd="0" presId="urn:microsoft.com/office/officeart/2018/2/layout/IconVerticalSolidList"/>
    <dgm:cxn modelId="{653437BD-A162-4B67-BCEB-922F45AE7524}" type="presParOf" srcId="{E8AB2A4B-29D0-4B54-9041-6F84F0CC1B38}" destId="{79DA3E1B-D713-4BCB-A0AB-09DBF56139F9}" srcOrd="3" destOrd="0" presId="urn:microsoft.com/office/officeart/2018/2/layout/IconVerticalSolidList"/>
    <dgm:cxn modelId="{EBD1004F-6528-4947-86B0-F27A814CDC9F}" type="presParOf" srcId="{E8AB2A4B-29D0-4B54-9041-6F84F0CC1B38}" destId="{A5EB058F-4B0B-4643-BFFE-F8C3C4B2B0F5}" srcOrd="4" destOrd="0" presId="urn:microsoft.com/office/officeart/2018/2/layout/IconVerticalSolidList"/>
    <dgm:cxn modelId="{F13E3C94-2C05-4E6A-9738-14F4B771C3C0}" type="presParOf" srcId="{614D5973-56F5-4B50-A71B-0C9461CB1D26}" destId="{27623E21-4635-4584-BB8F-A8698B47CC74}" srcOrd="9" destOrd="0" presId="urn:microsoft.com/office/officeart/2018/2/layout/IconVerticalSolidList"/>
    <dgm:cxn modelId="{BB8788E8-DCDB-4991-8DAB-8A8B75E104C4}" type="presParOf" srcId="{614D5973-56F5-4B50-A71B-0C9461CB1D26}" destId="{4E5426E3-19B7-4225-9E0F-FF84FBFC7737}" srcOrd="10" destOrd="0" presId="urn:microsoft.com/office/officeart/2018/2/layout/IconVerticalSolidList"/>
    <dgm:cxn modelId="{90591866-ADA4-49D4-97F8-F6D88F909DD6}" type="presParOf" srcId="{4E5426E3-19B7-4225-9E0F-FF84FBFC7737}" destId="{39885C67-537A-4969-8F75-CE6F978D30A2}" srcOrd="0" destOrd="0" presId="urn:microsoft.com/office/officeart/2018/2/layout/IconVerticalSolidList"/>
    <dgm:cxn modelId="{AEEE5DEC-47E9-48D6-AAD2-046AC7E7145C}" type="presParOf" srcId="{4E5426E3-19B7-4225-9E0F-FF84FBFC7737}" destId="{EE8C3551-DF42-43A1-BAAF-44D16E6EABA1}" srcOrd="1" destOrd="0" presId="urn:microsoft.com/office/officeart/2018/2/layout/IconVerticalSolidList"/>
    <dgm:cxn modelId="{65D3A5B8-32A8-48DB-8AAB-1D29ACEEB917}" type="presParOf" srcId="{4E5426E3-19B7-4225-9E0F-FF84FBFC7737}" destId="{89AF84EC-8849-4A74-B7C7-AA0D4A3F3787}" srcOrd="2" destOrd="0" presId="urn:microsoft.com/office/officeart/2018/2/layout/IconVerticalSolidList"/>
    <dgm:cxn modelId="{31D769DA-51D6-4888-BE6B-D6687F6C92AA}" type="presParOf" srcId="{4E5426E3-19B7-4225-9E0F-FF84FBFC7737}" destId="{4DBF0B42-7984-4986-8296-EE622370A8B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D3C8811-F21B-4C6A-B6F8-C705CC898FE8}"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FBDE2EDF-499A-486B-B6FE-2C3694B41DC4}">
      <dgm:prSet/>
      <dgm:spPr/>
      <dgm:t>
        <a:bodyPr/>
        <a:lstStyle/>
        <a:p>
          <a:r>
            <a:rPr lang="en-IN"/>
            <a:t>Rules related to data aggregation, attribute based naming, clustering of sensor nodes</a:t>
          </a:r>
          <a:endParaRPr lang="en-US"/>
        </a:p>
      </dgm:t>
    </dgm:pt>
    <dgm:pt modelId="{6B214EA0-D7A5-405D-9DB4-E599C6D05F68}" type="parTrans" cxnId="{06770829-F3C2-45A2-8DC3-DF18EDDE640B}">
      <dgm:prSet/>
      <dgm:spPr/>
      <dgm:t>
        <a:bodyPr/>
        <a:lstStyle/>
        <a:p>
          <a:endParaRPr lang="en-US"/>
        </a:p>
      </dgm:t>
    </dgm:pt>
    <dgm:pt modelId="{73CF2484-E817-4E4C-A702-128ABA9A8FFA}" type="sibTrans" cxnId="{06770829-F3C2-45A2-8DC3-DF18EDDE640B}">
      <dgm:prSet/>
      <dgm:spPr/>
      <dgm:t>
        <a:bodyPr/>
        <a:lstStyle/>
        <a:p>
          <a:endParaRPr lang="en-US"/>
        </a:p>
      </dgm:t>
    </dgm:pt>
    <dgm:pt modelId="{A7264E1D-51C2-482E-88AC-47DA3A9E6DBC}">
      <dgm:prSet/>
      <dgm:spPr/>
      <dgm:t>
        <a:bodyPr/>
        <a:lstStyle/>
        <a:p>
          <a:r>
            <a:rPr lang="en-IN"/>
            <a:t>Data related to sensor location algorithm</a:t>
          </a:r>
          <a:endParaRPr lang="en-US"/>
        </a:p>
      </dgm:t>
    </dgm:pt>
    <dgm:pt modelId="{F4190A5F-E145-4CDD-940B-ADDEC25180C3}" type="parTrans" cxnId="{195B620B-20F6-4E8F-83A5-CDE4B1AD4D29}">
      <dgm:prSet/>
      <dgm:spPr/>
      <dgm:t>
        <a:bodyPr/>
        <a:lstStyle/>
        <a:p>
          <a:endParaRPr lang="en-US"/>
        </a:p>
      </dgm:t>
    </dgm:pt>
    <dgm:pt modelId="{50035910-6BDB-4978-A95C-466B8C72232B}" type="sibTrans" cxnId="{195B620B-20F6-4E8F-83A5-CDE4B1AD4D29}">
      <dgm:prSet/>
      <dgm:spPr/>
      <dgm:t>
        <a:bodyPr/>
        <a:lstStyle/>
        <a:p>
          <a:endParaRPr lang="en-US"/>
        </a:p>
      </dgm:t>
    </dgm:pt>
    <dgm:pt modelId="{34B8E07A-E363-43AA-850C-46A0897874C6}">
      <dgm:prSet/>
      <dgm:spPr/>
      <dgm:t>
        <a:bodyPr/>
        <a:lstStyle/>
        <a:p>
          <a:r>
            <a:rPr lang="en-IN"/>
            <a:t>Time synchronisation of sensor nodes</a:t>
          </a:r>
          <a:endParaRPr lang="en-US"/>
        </a:p>
      </dgm:t>
    </dgm:pt>
    <dgm:pt modelId="{470DDFB8-1C45-4C74-B12A-77E8757A2B13}" type="parTrans" cxnId="{02F0075F-F363-47DD-BEFD-21EF506DAF73}">
      <dgm:prSet/>
      <dgm:spPr/>
      <dgm:t>
        <a:bodyPr/>
        <a:lstStyle/>
        <a:p>
          <a:endParaRPr lang="en-US"/>
        </a:p>
      </dgm:t>
    </dgm:pt>
    <dgm:pt modelId="{25E2709A-EF18-4B30-AA6C-F3E3E5497FF9}" type="sibTrans" cxnId="{02F0075F-F363-47DD-BEFD-21EF506DAF73}">
      <dgm:prSet/>
      <dgm:spPr/>
      <dgm:t>
        <a:bodyPr/>
        <a:lstStyle/>
        <a:p>
          <a:endParaRPr lang="en-US"/>
        </a:p>
      </dgm:t>
    </dgm:pt>
    <dgm:pt modelId="{DCA7AD58-B183-43FA-8BDE-B0C1C7FA6242}">
      <dgm:prSet/>
      <dgm:spPr/>
      <dgm:t>
        <a:bodyPr/>
        <a:lstStyle/>
        <a:p>
          <a:r>
            <a:rPr lang="en-IN"/>
            <a:t>Turning sensors on and off</a:t>
          </a:r>
          <a:endParaRPr lang="en-US"/>
        </a:p>
      </dgm:t>
    </dgm:pt>
    <dgm:pt modelId="{7A5FCB91-0D1F-4A95-ADE0-BA8F58173EF9}" type="parTrans" cxnId="{3CD0DEFA-3630-4CB5-B431-D8C06658E829}">
      <dgm:prSet/>
      <dgm:spPr/>
      <dgm:t>
        <a:bodyPr/>
        <a:lstStyle/>
        <a:p>
          <a:endParaRPr lang="en-US"/>
        </a:p>
      </dgm:t>
    </dgm:pt>
    <dgm:pt modelId="{F1986CAD-1C67-4505-A4FF-77C262379E58}" type="sibTrans" cxnId="{3CD0DEFA-3630-4CB5-B431-D8C06658E829}">
      <dgm:prSet/>
      <dgm:spPr/>
      <dgm:t>
        <a:bodyPr/>
        <a:lstStyle/>
        <a:p>
          <a:endParaRPr lang="en-US"/>
        </a:p>
      </dgm:t>
    </dgm:pt>
    <dgm:pt modelId="{81225464-25E2-46F1-89E5-FD6F4DA0462F}">
      <dgm:prSet/>
      <dgm:spPr/>
      <dgm:t>
        <a:bodyPr/>
        <a:lstStyle/>
        <a:p>
          <a:r>
            <a:rPr lang="en-IN"/>
            <a:t>Querying sensor network configuration, status of nodes and reconfiguration of sensor network</a:t>
          </a:r>
          <a:endParaRPr lang="en-US"/>
        </a:p>
      </dgm:t>
    </dgm:pt>
    <dgm:pt modelId="{5B08FC45-E341-40A7-99FD-BFDE4C3C6AB7}" type="parTrans" cxnId="{13F319CA-C887-4A7A-958E-BB88A8F2EC76}">
      <dgm:prSet/>
      <dgm:spPr/>
      <dgm:t>
        <a:bodyPr/>
        <a:lstStyle/>
        <a:p>
          <a:endParaRPr lang="en-US"/>
        </a:p>
      </dgm:t>
    </dgm:pt>
    <dgm:pt modelId="{F0A95434-8F97-44BB-BC9B-0532DE5DE771}" type="sibTrans" cxnId="{13F319CA-C887-4A7A-958E-BB88A8F2EC76}">
      <dgm:prSet/>
      <dgm:spPr/>
      <dgm:t>
        <a:bodyPr/>
        <a:lstStyle/>
        <a:p>
          <a:endParaRPr lang="en-US"/>
        </a:p>
      </dgm:t>
    </dgm:pt>
    <dgm:pt modelId="{9CFA9AE9-34A8-417B-8885-014523C2F2DD}">
      <dgm:prSet/>
      <dgm:spPr/>
      <dgm:t>
        <a:bodyPr/>
        <a:lstStyle/>
        <a:p>
          <a:r>
            <a:rPr lang="en-IN"/>
            <a:t>Security management</a:t>
          </a:r>
          <a:endParaRPr lang="en-US"/>
        </a:p>
      </dgm:t>
    </dgm:pt>
    <dgm:pt modelId="{660D015F-C0C4-4F53-A1ED-14DC8EDEE9C1}" type="parTrans" cxnId="{CE9718AA-DF07-4A42-9166-D9CF7E80FC37}">
      <dgm:prSet/>
      <dgm:spPr/>
      <dgm:t>
        <a:bodyPr/>
        <a:lstStyle/>
        <a:p>
          <a:endParaRPr lang="en-US"/>
        </a:p>
      </dgm:t>
    </dgm:pt>
    <dgm:pt modelId="{FDEFB47E-98B4-4660-BB23-614222DE643B}" type="sibTrans" cxnId="{CE9718AA-DF07-4A42-9166-D9CF7E80FC37}">
      <dgm:prSet/>
      <dgm:spPr/>
      <dgm:t>
        <a:bodyPr/>
        <a:lstStyle/>
        <a:p>
          <a:endParaRPr lang="en-US"/>
        </a:p>
      </dgm:t>
    </dgm:pt>
    <dgm:pt modelId="{3E4420A0-086A-4726-96BD-621813367147}" type="pres">
      <dgm:prSet presAssocID="{6D3C8811-F21B-4C6A-B6F8-C705CC898FE8}" presName="diagram" presStyleCnt="0">
        <dgm:presLayoutVars>
          <dgm:dir/>
          <dgm:resizeHandles val="exact"/>
        </dgm:presLayoutVars>
      </dgm:prSet>
      <dgm:spPr/>
    </dgm:pt>
    <dgm:pt modelId="{7139DE85-654A-4A7A-88B5-2C32A1F72CA3}" type="pres">
      <dgm:prSet presAssocID="{FBDE2EDF-499A-486B-B6FE-2C3694B41DC4}" presName="node" presStyleLbl="node1" presStyleIdx="0" presStyleCnt="6">
        <dgm:presLayoutVars>
          <dgm:bulletEnabled val="1"/>
        </dgm:presLayoutVars>
      </dgm:prSet>
      <dgm:spPr/>
    </dgm:pt>
    <dgm:pt modelId="{1572ADA2-AFCB-43CC-8323-83B8B450B1D7}" type="pres">
      <dgm:prSet presAssocID="{73CF2484-E817-4E4C-A702-128ABA9A8FFA}" presName="sibTrans" presStyleCnt="0"/>
      <dgm:spPr/>
    </dgm:pt>
    <dgm:pt modelId="{78281A05-4105-4213-B17C-CDD6D540BC86}" type="pres">
      <dgm:prSet presAssocID="{A7264E1D-51C2-482E-88AC-47DA3A9E6DBC}" presName="node" presStyleLbl="node1" presStyleIdx="1" presStyleCnt="6">
        <dgm:presLayoutVars>
          <dgm:bulletEnabled val="1"/>
        </dgm:presLayoutVars>
      </dgm:prSet>
      <dgm:spPr/>
    </dgm:pt>
    <dgm:pt modelId="{18A0EC1A-034C-4333-8B33-C540287B1DB3}" type="pres">
      <dgm:prSet presAssocID="{50035910-6BDB-4978-A95C-466B8C72232B}" presName="sibTrans" presStyleCnt="0"/>
      <dgm:spPr/>
    </dgm:pt>
    <dgm:pt modelId="{349FE3C2-0959-409A-9ECD-C7161AD7AA17}" type="pres">
      <dgm:prSet presAssocID="{34B8E07A-E363-43AA-850C-46A0897874C6}" presName="node" presStyleLbl="node1" presStyleIdx="2" presStyleCnt="6">
        <dgm:presLayoutVars>
          <dgm:bulletEnabled val="1"/>
        </dgm:presLayoutVars>
      </dgm:prSet>
      <dgm:spPr/>
    </dgm:pt>
    <dgm:pt modelId="{BBE7EF57-CE00-4D76-97A1-83B968FB1B32}" type="pres">
      <dgm:prSet presAssocID="{25E2709A-EF18-4B30-AA6C-F3E3E5497FF9}" presName="sibTrans" presStyleCnt="0"/>
      <dgm:spPr/>
    </dgm:pt>
    <dgm:pt modelId="{8F2EEE36-74D6-4B12-9E39-4274FA38FA6D}" type="pres">
      <dgm:prSet presAssocID="{DCA7AD58-B183-43FA-8BDE-B0C1C7FA6242}" presName="node" presStyleLbl="node1" presStyleIdx="3" presStyleCnt="6">
        <dgm:presLayoutVars>
          <dgm:bulletEnabled val="1"/>
        </dgm:presLayoutVars>
      </dgm:prSet>
      <dgm:spPr/>
    </dgm:pt>
    <dgm:pt modelId="{0C214FA0-A605-4AB8-94B0-157DCB2C1681}" type="pres">
      <dgm:prSet presAssocID="{F1986CAD-1C67-4505-A4FF-77C262379E58}" presName="sibTrans" presStyleCnt="0"/>
      <dgm:spPr/>
    </dgm:pt>
    <dgm:pt modelId="{5937616A-588E-4981-9969-F4904F05CF9F}" type="pres">
      <dgm:prSet presAssocID="{81225464-25E2-46F1-89E5-FD6F4DA0462F}" presName="node" presStyleLbl="node1" presStyleIdx="4" presStyleCnt="6">
        <dgm:presLayoutVars>
          <dgm:bulletEnabled val="1"/>
        </dgm:presLayoutVars>
      </dgm:prSet>
      <dgm:spPr/>
    </dgm:pt>
    <dgm:pt modelId="{A57FDF6A-3007-4654-91F7-DB06AD38A089}" type="pres">
      <dgm:prSet presAssocID="{F0A95434-8F97-44BB-BC9B-0532DE5DE771}" presName="sibTrans" presStyleCnt="0"/>
      <dgm:spPr/>
    </dgm:pt>
    <dgm:pt modelId="{BC5F4E56-802E-4669-8073-37C307337F01}" type="pres">
      <dgm:prSet presAssocID="{9CFA9AE9-34A8-417B-8885-014523C2F2DD}" presName="node" presStyleLbl="node1" presStyleIdx="5" presStyleCnt="6">
        <dgm:presLayoutVars>
          <dgm:bulletEnabled val="1"/>
        </dgm:presLayoutVars>
      </dgm:prSet>
      <dgm:spPr/>
    </dgm:pt>
  </dgm:ptLst>
  <dgm:cxnLst>
    <dgm:cxn modelId="{195B620B-20F6-4E8F-83A5-CDE4B1AD4D29}" srcId="{6D3C8811-F21B-4C6A-B6F8-C705CC898FE8}" destId="{A7264E1D-51C2-482E-88AC-47DA3A9E6DBC}" srcOrd="1" destOrd="0" parTransId="{F4190A5F-E145-4CDD-940B-ADDEC25180C3}" sibTransId="{50035910-6BDB-4978-A95C-466B8C72232B}"/>
    <dgm:cxn modelId="{5C10A014-E424-430D-99D4-91954AF3F830}" type="presOf" srcId="{FBDE2EDF-499A-486B-B6FE-2C3694B41DC4}" destId="{7139DE85-654A-4A7A-88B5-2C32A1F72CA3}" srcOrd="0" destOrd="0" presId="urn:microsoft.com/office/officeart/2005/8/layout/default"/>
    <dgm:cxn modelId="{06770829-F3C2-45A2-8DC3-DF18EDDE640B}" srcId="{6D3C8811-F21B-4C6A-B6F8-C705CC898FE8}" destId="{FBDE2EDF-499A-486B-B6FE-2C3694B41DC4}" srcOrd="0" destOrd="0" parTransId="{6B214EA0-D7A5-405D-9DB4-E599C6D05F68}" sibTransId="{73CF2484-E817-4E4C-A702-128ABA9A8FFA}"/>
    <dgm:cxn modelId="{55CF2633-E20C-4636-A6D2-1A251BC1324A}" type="presOf" srcId="{DCA7AD58-B183-43FA-8BDE-B0C1C7FA6242}" destId="{8F2EEE36-74D6-4B12-9E39-4274FA38FA6D}" srcOrd="0" destOrd="0" presId="urn:microsoft.com/office/officeart/2005/8/layout/default"/>
    <dgm:cxn modelId="{02F0075F-F363-47DD-BEFD-21EF506DAF73}" srcId="{6D3C8811-F21B-4C6A-B6F8-C705CC898FE8}" destId="{34B8E07A-E363-43AA-850C-46A0897874C6}" srcOrd="2" destOrd="0" parTransId="{470DDFB8-1C45-4C74-B12A-77E8757A2B13}" sibTransId="{25E2709A-EF18-4B30-AA6C-F3E3E5497FF9}"/>
    <dgm:cxn modelId="{C767DF60-5695-4222-88F5-3CEC5CCC533D}" type="presOf" srcId="{81225464-25E2-46F1-89E5-FD6F4DA0462F}" destId="{5937616A-588E-4981-9969-F4904F05CF9F}" srcOrd="0" destOrd="0" presId="urn:microsoft.com/office/officeart/2005/8/layout/default"/>
    <dgm:cxn modelId="{9C12D967-AE59-46D2-B772-BABA5D62CAB2}" type="presOf" srcId="{9CFA9AE9-34A8-417B-8885-014523C2F2DD}" destId="{BC5F4E56-802E-4669-8073-37C307337F01}" srcOrd="0" destOrd="0" presId="urn:microsoft.com/office/officeart/2005/8/layout/default"/>
    <dgm:cxn modelId="{4E115788-58FB-4947-9A21-BAD2A159A244}" type="presOf" srcId="{6D3C8811-F21B-4C6A-B6F8-C705CC898FE8}" destId="{3E4420A0-086A-4726-96BD-621813367147}" srcOrd="0" destOrd="0" presId="urn:microsoft.com/office/officeart/2005/8/layout/default"/>
    <dgm:cxn modelId="{CE9718AA-DF07-4A42-9166-D9CF7E80FC37}" srcId="{6D3C8811-F21B-4C6A-B6F8-C705CC898FE8}" destId="{9CFA9AE9-34A8-417B-8885-014523C2F2DD}" srcOrd="5" destOrd="0" parTransId="{660D015F-C0C4-4F53-A1ED-14DC8EDEE9C1}" sibTransId="{FDEFB47E-98B4-4660-BB23-614222DE643B}"/>
    <dgm:cxn modelId="{A9EAE4BC-76EE-4E9C-8B8F-4D9EF8431F62}" type="presOf" srcId="{A7264E1D-51C2-482E-88AC-47DA3A9E6DBC}" destId="{78281A05-4105-4213-B17C-CDD6D540BC86}" srcOrd="0" destOrd="0" presId="urn:microsoft.com/office/officeart/2005/8/layout/default"/>
    <dgm:cxn modelId="{13F319CA-C887-4A7A-958E-BB88A8F2EC76}" srcId="{6D3C8811-F21B-4C6A-B6F8-C705CC898FE8}" destId="{81225464-25E2-46F1-89E5-FD6F4DA0462F}" srcOrd="4" destOrd="0" parTransId="{5B08FC45-E341-40A7-99FD-BFDE4C3C6AB7}" sibTransId="{F0A95434-8F97-44BB-BC9B-0532DE5DE771}"/>
    <dgm:cxn modelId="{788337E0-7A8E-4A65-8015-AB0823AE3238}" type="presOf" srcId="{34B8E07A-E363-43AA-850C-46A0897874C6}" destId="{349FE3C2-0959-409A-9ECD-C7161AD7AA17}" srcOrd="0" destOrd="0" presId="urn:microsoft.com/office/officeart/2005/8/layout/default"/>
    <dgm:cxn modelId="{3CD0DEFA-3630-4CB5-B431-D8C06658E829}" srcId="{6D3C8811-F21B-4C6A-B6F8-C705CC898FE8}" destId="{DCA7AD58-B183-43FA-8BDE-B0C1C7FA6242}" srcOrd="3" destOrd="0" parTransId="{7A5FCB91-0D1F-4A95-ADE0-BA8F58173EF9}" sibTransId="{F1986CAD-1C67-4505-A4FF-77C262379E58}"/>
    <dgm:cxn modelId="{FE309413-DB4D-4FAF-862D-5C13313C581A}" type="presParOf" srcId="{3E4420A0-086A-4726-96BD-621813367147}" destId="{7139DE85-654A-4A7A-88B5-2C32A1F72CA3}" srcOrd="0" destOrd="0" presId="urn:microsoft.com/office/officeart/2005/8/layout/default"/>
    <dgm:cxn modelId="{0E43DBD8-AB82-42C8-AC93-188C43F7DD43}" type="presParOf" srcId="{3E4420A0-086A-4726-96BD-621813367147}" destId="{1572ADA2-AFCB-43CC-8323-83B8B450B1D7}" srcOrd="1" destOrd="0" presId="urn:microsoft.com/office/officeart/2005/8/layout/default"/>
    <dgm:cxn modelId="{BB87D88B-83DE-47D5-A393-8CF06A1738AE}" type="presParOf" srcId="{3E4420A0-086A-4726-96BD-621813367147}" destId="{78281A05-4105-4213-B17C-CDD6D540BC86}" srcOrd="2" destOrd="0" presId="urn:microsoft.com/office/officeart/2005/8/layout/default"/>
    <dgm:cxn modelId="{BE117DE8-033B-4AA8-9AC2-716CD9D3354A}" type="presParOf" srcId="{3E4420A0-086A-4726-96BD-621813367147}" destId="{18A0EC1A-034C-4333-8B33-C540287B1DB3}" srcOrd="3" destOrd="0" presId="urn:microsoft.com/office/officeart/2005/8/layout/default"/>
    <dgm:cxn modelId="{96E43192-F642-4684-A5D4-C96F40149D8D}" type="presParOf" srcId="{3E4420A0-086A-4726-96BD-621813367147}" destId="{349FE3C2-0959-409A-9ECD-C7161AD7AA17}" srcOrd="4" destOrd="0" presId="urn:microsoft.com/office/officeart/2005/8/layout/default"/>
    <dgm:cxn modelId="{25B03D73-7113-42C7-840E-6C178CF71526}" type="presParOf" srcId="{3E4420A0-086A-4726-96BD-621813367147}" destId="{BBE7EF57-CE00-4D76-97A1-83B968FB1B32}" srcOrd="5" destOrd="0" presId="urn:microsoft.com/office/officeart/2005/8/layout/default"/>
    <dgm:cxn modelId="{F92B70EC-45DE-4941-B913-C4EE8EF3849A}" type="presParOf" srcId="{3E4420A0-086A-4726-96BD-621813367147}" destId="{8F2EEE36-74D6-4B12-9E39-4274FA38FA6D}" srcOrd="6" destOrd="0" presId="urn:microsoft.com/office/officeart/2005/8/layout/default"/>
    <dgm:cxn modelId="{71471868-05C4-4D44-9D21-DCE493794D26}" type="presParOf" srcId="{3E4420A0-086A-4726-96BD-621813367147}" destId="{0C214FA0-A605-4AB8-94B0-157DCB2C1681}" srcOrd="7" destOrd="0" presId="urn:microsoft.com/office/officeart/2005/8/layout/default"/>
    <dgm:cxn modelId="{CD1FC06F-B82E-48E6-B1D3-EEB4FCC7C211}" type="presParOf" srcId="{3E4420A0-086A-4726-96BD-621813367147}" destId="{5937616A-588E-4981-9969-F4904F05CF9F}" srcOrd="8" destOrd="0" presId="urn:microsoft.com/office/officeart/2005/8/layout/default"/>
    <dgm:cxn modelId="{8C60B852-DABB-49C9-A555-21491E3E5967}" type="presParOf" srcId="{3E4420A0-086A-4726-96BD-621813367147}" destId="{A57FDF6A-3007-4654-91F7-DB06AD38A089}" srcOrd="9" destOrd="0" presId="urn:microsoft.com/office/officeart/2005/8/layout/default"/>
    <dgm:cxn modelId="{30CCD39E-3108-4599-B692-1B3E2EE2D054}" type="presParOf" srcId="{3E4420A0-086A-4726-96BD-621813367147}" destId="{BC5F4E56-802E-4669-8073-37C307337F01}"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F3CF22B-C7FC-4F4C-9998-70485439FF06}" type="doc">
      <dgm:prSet loTypeId="urn:microsoft.com/office/officeart/2005/8/layout/hierarchy2" loCatId="hierarchy" qsTypeId="urn:microsoft.com/office/officeart/2005/8/quickstyle/simple1" qsCatId="simple" csTypeId="urn:microsoft.com/office/officeart/2005/8/colors/colorful1" csCatId="colorful"/>
      <dgm:spPr/>
      <dgm:t>
        <a:bodyPr/>
        <a:lstStyle/>
        <a:p>
          <a:endParaRPr lang="en-US"/>
        </a:p>
      </dgm:t>
    </dgm:pt>
    <dgm:pt modelId="{7327F2FB-F5CA-409A-9521-B2E2F3AE404C}">
      <dgm:prSet/>
      <dgm:spPr/>
      <dgm:t>
        <a:bodyPr/>
        <a:lstStyle/>
        <a:p>
          <a:r>
            <a:rPr lang="en-IN"/>
            <a:t>Manage sensor power</a:t>
          </a:r>
          <a:endParaRPr lang="en-US"/>
        </a:p>
      </dgm:t>
    </dgm:pt>
    <dgm:pt modelId="{95FF6F9C-6EE8-4377-9DC1-E57DBEB34612}" type="parTrans" cxnId="{F32BB5A4-49B4-477A-84E0-11428B269D55}">
      <dgm:prSet/>
      <dgm:spPr/>
      <dgm:t>
        <a:bodyPr/>
        <a:lstStyle/>
        <a:p>
          <a:endParaRPr lang="en-US"/>
        </a:p>
      </dgm:t>
    </dgm:pt>
    <dgm:pt modelId="{055F7380-2884-4B2E-9851-460D72BCBF0E}" type="sibTrans" cxnId="{F32BB5A4-49B4-477A-84E0-11428B269D55}">
      <dgm:prSet/>
      <dgm:spPr/>
      <dgm:t>
        <a:bodyPr/>
        <a:lstStyle/>
        <a:p>
          <a:endParaRPr lang="en-US"/>
        </a:p>
      </dgm:t>
    </dgm:pt>
    <dgm:pt modelId="{915FE2F8-589E-4012-844A-7BDC56CB4162}">
      <dgm:prSet/>
      <dgm:spPr/>
      <dgm:t>
        <a:bodyPr/>
        <a:lstStyle/>
        <a:p>
          <a:r>
            <a:rPr lang="en-IN"/>
            <a:t>Alert neighbours to low power status</a:t>
          </a:r>
          <a:endParaRPr lang="en-US"/>
        </a:p>
      </dgm:t>
    </dgm:pt>
    <dgm:pt modelId="{6A9E1394-2852-444C-9110-1A0FE9878D09}" type="parTrans" cxnId="{8DC233AD-5322-4538-8F88-653F0BBAF9A8}">
      <dgm:prSet/>
      <dgm:spPr/>
      <dgm:t>
        <a:bodyPr/>
        <a:lstStyle/>
        <a:p>
          <a:endParaRPr lang="en-US"/>
        </a:p>
      </dgm:t>
    </dgm:pt>
    <dgm:pt modelId="{45F35F85-DF65-4721-A914-2AECA7692014}" type="sibTrans" cxnId="{8DC233AD-5322-4538-8F88-653F0BBAF9A8}">
      <dgm:prSet/>
      <dgm:spPr/>
      <dgm:t>
        <a:bodyPr/>
        <a:lstStyle/>
        <a:p>
          <a:endParaRPr lang="en-US"/>
        </a:p>
      </dgm:t>
    </dgm:pt>
    <dgm:pt modelId="{0ACBC0F9-B103-4979-A3A4-FE39DB377DCB}">
      <dgm:prSet/>
      <dgm:spPr/>
      <dgm:t>
        <a:bodyPr/>
        <a:lstStyle/>
        <a:p>
          <a:r>
            <a:rPr lang="en-IN"/>
            <a:t>Does not participate in routing </a:t>
          </a:r>
          <a:endParaRPr lang="en-US"/>
        </a:p>
      </dgm:t>
    </dgm:pt>
    <dgm:pt modelId="{E2FAD5B6-D453-4F71-8987-85901740DF69}" type="parTrans" cxnId="{441AD0AE-6B77-4F55-9AC5-B39880401BD2}">
      <dgm:prSet/>
      <dgm:spPr/>
      <dgm:t>
        <a:bodyPr/>
        <a:lstStyle/>
        <a:p>
          <a:endParaRPr lang="en-US"/>
        </a:p>
      </dgm:t>
    </dgm:pt>
    <dgm:pt modelId="{8F9B23D6-5FBE-4110-BCDA-5C78F70890CA}" type="sibTrans" cxnId="{441AD0AE-6B77-4F55-9AC5-B39880401BD2}">
      <dgm:prSet/>
      <dgm:spPr/>
      <dgm:t>
        <a:bodyPr/>
        <a:lstStyle/>
        <a:p>
          <a:endParaRPr lang="en-US"/>
        </a:p>
      </dgm:t>
    </dgm:pt>
    <dgm:pt modelId="{43D79AFA-A767-4DB6-9F48-A212112515DD}">
      <dgm:prSet/>
      <dgm:spPr/>
      <dgm:t>
        <a:bodyPr/>
        <a:lstStyle/>
        <a:p>
          <a:r>
            <a:rPr lang="en-IN"/>
            <a:t>Power is used for sensing</a:t>
          </a:r>
          <a:endParaRPr lang="en-US"/>
        </a:p>
      </dgm:t>
    </dgm:pt>
    <dgm:pt modelId="{E92FB89F-3634-4C14-A23D-B7FE106E1EA4}" type="parTrans" cxnId="{4675B258-DB9D-4FB8-B980-BD06492CB070}">
      <dgm:prSet/>
      <dgm:spPr/>
      <dgm:t>
        <a:bodyPr/>
        <a:lstStyle/>
        <a:p>
          <a:endParaRPr lang="en-US"/>
        </a:p>
      </dgm:t>
    </dgm:pt>
    <dgm:pt modelId="{3C4C2429-7D11-44B9-BB0C-5CEE9FE0C115}" type="sibTrans" cxnId="{4675B258-DB9D-4FB8-B980-BD06492CB070}">
      <dgm:prSet/>
      <dgm:spPr/>
      <dgm:t>
        <a:bodyPr/>
        <a:lstStyle/>
        <a:p>
          <a:endParaRPr lang="en-US"/>
        </a:p>
      </dgm:t>
    </dgm:pt>
    <dgm:pt modelId="{C79E3DDF-E23A-4B75-B04C-A0D672C8BAB5}" type="pres">
      <dgm:prSet presAssocID="{9F3CF22B-C7FC-4F4C-9998-70485439FF06}" presName="diagram" presStyleCnt="0">
        <dgm:presLayoutVars>
          <dgm:chPref val="1"/>
          <dgm:dir/>
          <dgm:animOne val="branch"/>
          <dgm:animLvl val="lvl"/>
          <dgm:resizeHandles val="exact"/>
        </dgm:presLayoutVars>
      </dgm:prSet>
      <dgm:spPr/>
    </dgm:pt>
    <dgm:pt modelId="{2CFA2916-0B4C-40C0-823B-E458BB42EDF3}" type="pres">
      <dgm:prSet presAssocID="{7327F2FB-F5CA-409A-9521-B2E2F3AE404C}" presName="root1" presStyleCnt="0"/>
      <dgm:spPr/>
    </dgm:pt>
    <dgm:pt modelId="{9EF36475-FAB9-46D5-AC9A-E1F8EB20311A}" type="pres">
      <dgm:prSet presAssocID="{7327F2FB-F5CA-409A-9521-B2E2F3AE404C}" presName="LevelOneTextNode" presStyleLbl="node0" presStyleIdx="0" presStyleCnt="2">
        <dgm:presLayoutVars>
          <dgm:chPref val="3"/>
        </dgm:presLayoutVars>
      </dgm:prSet>
      <dgm:spPr/>
    </dgm:pt>
    <dgm:pt modelId="{314EF250-C195-415C-A56F-3947D45FB656}" type="pres">
      <dgm:prSet presAssocID="{7327F2FB-F5CA-409A-9521-B2E2F3AE404C}" presName="level2hierChild" presStyleCnt="0"/>
      <dgm:spPr/>
    </dgm:pt>
    <dgm:pt modelId="{D6ED5E4C-1AF0-4293-9CD6-C2D68856212A}" type="pres">
      <dgm:prSet presAssocID="{915FE2F8-589E-4012-844A-7BDC56CB4162}" presName="root1" presStyleCnt="0"/>
      <dgm:spPr/>
    </dgm:pt>
    <dgm:pt modelId="{EE740C30-1155-423D-81E0-035523055E33}" type="pres">
      <dgm:prSet presAssocID="{915FE2F8-589E-4012-844A-7BDC56CB4162}" presName="LevelOneTextNode" presStyleLbl="node0" presStyleIdx="1" presStyleCnt="2">
        <dgm:presLayoutVars>
          <dgm:chPref val="3"/>
        </dgm:presLayoutVars>
      </dgm:prSet>
      <dgm:spPr/>
    </dgm:pt>
    <dgm:pt modelId="{1F1C9C6A-4927-4A8D-89F5-6221D23D4FB6}" type="pres">
      <dgm:prSet presAssocID="{915FE2F8-589E-4012-844A-7BDC56CB4162}" presName="level2hierChild" presStyleCnt="0"/>
      <dgm:spPr/>
    </dgm:pt>
    <dgm:pt modelId="{04EE8DA4-852A-4320-AB75-8D361B315908}" type="pres">
      <dgm:prSet presAssocID="{E2FAD5B6-D453-4F71-8987-85901740DF69}" presName="conn2-1" presStyleLbl="parChTrans1D2" presStyleIdx="0" presStyleCnt="2"/>
      <dgm:spPr/>
    </dgm:pt>
    <dgm:pt modelId="{989D92D7-1D6B-4C1A-A8D0-FA251039A1EC}" type="pres">
      <dgm:prSet presAssocID="{E2FAD5B6-D453-4F71-8987-85901740DF69}" presName="connTx" presStyleLbl="parChTrans1D2" presStyleIdx="0" presStyleCnt="2"/>
      <dgm:spPr/>
    </dgm:pt>
    <dgm:pt modelId="{3F60F635-C796-4C05-A5F2-4D3804D27536}" type="pres">
      <dgm:prSet presAssocID="{0ACBC0F9-B103-4979-A3A4-FE39DB377DCB}" presName="root2" presStyleCnt="0"/>
      <dgm:spPr/>
    </dgm:pt>
    <dgm:pt modelId="{D17303C0-8C87-41E5-84D7-8AF4CD6C7C37}" type="pres">
      <dgm:prSet presAssocID="{0ACBC0F9-B103-4979-A3A4-FE39DB377DCB}" presName="LevelTwoTextNode" presStyleLbl="node2" presStyleIdx="0" presStyleCnt="2">
        <dgm:presLayoutVars>
          <dgm:chPref val="3"/>
        </dgm:presLayoutVars>
      </dgm:prSet>
      <dgm:spPr/>
    </dgm:pt>
    <dgm:pt modelId="{70C856E8-FB6B-4333-9EA0-28130A9D8156}" type="pres">
      <dgm:prSet presAssocID="{0ACBC0F9-B103-4979-A3A4-FE39DB377DCB}" presName="level3hierChild" presStyleCnt="0"/>
      <dgm:spPr/>
    </dgm:pt>
    <dgm:pt modelId="{E5A0AB6F-F84D-45BB-B4E5-B6D799926C01}" type="pres">
      <dgm:prSet presAssocID="{E92FB89F-3634-4C14-A23D-B7FE106E1EA4}" presName="conn2-1" presStyleLbl="parChTrans1D2" presStyleIdx="1" presStyleCnt="2"/>
      <dgm:spPr/>
    </dgm:pt>
    <dgm:pt modelId="{E44D9A5F-E804-481F-A07B-75862E9968A6}" type="pres">
      <dgm:prSet presAssocID="{E92FB89F-3634-4C14-A23D-B7FE106E1EA4}" presName="connTx" presStyleLbl="parChTrans1D2" presStyleIdx="1" presStyleCnt="2"/>
      <dgm:spPr/>
    </dgm:pt>
    <dgm:pt modelId="{3625ACB4-80EC-43D7-83AC-E03E6F9CD304}" type="pres">
      <dgm:prSet presAssocID="{43D79AFA-A767-4DB6-9F48-A212112515DD}" presName="root2" presStyleCnt="0"/>
      <dgm:spPr/>
    </dgm:pt>
    <dgm:pt modelId="{5FB94BC6-9AA3-4D0C-A7C7-80BA7B214D7C}" type="pres">
      <dgm:prSet presAssocID="{43D79AFA-A767-4DB6-9F48-A212112515DD}" presName="LevelTwoTextNode" presStyleLbl="node2" presStyleIdx="1" presStyleCnt="2">
        <dgm:presLayoutVars>
          <dgm:chPref val="3"/>
        </dgm:presLayoutVars>
      </dgm:prSet>
      <dgm:spPr/>
    </dgm:pt>
    <dgm:pt modelId="{3B7351BA-110C-4436-8856-40474097E64D}" type="pres">
      <dgm:prSet presAssocID="{43D79AFA-A767-4DB6-9F48-A212112515DD}" presName="level3hierChild" presStyleCnt="0"/>
      <dgm:spPr/>
    </dgm:pt>
  </dgm:ptLst>
  <dgm:cxnLst>
    <dgm:cxn modelId="{8282093D-E96C-4A8D-9AA2-5AC10E657341}" type="presOf" srcId="{0ACBC0F9-B103-4979-A3A4-FE39DB377DCB}" destId="{D17303C0-8C87-41E5-84D7-8AF4CD6C7C37}" srcOrd="0" destOrd="0" presId="urn:microsoft.com/office/officeart/2005/8/layout/hierarchy2"/>
    <dgm:cxn modelId="{4675B258-DB9D-4FB8-B980-BD06492CB070}" srcId="{915FE2F8-589E-4012-844A-7BDC56CB4162}" destId="{43D79AFA-A767-4DB6-9F48-A212112515DD}" srcOrd="1" destOrd="0" parTransId="{E92FB89F-3634-4C14-A23D-B7FE106E1EA4}" sibTransId="{3C4C2429-7D11-44B9-BB0C-5CEE9FE0C115}"/>
    <dgm:cxn modelId="{F32BB5A4-49B4-477A-84E0-11428B269D55}" srcId="{9F3CF22B-C7FC-4F4C-9998-70485439FF06}" destId="{7327F2FB-F5CA-409A-9521-B2E2F3AE404C}" srcOrd="0" destOrd="0" parTransId="{95FF6F9C-6EE8-4377-9DC1-E57DBEB34612}" sibTransId="{055F7380-2884-4B2E-9851-460D72BCBF0E}"/>
    <dgm:cxn modelId="{8DC233AD-5322-4538-8F88-653F0BBAF9A8}" srcId="{9F3CF22B-C7FC-4F4C-9998-70485439FF06}" destId="{915FE2F8-589E-4012-844A-7BDC56CB4162}" srcOrd="1" destOrd="0" parTransId="{6A9E1394-2852-444C-9110-1A0FE9878D09}" sibTransId="{45F35F85-DF65-4721-A914-2AECA7692014}"/>
    <dgm:cxn modelId="{441AD0AE-6B77-4F55-9AC5-B39880401BD2}" srcId="{915FE2F8-589E-4012-844A-7BDC56CB4162}" destId="{0ACBC0F9-B103-4979-A3A4-FE39DB377DCB}" srcOrd="0" destOrd="0" parTransId="{E2FAD5B6-D453-4F71-8987-85901740DF69}" sibTransId="{8F9B23D6-5FBE-4110-BCDA-5C78F70890CA}"/>
    <dgm:cxn modelId="{48D870B9-9F41-4E37-A06B-891C0C8296D1}" type="presOf" srcId="{7327F2FB-F5CA-409A-9521-B2E2F3AE404C}" destId="{9EF36475-FAB9-46D5-AC9A-E1F8EB20311A}" srcOrd="0" destOrd="0" presId="urn:microsoft.com/office/officeart/2005/8/layout/hierarchy2"/>
    <dgm:cxn modelId="{FA8A6ABE-17E0-495E-974D-B9F3B1FC28E9}" type="presOf" srcId="{E92FB89F-3634-4C14-A23D-B7FE106E1EA4}" destId="{E44D9A5F-E804-481F-A07B-75862E9968A6}" srcOrd="1" destOrd="0" presId="urn:microsoft.com/office/officeart/2005/8/layout/hierarchy2"/>
    <dgm:cxn modelId="{D782D8C2-8B3D-4E58-BA60-7C301742EA3D}" type="presOf" srcId="{E92FB89F-3634-4C14-A23D-B7FE106E1EA4}" destId="{E5A0AB6F-F84D-45BB-B4E5-B6D799926C01}" srcOrd="0" destOrd="0" presId="urn:microsoft.com/office/officeart/2005/8/layout/hierarchy2"/>
    <dgm:cxn modelId="{9951C5CA-3A7C-4BAF-B7B3-70357177F8F5}" type="presOf" srcId="{E2FAD5B6-D453-4F71-8987-85901740DF69}" destId="{04EE8DA4-852A-4320-AB75-8D361B315908}" srcOrd="0" destOrd="0" presId="urn:microsoft.com/office/officeart/2005/8/layout/hierarchy2"/>
    <dgm:cxn modelId="{A151F7D7-DF1F-49A3-99FB-17EEBCC35ED9}" type="presOf" srcId="{9F3CF22B-C7FC-4F4C-9998-70485439FF06}" destId="{C79E3DDF-E23A-4B75-B04C-A0D672C8BAB5}" srcOrd="0" destOrd="0" presId="urn:microsoft.com/office/officeart/2005/8/layout/hierarchy2"/>
    <dgm:cxn modelId="{C4085FDA-E803-4D45-8FB2-2E3A652C29E1}" type="presOf" srcId="{43D79AFA-A767-4DB6-9F48-A212112515DD}" destId="{5FB94BC6-9AA3-4D0C-A7C7-80BA7B214D7C}" srcOrd="0" destOrd="0" presId="urn:microsoft.com/office/officeart/2005/8/layout/hierarchy2"/>
    <dgm:cxn modelId="{BCF47FDB-F965-4AAA-AE24-434BD3D855FC}" type="presOf" srcId="{915FE2F8-589E-4012-844A-7BDC56CB4162}" destId="{EE740C30-1155-423D-81E0-035523055E33}" srcOrd="0" destOrd="0" presId="urn:microsoft.com/office/officeart/2005/8/layout/hierarchy2"/>
    <dgm:cxn modelId="{364B47FB-8F30-46B8-A147-A48C1D07B08D}" type="presOf" srcId="{E2FAD5B6-D453-4F71-8987-85901740DF69}" destId="{989D92D7-1D6B-4C1A-A8D0-FA251039A1EC}" srcOrd="1" destOrd="0" presId="urn:microsoft.com/office/officeart/2005/8/layout/hierarchy2"/>
    <dgm:cxn modelId="{0ACC3311-D320-4F12-B849-3AFEBCCD9A61}" type="presParOf" srcId="{C79E3DDF-E23A-4B75-B04C-A0D672C8BAB5}" destId="{2CFA2916-0B4C-40C0-823B-E458BB42EDF3}" srcOrd="0" destOrd="0" presId="urn:microsoft.com/office/officeart/2005/8/layout/hierarchy2"/>
    <dgm:cxn modelId="{57081DF6-3D12-49D4-A363-D05DB83E0643}" type="presParOf" srcId="{2CFA2916-0B4C-40C0-823B-E458BB42EDF3}" destId="{9EF36475-FAB9-46D5-AC9A-E1F8EB20311A}" srcOrd="0" destOrd="0" presId="urn:microsoft.com/office/officeart/2005/8/layout/hierarchy2"/>
    <dgm:cxn modelId="{BF2FD5C6-CB37-447F-B35A-FB11AE16B13E}" type="presParOf" srcId="{2CFA2916-0B4C-40C0-823B-E458BB42EDF3}" destId="{314EF250-C195-415C-A56F-3947D45FB656}" srcOrd="1" destOrd="0" presId="urn:microsoft.com/office/officeart/2005/8/layout/hierarchy2"/>
    <dgm:cxn modelId="{3D42DC5A-8CF1-4B23-AB4F-890DDDC6DAEA}" type="presParOf" srcId="{C79E3DDF-E23A-4B75-B04C-A0D672C8BAB5}" destId="{D6ED5E4C-1AF0-4293-9CD6-C2D68856212A}" srcOrd="1" destOrd="0" presId="urn:microsoft.com/office/officeart/2005/8/layout/hierarchy2"/>
    <dgm:cxn modelId="{B47397F1-9A43-47D5-8DA5-7F8AA4A2D751}" type="presParOf" srcId="{D6ED5E4C-1AF0-4293-9CD6-C2D68856212A}" destId="{EE740C30-1155-423D-81E0-035523055E33}" srcOrd="0" destOrd="0" presId="urn:microsoft.com/office/officeart/2005/8/layout/hierarchy2"/>
    <dgm:cxn modelId="{ACF7D404-04F9-4944-896A-B3054BA633AC}" type="presParOf" srcId="{D6ED5E4C-1AF0-4293-9CD6-C2D68856212A}" destId="{1F1C9C6A-4927-4A8D-89F5-6221D23D4FB6}" srcOrd="1" destOrd="0" presId="urn:microsoft.com/office/officeart/2005/8/layout/hierarchy2"/>
    <dgm:cxn modelId="{261C3495-7C1D-4F8E-9BE7-7C5F7B7E3B2A}" type="presParOf" srcId="{1F1C9C6A-4927-4A8D-89F5-6221D23D4FB6}" destId="{04EE8DA4-852A-4320-AB75-8D361B315908}" srcOrd="0" destOrd="0" presId="urn:microsoft.com/office/officeart/2005/8/layout/hierarchy2"/>
    <dgm:cxn modelId="{420B74CE-ED0E-4CB6-B6BC-431979538E60}" type="presParOf" srcId="{04EE8DA4-852A-4320-AB75-8D361B315908}" destId="{989D92D7-1D6B-4C1A-A8D0-FA251039A1EC}" srcOrd="0" destOrd="0" presId="urn:microsoft.com/office/officeart/2005/8/layout/hierarchy2"/>
    <dgm:cxn modelId="{F5133955-094C-4FE4-81DE-02142340FC59}" type="presParOf" srcId="{1F1C9C6A-4927-4A8D-89F5-6221D23D4FB6}" destId="{3F60F635-C796-4C05-A5F2-4D3804D27536}" srcOrd="1" destOrd="0" presId="urn:microsoft.com/office/officeart/2005/8/layout/hierarchy2"/>
    <dgm:cxn modelId="{03D9F113-A947-47C9-B835-F1602C4B88D8}" type="presParOf" srcId="{3F60F635-C796-4C05-A5F2-4D3804D27536}" destId="{D17303C0-8C87-41E5-84D7-8AF4CD6C7C37}" srcOrd="0" destOrd="0" presId="urn:microsoft.com/office/officeart/2005/8/layout/hierarchy2"/>
    <dgm:cxn modelId="{657C7665-A335-4A08-BC56-021BD08B47FA}" type="presParOf" srcId="{3F60F635-C796-4C05-A5F2-4D3804D27536}" destId="{70C856E8-FB6B-4333-9EA0-28130A9D8156}" srcOrd="1" destOrd="0" presId="urn:microsoft.com/office/officeart/2005/8/layout/hierarchy2"/>
    <dgm:cxn modelId="{A17792ED-87DC-49D6-A635-4C70B5DBAAF0}" type="presParOf" srcId="{1F1C9C6A-4927-4A8D-89F5-6221D23D4FB6}" destId="{E5A0AB6F-F84D-45BB-B4E5-B6D799926C01}" srcOrd="2" destOrd="0" presId="urn:microsoft.com/office/officeart/2005/8/layout/hierarchy2"/>
    <dgm:cxn modelId="{24FDAB5C-772D-4801-8C03-D482CBCB5F85}" type="presParOf" srcId="{E5A0AB6F-F84D-45BB-B4E5-B6D799926C01}" destId="{E44D9A5F-E804-481F-A07B-75862E9968A6}" srcOrd="0" destOrd="0" presId="urn:microsoft.com/office/officeart/2005/8/layout/hierarchy2"/>
    <dgm:cxn modelId="{A5C2F7D6-4F47-4903-A602-04341F87C55C}" type="presParOf" srcId="{1F1C9C6A-4927-4A8D-89F5-6221D23D4FB6}" destId="{3625ACB4-80EC-43D7-83AC-E03E6F9CD304}" srcOrd="3" destOrd="0" presId="urn:microsoft.com/office/officeart/2005/8/layout/hierarchy2"/>
    <dgm:cxn modelId="{17FC6A25-8CB8-47F9-9A2E-70F91BA63F98}" type="presParOf" srcId="{3625ACB4-80EC-43D7-83AC-E03E6F9CD304}" destId="{5FB94BC6-9AA3-4D0C-A7C7-80BA7B214D7C}" srcOrd="0" destOrd="0" presId="urn:microsoft.com/office/officeart/2005/8/layout/hierarchy2"/>
    <dgm:cxn modelId="{FBEC1885-8FED-4880-9084-743E72E9754B}" type="presParOf" srcId="{3625ACB4-80EC-43D7-83AC-E03E6F9CD304}" destId="{3B7351BA-110C-4436-8856-40474097E64D}"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D6F7A6E-58A4-41C6-8ECB-6E3A1023DF0C}"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9DDFDE1-395C-4D46-A7F2-6ACBD9CE7177}">
      <dgm:prSet/>
      <dgm:spPr/>
      <dgm:t>
        <a:bodyPr/>
        <a:lstStyle/>
        <a:p>
          <a:pPr>
            <a:defRPr cap="all"/>
          </a:pPr>
          <a:r>
            <a:rPr lang="en-IN"/>
            <a:t>Detects and registers movements of nodes</a:t>
          </a:r>
          <a:endParaRPr lang="en-US"/>
        </a:p>
      </dgm:t>
    </dgm:pt>
    <dgm:pt modelId="{1AFDE0DA-AF9F-4D83-8F53-9BA03746EC83}" type="parTrans" cxnId="{DE84EEFD-7D79-4E7E-A2EE-3583053B55D6}">
      <dgm:prSet/>
      <dgm:spPr/>
      <dgm:t>
        <a:bodyPr/>
        <a:lstStyle/>
        <a:p>
          <a:endParaRPr lang="en-US"/>
        </a:p>
      </dgm:t>
    </dgm:pt>
    <dgm:pt modelId="{0A246B09-E1D7-422C-AC4D-58E6FAA5991C}" type="sibTrans" cxnId="{DE84EEFD-7D79-4E7E-A2EE-3583053B55D6}">
      <dgm:prSet/>
      <dgm:spPr/>
      <dgm:t>
        <a:bodyPr/>
        <a:lstStyle/>
        <a:p>
          <a:endParaRPr lang="en-US"/>
        </a:p>
      </dgm:t>
    </dgm:pt>
    <dgm:pt modelId="{C1FE7090-E3C5-42E7-85CE-4BD30E6BF9E9}">
      <dgm:prSet/>
      <dgm:spPr/>
      <dgm:t>
        <a:bodyPr/>
        <a:lstStyle/>
        <a:p>
          <a:pPr>
            <a:defRPr cap="all"/>
          </a:pPr>
          <a:r>
            <a:rPr lang="en-IN"/>
            <a:t>Keep track of neighbours</a:t>
          </a:r>
          <a:endParaRPr lang="en-US"/>
        </a:p>
      </dgm:t>
    </dgm:pt>
    <dgm:pt modelId="{98BAB2BE-A063-4021-A692-6CAECFAA1323}" type="parTrans" cxnId="{44A9668F-3D4C-48CE-91C8-B60DA0C25677}">
      <dgm:prSet/>
      <dgm:spPr/>
      <dgm:t>
        <a:bodyPr/>
        <a:lstStyle/>
        <a:p>
          <a:endParaRPr lang="en-US"/>
        </a:p>
      </dgm:t>
    </dgm:pt>
    <dgm:pt modelId="{E3643812-E6EB-45DB-AA3A-93FF0A25E36D}" type="sibTrans" cxnId="{44A9668F-3D4C-48CE-91C8-B60DA0C25677}">
      <dgm:prSet/>
      <dgm:spPr/>
      <dgm:t>
        <a:bodyPr/>
        <a:lstStyle/>
        <a:p>
          <a:endParaRPr lang="en-US"/>
        </a:p>
      </dgm:t>
    </dgm:pt>
    <dgm:pt modelId="{7F701D41-C5EE-448F-B8F2-A609CA3D3A42}">
      <dgm:prSet/>
      <dgm:spPr/>
      <dgm:t>
        <a:bodyPr/>
        <a:lstStyle/>
        <a:p>
          <a:pPr>
            <a:defRPr cap="all"/>
          </a:pPr>
          <a:r>
            <a:rPr lang="en-IN"/>
            <a:t>Balance power and task usage</a:t>
          </a:r>
          <a:endParaRPr lang="en-US"/>
        </a:p>
      </dgm:t>
    </dgm:pt>
    <dgm:pt modelId="{1E495C7F-F446-4C17-9386-DE579B99EF62}" type="parTrans" cxnId="{1338B006-3C63-436E-82C6-0566BB6BFA63}">
      <dgm:prSet/>
      <dgm:spPr/>
      <dgm:t>
        <a:bodyPr/>
        <a:lstStyle/>
        <a:p>
          <a:endParaRPr lang="en-US"/>
        </a:p>
      </dgm:t>
    </dgm:pt>
    <dgm:pt modelId="{84DC0F64-1556-4D28-B3A5-AD25C5385AE6}" type="sibTrans" cxnId="{1338B006-3C63-436E-82C6-0566BB6BFA63}">
      <dgm:prSet/>
      <dgm:spPr/>
      <dgm:t>
        <a:bodyPr/>
        <a:lstStyle/>
        <a:p>
          <a:endParaRPr lang="en-US"/>
        </a:p>
      </dgm:t>
    </dgm:pt>
    <dgm:pt modelId="{60F65F59-2C1C-4839-A5EF-18B282A42FDE}" type="pres">
      <dgm:prSet presAssocID="{8D6F7A6E-58A4-41C6-8ECB-6E3A1023DF0C}" presName="root" presStyleCnt="0">
        <dgm:presLayoutVars>
          <dgm:dir/>
          <dgm:resizeHandles val="exact"/>
        </dgm:presLayoutVars>
      </dgm:prSet>
      <dgm:spPr/>
    </dgm:pt>
    <dgm:pt modelId="{09AF6E26-6364-4B2E-90C8-89DE720FF9DC}" type="pres">
      <dgm:prSet presAssocID="{59DDFDE1-395C-4D46-A7F2-6ACBD9CE7177}" presName="compNode" presStyleCnt="0"/>
      <dgm:spPr/>
    </dgm:pt>
    <dgm:pt modelId="{87407C8A-80F6-42D8-95E8-5A7EA93E0AAF}" type="pres">
      <dgm:prSet presAssocID="{59DDFDE1-395C-4D46-A7F2-6ACBD9CE7177}" presName="iconBgRect" presStyleLbl="bgShp" presStyleIdx="0" presStyleCnt="3"/>
      <dgm:spPr>
        <a:prstGeom prst="round2DiagRect">
          <a:avLst>
            <a:gd name="adj1" fmla="val 29727"/>
            <a:gd name="adj2" fmla="val 0"/>
          </a:avLst>
        </a:prstGeom>
      </dgm:spPr>
    </dgm:pt>
    <dgm:pt modelId="{B78113DD-FFFD-42A0-A5BE-F8F50227EE1A}" type="pres">
      <dgm:prSet presAssocID="{59DDFDE1-395C-4D46-A7F2-6ACBD9CE717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ansfer"/>
        </a:ext>
      </dgm:extLst>
    </dgm:pt>
    <dgm:pt modelId="{7A2E11FB-DCC2-4A87-94B3-B8EE4D131127}" type="pres">
      <dgm:prSet presAssocID="{59DDFDE1-395C-4D46-A7F2-6ACBD9CE7177}" presName="spaceRect" presStyleCnt="0"/>
      <dgm:spPr/>
    </dgm:pt>
    <dgm:pt modelId="{0DB784C9-B680-4076-BA22-8B3ACF9B832F}" type="pres">
      <dgm:prSet presAssocID="{59DDFDE1-395C-4D46-A7F2-6ACBD9CE7177}" presName="textRect" presStyleLbl="revTx" presStyleIdx="0" presStyleCnt="3">
        <dgm:presLayoutVars>
          <dgm:chMax val="1"/>
          <dgm:chPref val="1"/>
        </dgm:presLayoutVars>
      </dgm:prSet>
      <dgm:spPr/>
    </dgm:pt>
    <dgm:pt modelId="{8FE2808B-76DC-4F48-90EF-15D48B5772A2}" type="pres">
      <dgm:prSet presAssocID="{0A246B09-E1D7-422C-AC4D-58E6FAA5991C}" presName="sibTrans" presStyleCnt="0"/>
      <dgm:spPr/>
    </dgm:pt>
    <dgm:pt modelId="{8258BA5F-4F2B-4A29-A090-2FE974B3ECA0}" type="pres">
      <dgm:prSet presAssocID="{C1FE7090-E3C5-42E7-85CE-4BD30E6BF9E9}" presName="compNode" presStyleCnt="0"/>
      <dgm:spPr/>
    </dgm:pt>
    <dgm:pt modelId="{BA653063-EF23-4146-B30C-7EFA0EEEE15C}" type="pres">
      <dgm:prSet presAssocID="{C1FE7090-E3C5-42E7-85CE-4BD30E6BF9E9}" presName="iconBgRect" presStyleLbl="bgShp" presStyleIdx="1" presStyleCnt="3"/>
      <dgm:spPr>
        <a:prstGeom prst="round2DiagRect">
          <a:avLst>
            <a:gd name="adj1" fmla="val 29727"/>
            <a:gd name="adj2" fmla="val 0"/>
          </a:avLst>
        </a:prstGeom>
      </dgm:spPr>
    </dgm:pt>
    <dgm:pt modelId="{15B9FB35-D52E-46D2-A0A6-3D10154DB576}" type="pres">
      <dgm:prSet presAssocID="{C1FE7090-E3C5-42E7-85CE-4BD30E6BF9E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urdle"/>
        </a:ext>
      </dgm:extLst>
    </dgm:pt>
    <dgm:pt modelId="{4FB1AD5E-8F0A-4CEF-A54E-8FB7DAC64E6C}" type="pres">
      <dgm:prSet presAssocID="{C1FE7090-E3C5-42E7-85CE-4BD30E6BF9E9}" presName="spaceRect" presStyleCnt="0"/>
      <dgm:spPr/>
    </dgm:pt>
    <dgm:pt modelId="{F5506560-FF7B-4D16-8513-2972B73A7A9B}" type="pres">
      <dgm:prSet presAssocID="{C1FE7090-E3C5-42E7-85CE-4BD30E6BF9E9}" presName="textRect" presStyleLbl="revTx" presStyleIdx="1" presStyleCnt="3">
        <dgm:presLayoutVars>
          <dgm:chMax val="1"/>
          <dgm:chPref val="1"/>
        </dgm:presLayoutVars>
      </dgm:prSet>
      <dgm:spPr/>
    </dgm:pt>
    <dgm:pt modelId="{80CD1884-EC26-46CE-91A7-62C247BB5BC3}" type="pres">
      <dgm:prSet presAssocID="{E3643812-E6EB-45DB-AA3A-93FF0A25E36D}" presName="sibTrans" presStyleCnt="0"/>
      <dgm:spPr/>
    </dgm:pt>
    <dgm:pt modelId="{4787CC72-E63F-46C9-AA2F-0D1EDE4FFE8F}" type="pres">
      <dgm:prSet presAssocID="{7F701D41-C5EE-448F-B8F2-A609CA3D3A42}" presName="compNode" presStyleCnt="0"/>
      <dgm:spPr/>
    </dgm:pt>
    <dgm:pt modelId="{FB795390-48D8-49CA-B3DB-70BC8A9EF47F}" type="pres">
      <dgm:prSet presAssocID="{7F701D41-C5EE-448F-B8F2-A609CA3D3A42}" presName="iconBgRect" presStyleLbl="bgShp" presStyleIdx="2" presStyleCnt="3"/>
      <dgm:spPr>
        <a:prstGeom prst="round2DiagRect">
          <a:avLst>
            <a:gd name="adj1" fmla="val 29727"/>
            <a:gd name="adj2" fmla="val 0"/>
          </a:avLst>
        </a:prstGeom>
      </dgm:spPr>
    </dgm:pt>
    <dgm:pt modelId="{9BB3B6A1-CBB1-46AE-9255-7ABAB1380DF2}" type="pres">
      <dgm:prSet presAssocID="{7F701D41-C5EE-448F-B8F2-A609CA3D3A4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3DF323D1-4E25-4566-9563-AA518051C6C5}" type="pres">
      <dgm:prSet presAssocID="{7F701D41-C5EE-448F-B8F2-A609CA3D3A42}" presName="spaceRect" presStyleCnt="0"/>
      <dgm:spPr/>
    </dgm:pt>
    <dgm:pt modelId="{373921CE-22AE-4A12-B7B0-DB85756E72F2}" type="pres">
      <dgm:prSet presAssocID="{7F701D41-C5EE-448F-B8F2-A609CA3D3A42}" presName="textRect" presStyleLbl="revTx" presStyleIdx="2" presStyleCnt="3">
        <dgm:presLayoutVars>
          <dgm:chMax val="1"/>
          <dgm:chPref val="1"/>
        </dgm:presLayoutVars>
      </dgm:prSet>
      <dgm:spPr/>
    </dgm:pt>
  </dgm:ptLst>
  <dgm:cxnLst>
    <dgm:cxn modelId="{1338B006-3C63-436E-82C6-0566BB6BFA63}" srcId="{8D6F7A6E-58A4-41C6-8ECB-6E3A1023DF0C}" destId="{7F701D41-C5EE-448F-B8F2-A609CA3D3A42}" srcOrd="2" destOrd="0" parTransId="{1E495C7F-F446-4C17-9386-DE579B99EF62}" sibTransId="{84DC0F64-1556-4D28-B3A5-AD25C5385AE6}"/>
    <dgm:cxn modelId="{E755F451-49D6-4636-AD0C-57A691C8A953}" type="presOf" srcId="{7F701D41-C5EE-448F-B8F2-A609CA3D3A42}" destId="{373921CE-22AE-4A12-B7B0-DB85756E72F2}" srcOrd="0" destOrd="0" presId="urn:microsoft.com/office/officeart/2018/5/layout/IconLeafLabelList"/>
    <dgm:cxn modelId="{44A9668F-3D4C-48CE-91C8-B60DA0C25677}" srcId="{8D6F7A6E-58A4-41C6-8ECB-6E3A1023DF0C}" destId="{C1FE7090-E3C5-42E7-85CE-4BD30E6BF9E9}" srcOrd="1" destOrd="0" parTransId="{98BAB2BE-A063-4021-A692-6CAECFAA1323}" sibTransId="{E3643812-E6EB-45DB-AA3A-93FF0A25E36D}"/>
    <dgm:cxn modelId="{E9AEFBA4-BCE5-4CD3-BBE0-4D9A75AAC0D3}" type="presOf" srcId="{8D6F7A6E-58A4-41C6-8ECB-6E3A1023DF0C}" destId="{60F65F59-2C1C-4839-A5EF-18B282A42FDE}" srcOrd="0" destOrd="0" presId="urn:microsoft.com/office/officeart/2018/5/layout/IconLeafLabelList"/>
    <dgm:cxn modelId="{872688CB-DA63-45F0-9CCE-51391457966B}" type="presOf" srcId="{C1FE7090-E3C5-42E7-85CE-4BD30E6BF9E9}" destId="{F5506560-FF7B-4D16-8513-2972B73A7A9B}" srcOrd="0" destOrd="0" presId="urn:microsoft.com/office/officeart/2018/5/layout/IconLeafLabelList"/>
    <dgm:cxn modelId="{3949EDE6-BAAD-442A-B380-C3158BCE5348}" type="presOf" srcId="{59DDFDE1-395C-4D46-A7F2-6ACBD9CE7177}" destId="{0DB784C9-B680-4076-BA22-8B3ACF9B832F}" srcOrd="0" destOrd="0" presId="urn:microsoft.com/office/officeart/2018/5/layout/IconLeafLabelList"/>
    <dgm:cxn modelId="{DE84EEFD-7D79-4E7E-A2EE-3583053B55D6}" srcId="{8D6F7A6E-58A4-41C6-8ECB-6E3A1023DF0C}" destId="{59DDFDE1-395C-4D46-A7F2-6ACBD9CE7177}" srcOrd="0" destOrd="0" parTransId="{1AFDE0DA-AF9F-4D83-8F53-9BA03746EC83}" sibTransId="{0A246B09-E1D7-422C-AC4D-58E6FAA5991C}"/>
    <dgm:cxn modelId="{EB296662-6863-4B5F-BAE1-7504D53A525F}" type="presParOf" srcId="{60F65F59-2C1C-4839-A5EF-18B282A42FDE}" destId="{09AF6E26-6364-4B2E-90C8-89DE720FF9DC}" srcOrd="0" destOrd="0" presId="urn:microsoft.com/office/officeart/2018/5/layout/IconLeafLabelList"/>
    <dgm:cxn modelId="{C8EC4D23-7336-4EC5-82D8-F6EE386FEB0E}" type="presParOf" srcId="{09AF6E26-6364-4B2E-90C8-89DE720FF9DC}" destId="{87407C8A-80F6-42D8-95E8-5A7EA93E0AAF}" srcOrd="0" destOrd="0" presId="urn:microsoft.com/office/officeart/2018/5/layout/IconLeafLabelList"/>
    <dgm:cxn modelId="{26B0EE7C-B97B-4DC7-A094-A99EAFF616E3}" type="presParOf" srcId="{09AF6E26-6364-4B2E-90C8-89DE720FF9DC}" destId="{B78113DD-FFFD-42A0-A5BE-F8F50227EE1A}" srcOrd="1" destOrd="0" presId="urn:microsoft.com/office/officeart/2018/5/layout/IconLeafLabelList"/>
    <dgm:cxn modelId="{14D18966-F22E-448D-AC4E-628D57D67ED4}" type="presParOf" srcId="{09AF6E26-6364-4B2E-90C8-89DE720FF9DC}" destId="{7A2E11FB-DCC2-4A87-94B3-B8EE4D131127}" srcOrd="2" destOrd="0" presId="urn:microsoft.com/office/officeart/2018/5/layout/IconLeafLabelList"/>
    <dgm:cxn modelId="{687FFB6D-71B9-4DC5-960B-6D189518BE51}" type="presParOf" srcId="{09AF6E26-6364-4B2E-90C8-89DE720FF9DC}" destId="{0DB784C9-B680-4076-BA22-8B3ACF9B832F}" srcOrd="3" destOrd="0" presId="urn:microsoft.com/office/officeart/2018/5/layout/IconLeafLabelList"/>
    <dgm:cxn modelId="{1FF44616-2EE9-48E4-AFAA-8D644B536B6C}" type="presParOf" srcId="{60F65F59-2C1C-4839-A5EF-18B282A42FDE}" destId="{8FE2808B-76DC-4F48-90EF-15D48B5772A2}" srcOrd="1" destOrd="0" presId="urn:microsoft.com/office/officeart/2018/5/layout/IconLeafLabelList"/>
    <dgm:cxn modelId="{3D442DA3-BEB2-4440-8C92-489EEF3AA143}" type="presParOf" srcId="{60F65F59-2C1C-4839-A5EF-18B282A42FDE}" destId="{8258BA5F-4F2B-4A29-A090-2FE974B3ECA0}" srcOrd="2" destOrd="0" presId="urn:microsoft.com/office/officeart/2018/5/layout/IconLeafLabelList"/>
    <dgm:cxn modelId="{F01CFA74-89F6-4970-902A-D3D5A111EAAC}" type="presParOf" srcId="{8258BA5F-4F2B-4A29-A090-2FE974B3ECA0}" destId="{BA653063-EF23-4146-B30C-7EFA0EEEE15C}" srcOrd="0" destOrd="0" presId="urn:microsoft.com/office/officeart/2018/5/layout/IconLeafLabelList"/>
    <dgm:cxn modelId="{B3131F51-9812-430B-B172-16AD34274B93}" type="presParOf" srcId="{8258BA5F-4F2B-4A29-A090-2FE974B3ECA0}" destId="{15B9FB35-D52E-46D2-A0A6-3D10154DB576}" srcOrd="1" destOrd="0" presId="urn:microsoft.com/office/officeart/2018/5/layout/IconLeafLabelList"/>
    <dgm:cxn modelId="{1AF6D04A-E0E5-4796-A0C3-C68A56C253F8}" type="presParOf" srcId="{8258BA5F-4F2B-4A29-A090-2FE974B3ECA0}" destId="{4FB1AD5E-8F0A-4CEF-A54E-8FB7DAC64E6C}" srcOrd="2" destOrd="0" presId="urn:microsoft.com/office/officeart/2018/5/layout/IconLeafLabelList"/>
    <dgm:cxn modelId="{B7A6FE52-744F-464A-8136-DFBBF9B4B345}" type="presParOf" srcId="{8258BA5F-4F2B-4A29-A090-2FE974B3ECA0}" destId="{F5506560-FF7B-4D16-8513-2972B73A7A9B}" srcOrd="3" destOrd="0" presId="urn:microsoft.com/office/officeart/2018/5/layout/IconLeafLabelList"/>
    <dgm:cxn modelId="{59CBDB6A-4043-4A65-8C00-58B6E9D75CEF}" type="presParOf" srcId="{60F65F59-2C1C-4839-A5EF-18B282A42FDE}" destId="{80CD1884-EC26-46CE-91A7-62C247BB5BC3}" srcOrd="3" destOrd="0" presId="urn:microsoft.com/office/officeart/2018/5/layout/IconLeafLabelList"/>
    <dgm:cxn modelId="{C0EBD0D7-AE1C-438F-B236-CCFA465055CD}" type="presParOf" srcId="{60F65F59-2C1C-4839-A5EF-18B282A42FDE}" destId="{4787CC72-E63F-46C9-AA2F-0D1EDE4FFE8F}" srcOrd="4" destOrd="0" presId="urn:microsoft.com/office/officeart/2018/5/layout/IconLeafLabelList"/>
    <dgm:cxn modelId="{8B9DA11E-D9F7-4194-B474-43738D27C6F5}" type="presParOf" srcId="{4787CC72-E63F-46C9-AA2F-0D1EDE4FFE8F}" destId="{FB795390-48D8-49CA-B3DB-70BC8A9EF47F}" srcOrd="0" destOrd="0" presId="urn:microsoft.com/office/officeart/2018/5/layout/IconLeafLabelList"/>
    <dgm:cxn modelId="{D0E3DAC9-D7FF-4EA3-840B-4DA4B4DCC71A}" type="presParOf" srcId="{4787CC72-E63F-46C9-AA2F-0D1EDE4FFE8F}" destId="{9BB3B6A1-CBB1-46AE-9255-7ABAB1380DF2}" srcOrd="1" destOrd="0" presId="urn:microsoft.com/office/officeart/2018/5/layout/IconLeafLabelList"/>
    <dgm:cxn modelId="{DAA9D89B-B9C9-4E13-BB22-D4A8684B7001}" type="presParOf" srcId="{4787CC72-E63F-46C9-AA2F-0D1EDE4FFE8F}" destId="{3DF323D1-4E25-4566-9563-AA518051C6C5}" srcOrd="2" destOrd="0" presId="urn:microsoft.com/office/officeart/2018/5/layout/IconLeafLabelList"/>
    <dgm:cxn modelId="{63F1076F-E6C8-41BA-9F57-0F02D79BF243}" type="presParOf" srcId="{4787CC72-E63F-46C9-AA2F-0D1EDE4FFE8F}" destId="{373921CE-22AE-4A12-B7B0-DB85756E72F2}"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2369882-5DBC-4018-AA33-0835DBBF6D9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49A25BA4-C92E-4453-9FBE-ACF2AE9B5203}">
      <dgm:prSet/>
      <dgm:spPr/>
      <dgm:t>
        <a:bodyPr/>
        <a:lstStyle/>
        <a:p>
          <a:r>
            <a:rPr lang="en-IN"/>
            <a:t>Balances and schedules the sensing tasks in the region</a:t>
          </a:r>
          <a:endParaRPr lang="en-US"/>
        </a:p>
      </dgm:t>
    </dgm:pt>
    <dgm:pt modelId="{2F7CB056-823D-4D92-B0D0-C0EC828EFA83}" type="parTrans" cxnId="{323AFC50-EA2A-411A-B032-8EEB1805CA03}">
      <dgm:prSet/>
      <dgm:spPr/>
      <dgm:t>
        <a:bodyPr/>
        <a:lstStyle/>
        <a:p>
          <a:endParaRPr lang="en-US"/>
        </a:p>
      </dgm:t>
    </dgm:pt>
    <dgm:pt modelId="{582C13F6-657A-4C5A-9671-53935C2A1372}" type="sibTrans" cxnId="{323AFC50-EA2A-411A-B032-8EEB1805CA03}">
      <dgm:prSet/>
      <dgm:spPr/>
      <dgm:t>
        <a:bodyPr/>
        <a:lstStyle/>
        <a:p>
          <a:endParaRPr lang="en-US"/>
        </a:p>
      </dgm:t>
    </dgm:pt>
    <dgm:pt modelId="{640C54EF-15F5-4D35-B1A1-35A1CDDFB505}">
      <dgm:prSet/>
      <dgm:spPr/>
      <dgm:t>
        <a:bodyPr/>
        <a:lstStyle/>
        <a:p>
          <a:r>
            <a:rPr lang="en-IN"/>
            <a:t>Not all sensor nodes in the region participate in tasks</a:t>
          </a:r>
          <a:endParaRPr lang="en-US"/>
        </a:p>
      </dgm:t>
    </dgm:pt>
    <dgm:pt modelId="{AFB8EAC5-210E-44EE-9B06-53C04018E3DE}" type="parTrans" cxnId="{F43F70CA-3AE1-4EF0-9E3C-B04B08CDD17A}">
      <dgm:prSet/>
      <dgm:spPr/>
      <dgm:t>
        <a:bodyPr/>
        <a:lstStyle/>
        <a:p>
          <a:endParaRPr lang="en-US"/>
        </a:p>
      </dgm:t>
    </dgm:pt>
    <dgm:pt modelId="{3D2BB10A-7073-4C7A-87E7-2D625AA42CB0}" type="sibTrans" cxnId="{F43F70CA-3AE1-4EF0-9E3C-B04B08CDD17A}">
      <dgm:prSet/>
      <dgm:spPr/>
      <dgm:t>
        <a:bodyPr/>
        <a:lstStyle/>
        <a:p>
          <a:endParaRPr lang="en-US"/>
        </a:p>
      </dgm:t>
    </dgm:pt>
    <dgm:pt modelId="{21EEF1B8-6673-4DB6-8C6B-E5B9632632B2}" type="pres">
      <dgm:prSet presAssocID="{C2369882-5DBC-4018-AA33-0835DBBF6D93}" presName="hierChild1" presStyleCnt="0">
        <dgm:presLayoutVars>
          <dgm:chPref val="1"/>
          <dgm:dir/>
          <dgm:animOne val="branch"/>
          <dgm:animLvl val="lvl"/>
          <dgm:resizeHandles/>
        </dgm:presLayoutVars>
      </dgm:prSet>
      <dgm:spPr/>
    </dgm:pt>
    <dgm:pt modelId="{DDF2FB81-F85D-4D6F-A594-E4227140C76D}" type="pres">
      <dgm:prSet presAssocID="{49A25BA4-C92E-4453-9FBE-ACF2AE9B5203}" presName="hierRoot1" presStyleCnt="0"/>
      <dgm:spPr/>
    </dgm:pt>
    <dgm:pt modelId="{362A67BB-E44F-4A22-94B1-70030A020F77}" type="pres">
      <dgm:prSet presAssocID="{49A25BA4-C92E-4453-9FBE-ACF2AE9B5203}" presName="composite" presStyleCnt="0"/>
      <dgm:spPr/>
    </dgm:pt>
    <dgm:pt modelId="{4CC14725-27CF-4254-A8B8-841E5FD0A379}" type="pres">
      <dgm:prSet presAssocID="{49A25BA4-C92E-4453-9FBE-ACF2AE9B5203}" presName="background" presStyleLbl="node0" presStyleIdx="0" presStyleCnt="2"/>
      <dgm:spPr/>
    </dgm:pt>
    <dgm:pt modelId="{CDA3A5C5-7863-406C-90C2-C0352AA1BCFB}" type="pres">
      <dgm:prSet presAssocID="{49A25BA4-C92E-4453-9FBE-ACF2AE9B5203}" presName="text" presStyleLbl="fgAcc0" presStyleIdx="0" presStyleCnt="2">
        <dgm:presLayoutVars>
          <dgm:chPref val="3"/>
        </dgm:presLayoutVars>
      </dgm:prSet>
      <dgm:spPr/>
    </dgm:pt>
    <dgm:pt modelId="{45F589D2-06F2-4BAC-9D42-F0E5565CC56B}" type="pres">
      <dgm:prSet presAssocID="{49A25BA4-C92E-4453-9FBE-ACF2AE9B5203}" presName="hierChild2" presStyleCnt="0"/>
      <dgm:spPr/>
    </dgm:pt>
    <dgm:pt modelId="{60514CD9-D0D3-49B5-9BD2-05C4F2410806}" type="pres">
      <dgm:prSet presAssocID="{640C54EF-15F5-4D35-B1A1-35A1CDDFB505}" presName="hierRoot1" presStyleCnt="0"/>
      <dgm:spPr/>
    </dgm:pt>
    <dgm:pt modelId="{525DE2E6-769D-4234-806B-4968A89856FD}" type="pres">
      <dgm:prSet presAssocID="{640C54EF-15F5-4D35-B1A1-35A1CDDFB505}" presName="composite" presStyleCnt="0"/>
      <dgm:spPr/>
    </dgm:pt>
    <dgm:pt modelId="{533E5F65-B6AF-44D7-8E09-21D9F74DDB9B}" type="pres">
      <dgm:prSet presAssocID="{640C54EF-15F5-4D35-B1A1-35A1CDDFB505}" presName="background" presStyleLbl="node0" presStyleIdx="1" presStyleCnt="2"/>
      <dgm:spPr/>
    </dgm:pt>
    <dgm:pt modelId="{ECC7CA1C-FD3B-47BB-A0C9-4A67D441B318}" type="pres">
      <dgm:prSet presAssocID="{640C54EF-15F5-4D35-B1A1-35A1CDDFB505}" presName="text" presStyleLbl="fgAcc0" presStyleIdx="1" presStyleCnt="2">
        <dgm:presLayoutVars>
          <dgm:chPref val="3"/>
        </dgm:presLayoutVars>
      </dgm:prSet>
      <dgm:spPr/>
    </dgm:pt>
    <dgm:pt modelId="{850D6938-8E72-42EA-A42F-F13C9FDF7E56}" type="pres">
      <dgm:prSet presAssocID="{640C54EF-15F5-4D35-B1A1-35A1CDDFB505}" presName="hierChild2" presStyleCnt="0"/>
      <dgm:spPr/>
    </dgm:pt>
  </dgm:ptLst>
  <dgm:cxnLst>
    <dgm:cxn modelId="{CA49D80B-4D56-4231-ABA4-EACB6356BBA9}" type="presOf" srcId="{640C54EF-15F5-4D35-B1A1-35A1CDDFB505}" destId="{ECC7CA1C-FD3B-47BB-A0C9-4A67D441B318}" srcOrd="0" destOrd="0" presId="urn:microsoft.com/office/officeart/2005/8/layout/hierarchy1"/>
    <dgm:cxn modelId="{8A44C248-2391-47B9-9ABC-866E32CAD5F4}" type="presOf" srcId="{C2369882-5DBC-4018-AA33-0835DBBF6D93}" destId="{21EEF1B8-6673-4DB6-8C6B-E5B9632632B2}" srcOrd="0" destOrd="0" presId="urn:microsoft.com/office/officeart/2005/8/layout/hierarchy1"/>
    <dgm:cxn modelId="{323AFC50-EA2A-411A-B032-8EEB1805CA03}" srcId="{C2369882-5DBC-4018-AA33-0835DBBF6D93}" destId="{49A25BA4-C92E-4453-9FBE-ACF2AE9B5203}" srcOrd="0" destOrd="0" parTransId="{2F7CB056-823D-4D92-B0D0-C0EC828EFA83}" sibTransId="{582C13F6-657A-4C5A-9671-53935C2A1372}"/>
    <dgm:cxn modelId="{8353088F-5FCE-47CE-8ED5-1448B39D08C5}" type="presOf" srcId="{49A25BA4-C92E-4453-9FBE-ACF2AE9B5203}" destId="{CDA3A5C5-7863-406C-90C2-C0352AA1BCFB}" srcOrd="0" destOrd="0" presId="urn:microsoft.com/office/officeart/2005/8/layout/hierarchy1"/>
    <dgm:cxn modelId="{F43F70CA-3AE1-4EF0-9E3C-B04B08CDD17A}" srcId="{C2369882-5DBC-4018-AA33-0835DBBF6D93}" destId="{640C54EF-15F5-4D35-B1A1-35A1CDDFB505}" srcOrd="1" destOrd="0" parTransId="{AFB8EAC5-210E-44EE-9B06-53C04018E3DE}" sibTransId="{3D2BB10A-7073-4C7A-87E7-2D625AA42CB0}"/>
    <dgm:cxn modelId="{A908DED8-3A22-47CD-A9BF-B579395E0A3D}" type="presParOf" srcId="{21EEF1B8-6673-4DB6-8C6B-E5B9632632B2}" destId="{DDF2FB81-F85D-4D6F-A594-E4227140C76D}" srcOrd="0" destOrd="0" presId="urn:microsoft.com/office/officeart/2005/8/layout/hierarchy1"/>
    <dgm:cxn modelId="{7DE2E23B-A4CA-4C29-8F63-1833382A3E0E}" type="presParOf" srcId="{DDF2FB81-F85D-4D6F-A594-E4227140C76D}" destId="{362A67BB-E44F-4A22-94B1-70030A020F77}" srcOrd="0" destOrd="0" presId="urn:microsoft.com/office/officeart/2005/8/layout/hierarchy1"/>
    <dgm:cxn modelId="{96F16A39-D7C5-47AC-BE4B-6C401E14E6F6}" type="presParOf" srcId="{362A67BB-E44F-4A22-94B1-70030A020F77}" destId="{4CC14725-27CF-4254-A8B8-841E5FD0A379}" srcOrd="0" destOrd="0" presId="urn:microsoft.com/office/officeart/2005/8/layout/hierarchy1"/>
    <dgm:cxn modelId="{9E3E3216-415C-4567-9211-B46E1F95A434}" type="presParOf" srcId="{362A67BB-E44F-4A22-94B1-70030A020F77}" destId="{CDA3A5C5-7863-406C-90C2-C0352AA1BCFB}" srcOrd="1" destOrd="0" presId="urn:microsoft.com/office/officeart/2005/8/layout/hierarchy1"/>
    <dgm:cxn modelId="{1B12D312-B852-4551-9DBA-51FC7C4D49BC}" type="presParOf" srcId="{DDF2FB81-F85D-4D6F-A594-E4227140C76D}" destId="{45F589D2-06F2-4BAC-9D42-F0E5565CC56B}" srcOrd="1" destOrd="0" presId="urn:microsoft.com/office/officeart/2005/8/layout/hierarchy1"/>
    <dgm:cxn modelId="{7E9D433E-E027-4919-97C2-6CBC1F391B78}" type="presParOf" srcId="{21EEF1B8-6673-4DB6-8C6B-E5B9632632B2}" destId="{60514CD9-D0D3-49B5-9BD2-05C4F2410806}" srcOrd="1" destOrd="0" presId="urn:microsoft.com/office/officeart/2005/8/layout/hierarchy1"/>
    <dgm:cxn modelId="{FBC9B45C-DFC6-4348-B774-C4900C1FB674}" type="presParOf" srcId="{60514CD9-D0D3-49B5-9BD2-05C4F2410806}" destId="{525DE2E6-769D-4234-806B-4968A89856FD}" srcOrd="0" destOrd="0" presId="urn:microsoft.com/office/officeart/2005/8/layout/hierarchy1"/>
    <dgm:cxn modelId="{AB1BB44B-EE97-476D-A816-1DD2F18D82AB}" type="presParOf" srcId="{525DE2E6-769D-4234-806B-4968A89856FD}" destId="{533E5F65-B6AF-44D7-8E09-21D9F74DDB9B}" srcOrd="0" destOrd="0" presId="urn:microsoft.com/office/officeart/2005/8/layout/hierarchy1"/>
    <dgm:cxn modelId="{667BF94C-0E61-49A3-B75D-2275E81474AF}" type="presParOf" srcId="{525DE2E6-769D-4234-806B-4968A89856FD}" destId="{ECC7CA1C-FD3B-47BB-A0C9-4A67D441B318}" srcOrd="1" destOrd="0" presId="urn:microsoft.com/office/officeart/2005/8/layout/hierarchy1"/>
    <dgm:cxn modelId="{45E22CDA-2A06-4AC7-A07B-A12A24ACF01F}" type="presParOf" srcId="{60514CD9-D0D3-49B5-9BD2-05C4F2410806}" destId="{850D6938-8E72-42EA-A42F-F13C9FDF7E5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7ED08AD-79FA-41D6-A85A-317E0A9938B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E8D8623-4DBB-4FE5-96C4-B49B0C7696DF}">
      <dgm:prSet/>
      <dgm:spPr/>
      <dgm:t>
        <a:bodyPr/>
        <a:lstStyle/>
        <a:p>
          <a:r>
            <a:rPr lang="en-IN"/>
            <a:t>Non adjacent layers interact</a:t>
          </a:r>
          <a:endParaRPr lang="en-US" dirty="0"/>
        </a:p>
      </dgm:t>
    </dgm:pt>
    <dgm:pt modelId="{147E652F-D444-404B-900D-CBC358DFA8DB}" type="parTrans" cxnId="{7CA559EF-95FA-451D-AEFB-81191A3E2117}">
      <dgm:prSet/>
      <dgm:spPr/>
      <dgm:t>
        <a:bodyPr/>
        <a:lstStyle/>
        <a:p>
          <a:endParaRPr lang="en-US"/>
        </a:p>
      </dgm:t>
    </dgm:pt>
    <dgm:pt modelId="{37388EDD-2572-42FA-A1F0-1A4740CE32E6}" type="sibTrans" cxnId="{7CA559EF-95FA-451D-AEFB-81191A3E2117}">
      <dgm:prSet/>
      <dgm:spPr/>
      <dgm:t>
        <a:bodyPr/>
        <a:lstStyle/>
        <a:p>
          <a:endParaRPr lang="en-US"/>
        </a:p>
      </dgm:t>
    </dgm:pt>
    <dgm:pt modelId="{810DF64D-C019-41CF-8A00-E7B92B20E6BE}">
      <dgm:prSet/>
      <dgm:spPr/>
      <dgm:t>
        <a:bodyPr/>
        <a:lstStyle/>
        <a:p>
          <a:r>
            <a:rPr lang="en-IN" dirty="0"/>
            <a:t>Application layer – MAC layer interact to achieve better scheduling</a:t>
          </a:r>
          <a:endParaRPr lang="en-US" dirty="0"/>
        </a:p>
      </dgm:t>
    </dgm:pt>
    <dgm:pt modelId="{02788F2F-86F5-4CA5-9B53-B5130408C973}" type="parTrans" cxnId="{4CF45953-591F-4B03-BFCA-29ED6C37EAA4}">
      <dgm:prSet/>
      <dgm:spPr/>
      <dgm:t>
        <a:bodyPr/>
        <a:lstStyle/>
        <a:p>
          <a:endParaRPr lang="en-US"/>
        </a:p>
      </dgm:t>
    </dgm:pt>
    <dgm:pt modelId="{F133F991-3D81-445C-B698-4264CD855136}" type="sibTrans" cxnId="{4CF45953-591F-4B03-BFCA-29ED6C37EAA4}">
      <dgm:prSet/>
      <dgm:spPr/>
      <dgm:t>
        <a:bodyPr/>
        <a:lstStyle/>
        <a:p>
          <a:endParaRPr lang="en-US"/>
        </a:p>
      </dgm:t>
    </dgm:pt>
    <dgm:pt modelId="{919CA5C4-7E00-4E0E-9C7D-D309110FD0C4}">
      <dgm:prSet/>
      <dgm:spPr/>
      <dgm:t>
        <a:bodyPr/>
        <a:lstStyle/>
        <a:p>
          <a:r>
            <a:rPr lang="en-IN"/>
            <a:t>Physical layer exchanges Channel Status Information to improve routing</a:t>
          </a:r>
          <a:endParaRPr lang="en-US"/>
        </a:p>
      </dgm:t>
    </dgm:pt>
    <dgm:pt modelId="{F1C6DB60-099A-49E0-9392-2559FB99FF70}" type="parTrans" cxnId="{2547898B-0492-42CC-A1F4-3136F76CFE34}">
      <dgm:prSet/>
      <dgm:spPr/>
      <dgm:t>
        <a:bodyPr/>
        <a:lstStyle/>
        <a:p>
          <a:endParaRPr lang="en-US"/>
        </a:p>
      </dgm:t>
    </dgm:pt>
    <dgm:pt modelId="{3F70FCC2-AE09-4B19-88BD-3AB82946339D}" type="sibTrans" cxnId="{2547898B-0492-42CC-A1F4-3136F76CFE34}">
      <dgm:prSet/>
      <dgm:spPr/>
      <dgm:t>
        <a:bodyPr/>
        <a:lstStyle/>
        <a:p>
          <a:endParaRPr lang="en-US"/>
        </a:p>
      </dgm:t>
    </dgm:pt>
    <dgm:pt modelId="{339EE49E-58A9-4D82-849E-2F2EDC970E0D}" type="pres">
      <dgm:prSet presAssocID="{B7ED08AD-79FA-41D6-A85A-317E0A9938B4}" presName="linear" presStyleCnt="0">
        <dgm:presLayoutVars>
          <dgm:animLvl val="lvl"/>
          <dgm:resizeHandles val="exact"/>
        </dgm:presLayoutVars>
      </dgm:prSet>
      <dgm:spPr/>
    </dgm:pt>
    <dgm:pt modelId="{7AF5C774-BFD2-4B26-99F8-F211D6748989}" type="pres">
      <dgm:prSet presAssocID="{9E8D8623-4DBB-4FE5-96C4-B49B0C7696DF}" presName="parentText" presStyleLbl="node1" presStyleIdx="0" presStyleCnt="3">
        <dgm:presLayoutVars>
          <dgm:chMax val="0"/>
          <dgm:bulletEnabled val="1"/>
        </dgm:presLayoutVars>
      </dgm:prSet>
      <dgm:spPr/>
    </dgm:pt>
    <dgm:pt modelId="{19D20D58-8985-4100-8877-6226B70B350D}" type="pres">
      <dgm:prSet presAssocID="{37388EDD-2572-42FA-A1F0-1A4740CE32E6}" presName="spacer" presStyleCnt="0"/>
      <dgm:spPr/>
    </dgm:pt>
    <dgm:pt modelId="{0EF1423A-EBFF-4060-8BD5-2A998D7AC7C4}" type="pres">
      <dgm:prSet presAssocID="{810DF64D-C019-41CF-8A00-E7B92B20E6BE}" presName="parentText" presStyleLbl="node1" presStyleIdx="1" presStyleCnt="3">
        <dgm:presLayoutVars>
          <dgm:chMax val="0"/>
          <dgm:bulletEnabled val="1"/>
        </dgm:presLayoutVars>
      </dgm:prSet>
      <dgm:spPr/>
    </dgm:pt>
    <dgm:pt modelId="{22FAD90E-F071-4A04-8713-2D832FE13F15}" type="pres">
      <dgm:prSet presAssocID="{F133F991-3D81-445C-B698-4264CD855136}" presName="spacer" presStyleCnt="0"/>
      <dgm:spPr/>
    </dgm:pt>
    <dgm:pt modelId="{1BDA2DFE-22D5-4C92-9A1D-E123FA43675E}" type="pres">
      <dgm:prSet presAssocID="{919CA5C4-7E00-4E0E-9C7D-D309110FD0C4}" presName="parentText" presStyleLbl="node1" presStyleIdx="2" presStyleCnt="3">
        <dgm:presLayoutVars>
          <dgm:chMax val="0"/>
          <dgm:bulletEnabled val="1"/>
        </dgm:presLayoutVars>
      </dgm:prSet>
      <dgm:spPr/>
    </dgm:pt>
  </dgm:ptLst>
  <dgm:cxnLst>
    <dgm:cxn modelId="{CDD7A604-D26C-4D0E-8C7A-9C8D09692E5E}" type="presOf" srcId="{9E8D8623-4DBB-4FE5-96C4-B49B0C7696DF}" destId="{7AF5C774-BFD2-4B26-99F8-F211D6748989}" srcOrd="0" destOrd="0" presId="urn:microsoft.com/office/officeart/2005/8/layout/vList2"/>
    <dgm:cxn modelId="{A46DC830-BD06-4C57-9906-3BA4EDBEB2A0}" type="presOf" srcId="{919CA5C4-7E00-4E0E-9C7D-D309110FD0C4}" destId="{1BDA2DFE-22D5-4C92-9A1D-E123FA43675E}" srcOrd="0" destOrd="0" presId="urn:microsoft.com/office/officeart/2005/8/layout/vList2"/>
    <dgm:cxn modelId="{16D3D55F-3CED-49D3-B908-1F21D3C332C7}" type="presOf" srcId="{B7ED08AD-79FA-41D6-A85A-317E0A9938B4}" destId="{339EE49E-58A9-4D82-849E-2F2EDC970E0D}" srcOrd="0" destOrd="0" presId="urn:microsoft.com/office/officeart/2005/8/layout/vList2"/>
    <dgm:cxn modelId="{4CF45953-591F-4B03-BFCA-29ED6C37EAA4}" srcId="{B7ED08AD-79FA-41D6-A85A-317E0A9938B4}" destId="{810DF64D-C019-41CF-8A00-E7B92B20E6BE}" srcOrd="1" destOrd="0" parTransId="{02788F2F-86F5-4CA5-9B53-B5130408C973}" sibTransId="{F133F991-3D81-445C-B698-4264CD855136}"/>
    <dgm:cxn modelId="{2547898B-0492-42CC-A1F4-3136F76CFE34}" srcId="{B7ED08AD-79FA-41D6-A85A-317E0A9938B4}" destId="{919CA5C4-7E00-4E0E-9C7D-D309110FD0C4}" srcOrd="2" destOrd="0" parTransId="{F1C6DB60-099A-49E0-9392-2559FB99FF70}" sibTransId="{3F70FCC2-AE09-4B19-88BD-3AB82946339D}"/>
    <dgm:cxn modelId="{7CA559EF-95FA-451D-AEFB-81191A3E2117}" srcId="{B7ED08AD-79FA-41D6-A85A-317E0A9938B4}" destId="{9E8D8623-4DBB-4FE5-96C4-B49B0C7696DF}" srcOrd="0" destOrd="0" parTransId="{147E652F-D444-404B-900D-CBC358DFA8DB}" sibTransId="{37388EDD-2572-42FA-A1F0-1A4740CE32E6}"/>
    <dgm:cxn modelId="{47AEDBFC-5EC0-4D1F-BA7C-B5EA1B80131E}" type="presOf" srcId="{810DF64D-C019-41CF-8A00-E7B92B20E6BE}" destId="{0EF1423A-EBFF-4060-8BD5-2A998D7AC7C4}" srcOrd="0" destOrd="0" presId="urn:microsoft.com/office/officeart/2005/8/layout/vList2"/>
    <dgm:cxn modelId="{C484A4EA-DB47-42E6-BD08-B40B4006F4A0}" type="presParOf" srcId="{339EE49E-58A9-4D82-849E-2F2EDC970E0D}" destId="{7AF5C774-BFD2-4B26-99F8-F211D6748989}" srcOrd="0" destOrd="0" presId="urn:microsoft.com/office/officeart/2005/8/layout/vList2"/>
    <dgm:cxn modelId="{9D8F9D19-AB63-4986-AE9E-CD768A11F280}" type="presParOf" srcId="{339EE49E-58A9-4D82-849E-2F2EDC970E0D}" destId="{19D20D58-8985-4100-8877-6226B70B350D}" srcOrd="1" destOrd="0" presId="urn:microsoft.com/office/officeart/2005/8/layout/vList2"/>
    <dgm:cxn modelId="{09DFCD2C-8FD1-43A8-B11F-144E05689EE5}" type="presParOf" srcId="{339EE49E-58A9-4D82-849E-2F2EDC970E0D}" destId="{0EF1423A-EBFF-4060-8BD5-2A998D7AC7C4}" srcOrd="2" destOrd="0" presId="urn:microsoft.com/office/officeart/2005/8/layout/vList2"/>
    <dgm:cxn modelId="{C1747403-B94B-4A1D-BDC6-ADE8F11E068B}" type="presParOf" srcId="{339EE49E-58A9-4D82-849E-2F2EDC970E0D}" destId="{22FAD90E-F071-4A04-8713-2D832FE13F15}" srcOrd="3" destOrd="0" presId="urn:microsoft.com/office/officeart/2005/8/layout/vList2"/>
    <dgm:cxn modelId="{874FBA50-5152-42DC-8FBB-8E84B5886222}" type="presParOf" srcId="{339EE49E-58A9-4D82-849E-2F2EDC970E0D}" destId="{1BDA2DFE-22D5-4C92-9A1D-E123FA43675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128824-379F-42BD-AD48-5AE727BB1D2E}">
      <dsp:nvSpPr>
        <dsp:cNvPr id="0" name=""/>
        <dsp:cNvSpPr/>
      </dsp:nvSpPr>
      <dsp:spPr>
        <a:xfrm>
          <a:off x="0" y="3535"/>
          <a:ext cx="8229600" cy="75314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665B9B-3E32-4A6F-92EE-2AA8945BAC11}">
      <dsp:nvSpPr>
        <dsp:cNvPr id="0" name=""/>
        <dsp:cNvSpPr/>
      </dsp:nvSpPr>
      <dsp:spPr>
        <a:xfrm>
          <a:off x="227827" y="172994"/>
          <a:ext cx="414231" cy="4142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8F2F39-437D-41D6-A982-EDE61B9F5C49}">
      <dsp:nvSpPr>
        <dsp:cNvPr id="0" name=""/>
        <dsp:cNvSpPr/>
      </dsp:nvSpPr>
      <dsp:spPr>
        <a:xfrm>
          <a:off x="869886" y="3535"/>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90000"/>
            </a:lnSpc>
            <a:spcBef>
              <a:spcPct val="0"/>
            </a:spcBef>
            <a:spcAft>
              <a:spcPct val="35000"/>
            </a:spcAft>
            <a:buNone/>
          </a:pPr>
          <a:r>
            <a:rPr lang="en-IN" sz="1900" kern="1200"/>
            <a:t>Visualization (representation in graphs)</a:t>
          </a:r>
          <a:endParaRPr lang="en-US" sz="1900" kern="1200"/>
        </a:p>
      </dsp:txBody>
      <dsp:txXfrm>
        <a:off x="869886" y="3535"/>
        <a:ext cx="7359713" cy="753148"/>
      </dsp:txXfrm>
    </dsp:sp>
    <dsp:sp modelId="{053EEAB5-0402-41E4-8F1D-20F0F5B22B47}">
      <dsp:nvSpPr>
        <dsp:cNvPr id="0" name=""/>
        <dsp:cNvSpPr/>
      </dsp:nvSpPr>
      <dsp:spPr>
        <a:xfrm>
          <a:off x="0" y="944971"/>
          <a:ext cx="8229600" cy="75314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F84F87-FF64-474F-B766-BAEA289204AF}">
      <dsp:nvSpPr>
        <dsp:cNvPr id="0" name=""/>
        <dsp:cNvSpPr/>
      </dsp:nvSpPr>
      <dsp:spPr>
        <a:xfrm>
          <a:off x="227827" y="1114429"/>
          <a:ext cx="414231" cy="4142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9561B8F-8CD6-4A90-9082-A2E1C7292820}">
      <dsp:nvSpPr>
        <dsp:cNvPr id="0" name=""/>
        <dsp:cNvSpPr/>
      </dsp:nvSpPr>
      <dsp:spPr>
        <a:xfrm>
          <a:off x="869886" y="944971"/>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90000"/>
            </a:lnSpc>
            <a:spcBef>
              <a:spcPct val="0"/>
            </a:spcBef>
            <a:spcAft>
              <a:spcPct val="35000"/>
            </a:spcAft>
            <a:buNone/>
          </a:pPr>
          <a:r>
            <a:rPr lang="en-IN" sz="1900" kern="1200"/>
            <a:t>Storage, Analytics and Query (also called Edge IT)</a:t>
          </a:r>
          <a:endParaRPr lang="en-US" sz="1900" kern="1200"/>
        </a:p>
      </dsp:txBody>
      <dsp:txXfrm>
        <a:off x="869886" y="944971"/>
        <a:ext cx="7359713" cy="753148"/>
      </dsp:txXfrm>
    </dsp:sp>
    <dsp:sp modelId="{76EF2B23-055E-4099-AD83-002DE3210963}">
      <dsp:nvSpPr>
        <dsp:cNvPr id="0" name=""/>
        <dsp:cNvSpPr/>
      </dsp:nvSpPr>
      <dsp:spPr>
        <a:xfrm>
          <a:off x="0" y="1886407"/>
          <a:ext cx="8229600" cy="75314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3B09F9-F8EF-4B2A-AAFE-23B7DDCB0CAF}">
      <dsp:nvSpPr>
        <dsp:cNvPr id="0" name=""/>
        <dsp:cNvSpPr/>
      </dsp:nvSpPr>
      <dsp:spPr>
        <a:xfrm>
          <a:off x="227827" y="2055865"/>
          <a:ext cx="414231" cy="4142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96B93F-1276-4C7F-A83A-A30C13510890}">
      <dsp:nvSpPr>
        <dsp:cNvPr id="0" name=""/>
        <dsp:cNvSpPr/>
      </dsp:nvSpPr>
      <dsp:spPr>
        <a:xfrm>
          <a:off x="869886" y="1886407"/>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90000"/>
            </a:lnSpc>
            <a:spcBef>
              <a:spcPct val="0"/>
            </a:spcBef>
            <a:spcAft>
              <a:spcPct val="35000"/>
            </a:spcAft>
            <a:buNone/>
          </a:pPr>
          <a:r>
            <a:rPr lang="en-IN" sz="1900" kern="1200"/>
            <a:t>Data integration (data cleaning, normalization and structuring)</a:t>
          </a:r>
          <a:endParaRPr lang="en-US" sz="1900" kern="1200"/>
        </a:p>
      </dsp:txBody>
      <dsp:txXfrm>
        <a:off x="869886" y="1886407"/>
        <a:ext cx="7359713" cy="753148"/>
      </dsp:txXfrm>
    </dsp:sp>
    <dsp:sp modelId="{B4CDC714-152C-4AB3-A87A-E494D75B6A66}">
      <dsp:nvSpPr>
        <dsp:cNvPr id="0" name=""/>
        <dsp:cNvSpPr/>
      </dsp:nvSpPr>
      <dsp:spPr>
        <a:xfrm>
          <a:off x="0" y="2827842"/>
          <a:ext cx="8229600" cy="75314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A1D032-B65E-4A00-9925-88D528D78F9E}">
      <dsp:nvSpPr>
        <dsp:cNvPr id="0" name=""/>
        <dsp:cNvSpPr/>
      </dsp:nvSpPr>
      <dsp:spPr>
        <a:xfrm>
          <a:off x="227827" y="2997301"/>
          <a:ext cx="414231" cy="4142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3659F7C-CDED-445B-A1FE-0FF23A8CA8BA}">
      <dsp:nvSpPr>
        <dsp:cNvPr id="0" name=""/>
        <dsp:cNvSpPr/>
      </dsp:nvSpPr>
      <dsp:spPr>
        <a:xfrm>
          <a:off x="869886" y="2827842"/>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90000"/>
            </a:lnSpc>
            <a:spcBef>
              <a:spcPct val="0"/>
            </a:spcBef>
            <a:spcAft>
              <a:spcPct val="35000"/>
            </a:spcAft>
            <a:buNone/>
          </a:pPr>
          <a:r>
            <a:rPr lang="en-IN" sz="1900" kern="1200"/>
            <a:t>Network &amp; Connectivity elements (wired/ wireless gateways, protocol converters)</a:t>
          </a:r>
          <a:endParaRPr lang="en-US" sz="1900" kern="1200"/>
        </a:p>
      </dsp:txBody>
      <dsp:txXfrm>
        <a:off x="869886" y="2827842"/>
        <a:ext cx="7359713" cy="753148"/>
      </dsp:txXfrm>
    </dsp:sp>
    <dsp:sp modelId="{FA5D949C-47A5-4BB8-80F3-D5B6B2EA4E64}">
      <dsp:nvSpPr>
        <dsp:cNvPr id="0" name=""/>
        <dsp:cNvSpPr/>
      </dsp:nvSpPr>
      <dsp:spPr>
        <a:xfrm>
          <a:off x="0" y="3769278"/>
          <a:ext cx="8229600" cy="75314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CE36E6-AE66-468C-AA24-BA8729BED7D0}">
      <dsp:nvSpPr>
        <dsp:cNvPr id="0" name=""/>
        <dsp:cNvSpPr/>
      </dsp:nvSpPr>
      <dsp:spPr>
        <a:xfrm>
          <a:off x="227827" y="3938736"/>
          <a:ext cx="414231" cy="41423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51D4BD-4719-4B83-9116-5D32975A708B}">
      <dsp:nvSpPr>
        <dsp:cNvPr id="0" name=""/>
        <dsp:cNvSpPr/>
      </dsp:nvSpPr>
      <dsp:spPr>
        <a:xfrm>
          <a:off x="869886" y="3769278"/>
          <a:ext cx="73597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90000"/>
            </a:lnSpc>
            <a:spcBef>
              <a:spcPct val="0"/>
            </a:spcBef>
            <a:spcAft>
              <a:spcPct val="35000"/>
            </a:spcAft>
            <a:buNone/>
          </a:pPr>
          <a:r>
            <a:rPr lang="en-IN" sz="1900" kern="1200"/>
            <a:t>Devices / sensors / things / remote data providers</a:t>
          </a:r>
          <a:endParaRPr lang="en-US" sz="1900" kern="1200"/>
        </a:p>
      </dsp:txBody>
      <dsp:txXfrm>
        <a:off x="869886" y="3769278"/>
        <a:ext cx="7359713" cy="7531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870BF6-3381-4422-BFC0-AC06B436C92B}">
      <dsp:nvSpPr>
        <dsp:cNvPr id="0" name=""/>
        <dsp:cNvSpPr/>
      </dsp:nvSpPr>
      <dsp:spPr>
        <a:xfrm>
          <a:off x="0" y="1464"/>
          <a:ext cx="8229600" cy="62386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46046E-2532-43D6-A2D8-FED89273F124}">
      <dsp:nvSpPr>
        <dsp:cNvPr id="0" name=""/>
        <dsp:cNvSpPr/>
      </dsp:nvSpPr>
      <dsp:spPr>
        <a:xfrm>
          <a:off x="188719" y="141834"/>
          <a:ext cx="343126" cy="3431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FBCFAB-F66B-4D56-82E0-23C6F23D3FEB}">
      <dsp:nvSpPr>
        <dsp:cNvPr id="0" name=""/>
        <dsp:cNvSpPr/>
      </dsp:nvSpPr>
      <dsp:spPr>
        <a:xfrm>
          <a:off x="720566" y="1464"/>
          <a:ext cx="3703320" cy="62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26" tIns="66026" rIns="66026" bIns="66026" numCol="1" spcCol="1270" anchor="ctr" anchorCtr="0">
          <a:noAutofit/>
        </a:bodyPr>
        <a:lstStyle/>
        <a:p>
          <a:pPr marL="0" lvl="0" indent="0" algn="l" defTabSz="844550">
            <a:lnSpc>
              <a:spcPct val="90000"/>
            </a:lnSpc>
            <a:spcBef>
              <a:spcPct val="0"/>
            </a:spcBef>
            <a:spcAft>
              <a:spcPct val="35000"/>
            </a:spcAft>
            <a:buNone/>
          </a:pPr>
          <a:r>
            <a:rPr lang="en-IN" sz="1900" kern="1200"/>
            <a:t>Devices</a:t>
          </a:r>
          <a:endParaRPr lang="en-US" sz="1900" kern="1200"/>
        </a:p>
      </dsp:txBody>
      <dsp:txXfrm>
        <a:off x="720566" y="1464"/>
        <a:ext cx="3703320" cy="623866"/>
      </dsp:txXfrm>
    </dsp:sp>
    <dsp:sp modelId="{5269B414-8923-451C-B15E-8B93AF6D8440}">
      <dsp:nvSpPr>
        <dsp:cNvPr id="0" name=""/>
        <dsp:cNvSpPr/>
      </dsp:nvSpPr>
      <dsp:spPr>
        <a:xfrm>
          <a:off x="4423886" y="1464"/>
          <a:ext cx="3805713" cy="62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26" tIns="66026" rIns="66026" bIns="66026" numCol="1" spcCol="1270" anchor="ctr" anchorCtr="0">
          <a:noAutofit/>
        </a:bodyPr>
        <a:lstStyle/>
        <a:p>
          <a:pPr marL="0" lvl="0" indent="0" algn="l" defTabSz="755650">
            <a:lnSpc>
              <a:spcPct val="90000"/>
            </a:lnSpc>
            <a:spcBef>
              <a:spcPct val="0"/>
            </a:spcBef>
            <a:spcAft>
              <a:spcPct val="35000"/>
            </a:spcAft>
            <a:buNone/>
          </a:pPr>
          <a:r>
            <a:rPr lang="en-IN" sz="1700" kern="1200"/>
            <a:t>Send and receive data interacting with the</a:t>
          </a:r>
          <a:endParaRPr lang="en-US" sz="1700" kern="1200"/>
        </a:p>
      </dsp:txBody>
      <dsp:txXfrm>
        <a:off x="4423886" y="1464"/>
        <a:ext cx="3805713" cy="623866"/>
      </dsp:txXfrm>
    </dsp:sp>
    <dsp:sp modelId="{E64AB2E0-6513-48BC-9D30-7A5BCFD00D8B}">
      <dsp:nvSpPr>
        <dsp:cNvPr id="0" name=""/>
        <dsp:cNvSpPr/>
      </dsp:nvSpPr>
      <dsp:spPr>
        <a:xfrm>
          <a:off x="0" y="781297"/>
          <a:ext cx="8229600" cy="62386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142157-9371-4344-B192-521EE17766BB}">
      <dsp:nvSpPr>
        <dsp:cNvPr id="0" name=""/>
        <dsp:cNvSpPr/>
      </dsp:nvSpPr>
      <dsp:spPr>
        <a:xfrm>
          <a:off x="188719" y="921667"/>
          <a:ext cx="343126" cy="3431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680E0F-4FDE-4664-9514-84FB3B568AB7}">
      <dsp:nvSpPr>
        <dsp:cNvPr id="0" name=""/>
        <dsp:cNvSpPr/>
      </dsp:nvSpPr>
      <dsp:spPr>
        <a:xfrm>
          <a:off x="720566" y="781297"/>
          <a:ext cx="3703320" cy="62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26" tIns="66026" rIns="66026" bIns="66026" numCol="1" spcCol="1270" anchor="ctr" anchorCtr="0">
          <a:noAutofit/>
        </a:bodyPr>
        <a:lstStyle/>
        <a:p>
          <a:pPr marL="0" lvl="0" indent="0" algn="l" defTabSz="844550">
            <a:lnSpc>
              <a:spcPct val="90000"/>
            </a:lnSpc>
            <a:spcBef>
              <a:spcPct val="0"/>
            </a:spcBef>
            <a:spcAft>
              <a:spcPct val="35000"/>
            </a:spcAft>
            <a:buNone/>
          </a:pPr>
          <a:r>
            <a:rPr lang="en-IN" sz="1900" kern="1200"/>
            <a:t>Network</a:t>
          </a:r>
          <a:endParaRPr lang="en-US" sz="1900" kern="1200"/>
        </a:p>
      </dsp:txBody>
      <dsp:txXfrm>
        <a:off x="720566" y="781297"/>
        <a:ext cx="3703320" cy="623866"/>
      </dsp:txXfrm>
    </dsp:sp>
    <dsp:sp modelId="{7531EC5F-7B5C-47F7-A08C-ACA1BC83303F}">
      <dsp:nvSpPr>
        <dsp:cNvPr id="0" name=""/>
        <dsp:cNvSpPr/>
      </dsp:nvSpPr>
      <dsp:spPr>
        <a:xfrm>
          <a:off x="4423886" y="781297"/>
          <a:ext cx="3805713" cy="62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26" tIns="66026" rIns="66026" bIns="66026" numCol="1" spcCol="1270" anchor="ctr" anchorCtr="0">
          <a:noAutofit/>
        </a:bodyPr>
        <a:lstStyle/>
        <a:p>
          <a:pPr marL="0" lvl="0" indent="0" algn="l" defTabSz="755650">
            <a:lnSpc>
              <a:spcPct val="90000"/>
            </a:lnSpc>
            <a:spcBef>
              <a:spcPct val="0"/>
            </a:spcBef>
            <a:spcAft>
              <a:spcPct val="35000"/>
            </a:spcAft>
            <a:buNone/>
          </a:pPr>
          <a:r>
            <a:rPr lang="en-IN" sz="1700" kern="1200"/>
            <a:t>Where the data is transmitted, normalised and filtered using</a:t>
          </a:r>
          <a:endParaRPr lang="en-US" sz="1700" kern="1200"/>
        </a:p>
      </dsp:txBody>
      <dsp:txXfrm>
        <a:off x="4423886" y="781297"/>
        <a:ext cx="3805713" cy="623866"/>
      </dsp:txXfrm>
    </dsp:sp>
    <dsp:sp modelId="{346E4396-5CD3-4FCC-9A6E-76FD1659ED96}">
      <dsp:nvSpPr>
        <dsp:cNvPr id="0" name=""/>
        <dsp:cNvSpPr/>
      </dsp:nvSpPr>
      <dsp:spPr>
        <a:xfrm>
          <a:off x="0" y="1561130"/>
          <a:ext cx="8229600" cy="62386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3D308E-54E2-4871-96D0-BA02F8A46D98}">
      <dsp:nvSpPr>
        <dsp:cNvPr id="0" name=""/>
        <dsp:cNvSpPr/>
      </dsp:nvSpPr>
      <dsp:spPr>
        <a:xfrm>
          <a:off x="188719" y="1701500"/>
          <a:ext cx="343126" cy="3431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4A0F05-F396-449D-8426-7BC575D90693}">
      <dsp:nvSpPr>
        <dsp:cNvPr id="0" name=""/>
        <dsp:cNvSpPr/>
      </dsp:nvSpPr>
      <dsp:spPr>
        <a:xfrm>
          <a:off x="720566" y="1561130"/>
          <a:ext cx="3703320" cy="62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26" tIns="66026" rIns="66026" bIns="66026" numCol="1" spcCol="1270" anchor="ctr" anchorCtr="0">
          <a:noAutofit/>
        </a:bodyPr>
        <a:lstStyle/>
        <a:p>
          <a:pPr marL="0" lvl="0" indent="0" algn="l" defTabSz="844550">
            <a:lnSpc>
              <a:spcPct val="90000"/>
            </a:lnSpc>
            <a:spcBef>
              <a:spcPct val="0"/>
            </a:spcBef>
            <a:spcAft>
              <a:spcPct val="35000"/>
            </a:spcAft>
            <a:buNone/>
          </a:pPr>
          <a:r>
            <a:rPr lang="en-IN" sz="1900" kern="1200"/>
            <a:t>Edge Computing</a:t>
          </a:r>
          <a:endParaRPr lang="en-US" sz="1900" kern="1200"/>
        </a:p>
      </dsp:txBody>
      <dsp:txXfrm>
        <a:off x="720566" y="1561130"/>
        <a:ext cx="3703320" cy="623866"/>
      </dsp:txXfrm>
    </dsp:sp>
    <dsp:sp modelId="{4E0E2183-18F9-4A31-A9D7-46CAD7F4F44C}">
      <dsp:nvSpPr>
        <dsp:cNvPr id="0" name=""/>
        <dsp:cNvSpPr/>
      </dsp:nvSpPr>
      <dsp:spPr>
        <a:xfrm>
          <a:off x="4423886" y="1561130"/>
          <a:ext cx="3805713" cy="62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26" tIns="66026" rIns="66026" bIns="66026" numCol="1" spcCol="1270" anchor="ctr" anchorCtr="0">
          <a:noAutofit/>
        </a:bodyPr>
        <a:lstStyle/>
        <a:p>
          <a:pPr marL="0" lvl="0" indent="0" algn="l" defTabSz="755650">
            <a:lnSpc>
              <a:spcPct val="90000"/>
            </a:lnSpc>
            <a:spcBef>
              <a:spcPct val="0"/>
            </a:spcBef>
            <a:spcAft>
              <a:spcPct val="35000"/>
            </a:spcAft>
            <a:buNone/>
          </a:pPr>
          <a:r>
            <a:rPr lang="en-IN" sz="1700" kern="1200"/>
            <a:t>Before landing in</a:t>
          </a:r>
          <a:endParaRPr lang="en-US" sz="1700" kern="1200"/>
        </a:p>
      </dsp:txBody>
      <dsp:txXfrm>
        <a:off x="4423886" y="1561130"/>
        <a:ext cx="3805713" cy="623866"/>
      </dsp:txXfrm>
    </dsp:sp>
    <dsp:sp modelId="{9B1D2185-9935-4292-A0B7-FFC77841A8CE}">
      <dsp:nvSpPr>
        <dsp:cNvPr id="0" name=""/>
        <dsp:cNvSpPr/>
      </dsp:nvSpPr>
      <dsp:spPr>
        <a:xfrm>
          <a:off x="0" y="2340964"/>
          <a:ext cx="8229600" cy="62386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52B1DD-D84F-46D1-8DD4-135360E21D39}">
      <dsp:nvSpPr>
        <dsp:cNvPr id="0" name=""/>
        <dsp:cNvSpPr/>
      </dsp:nvSpPr>
      <dsp:spPr>
        <a:xfrm>
          <a:off x="188719" y="2481334"/>
          <a:ext cx="343126" cy="3431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4985F9-060C-415C-90C5-4656B7856DF5}">
      <dsp:nvSpPr>
        <dsp:cNvPr id="0" name=""/>
        <dsp:cNvSpPr/>
      </dsp:nvSpPr>
      <dsp:spPr>
        <a:xfrm>
          <a:off x="720566" y="2340964"/>
          <a:ext cx="3703320" cy="62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26" tIns="66026" rIns="66026" bIns="66026" numCol="1" spcCol="1270" anchor="ctr" anchorCtr="0">
          <a:noAutofit/>
        </a:bodyPr>
        <a:lstStyle/>
        <a:p>
          <a:pPr marL="0" lvl="0" indent="0" algn="l" defTabSz="844550">
            <a:lnSpc>
              <a:spcPct val="90000"/>
            </a:lnSpc>
            <a:spcBef>
              <a:spcPct val="0"/>
            </a:spcBef>
            <a:spcAft>
              <a:spcPct val="35000"/>
            </a:spcAft>
            <a:buNone/>
          </a:pPr>
          <a:r>
            <a:rPr lang="en-IN" sz="1900" kern="1200"/>
            <a:t>Data Storage / Databases</a:t>
          </a:r>
          <a:endParaRPr lang="en-US" sz="1900" kern="1200"/>
        </a:p>
      </dsp:txBody>
      <dsp:txXfrm>
        <a:off x="720566" y="2340964"/>
        <a:ext cx="3703320" cy="623866"/>
      </dsp:txXfrm>
    </dsp:sp>
    <dsp:sp modelId="{1796AE24-CB0F-4FFE-A53C-F38F86F58547}">
      <dsp:nvSpPr>
        <dsp:cNvPr id="0" name=""/>
        <dsp:cNvSpPr/>
      </dsp:nvSpPr>
      <dsp:spPr>
        <a:xfrm>
          <a:off x="4423886" y="2340964"/>
          <a:ext cx="3805713" cy="62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26" tIns="66026" rIns="66026" bIns="66026" numCol="1" spcCol="1270" anchor="ctr" anchorCtr="0">
          <a:noAutofit/>
        </a:bodyPr>
        <a:lstStyle/>
        <a:p>
          <a:pPr marL="0" lvl="0" indent="0" algn="l" defTabSz="755650">
            <a:lnSpc>
              <a:spcPct val="90000"/>
            </a:lnSpc>
            <a:spcBef>
              <a:spcPct val="0"/>
            </a:spcBef>
            <a:spcAft>
              <a:spcPct val="35000"/>
            </a:spcAft>
            <a:buNone/>
          </a:pPr>
          <a:r>
            <a:rPr lang="en-IN" sz="1700" kern="1200"/>
            <a:t>Accessible by</a:t>
          </a:r>
          <a:endParaRPr lang="en-US" sz="1700" kern="1200"/>
        </a:p>
      </dsp:txBody>
      <dsp:txXfrm>
        <a:off x="4423886" y="2340964"/>
        <a:ext cx="3805713" cy="623866"/>
      </dsp:txXfrm>
    </dsp:sp>
    <dsp:sp modelId="{1E5C9D2F-F02A-40EF-A634-D355F5BD4F20}">
      <dsp:nvSpPr>
        <dsp:cNvPr id="0" name=""/>
        <dsp:cNvSpPr/>
      </dsp:nvSpPr>
      <dsp:spPr>
        <a:xfrm>
          <a:off x="0" y="3120797"/>
          <a:ext cx="8229600" cy="62386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E9EE9B-B159-434E-BA3F-DED8E48C2378}">
      <dsp:nvSpPr>
        <dsp:cNvPr id="0" name=""/>
        <dsp:cNvSpPr/>
      </dsp:nvSpPr>
      <dsp:spPr>
        <a:xfrm>
          <a:off x="188719" y="3261167"/>
          <a:ext cx="343126" cy="34312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9DA3E1B-D713-4BCB-A0AB-09DBF56139F9}">
      <dsp:nvSpPr>
        <dsp:cNvPr id="0" name=""/>
        <dsp:cNvSpPr/>
      </dsp:nvSpPr>
      <dsp:spPr>
        <a:xfrm>
          <a:off x="720566" y="3120797"/>
          <a:ext cx="3703320" cy="62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26" tIns="66026" rIns="66026" bIns="66026" numCol="1" spcCol="1270" anchor="ctr" anchorCtr="0">
          <a:noAutofit/>
        </a:bodyPr>
        <a:lstStyle/>
        <a:p>
          <a:pPr marL="0" lvl="0" indent="0" algn="l" defTabSz="844550">
            <a:lnSpc>
              <a:spcPct val="90000"/>
            </a:lnSpc>
            <a:spcBef>
              <a:spcPct val="0"/>
            </a:spcBef>
            <a:spcAft>
              <a:spcPct val="35000"/>
            </a:spcAft>
            <a:buNone/>
          </a:pPr>
          <a:r>
            <a:rPr lang="en-IN" sz="1900" kern="1200"/>
            <a:t>Applications</a:t>
          </a:r>
          <a:endParaRPr lang="en-US" sz="1900" kern="1200"/>
        </a:p>
      </dsp:txBody>
      <dsp:txXfrm>
        <a:off x="720566" y="3120797"/>
        <a:ext cx="3703320" cy="623866"/>
      </dsp:txXfrm>
    </dsp:sp>
    <dsp:sp modelId="{A5EB058F-4B0B-4643-BFFE-F8C3C4B2B0F5}">
      <dsp:nvSpPr>
        <dsp:cNvPr id="0" name=""/>
        <dsp:cNvSpPr/>
      </dsp:nvSpPr>
      <dsp:spPr>
        <a:xfrm>
          <a:off x="4423886" y="3120797"/>
          <a:ext cx="3805713" cy="62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26" tIns="66026" rIns="66026" bIns="66026" numCol="1" spcCol="1270" anchor="ctr" anchorCtr="0">
          <a:noAutofit/>
        </a:bodyPr>
        <a:lstStyle/>
        <a:p>
          <a:pPr marL="0" lvl="0" indent="0" algn="l" defTabSz="755650">
            <a:lnSpc>
              <a:spcPct val="90000"/>
            </a:lnSpc>
            <a:spcBef>
              <a:spcPct val="0"/>
            </a:spcBef>
            <a:spcAft>
              <a:spcPct val="35000"/>
            </a:spcAft>
            <a:buNone/>
          </a:pPr>
          <a:r>
            <a:rPr lang="en-IN" sz="1700" kern="1200"/>
            <a:t>Which process it and provide it to people who will</a:t>
          </a:r>
          <a:endParaRPr lang="en-US" sz="1700" kern="1200"/>
        </a:p>
      </dsp:txBody>
      <dsp:txXfrm>
        <a:off x="4423886" y="3120797"/>
        <a:ext cx="3805713" cy="623866"/>
      </dsp:txXfrm>
    </dsp:sp>
    <dsp:sp modelId="{39885C67-537A-4969-8F75-CE6F978D30A2}">
      <dsp:nvSpPr>
        <dsp:cNvPr id="0" name=""/>
        <dsp:cNvSpPr/>
      </dsp:nvSpPr>
      <dsp:spPr>
        <a:xfrm>
          <a:off x="0" y="3900631"/>
          <a:ext cx="8229600" cy="623866"/>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8C3551-DF42-43A1-BAAF-44D16E6EABA1}">
      <dsp:nvSpPr>
        <dsp:cNvPr id="0" name=""/>
        <dsp:cNvSpPr/>
      </dsp:nvSpPr>
      <dsp:spPr>
        <a:xfrm>
          <a:off x="188719" y="4041001"/>
          <a:ext cx="343126" cy="34312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BF0B42-7984-4986-8296-EE622370A8B7}">
      <dsp:nvSpPr>
        <dsp:cNvPr id="0" name=""/>
        <dsp:cNvSpPr/>
      </dsp:nvSpPr>
      <dsp:spPr>
        <a:xfrm>
          <a:off x="720566" y="3900631"/>
          <a:ext cx="7509033" cy="62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26" tIns="66026" rIns="66026" bIns="66026" numCol="1" spcCol="1270" anchor="ctr" anchorCtr="0">
          <a:noAutofit/>
        </a:bodyPr>
        <a:lstStyle/>
        <a:p>
          <a:pPr marL="0" lvl="0" indent="0" algn="l" defTabSz="844550">
            <a:lnSpc>
              <a:spcPct val="90000"/>
            </a:lnSpc>
            <a:spcBef>
              <a:spcPct val="0"/>
            </a:spcBef>
            <a:spcAft>
              <a:spcPct val="35000"/>
            </a:spcAft>
            <a:buNone/>
          </a:pPr>
          <a:r>
            <a:rPr lang="en-IN" sz="1900" kern="1200"/>
            <a:t>Act &amp; Collaborate</a:t>
          </a:r>
          <a:endParaRPr lang="en-US" sz="1900" kern="1200"/>
        </a:p>
      </dsp:txBody>
      <dsp:txXfrm>
        <a:off x="720566" y="3900631"/>
        <a:ext cx="7509033" cy="6238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39DE85-654A-4A7A-88B5-2C32A1F72CA3}">
      <dsp:nvSpPr>
        <dsp:cNvPr id="0" name=""/>
        <dsp:cNvSpPr/>
      </dsp:nvSpPr>
      <dsp:spPr>
        <a:xfrm>
          <a:off x="0" y="428610"/>
          <a:ext cx="2464593" cy="14787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Rules related to data aggregation, attribute based naming, clustering of sensor nodes</a:t>
          </a:r>
          <a:endParaRPr lang="en-US" sz="1900" kern="1200"/>
        </a:p>
      </dsp:txBody>
      <dsp:txXfrm>
        <a:off x="0" y="428610"/>
        <a:ext cx="2464593" cy="1478756"/>
      </dsp:txXfrm>
    </dsp:sp>
    <dsp:sp modelId="{78281A05-4105-4213-B17C-CDD6D540BC86}">
      <dsp:nvSpPr>
        <dsp:cNvPr id="0" name=""/>
        <dsp:cNvSpPr/>
      </dsp:nvSpPr>
      <dsp:spPr>
        <a:xfrm>
          <a:off x="2711053" y="428610"/>
          <a:ext cx="2464593" cy="14787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Data related to sensor location algorithm</a:t>
          </a:r>
          <a:endParaRPr lang="en-US" sz="1900" kern="1200"/>
        </a:p>
      </dsp:txBody>
      <dsp:txXfrm>
        <a:off x="2711053" y="428610"/>
        <a:ext cx="2464593" cy="1478756"/>
      </dsp:txXfrm>
    </dsp:sp>
    <dsp:sp modelId="{349FE3C2-0959-409A-9ECD-C7161AD7AA17}">
      <dsp:nvSpPr>
        <dsp:cNvPr id="0" name=""/>
        <dsp:cNvSpPr/>
      </dsp:nvSpPr>
      <dsp:spPr>
        <a:xfrm>
          <a:off x="5422106" y="428610"/>
          <a:ext cx="2464593" cy="14787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Time synchronisation of sensor nodes</a:t>
          </a:r>
          <a:endParaRPr lang="en-US" sz="1900" kern="1200"/>
        </a:p>
      </dsp:txBody>
      <dsp:txXfrm>
        <a:off x="5422106" y="428610"/>
        <a:ext cx="2464593" cy="1478756"/>
      </dsp:txXfrm>
    </dsp:sp>
    <dsp:sp modelId="{8F2EEE36-74D6-4B12-9E39-4274FA38FA6D}">
      <dsp:nvSpPr>
        <dsp:cNvPr id="0" name=""/>
        <dsp:cNvSpPr/>
      </dsp:nvSpPr>
      <dsp:spPr>
        <a:xfrm>
          <a:off x="0" y="2153826"/>
          <a:ext cx="2464593" cy="14787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Turning sensors on and off</a:t>
          </a:r>
          <a:endParaRPr lang="en-US" sz="1900" kern="1200"/>
        </a:p>
      </dsp:txBody>
      <dsp:txXfrm>
        <a:off x="0" y="2153826"/>
        <a:ext cx="2464593" cy="1478756"/>
      </dsp:txXfrm>
    </dsp:sp>
    <dsp:sp modelId="{5937616A-588E-4981-9969-F4904F05CF9F}">
      <dsp:nvSpPr>
        <dsp:cNvPr id="0" name=""/>
        <dsp:cNvSpPr/>
      </dsp:nvSpPr>
      <dsp:spPr>
        <a:xfrm>
          <a:off x="2711053" y="2153826"/>
          <a:ext cx="2464593" cy="14787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Querying sensor network configuration, status of nodes and reconfiguration of sensor network</a:t>
          </a:r>
          <a:endParaRPr lang="en-US" sz="1900" kern="1200"/>
        </a:p>
      </dsp:txBody>
      <dsp:txXfrm>
        <a:off x="2711053" y="2153826"/>
        <a:ext cx="2464593" cy="1478756"/>
      </dsp:txXfrm>
    </dsp:sp>
    <dsp:sp modelId="{BC5F4E56-802E-4669-8073-37C307337F01}">
      <dsp:nvSpPr>
        <dsp:cNvPr id="0" name=""/>
        <dsp:cNvSpPr/>
      </dsp:nvSpPr>
      <dsp:spPr>
        <a:xfrm>
          <a:off x="5422106" y="2153826"/>
          <a:ext cx="2464593" cy="147875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a:t>Security management</a:t>
          </a:r>
          <a:endParaRPr lang="en-US" sz="1900" kern="1200"/>
        </a:p>
      </dsp:txBody>
      <dsp:txXfrm>
        <a:off x="5422106" y="2153826"/>
        <a:ext cx="2464593" cy="147875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F36475-FAB9-46D5-AC9A-E1F8EB20311A}">
      <dsp:nvSpPr>
        <dsp:cNvPr id="0" name=""/>
        <dsp:cNvSpPr/>
      </dsp:nvSpPr>
      <dsp:spPr>
        <a:xfrm>
          <a:off x="298095" y="1486"/>
          <a:ext cx="2929127" cy="14645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IN" sz="3100" kern="1200"/>
            <a:t>Manage sensor power</a:t>
          </a:r>
          <a:endParaRPr lang="en-US" sz="3100" kern="1200"/>
        </a:p>
      </dsp:txBody>
      <dsp:txXfrm>
        <a:off x="340991" y="44382"/>
        <a:ext cx="2843335" cy="1378771"/>
      </dsp:txXfrm>
    </dsp:sp>
    <dsp:sp modelId="{EE740C30-1155-423D-81E0-035523055E33}">
      <dsp:nvSpPr>
        <dsp:cNvPr id="0" name=""/>
        <dsp:cNvSpPr/>
      </dsp:nvSpPr>
      <dsp:spPr>
        <a:xfrm>
          <a:off x="298095" y="1685735"/>
          <a:ext cx="2929127" cy="14645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IN" sz="3100" kern="1200"/>
            <a:t>Alert neighbours to low power status</a:t>
          </a:r>
          <a:endParaRPr lang="en-US" sz="3100" kern="1200"/>
        </a:p>
      </dsp:txBody>
      <dsp:txXfrm>
        <a:off x="340991" y="1728631"/>
        <a:ext cx="2843335" cy="1378771"/>
      </dsp:txXfrm>
    </dsp:sp>
    <dsp:sp modelId="{04EE8DA4-852A-4320-AB75-8D361B315908}">
      <dsp:nvSpPr>
        <dsp:cNvPr id="0" name=""/>
        <dsp:cNvSpPr/>
      </dsp:nvSpPr>
      <dsp:spPr>
        <a:xfrm rot="19457599">
          <a:off x="3091601" y="1963952"/>
          <a:ext cx="1442892" cy="66005"/>
        </a:xfrm>
        <a:custGeom>
          <a:avLst/>
          <a:gdLst/>
          <a:ahLst/>
          <a:cxnLst/>
          <a:rect l="0" t="0" r="0" b="0"/>
          <a:pathLst>
            <a:path>
              <a:moveTo>
                <a:pt x="0" y="33002"/>
              </a:moveTo>
              <a:lnTo>
                <a:pt x="1442892" y="33002"/>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6975" y="1960882"/>
        <a:ext cx="72144" cy="72144"/>
      </dsp:txXfrm>
    </dsp:sp>
    <dsp:sp modelId="{D17303C0-8C87-41E5-84D7-8AF4CD6C7C37}">
      <dsp:nvSpPr>
        <dsp:cNvPr id="0" name=""/>
        <dsp:cNvSpPr/>
      </dsp:nvSpPr>
      <dsp:spPr>
        <a:xfrm>
          <a:off x="4398873" y="843611"/>
          <a:ext cx="2929127" cy="146456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IN" sz="3100" kern="1200"/>
            <a:t>Does not participate in routing </a:t>
          </a:r>
          <a:endParaRPr lang="en-US" sz="3100" kern="1200"/>
        </a:p>
      </dsp:txBody>
      <dsp:txXfrm>
        <a:off x="4441769" y="886507"/>
        <a:ext cx="2843335" cy="1378771"/>
      </dsp:txXfrm>
    </dsp:sp>
    <dsp:sp modelId="{E5A0AB6F-F84D-45BB-B4E5-B6D799926C01}">
      <dsp:nvSpPr>
        <dsp:cNvPr id="0" name=""/>
        <dsp:cNvSpPr/>
      </dsp:nvSpPr>
      <dsp:spPr>
        <a:xfrm rot="2142401">
          <a:off x="3091601" y="2806076"/>
          <a:ext cx="1442892" cy="66005"/>
        </a:xfrm>
        <a:custGeom>
          <a:avLst/>
          <a:gdLst/>
          <a:ahLst/>
          <a:cxnLst/>
          <a:rect l="0" t="0" r="0" b="0"/>
          <a:pathLst>
            <a:path>
              <a:moveTo>
                <a:pt x="0" y="33002"/>
              </a:moveTo>
              <a:lnTo>
                <a:pt x="1442892" y="33002"/>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6975" y="2803006"/>
        <a:ext cx="72144" cy="72144"/>
      </dsp:txXfrm>
    </dsp:sp>
    <dsp:sp modelId="{5FB94BC6-9AA3-4D0C-A7C7-80BA7B214D7C}">
      <dsp:nvSpPr>
        <dsp:cNvPr id="0" name=""/>
        <dsp:cNvSpPr/>
      </dsp:nvSpPr>
      <dsp:spPr>
        <a:xfrm>
          <a:off x="4398873" y="2527859"/>
          <a:ext cx="2929127" cy="146456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IN" sz="3100" kern="1200"/>
            <a:t>Power is used for sensing</a:t>
          </a:r>
          <a:endParaRPr lang="en-US" sz="3100" kern="1200"/>
        </a:p>
      </dsp:txBody>
      <dsp:txXfrm>
        <a:off x="4441769" y="2570755"/>
        <a:ext cx="2843335" cy="137877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407C8A-80F6-42D8-95E8-5A7EA93E0AAF}">
      <dsp:nvSpPr>
        <dsp:cNvPr id="0" name=""/>
        <dsp:cNvSpPr/>
      </dsp:nvSpPr>
      <dsp:spPr>
        <a:xfrm>
          <a:off x="526670" y="655974"/>
          <a:ext cx="1406812" cy="140681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8113DD-FFFD-42A0-A5BE-F8F50227EE1A}">
      <dsp:nvSpPr>
        <dsp:cNvPr id="0" name=""/>
        <dsp:cNvSpPr/>
      </dsp:nvSpPr>
      <dsp:spPr>
        <a:xfrm>
          <a:off x="826483" y="955786"/>
          <a:ext cx="807187" cy="807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B784C9-B680-4076-BA22-8B3ACF9B832F}">
      <dsp:nvSpPr>
        <dsp:cNvPr id="0" name=""/>
        <dsp:cNvSpPr/>
      </dsp:nvSpPr>
      <dsp:spPr>
        <a:xfrm>
          <a:off x="76952" y="2500974"/>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IN" sz="1700" kern="1200"/>
            <a:t>Detects and registers movements of nodes</a:t>
          </a:r>
          <a:endParaRPr lang="en-US" sz="1700" kern="1200"/>
        </a:p>
      </dsp:txBody>
      <dsp:txXfrm>
        <a:off x="76952" y="2500974"/>
        <a:ext cx="2306250" cy="720000"/>
      </dsp:txXfrm>
    </dsp:sp>
    <dsp:sp modelId="{BA653063-EF23-4146-B30C-7EFA0EEEE15C}">
      <dsp:nvSpPr>
        <dsp:cNvPr id="0" name=""/>
        <dsp:cNvSpPr/>
      </dsp:nvSpPr>
      <dsp:spPr>
        <a:xfrm>
          <a:off x="3236514" y="655974"/>
          <a:ext cx="1406812" cy="140681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B9FB35-D52E-46D2-A0A6-3D10154DB576}">
      <dsp:nvSpPr>
        <dsp:cNvPr id="0" name=""/>
        <dsp:cNvSpPr/>
      </dsp:nvSpPr>
      <dsp:spPr>
        <a:xfrm>
          <a:off x="3536327" y="955786"/>
          <a:ext cx="807187" cy="807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506560-FF7B-4D16-8513-2972B73A7A9B}">
      <dsp:nvSpPr>
        <dsp:cNvPr id="0" name=""/>
        <dsp:cNvSpPr/>
      </dsp:nvSpPr>
      <dsp:spPr>
        <a:xfrm>
          <a:off x="2786796" y="2500974"/>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IN" sz="1700" kern="1200"/>
            <a:t>Keep track of neighbours</a:t>
          </a:r>
          <a:endParaRPr lang="en-US" sz="1700" kern="1200"/>
        </a:p>
      </dsp:txBody>
      <dsp:txXfrm>
        <a:off x="2786796" y="2500974"/>
        <a:ext cx="2306250" cy="720000"/>
      </dsp:txXfrm>
    </dsp:sp>
    <dsp:sp modelId="{FB795390-48D8-49CA-B3DB-70BC8A9EF47F}">
      <dsp:nvSpPr>
        <dsp:cNvPr id="0" name=""/>
        <dsp:cNvSpPr/>
      </dsp:nvSpPr>
      <dsp:spPr>
        <a:xfrm>
          <a:off x="5946358" y="655974"/>
          <a:ext cx="1406812" cy="140681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B3B6A1-CBB1-46AE-9255-7ABAB1380DF2}">
      <dsp:nvSpPr>
        <dsp:cNvPr id="0" name=""/>
        <dsp:cNvSpPr/>
      </dsp:nvSpPr>
      <dsp:spPr>
        <a:xfrm>
          <a:off x="6246171" y="955786"/>
          <a:ext cx="807187" cy="807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73921CE-22AE-4A12-B7B0-DB85756E72F2}">
      <dsp:nvSpPr>
        <dsp:cNvPr id="0" name=""/>
        <dsp:cNvSpPr/>
      </dsp:nvSpPr>
      <dsp:spPr>
        <a:xfrm>
          <a:off x="5496639" y="2500974"/>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IN" sz="1700" kern="1200"/>
            <a:t>Balance power and task usage</a:t>
          </a:r>
          <a:endParaRPr lang="en-US" sz="1700" kern="1200"/>
        </a:p>
      </dsp:txBody>
      <dsp:txXfrm>
        <a:off x="5496639" y="2500974"/>
        <a:ext cx="230625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C14725-27CF-4254-A8B8-841E5FD0A379}">
      <dsp:nvSpPr>
        <dsp:cNvPr id="0" name=""/>
        <dsp:cNvSpPr/>
      </dsp:nvSpPr>
      <dsp:spPr>
        <a:xfrm>
          <a:off x="962" y="779357"/>
          <a:ext cx="3379189" cy="214578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A3A5C5-7863-406C-90C2-C0352AA1BCFB}">
      <dsp:nvSpPr>
        <dsp:cNvPr id="0" name=""/>
        <dsp:cNvSpPr/>
      </dsp:nvSpPr>
      <dsp:spPr>
        <a:xfrm>
          <a:off x="376428" y="1136050"/>
          <a:ext cx="3379189" cy="214578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IN" sz="3100" kern="1200"/>
            <a:t>Balances and schedules the sensing tasks in the region</a:t>
          </a:r>
          <a:endParaRPr lang="en-US" sz="3100" kern="1200"/>
        </a:p>
      </dsp:txBody>
      <dsp:txXfrm>
        <a:off x="439276" y="1198898"/>
        <a:ext cx="3253493" cy="2020089"/>
      </dsp:txXfrm>
    </dsp:sp>
    <dsp:sp modelId="{533E5F65-B6AF-44D7-8E09-21D9F74DDB9B}">
      <dsp:nvSpPr>
        <dsp:cNvPr id="0" name=""/>
        <dsp:cNvSpPr/>
      </dsp:nvSpPr>
      <dsp:spPr>
        <a:xfrm>
          <a:off x="4131082" y="779357"/>
          <a:ext cx="3379189" cy="214578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C7CA1C-FD3B-47BB-A0C9-4A67D441B318}">
      <dsp:nvSpPr>
        <dsp:cNvPr id="0" name=""/>
        <dsp:cNvSpPr/>
      </dsp:nvSpPr>
      <dsp:spPr>
        <a:xfrm>
          <a:off x="4506548" y="1136050"/>
          <a:ext cx="3379189" cy="214578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IN" sz="3100" kern="1200"/>
            <a:t>Not all sensor nodes in the region participate in tasks</a:t>
          </a:r>
          <a:endParaRPr lang="en-US" sz="3100" kern="1200"/>
        </a:p>
      </dsp:txBody>
      <dsp:txXfrm>
        <a:off x="4569396" y="1198898"/>
        <a:ext cx="3253493" cy="202008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F5C774-BFD2-4B26-99F8-F211D6748989}">
      <dsp:nvSpPr>
        <dsp:cNvPr id="0" name=""/>
        <dsp:cNvSpPr/>
      </dsp:nvSpPr>
      <dsp:spPr>
        <a:xfrm>
          <a:off x="0" y="32732"/>
          <a:ext cx="4760214" cy="1442098"/>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a:t>Non adjacent layers interact</a:t>
          </a:r>
          <a:endParaRPr lang="en-US" sz="2600" kern="1200" dirty="0"/>
        </a:p>
      </dsp:txBody>
      <dsp:txXfrm>
        <a:off x="70397" y="103129"/>
        <a:ext cx="4619420" cy="1301304"/>
      </dsp:txXfrm>
    </dsp:sp>
    <dsp:sp modelId="{0EF1423A-EBFF-4060-8BD5-2A998D7AC7C4}">
      <dsp:nvSpPr>
        <dsp:cNvPr id="0" name=""/>
        <dsp:cNvSpPr/>
      </dsp:nvSpPr>
      <dsp:spPr>
        <a:xfrm>
          <a:off x="0" y="1549710"/>
          <a:ext cx="4760214" cy="1442098"/>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t>Application layer – MAC layer interact to achieve better scheduling</a:t>
          </a:r>
          <a:endParaRPr lang="en-US" sz="2600" kern="1200" dirty="0"/>
        </a:p>
      </dsp:txBody>
      <dsp:txXfrm>
        <a:off x="70397" y="1620107"/>
        <a:ext cx="4619420" cy="1301304"/>
      </dsp:txXfrm>
    </dsp:sp>
    <dsp:sp modelId="{1BDA2DFE-22D5-4C92-9A1D-E123FA43675E}">
      <dsp:nvSpPr>
        <dsp:cNvPr id="0" name=""/>
        <dsp:cNvSpPr/>
      </dsp:nvSpPr>
      <dsp:spPr>
        <a:xfrm>
          <a:off x="0" y="3066689"/>
          <a:ext cx="4760214" cy="1442098"/>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a:t>Physical layer exchanges Channel Status Information to improve routing</a:t>
          </a:r>
          <a:endParaRPr lang="en-US" sz="2600" kern="1200"/>
        </a:p>
      </dsp:txBody>
      <dsp:txXfrm>
        <a:off x="70397" y="3137086"/>
        <a:ext cx="4619420" cy="130130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1T08:36:02.372"/>
    </inkml:context>
    <inkml:brush xml:id="br0">
      <inkml:brushProperty name="width" value="0.09071" units="cm"/>
      <inkml:brushProperty name="height" value="0.09071" units="cm"/>
      <inkml:brushProperty name="color" value="#FF0000"/>
    </inkml:brush>
  </inkml:definitions>
  <inkml:trace contextRef="#ctx0" brushRef="#br0">8804 1932 7482,'4'0'0,"-1"1"11,-1 2 45,0 2-45,6 1-33,-3 0 44,1 0-22,-3-3 0,-1-1 45,-1-2-56,3 2 11,7 3 89,20 3 1,22 5-34,-1-2-62,-23-5 1,0-1 5,9 4 0,-1-1-34,1 1 79,17 4-17,-23-7 0,0 0-28,0-1 0,0 0 0,-2-1 0,-2 0 0,5-1 45,-12-1 33,-10-1 191,-7-1-124,-4 0-33,-7 0-112,-1 0 0,-6 0-44,4 0-136,4 0 158,3 0-56,3 3-426,5 15-1401,22 10 1905,-1-3 0,4-4 0,-14-18 0</inkml:trace>
  <inkml:trace contextRef="#ctx0" brushRef="#br0" timeOffset="6566">10842 1195 6081,'1'-6'538,"0"2"-113,-1 4-425,2-3 56,-1 2 0,1-2 11,-1 3-67,0 0 0,-1 3 0,2 3-22,0 10 22,1 3 34,1 6-34,0-6 0,0 1-23,0-5 46,0 1-23,0 2 0,0-1 34,-1 0-57,0-3 23,-1-1 0,-1-5-45,1-2 45,-2-2 0,1-3 0,-1 4 0,1-2 0,-1 5 34,2 4-34,-2-1 0,2 1 34,-2-2-68,1-1 34,0 0 0,0 0-12,0-3 12,0 2 0,0-3 46,0 2-69,0-3 23,1 1 0,-2 1-11,2 3 11,-1 1 34,0 4-34,0-3 0,0-1-34,-1-2 45,2-1-11,-1 1 0,0-1 34,1 1-68,-2-1 34,1 1 0,-1 0-23,0 0 46,0 0-23,0 2 0,0 0 11,0 6-11,1 1-11,-1 5 11,1-5 0,-1-3 0,0-5-34,0 0 34,0-2 0,0 1-11,0 0 33,0 4-22,0-2 46,0 3-46,0-4 0,0-1 0,0 0 11,0 1-11,1-1 56,-1-1-56,1-3 0,-1-2 22,0-2-761,1 2 739,-13-14 0,9 10 0,-9-10 0</inkml:trace>
  <inkml:trace contextRef="#ctx0" brushRef="#br0" timeOffset="7948">10521 1286 7134,'3'0'919,"1"0"-729,-4 0-145,2-2-45,-1 1 0,1-2-56,-1 2 34,1 0 22,1 0 0,5 1-34,9-1 34,11 1 0,10 0 0,-6-1 0,3 1 0,1 0 0,1 0 22,-2-1 1,0 0-35,-3 0 1,-4 1 11,4-2 0,-4 0-11,-7 0 34,-6 1-23,-5 0 0,-6 1 44,-1-1-77,0-1 33,6 0 0,2 0-34,7 1 34,2 0 0,3 0 0,1 1 11,7-1-11,1 1-22,8 0 22,-12 0 0,-2 0 67,-13 0-67,-4 0 0,-2 0 56,-4 0-56,2-3-11,0 0 67,2-3-90,0 0 34,-1 0 0,-1 2-44,-1 0 10,-1 2-548,-2 1-158,0 1 527,3 4 213,5 5 0,-4-3 0,1 2 0</inkml:trace>
  <inkml:trace contextRef="#ctx0" brushRef="#br0" timeOffset="9133">10621 1990 7223,'0'-18'91,"0"5"-69,0 13 79,0 0-101,2 0 112,16 0-79,21 0 1,-10-1 0,3 2-34,-2-1 0,1 0 0,1 1 0,-2 0 33,18 1 1,-1 0-23,1 0-11,-3 1 90,-5-2-34,3 2-45,-18-3 78,0 1-55,-16-1-23,-2 0 34,-1 0 45,4 0-57,2 0 23,3 0-56,-4 0 0,-1 0 11,-4-1-11,0 0 0,-1 0 23,-1-1-12,0 1-11,0-1 0,2-1 78,1 1-78,-2-2 0,-1 1 12,-1 0 55,-2 1-878,0 1 1,-1 0 0</inkml:trace>
  <inkml:trace contextRef="#ctx0" brushRef="#br0" timeOffset="10135">11648 1790 5947,'-4'-3'425,"2"0"-246,2 3-44,-2-5-23,1 2-45,0-3 213,1 4-246,0 0-34,0 1-68,0-2-55,0-5 56,3-3 67,2-4-22,2-1 66,0-1-44,-3 2 168,0 4-156,-3 4 77,0 4-324,-1 2 201,0 8 12,0 9 22,0 2 0,0 6 45,0-6-45,0-1 0,0 1-11,-1 6 11,-5 1-12,0-1 46,-3-2-34,1-7 0,1-1 11,0 2-33,1 5 33,2 1 34,2 5-45,2-10 22,0-1-44,0-10 22,0-1 0,0-2-23,0-1-201,0-1-728,-2 0 952,-3-3 0,2 1 0,-1-2 0</inkml:trace>
  <inkml:trace contextRef="#ctx0" brushRef="#br0" timeOffset="10982">11745 1705 6003,'0'-5'78,"0"0"538,0 5-605,0 12-11,2 1 34,1 6-34,2-3 0,1-5 0,1-1-23,0 2 68,6 7-45,5 6 11,-1-3-11,1 0 0,-6-9-11,-1 1 45,0-2-34,-1 0 0,0-1 22,-1 0-22,2 1 0,-1-1 56,3 2-45,1-4 57,2-1-24,1 0-10,1 0-45,0 1 78,-8-5-67,-1 0 168,-9-4 930,0 0-2700,1-2 1602,0-1 0,-1 0 0,0 1 0</inkml:trace>
  <inkml:trace contextRef="#ctx0" brushRef="#br0" timeOffset="11851">12158 1799 5835,'-1'4'123,"0"0"-56,1-4-67,-7 26 90,3-15-68,-4 19-11,5-21 0,1-2 45,0 0-56,1 0 0,-1-1 0,1 2 0,-2 0 45,0 7-11,0 0-57,-1-1 23,2-5-11,-1-5 22,2-2-11,0-1 0,1 1 45,0 0-34,-1 2-11,-1 2 0,0 0 34,0 2-34,0-4 0,1-1 45,0 0-45,0 0-23,1 1 57,0 0-34,0-1 22,0 0 12,0-3-773,6 0 739,1 0 0,0 0 0,-1 0 0</inkml:trace>
  <inkml:trace contextRef="#ctx0" brushRef="#br0" timeOffset="12617">12477 1753 6159,'1'7'90,"0"-1"-68,-1-6-66,0 0 44,2 2 44,-1 2-32,2 1 10,-1-1 12,0 1 33,0 0-45,-1 4 23,2 7-23,-3-4-10,3 5-12,-1-5 22,0 0-22,1 1 0,-1 0 0,0 2 22,3 10-10,2 4 32,0-1-32,2 0-12,-3-12 0,0 0-12,0-3 35,0 4-1,-2-5-55,-1-2 33,-2-5-23,-1-4-11,0-1 1,0 0-1</inkml:trace>
  <inkml:trace contextRef="#ctx0" brushRef="#br0" timeOffset="14200">12547 1631 5801,'2'8'347,"0"-2"-268,-2-6-35,0 0-44,0 3-33,0 0 22,0 3-124,0-2 124,0 1 11,0-2 0,0-1-34,0 0 34,0-1 0,0 1 34,0 1-45,0 1 11,-1-1 0,-2 1 0,1-3 0,-2 2 0,3-3 22,0 2-33,0-1 11,0 1 0,-1-1 0,1 1 896,0-2-795,4 1-146,22 3 45,0 2 0,19 4 0,-8 1 22,-1 2-33,-1 0 11,-2 1 0,-3-1-67,2 4 67,-12-6-11,-1 1-34,-9-5 34,-5-3 11,0 0-23,-3-2 46,0 6 10,2 7-55,0 0 22,2 6 0,-1-5-11,0 1 11,0-1 0,-1-1 0,0 0 22,-1 3-22,0 0-22,0-2 22,0-4 0,-1-6 0,0-3 22,-1-1-44,0 0 78,-3 0-34,-6 1-22,-5 1 34,-7-2 11,1-1-12,3-1-33,2 0 11,6 0 68,-1 0-79,5 0 112,-1 0-112,2 0 135,2 0-68,-1 0-45,0 0 113,1 0-124,-3-4 11,-1-4-44,-8-4-23,-4 0-22,-9-1 56,-5 3 11,-5 0 0,-3 0 22,-11-3-22,18 5-45,-2 0 34,23 6-112,6 2 78,4 0-179,2 0 145,0 5-111,9 10-303,3 6-89,4 1 582,1-6 0,-11-11 0,0-2 0</inkml:trace>
  <inkml:trace contextRef="#ctx0" brushRef="#br0" timeOffset="15581">13097 1809 6339,'5'-4'358,"-2"0"-425,-3 4-12,0-1 102,3 15 33,1-1-56,1 9 22,1-5-33,-2-4 11,0 2-11,1 5 11,-2-3 0,1 3 22,-1-5-22,0-1 0,2 4 0,0-2-22,2 2 55,-1-1-33,1-4 23,-1 0-34,-2-7 11,-1 0 0,-2-5 235,-1 0-246,6-1 89,2 0-44,8 0-34,3 0 11,4 0 22,-1 0-21,-1 0-12,-5-1 0,-2-3-12,-3-1 57,-1-4-45,-3 0 0,-2-1 23,0 1-35,-2 0 35,2 0 78,-2 1-101,1 1 0,-1 3 67,0 0-100,-1 1 33,2-2 0,0-1 0,1-2 33,5-6-33,-2-4-33,1 0 33,-3-2 0,-4 5 33,0 1 1,-2-2-34,1-8 0,-1 2 0,0-1 0,0 8 45,0 8 0,0 3-45,0 1-546,0 1 1,0 1 0</inkml:trace>
  <inkml:trace contextRef="#ctx0" brushRef="#br0" timeOffset="17168">13994 1873 6182,'-2'-5'190,"0"0"-156,2 5-34,-25-7-23,8 4 23,-22-7 0,17 8-44,1 0 21,9 1 1,2 1-1,7 0 35,0 0-12,0 0 11,-3 0 11,0 0-22,-3 0 23,-4 5-57,2-2 34,-2 5-11,8-3 11,0 1 0,3 4 0,-1 2 0,2-1 0,-1 1-23,2-6 46,0 2-23,0-1 0,0 1 22,0-3-22,0 4 11,0-4-33,0 1 67,0-3 44,1 0 57,3-1-146,2 2 112,4-2-78,13 3 10,4 0-44,2-1 0,-3 0 34,-12-2-45,-2 1 11,-2 0 0,0 2-34,1 1 34,4 3 23,-1 1-35,0 1 12,-3-2 0,-3-4 0,-1 0 23,-1-1-23,0-1 11,1 0-11,-1 0 0,2-1-34,-2 2 57,0-1-23,0 2 0,0-1 45,2 1-45,0-1 0,3 0-23,8 2 46,-5-2-23,5 2 0,-10-3 22,-3-2-44,-2 1 22,-3-2-23,0 1 23,-1 1 0,0 0 0,0 1 0,-1 3 0,-2-3 79,-3 1-91,-1-1 12,-4-1 0,1-1 0,-2 1 34,0-2-34,-5 1 56,0-1-56,-2 0 0,2 0-22,1 0 44,-2 0-22,-2 0 0,-2 0 45,0-2-79,-6-2 34,10 0-33,-4-2-12,9 4 45,-1 0-11,0 0 11,1 2-23,2-1 23,1 1-22,6 0 22,0 0 56,4 0-79,-3-2 46,-10-2-23,0-2 33,-9-1-33,7 1 0,1 0 0,4 1-44,2 0 21,3 3-436,3 1 459,11 1 0,-6 0 0,6 0 0</inkml:trace>
  <inkml:trace contextRef="#ctx0" brushRef="#br0" timeOffset="17949">14435 1942 6686,'2'-2'-90,"0"0"45,-2 2 79,0 8 0,0 7-34,2 4 0,-1 4 0,3-5-12,-2 0 24,1 0-12,-1 5 33,0-4-33,0 0 11,-1-7 34,1-5-22,-1 0-23,0 0 0,1 1 67,-2-2-90,1 4 23,-1-5 0,0 3 0,0-6 0,1 1-11,-1-1 56,1 1-56,-1 0-124,0 3-223,0 2 145,0-2-145,0 1 358,0-4 0,0-2 0,0-1 0</inkml:trace>
  <inkml:trace contextRef="#ctx0" brushRef="#br0" timeOffset="18600">14060 1795 5835,'-4'3'100,"0"0"57,4-3-123,14 5-12,-7-1-22,17 3 34,-3-2-23,0-1 0,5 1 79,-4-1-79,4 3 11,3-1 34,4 1 0,3 0-22,16 2 0,-1 1-29,-21-5 1,-1 0-6,11 2 67,-10-3 101,-18-2 449,-3-1-494,-6-1-123,-1-2 0,-2-2-23,0-1 12,0 0-67,0 2-673,0 1 751,1 2 0,2 0 0</inkml:trace>
  <inkml:trace contextRef="#ctx0" brushRef="#br0" timeOffset="19281">14772 1940 6227,'17'32'336,"-4"-6"-202,2 2-100,-8-12 10,4 5-21,-9-13-46,2 0 23,-4-5 0,1-3-11,-1 3 11,0 0 0,0 5 34,1 4-34,-1 3 0,1 10 56,1 1-45,0-3-11,2-6 34,-1-10-12,0-4 0,-2-1-111,1-2-886,-2-6 975,1-1 0,-1 0 0,0 2 0</inkml:trace>
  <inkml:trace contextRef="#ctx0" brushRef="#br0" timeOffset="20265">14790 1873 6887,'23'-1'23,"7"0"-34,-7 1 11,3 2-34,-1 2 56,-9 3-22,-1 1 0,-1 0 23,-2 2-57,1-2 34,1 6-67,-2-2 67,-2 2 0,-4-1-67,-5-6 67,0 1-67,-1-3 44,-1 1 34,-23 1-11,1-1 34,-21 1-34,8-4 0,2 0 0,5-1-34,6 1 23,4-1 11,4 5-78,6 0 67,4 2 11,4 0-34,5 0 68,4 0-34,6 0 33,11 1-55,-1-3 22,-2-1 78,-9-4 12,-10-2 111,-2 0-245,0 2-1,1 1 67,4 3-22,2 3 0,3 0 34,1 2-57,1 0 23,2 1 0,7 3 34,-1-1-12,-2-2 1,-6-6 55,-7-4-78,-3-2 0,0 0-11,0-1-67,-1-3-202,0-3-359,-1 0 639,-1-1 0,0 6 0,0 0 0</inkml:trace>
  <inkml:trace contextRef="#ctx0" brushRef="#br0" timeOffset="21069">15159 1882 6731,'37'-40'683,"-7"9"-470,-27 28-179,-2 2-79,0 1 23,7 0 22,1 3 22,9 4-44,0 3 55,3 4-33,-1 0 34,15 7-68,6 2 34,1 0-11,-1-1 45,-16-9-34,-4-1 0,-7-3 11,-3-1-22,-5-3 11,-2-2-45,-1-2 45,-2 1 0,0-1-11,0 1 22,0 0-56,1 1-101,0 0-325,4 4 471,1 2 0,-2-3 0,-2-1 0</inkml:trace>
  <inkml:trace contextRef="#ctx0" brushRef="#br0" timeOffset="21748">15761 1892 6619,'1'-7'56,"0"2"-146,-1 5 90,0 0 0,0 4 11,0 3 23,0 5-34,0 5 45,0-4-68,0 5 23,0-7 0,-2 1-22,-3-1 44,-2 3-22,-4-1 45,-7 8-45,-4 2 0,1 1 0,1-3 22,9-6-22,1-1 0,1-2 12,2 0-24,0-3 12,0 4 12,-2 1-12,-1-1 0,1 0 33,2-4-55,0 0 22,1 1 0,1 2 33,0 1-33,2-1 45,2-3-34,1-2-11,0-1-33,0-1 10,0 1-346,1-1 369,11-1 0,-8-2 0,9-1 0</inkml:trace>
  <inkml:trace contextRef="#ctx0" brushRef="#br0" timeOffset="24116">16844 1481 6910,'-10'-11'190,"-8"-2"-223,-4-1 33,-10-2 0,-1 3 67,-4 0-78,-2 1 11,3 1 0,4 2-56,-2 2 56,12 4-34,-1 1 0,11 2-10,3 0 44,2 0-79,-3 1-22,0 8 124,-3 6-12,2 3-11,3 1 0,3-6 11,2-1-11,0 1 0,1 1-11,1 2 45,0 13-34,1-3 0,5 9 33,3-9-22,6 0-11,1-2 56,8 8-56,0-4-11,2 5 34,-7-11-23,-5-3 0,-5-6 0,1 0 0,3 0 0,1-2 22,5 1 23,13 1-45,-6-2 0,9-2 45,-12-3-45,-3-2 0,-1 0 0,-3 0 0,0 1 0,8 1 0,3 2 0,1 0 0,-4 0 0,-6-3-12,1 2 12,4 1 0,3 3-22,4 0-112,14 8 111,-14-6-10,4 5-1,-20-9-44,-6-3 10,-4-2-10,-2-2 78,-1 0 11,0 1-11,0-1 0,0 2-33,0-1 89,0 0-56,0 1 0,0 0 0,0 0 22,-6 3 0,1-2-22,-7 3 56,0-3-44,-2-1-12,-2-1 22,-9 1 0,-3-3 23,-3 1-45,7-2 0,7 0 34,6 0-57,-1 0 23,-5 0 0,-4-1-11,-4-3 78,-2 0-67,-2-4 0,0 0-11,1 0 0,0 1 11,4 0 0,1 2 11,-3 0-11,3-1 11,0 0-11,9 1 0,5 2-33,4 3 66,-2 0-33,-3 0-89,-2 0 55,3 0-55,2 0 66,4 0-10,1 2 44,0 1-11,-2 3 0,-1 1 56,-14 2-56,-5-2 22,-1-1-11,4-4-22,15-2-683,4 0 694,18 0 0,-12 0 0,12 0 0</inkml:trace>
  <inkml:trace contextRef="#ctx0" brushRef="#br0" timeOffset="25248">17282 1793 5879,'0'-9'325,"0"3"-280,0 6-56,0 0 112,3 3 11,6 9 89,7 7-134,0 2-22,2 0-34,-7-9 90,-1 0-90,-2-2-11,0 0 34,-3 1 33,2 0-67,-3 1 11,1 2 57,0 2-46,-1-1-22,2 4 0,-1 0 45,6 10-45,3-2 33,0 3-33,-2-11 0,-6-7-11,-3-8 34,-2-2-259,0-1 1,-1-1 0</inkml:trace>
  <inkml:trace contextRef="#ctx0" brushRef="#br0" timeOffset="26066">17075 1732 6260,'16'12'11,"-2"-2"1,-9-7-1,0 1-11,0 0 0,0 0 56,-2-2-90,0 1 34,-1 0 0,1-1 11,1 2 23,2-1-34,0 2 45,4 1 44,9 3-33,4 1 68,14 3-57,-3-2 11,4-2-22,-4-2-56,1-2 0,1 0 0,-2 0 0,-3-2 56,-5-2-56,-6-1 247,-6 0-146,-4-2 201,-4-4-190,-3-2-56,-2-2 23,-1-4-79,0 6-291,0 0-292,0 6 261,0 2 1,0 0 0</inkml:trace>
  <inkml:trace contextRef="#ctx0" brushRef="#br0" timeOffset="27102">17799 1890 5868,'4'0'112,"0"0"168,-4 0 112,6-11-201,-4 6-191,5-6-23,-6 9 46,-1 2 10,3 3 1,0 2 111,3 8-133,-1 0 44,0 3-45,-1-4 45,0 2-45,0-2-11,1 3 0,0-3 0,-2 6 11,1 0 46,1 4-57,0-5 11,-1-3 11,0-3-10,0-4-12,0 0 0,-2-2 33,0-1-66,-2-1 33,0-1 0,1 0-34,-1 1 11,1 0 23,-1 1-11,0 1 56,0 0-90,0 1-78,0-2-572,2 0 158,1-2 537,3-1 0,-2-1 0,-1 0 0</inkml:trace>
  <inkml:trace contextRef="#ctx0" brushRef="#br0" timeOffset="28148">17835 1851 5902,'3'1'67,"0"0"-33,-3-1 134,1 0-56,1 0-112,0 0 44,0 0 12,1 0 0,2 0-56,3 0 0,12 5-11,10 5 11,0 3 0,1 1 23,-10-1-23,-3-2 0,0 2-34,2 5 56,-4-3-22,2 5 12,-7-6 21,1 0 46,-3 0 10,2 0-66,-4-2 10,2 1-44,-5-1 45,0 2-34,-3-3 11,-1 0-11,0-4 0,0-1 0,0-1-11,0 0 44,0-1-55,0 5 22,0-3 11,-2 5-11,0-4 0,-3 2-11,1-2 67,-4 2-56,1-1-11,-4 5 11,1-3 0,-1 1 22,2-3-33,-1-1 11,3 0-56,1-4 56,1-1 11,3-2 34,-3 0-45,0 0 0,-3-6-23,-2-2-77,-2-4 55,0-2 0,-9-1-45,-1 3-78,0 1-134,4 7 302,11 3 0,3 1 0,3 0 0</inkml:trace>
  <inkml:trace contextRef="#ctx0" brushRef="#br0" timeOffset="28802">18473 2257 8333,'-4'1'291,"2"0"79,2-1-2521,-4 2 2151,1-1 0,-1 1 0,3-2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1T08:36:02.372"/>
    </inkml:context>
    <inkml:brush xml:id="br0">
      <inkml:brushProperty name="width" value="0.09071" units="cm"/>
      <inkml:brushProperty name="height" value="0.09071" units="cm"/>
      <inkml:brushProperty name="color" value="#FF0000"/>
    </inkml:brush>
  </inkml:definitions>
  <inkml:trace contextRef="#ctx0" brushRef="#br0">8804 1932 7482,'4'0'0,"-1"1"11,-1 2 45,0 2-45,6 1-33,-3 0 44,1 0-22,-3-3 0,-1-1 45,-1-2-56,3 2 11,7 3 89,20 3 1,22 5-34,-1-2-62,-23-5 1,0-1 5,9 4 0,-1-1-34,1 1 79,17 4-17,-23-7 0,0 0-28,0-1 0,0 0 0,-2-1 0,-2 0 0,5-1 45,-12-1 33,-10-1 191,-7-1-124,-4 0-33,-7 0-112,-1 0 0,-6 0-44,4 0-136,4 0 158,3 0-56,3 3-426,5 15-1401,22 10 1905,-1-3 0,4-4 0,-14-18 0</inkml:trace>
  <inkml:trace contextRef="#ctx0" brushRef="#br0" timeOffset="6566">10842 1195 6081,'1'-6'538,"0"2"-113,-1 4-425,2-3 56,-1 2 0,1-2 11,-1 3-67,0 0 0,-1 3 0,2 3-22,0 10 22,1 3 34,1 6-34,0-6 0,0 1-23,0-5 46,0 1-23,0 2 0,0-1 34,-1 0-57,0-3 23,-1-1 0,-1-5-45,1-2 45,-2-2 0,1-3 0,-1 4 0,1-2 0,-1 5 34,2 4-34,-2-1 0,2 1 34,-2-2-68,1-1 34,0 0 0,0 0-12,0-3 12,0 2 0,0-3 46,0 2-69,0-3 23,1 1 0,-2 1-11,2 3 11,-1 1 34,0 4-34,0-3 0,0-1-34,-1-2 45,2-1-11,-1 1 0,0-1 34,1 1-68,-2-1 34,1 1 0,-1 0-23,0 0 46,0 0-23,0 2 0,0 0 11,0 6-11,1 1-11,-1 5 11,1-5 0,-1-3 0,0-5-34,0 0 34,0-2 0,0 1-11,0 0 33,0 4-22,0-2 46,0 3-46,0-4 0,0-1 0,0 0 11,0 1-11,1-1 56,-1-1-56,1-3 0,-1-2 22,0-2-761,1 2 739,-13-14 0,9 10 0,-9-10 0</inkml:trace>
  <inkml:trace contextRef="#ctx0" brushRef="#br0" timeOffset="7948">10521 1286 7134,'3'0'919,"1"0"-729,-4 0-145,2-2-45,-1 1 0,1-2-56,-1 2 34,1 0 22,1 0 0,5 1-34,9-1 34,11 1 0,10 0 0,-6-1 0,3 1 0,1 0 0,1 0 22,-2-1 1,0 0-35,-3 0 1,-4 1 11,4-2 0,-4 0-11,-7 0 34,-6 1-23,-5 0 0,-6 1 44,-1-1-77,0-1 33,6 0 0,2 0-34,7 1 34,2 0 0,3 0 0,1 1 11,7-1-11,1 1-22,8 0 22,-12 0 0,-2 0 67,-13 0-67,-4 0 0,-2 0 56,-4 0-56,2-3-11,0 0 67,2-3-90,0 0 34,-1 0 0,-1 2-44,-1 0 10,-1 2-548,-2 1-158,0 1 527,3 4 213,5 5 0,-4-3 0,1 2 0</inkml:trace>
  <inkml:trace contextRef="#ctx0" brushRef="#br0" timeOffset="9133">10621 1990 7223,'0'-18'91,"0"5"-69,0 13 79,0 0-101,2 0 112,16 0-79,21 0 1,-10-1 0,3 2-34,-2-1 0,1 0 0,1 1 0,-2 0 33,18 1 1,-1 0-23,1 0-11,-3 1 90,-5-2-34,3 2-45,-18-3 78,0 1-55,-16-1-23,-2 0 34,-1 0 45,4 0-57,2 0 23,3 0-56,-4 0 0,-1 0 11,-4-1-11,0 0 0,-1 0 23,-1-1-12,0 1-11,0-1 0,2-1 78,1 1-78,-2-2 0,-1 1 12,-1 0 55,-2 1-878,0 1 1,-1 0 0</inkml:trace>
  <inkml:trace contextRef="#ctx0" brushRef="#br0" timeOffset="10135">11648 1790 5947,'-4'-3'425,"2"0"-246,2 3-44,-2-5-23,1 2-45,0-3 213,1 4-246,0 0-34,0 1-68,0-2-55,0-5 56,3-3 67,2-4-22,2-1 66,0-1-44,-3 2 168,0 4-156,-3 4 77,0 4-324,-1 2 201,0 8 12,0 9 22,0 2 0,0 6 45,0-6-45,0-1 0,0 1-11,-1 6 11,-5 1-12,0-1 46,-3-2-34,1-7 0,1-1 11,0 2-33,1 5 33,2 1 34,2 5-45,2-10 22,0-1-44,0-10 22,0-1 0,0-2-23,0-1-201,0-1-728,-2 0 952,-3-3 0,2 1 0,-1-2 0</inkml:trace>
  <inkml:trace contextRef="#ctx0" brushRef="#br0" timeOffset="10982">11745 1705 6003,'0'-5'78,"0"0"538,0 5-605,0 12-11,2 1 34,1 6-34,2-3 0,1-5 0,1-1-23,0 2 68,6 7-45,5 6 11,-1-3-11,1 0 0,-6-9-11,-1 1 45,0-2-34,-1 0 0,0-1 22,-1 0-22,2 1 0,-1-1 56,3 2-45,1-4 57,2-1-24,1 0-10,1 0-45,0 1 78,-8-5-67,-1 0 168,-9-4 930,0 0-2700,1-2 1602,0-1 0,-1 0 0,0 1 0</inkml:trace>
  <inkml:trace contextRef="#ctx0" brushRef="#br0" timeOffset="11851">12158 1799 5835,'-1'4'123,"0"0"-56,1-4-67,-7 26 90,3-15-68,-4 19-11,5-21 0,1-2 45,0 0-56,1 0 0,-1-1 0,1 2 0,-2 0 45,0 7-11,0 0-57,-1-1 23,2-5-11,-1-5 22,2-2-11,0-1 0,1 1 45,0 0-34,-1 2-11,-1 2 0,0 0 34,0 2-34,0-4 0,1-1 45,0 0-45,0 0-23,1 1 57,0 0-34,0-1 22,0 0 12,0-3-773,6 0 739,1 0 0,0 0 0,-1 0 0</inkml:trace>
  <inkml:trace contextRef="#ctx0" brushRef="#br0" timeOffset="12617">12477 1753 6159,'1'7'90,"0"-1"-68,-1-6-66,0 0 44,2 2 44,-1 2-32,2 1 10,-1-1 12,0 1 33,0 0-45,-1 4 23,2 7-23,-3-4-10,3 5-12,-1-5 22,0 0-22,1 1 0,-1 0 0,0 2 22,3 10-10,2 4 32,0-1-32,2 0-12,-3-12 0,0 0-12,0-3 35,0 4-1,-2-5-55,-1-2 33,-2-5-23,-1-4-11,0-1 1,0 0-1</inkml:trace>
  <inkml:trace contextRef="#ctx0" brushRef="#br0" timeOffset="14200">12547 1631 5801,'2'8'347,"0"-2"-268,-2-6-35,0 0-44,0 3-33,0 0 22,0 3-124,0-2 124,0 1 11,0-2 0,0-1-34,0 0 34,0-1 0,0 1 34,0 1-45,0 1 11,-1-1 0,-2 1 0,1-3 0,-2 2 0,3-3 22,0 2-33,0-1 11,0 1 0,-1-1 0,1 1 896,0-2-795,4 1-146,22 3 45,0 2 0,19 4 0,-8 1 22,-1 2-33,-1 0 11,-2 1 0,-3-1-67,2 4 67,-12-6-11,-1 1-34,-9-5 34,-5-3 11,0 0-23,-3-2 46,0 6 10,2 7-55,0 0 22,2 6 0,-1-5-11,0 1 11,0-1 0,-1-1 0,0 0 22,-1 3-22,0 0-22,0-2 22,0-4 0,-1-6 0,0-3 22,-1-1-44,0 0 78,-3 0-34,-6 1-22,-5 1 34,-7-2 11,1-1-12,3-1-33,2 0 11,6 0 68,-1 0-79,5 0 112,-1 0-112,2 0 135,2 0-68,-1 0-45,0 0 113,1 0-124,-3-4 11,-1-4-44,-8-4-23,-4 0-22,-9-1 56,-5 3 11,-5 0 0,-3 0 22,-11-3-22,18 5-45,-2 0 34,23 6-112,6 2 78,4 0-179,2 0 145,0 5-111,9 10-303,3 6-89,4 1 582,1-6 0,-11-11 0,0-2 0</inkml:trace>
  <inkml:trace contextRef="#ctx0" brushRef="#br0" timeOffset="15581">13097 1809 6339,'5'-4'358,"-2"0"-425,-3 4-12,0-1 102,3 15 33,1-1-56,1 9 22,1-5-33,-2-4 11,0 2-11,1 5 11,-2-3 0,1 3 22,-1-5-22,0-1 0,2 4 0,0-2-22,2 2 55,-1-1-33,1-4 23,-1 0-34,-2-7 11,-1 0 0,-2-5 235,-1 0-246,6-1 89,2 0-44,8 0-34,3 0 11,4 0 22,-1 0-21,-1 0-12,-5-1 0,-2-3-12,-3-1 57,-1-4-45,-3 0 0,-2-1 23,0 1-35,-2 0 35,2 0 78,-2 1-101,1 1 0,-1 3 67,0 0-100,-1 1 33,2-2 0,0-1 0,1-2 33,5-6-33,-2-4-33,1 0 33,-3-2 0,-4 5 33,0 1 1,-2-2-34,1-8 0,-1 2 0,0-1 0,0 8 45,0 8 0,0 3-45,0 1-546,0 1 1,0 1 0</inkml:trace>
  <inkml:trace contextRef="#ctx0" brushRef="#br0" timeOffset="17168">13994 1873 6182,'-2'-5'190,"0"0"-156,2 5-34,-25-7-23,8 4 23,-22-7 0,17 8-44,1 0 21,9 1 1,2 1-1,7 0 35,0 0-12,0 0 11,-3 0 11,0 0-22,-3 0 23,-4 5-57,2-2 34,-2 5-11,8-3 11,0 1 0,3 4 0,-1 2 0,2-1 0,-1 1-23,2-6 46,0 2-23,0-1 0,0 1 22,0-3-22,0 4 11,0-4-33,0 1 67,0-3 44,1 0 57,3-1-146,2 2 112,4-2-78,13 3 10,4 0-44,2-1 0,-3 0 34,-12-2-45,-2 1 11,-2 0 0,0 2-34,1 1 34,4 3 23,-1 1-35,0 1 12,-3-2 0,-3-4 0,-1 0 23,-1-1-23,0-1 11,1 0-11,-1 0 0,2-1-34,-2 2 57,0-1-23,0 2 0,0-1 45,2 1-45,0-1 0,3 0-23,8 2 46,-5-2-23,5 2 0,-10-3 22,-3-2-44,-2 1 22,-3-2-23,0 1 23,-1 1 0,0 0 0,0 1 0,-1 3 0,-2-3 79,-3 1-91,-1-1 12,-4-1 0,1-1 0,-2 1 34,0-2-34,-5 1 56,0-1-56,-2 0 0,2 0-22,1 0 44,-2 0-22,-2 0 0,-2 0 45,0-2-79,-6-2 34,10 0-33,-4-2-12,9 4 45,-1 0-11,0 0 11,1 2-23,2-1 23,1 1-22,6 0 22,0 0 56,4 0-79,-3-2 46,-10-2-23,0-2 33,-9-1-33,7 1 0,1 0 0,4 1-44,2 0 21,3 3-436,3 1 459,11 1 0,-6 0 0,6 0 0</inkml:trace>
  <inkml:trace contextRef="#ctx0" brushRef="#br0" timeOffset="17949">14435 1942 6686,'2'-2'-90,"0"0"45,-2 2 79,0 8 0,0 7-34,2 4 0,-1 4 0,3-5-12,-2 0 24,1 0-12,-1 5 33,0-4-33,0 0 11,-1-7 34,1-5-22,-1 0-23,0 0 0,1 1 67,-2-2-90,1 4 23,-1-5 0,0 3 0,0-6 0,1 1-11,-1-1 56,1 1-56,-1 0-124,0 3-223,0 2 145,0-2-145,0 1 358,0-4 0,0-2 0,0-1 0</inkml:trace>
  <inkml:trace contextRef="#ctx0" brushRef="#br0" timeOffset="18600">14060 1795 5835,'-4'3'100,"0"0"57,4-3-123,14 5-12,-7-1-22,17 3 34,-3-2-23,0-1 0,5 1 79,-4-1-79,4 3 11,3-1 34,4 1 0,3 0-22,16 2 0,-1 1-29,-21-5 1,-1 0-6,11 2 67,-10-3 101,-18-2 449,-3-1-494,-6-1-123,-1-2 0,-2-2-23,0-1 12,0 0-67,0 2-673,0 1 751,1 2 0,2 0 0</inkml:trace>
  <inkml:trace contextRef="#ctx0" brushRef="#br0" timeOffset="19281">14772 1940 6227,'17'32'336,"-4"-6"-202,2 2-100,-8-12 10,4 5-21,-9-13-46,2 0 23,-4-5 0,1-3-11,-1 3 11,0 0 0,0 5 34,1 4-34,-1 3 0,1 10 56,1 1-45,0-3-11,2-6 34,-1-10-12,0-4 0,-2-1-111,1-2-886,-2-6 975,1-1 0,-1 0 0,0 2 0</inkml:trace>
  <inkml:trace contextRef="#ctx0" brushRef="#br0" timeOffset="20265">14790 1873 6887,'23'-1'23,"7"0"-34,-7 1 11,3 2-34,-1 2 56,-9 3-22,-1 1 0,-1 0 23,-2 2-57,1-2 34,1 6-67,-2-2 67,-2 2 0,-4-1-67,-5-6 67,0 1-67,-1-3 44,-1 1 34,-23 1-11,1-1 34,-21 1-34,8-4 0,2 0 0,5-1-34,6 1 23,4-1 11,4 5-78,6 0 67,4 2 11,4 0-34,5 0 68,4 0-34,6 0 33,11 1-55,-1-3 22,-2-1 78,-9-4 12,-10-2 111,-2 0-245,0 2-1,1 1 67,4 3-22,2 3 0,3 0 34,1 2-57,1 0 23,2 1 0,7 3 34,-1-1-12,-2-2 1,-6-6 55,-7-4-78,-3-2 0,0 0-11,0-1-67,-1-3-202,0-3-359,-1 0 639,-1-1 0,0 6 0,0 0 0</inkml:trace>
  <inkml:trace contextRef="#ctx0" brushRef="#br0" timeOffset="21069">15159 1882 6731,'37'-40'683,"-7"9"-470,-27 28-179,-2 2-79,0 1 23,7 0 22,1 3 22,9 4-44,0 3 55,3 4-33,-1 0 34,15 7-68,6 2 34,1 0-11,-1-1 45,-16-9-34,-4-1 0,-7-3 11,-3-1-22,-5-3 11,-2-2-45,-1-2 45,-2 1 0,0-1-11,0 1 22,0 0-56,1 1-101,0 0-325,4 4 471,1 2 0,-2-3 0,-2-1 0</inkml:trace>
  <inkml:trace contextRef="#ctx0" brushRef="#br0" timeOffset="21748">15761 1892 6619,'1'-7'56,"0"2"-146,-1 5 90,0 0 0,0 4 11,0 3 23,0 5-34,0 5 45,0-4-68,0 5 23,0-7 0,-2 1-22,-3-1 44,-2 3-22,-4-1 45,-7 8-45,-4 2 0,1 1 0,1-3 22,9-6-22,1-1 0,1-2 12,2 0-24,0-3 12,0 4 12,-2 1-12,-1-1 0,1 0 33,2-4-55,0 0 22,1 1 0,1 2 33,0 1-33,2-1 45,2-3-34,1-2-11,0-1-33,0-1 10,0 1-346,1-1 369,11-1 0,-8-2 0,9-1 0</inkml:trace>
  <inkml:trace contextRef="#ctx0" brushRef="#br0" timeOffset="24116">16844 1481 6910,'-10'-11'190,"-8"-2"-223,-4-1 33,-10-2 0,-1 3 67,-4 0-78,-2 1 11,3 1 0,4 2-56,-2 2 56,12 4-34,-1 1 0,11 2-10,3 0 44,2 0-79,-3 1-22,0 8 124,-3 6-12,2 3-11,3 1 0,3-6 11,2-1-11,0 1 0,1 1-11,1 2 45,0 13-34,1-3 0,5 9 33,3-9-22,6 0-11,1-2 56,8 8-56,0-4-11,2 5 34,-7-11-23,-5-3 0,-5-6 0,1 0 0,3 0 0,1-2 22,5 1 23,13 1-45,-6-2 0,9-2 45,-12-3-45,-3-2 0,-1 0 0,-3 0 0,0 1 0,8 1 0,3 2 0,1 0 0,-4 0 0,-6-3-12,1 2 12,4 1 0,3 3-22,4 0-112,14 8 111,-14-6-10,4 5-1,-20-9-44,-6-3 10,-4-2-10,-2-2 78,-1 0 11,0 1-11,0-1 0,0 2-33,0-1 89,0 0-56,0 1 0,0 0 0,0 0 22,-6 3 0,1-2-22,-7 3 56,0-3-44,-2-1-12,-2-1 22,-9 1 0,-3-3 23,-3 1-45,7-2 0,7 0 34,6 0-57,-1 0 23,-5 0 0,-4-1-11,-4-3 78,-2 0-67,-2-4 0,0 0-11,1 0 0,0 1 11,4 0 0,1 2 11,-3 0-11,3-1 11,0 0-11,9 1 0,5 2-33,4 3 66,-2 0-33,-3 0-89,-2 0 55,3 0-55,2 0 66,4 0-10,1 2 44,0 1-11,-2 3 0,-1 1 56,-14 2-56,-5-2 22,-1-1-11,4-4-22,15-2-683,4 0 694,18 0 0,-12 0 0,12 0 0</inkml:trace>
  <inkml:trace contextRef="#ctx0" brushRef="#br0" timeOffset="25248">17282 1793 5879,'0'-9'325,"0"3"-280,0 6-56,0 0 112,3 3 11,6 9 89,7 7-134,0 2-22,2 0-34,-7-9 90,-1 0-90,-2-2-11,0 0 34,-3 1 33,2 0-67,-3 1 11,1 2 57,0 2-46,-1-1-22,2 4 0,-1 0 45,6 10-45,3-2 33,0 3-33,-2-11 0,-6-7-11,-3-8 34,-2-2-259,0-1 1,-1-1 0</inkml:trace>
  <inkml:trace contextRef="#ctx0" brushRef="#br0" timeOffset="26066">17075 1732 6260,'16'12'11,"-2"-2"1,-9-7-1,0 1-11,0 0 0,0 0 56,-2-2-90,0 1 34,-1 0 0,1-1 11,1 2 23,2-1-34,0 2 45,4 1 44,9 3-33,4 1 68,14 3-57,-3-2 11,4-2-22,-4-2-56,1-2 0,1 0 0,-2 0 0,-3-2 56,-5-2-56,-6-1 247,-6 0-146,-4-2 201,-4-4-190,-3-2-56,-2-2 23,-1-4-79,0 6-291,0 0-292,0 6 261,0 2 1,0 0 0</inkml:trace>
  <inkml:trace contextRef="#ctx0" brushRef="#br0" timeOffset="27102">17799 1890 5868,'4'0'112,"0"0"168,-4 0 112,6-11-201,-4 6-191,5-6-23,-6 9 46,-1 2 10,3 3 1,0 2 111,3 8-133,-1 0 44,0 3-45,-1-4 45,0 2-45,0-2-11,1 3 0,0-3 0,-2 6 11,1 0 46,1 4-57,0-5 11,-1-3 11,0-3-10,0-4-12,0 0 0,-2-2 33,0-1-66,-2-1 33,0-1 0,1 0-34,-1 1 11,1 0 23,-1 1-11,0 1 56,0 0-90,0 1-78,0-2-572,2 0 158,1-2 537,3-1 0,-2-1 0,-1 0 0</inkml:trace>
  <inkml:trace contextRef="#ctx0" brushRef="#br0" timeOffset="28148">17835 1851 5902,'3'1'67,"0"0"-33,-3-1 134,1 0-56,1 0-112,0 0 44,0 0 12,1 0 0,2 0-56,3 0 0,12 5-11,10 5 11,0 3 0,1 1 23,-10-1-23,-3-2 0,0 2-34,2 5 56,-4-3-22,2 5 12,-7-6 21,1 0 46,-3 0 10,2 0-66,-4-2 10,2 1-44,-5-1 45,0 2-34,-3-3 11,-1 0-11,0-4 0,0-1 0,0-1-11,0 0 44,0-1-55,0 5 22,0-3 11,-2 5-11,0-4 0,-3 2-11,1-2 67,-4 2-56,1-1-11,-4 5 11,1-3 0,-1 1 22,2-3-33,-1-1 11,3 0-56,1-4 56,1-1 11,3-2 34,-3 0-45,0 0 0,-3-6-23,-2-2-77,-2-4 55,0-2 0,-9-1-45,-1 3-78,0 1-134,4 7 302,11 3 0,3 1 0,3 0 0</inkml:trace>
  <inkml:trace contextRef="#ctx0" brushRef="#br0" timeOffset="28802">18473 2257 8333,'-4'1'291,"2"0"79,2-1-2521,-4 2 2151,1-1 0,-1 1 0,3-2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1T08:36:02.372"/>
    </inkml:context>
    <inkml:brush xml:id="br0">
      <inkml:brushProperty name="width" value="0.09071" units="cm"/>
      <inkml:brushProperty name="height" value="0.09071" units="cm"/>
      <inkml:brushProperty name="color" value="#FF0000"/>
    </inkml:brush>
  </inkml:definitions>
  <inkml:trace contextRef="#ctx0" brushRef="#br0">8804 1932 7482,'4'0'0,"-1"1"11,-1 2 45,0 2-45,6 1-33,-3 0 44,1 0-22,-3-3 0,-1-1 45,-1-2-56,3 2 11,7 3 89,20 3 1,22 5-34,-1-2-62,-23-5 1,0-1 5,9 4 0,-1-1-34,1 1 79,17 4-17,-23-7 0,0 0-28,0-1 0,0 0 0,-2-1 0,-2 0 0,5-1 45,-12-1 33,-10-1 191,-7-1-124,-4 0-33,-7 0-112,-1 0 0,-6 0-44,4 0-136,4 0 158,3 0-56,3 3-426,5 15-1401,22 10 1905,-1-3 0,4-4 0,-14-18 0</inkml:trace>
  <inkml:trace contextRef="#ctx0" brushRef="#br0" timeOffset="6566">10842 1195 6081,'1'-6'538,"0"2"-113,-1 4-425,2-3 56,-1 2 0,1-2 11,-1 3-67,0 0 0,-1 3 0,2 3-22,0 10 22,1 3 34,1 6-34,0-6 0,0 1-23,0-5 46,0 1-23,0 2 0,0-1 34,-1 0-57,0-3 23,-1-1 0,-1-5-45,1-2 45,-2-2 0,1-3 0,-1 4 0,1-2 0,-1 5 34,2 4-34,-2-1 0,2 1 34,-2-2-68,1-1 34,0 0 0,0 0-12,0-3 12,0 2 0,0-3 46,0 2-69,0-3 23,1 1 0,-2 1-11,2 3 11,-1 1 34,0 4-34,0-3 0,0-1-34,-1-2 45,2-1-11,-1 1 0,0-1 34,1 1-68,-2-1 34,1 1 0,-1 0-23,0 0 46,0 0-23,0 2 0,0 0 11,0 6-11,1 1-11,-1 5 11,1-5 0,-1-3 0,0-5-34,0 0 34,0-2 0,0 1-11,0 0 33,0 4-22,0-2 46,0 3-46,0-4 0,0-1 0,0 0 11,0 1-11,1-1 56,-1-1-56,1-3 0,-1-2 22,0-2-761,1 2 739,-13-14 0,9 10 0,-9-10 0</inkml:trace>
  <inkml:trace contextRef="#ctx0" brushRef="#br0" timeOffset="7948">10521 1286 7134,'3'0'919,"1"0"-729,-4 0-145,2-2-45,-1 1 0,1-2-56,-1 2 34,1 0 22,1 0 0,5 1-34,9-1 34,11 1 0,10 0 0,-6-1 0,3 1 0,1 0 0,1 0 22,-2-1 1,0 0-35,-3 0 1,-4 1 11,4-2 0,-4 0-11,-7 0 34,-6 1-23,-5 0 0,-6 1 44,-1-1-77,0-1 33,6 0 0,2 0-34,7 1 34,2 0 0,3 0 0,1 1 11,7-1-11,1 1-22,8 0 22,-12 0 0,-2 0 67,-13 0-67,-4 0 0,-2 0 56,-4 0-56,2-3-11,0 0 67,2-3-90,0 0 34,-1 0 0,-1 2-44,-1 0 10,-1 2-548,-2 1-158,0 1 527,3 4 213,5 5 0,-4-3 0,1 2 0</inkml:trace>
  <inkml:trace contextRef="#ctx0" brushRef="#br0" timeOffset="9133">10621 1990 7223,'0'-18'91,"0"5"-69,0 13 79,0 0-101,2 0 112,16 0-79,21 0 1,-10-1 0,3 2-34,-2-1 0,1 0 0,1 1 0,-2 0 33,18 1 1,-1 0-23,1 0-11,-3 1 90,-5-2-34,3 2-45,-18-3 78,0 1-55,-16-1-23,-2 0 34,-1 0 45,4 0-57,2 0 23,3 0-56,-4 0 0,-1 0 11,-4-1-11,0 0 0,-1 0 23,-1-1-12,0 1-11,0-1 0,2-1 78,1 1-78,-2-2 0,-1 1 12,-1 0 55,-2 1-878,0 1 1,-1 0 0</inkml:trace>
  <inkml:trace contextRef="#ctx0" brushRef="#br0" timeOffset="10135">11648 1790 5947,'-4'-3'425,"2"0"-246,2 3-44,-2-5-23,1 2-45,0-3 213,1 4-246,0 0-34,0 1-68,0-2-55,0-5 56,3-3 67,2-4-22,2-1 66,0-1-44,-3 2 168,0 4-156,-3 4 77,0 4-324,-1 2 201,0 8 12,0 9 22,0 2 0,0 6 45,0-6-45,0-1 0,0 1-11,-1 6 11,-5 1-12,0-1 46,-3-2-34,1-7 0,1-1 11,0 2-33,1 5 33,2 1 34,2 5-45,2-10 22,0-1-44,0-10 22,0-1 0,0-2-23,0-1-201,0-1-728,-2 0 952,-3-3 0,2 1 0,-1-2 0</inkml:trace>
  <inkml:trace contextRef="#ctx0" brushRef="#br0" timeOffset="10982">11745 1705 6003,'0'-5'78,"0"0"538,0 5-605,0 12-11,2 1 34,1 6-34,2-3 0,1-5 0,1-1-23,0 2 68,6 7-45,5 6 11,-1-3-11,1 0 0,-6-9-11,-1 1 45,0-2-34,-1 0 0,0-1 22,-1 0-22,2 1 0,-1-1 56,3 2-45,1-4 57,2-1-24,1 0-10,1 0-45,0 1 78,-8-5-67,-1 0 168,-9-4 930,0 0-2700,1-2 1602,0-1 0,-1 0 0,0 1 0</inkml:trace>
  <inkml:trace contextRef="#ctx0" brushRef="#br0" timeOffset="11851">12158 1799 5835,'-1'4'123,"0"0"-56,1-4-67,-7 26 90,3-15-68,-4 19-11,5-21 0,1-2 45,0 0-56,1 0 0,-1-1 0,1 2 0,-2 0 45,0 7-11,0 0-57,-1-1 23,2-5-11,-1-5 22,2-2-11,0-1 0,1 1 45,0 0-34,-1 2-11,-1 2 0,0 0 34,0 2-34,0-4 0,1-1 45,0 0-45,0 0-23,1 1 57,0 0-34,0-1 22,0 0 12,0-3-773,6 0 739,1 0 0,0 0 0,-1 0 0</inkml:trace>
  <inkml:trace contextRef="#ctx0" brushRef="#br0" timeOffset="12617">12477 1753 6159,'1'7'90,"0"-1"-68,-1-6-66,0 0 44,2 2 44,-1 2-32,2 1 10,-1-1 12,0 1 33,0 0-45,-1 4 23,2 7-23,-3-4-10,3 5-12,-1-5 22,0 0-22,1 1 0,-1 0 0,0 2 22,3 10-10,2 4 32,0-1-32,2 0-12,-3-12 0,0 0-12,0-3 35,0 4-1,-2-5-55,-1-2 33,-2-5-23,-1-4-11,0-1 1,0 0-1</inkml:trace>
  <inkml:trace contextRef="#ctx0" brushRef="#br0" timeOffset="14200">12547 1631 5801,'2'8'347,"0"-2"-268,-2-6-35,0 0-44,0 3-33,0 0 22,0 3-124,0-2 124,0 1 11,0-2 0,0-1-34,0 0 34,0-1 0,0 1 34,0 1-45,0 1 11,-1-1 0,-2 1 0,1-3 0,-2 2 0,3-3 22,0 2-33,0-1 11,0 1 0,-1-1 0,1 1 896,0-2-795,4 1-146,22 3 45,0 2 0,19 4 0,-8 1 22,-1 2-33,-1 0 11,-2 1 0,-3-1-67,2 4 67,-12-6-11,-1 1-34,-9-5 34,-5-3 11,0 0-23,-3-2 46,0 6 10,2 7-55,0 0 22,2 6 0,-1-5-11,0 1 11,0-1 0,-1-1 0,0 0 22,-1 3-22,0 0-22,0-2 22,0-4 0,-1-6 0,0-3 22,-1-1-44,0 0 78,-3 0-34,-6 1-22,-5 1 34,-7-2 11,1-1-12,3-1-33,2 0 11,6 0 68,-1 0-79,5 0 112,-1 0-112,2 0 135,2 0-68,-1 0-45,0 0 113,1 0-124,-3-4 11,-1-4-44,-8-4-23,-4 0-22,-9-1 56,-5 3 11,-5 0 0,-3 0 22,-11-3-22,18 5-45,-2 0 34,23 6-112,6 2 78,4 0-179,2 0 145,0 5-111,9 10-303,3 6-89,4 1 582,1-6 0,-11-11 0,0-2 0</inkml:trace>
  <inkml:trace contextRef="#ctx0" brushRef="#br0" timeOffset="15581">13097 1809 6339,'5'-4'358,"-2"0"-425,-3 4-12,0-1 102,3 15 33,1-1-56,1 9 22,1-5-33,-2-4 11,0 2-11,1 5 11,-2-3 0,1 3 22,-1-5-22,0-1 0,2 4 0,0-2-22,2 2 55,-1-1-33,1-4 23,-1 0-34,-2-7 11,-1 0 0,-2-5 235,-1 0-246,6-1 89,2 0-44,8 0-34,3 0 11,4 0 22,-1 0-21,-1 0-12,-5-1 0,-2-3-12,-3-1 57,-1-4-45,-3 0 0,-2-1 23,0 1-35,-2 0 35,2 0 78,-2 1-101,1 1 0,-1 3 67,0 0-100,-1 1 33,2-2 0,0-1 0,1-2 33,5-6-33,-2-4-33,1 0 33,-3-2 0,-4 5 33,0 1 1,-2-2-34,1-8 0,-1 2 0,0-1 0,0 8 45,0 8 0,0 3-45,0 1-546,0 1 1,0 1 0</inkml:trace>
  <inkml:trace contextRef="#ctx0" brushRef="#br0" timeOffset="17168">13994 1873 6182,'-2'-5'190,"0"0"-156,2 5-34,-25-7-23,8 4 23,-22-7 0,17 8-44,1 0 21,9 1 1,2 1-1,7 0 35,0 0-12,0 0 11,-3 0 11,0 0-22,-3 0 23,-4 5-57,2-2 34,-2 5-11,8-3 11,0 1 0,3 4 0,-1 2 0,2-1 0,-1 1-23,2-6 46,0 2-23,0-1 0,0 1 22,0-3-22,0 4 11,0-4-33,0 1 67,0-3 44,1 0 57,3-1-146,2 2 112,4-2-78,13 3 10,4 0-44,2-1 0,-3 0 34,-12-2-45,-2 1 11,-2 0 0,0 2-34,1 1 34,4 3 23,-1 1-35,0 1 12,-3-2 0,-3-4 0,-1 0 23,-1-1-23,0-1 11,1 0-11,-1 0 0,2-1-34,-2 2 57,0-1-23,0 2 0,0-1 45,2 1-45,0-1 0,3 0-23,8 2 46,-5-2-23,5 2 0,-10-3 22,-3-2-44,-2 1 22,-3-2-23,0 1 23,-1 1 0,0 0 0,0 1 0,-1 3 0,-2-3 79,-3 1-91,-1-1 12,-4-1 0,1-1 0,-2 1 34,0-2-34,-5 1 56,0-1-56,-2 0 0,2 0-22,1 0 44,-2 0-22,-2 0 0,-2 0 45,0-2-79,-6-2 34,10 0-33,-4-2-12,9 4 45,-1 0-11,0 0 11,1 2-23,2-1 23,1 1-22,6 0 22,0 0 56,4 0-79,-3-2 46,-10-2-23,0-2 33,-9-1-33,7 1 0,1 0 0,4 1-44,2 0 21,3 3-436,3 1 459,11 1 0,-6 0 0,6 0 0</inkml:trace>
  <inkml:trace contextRef="#ctx0" brushRef="#br0" timeOffset="17949">14435 1942 6686,'2'-2'-90,"0"0"45,-2 2 79,0 8 0,0 7-34,2 4 0,-1 4 0,3-5-12,-2 0 24,1 0-12,-1 5 33,0-4-33,0 0 11,-1-7 34,1-5-22,-1 0-23,0 0 0,1 1 67,-2-2-90,1 4 23,-1-5 0,0 3 0,0-6 0,1 1-11,-1-1 56,1 1-56,-1 0-124,0 3-223,0 2 145,0-2-145,0 1 358,0-4 0,0-2 0,0-1 0</inkml:trace>
  <inkml:trace contextRef="#ctx0" brushRef="#br0" timeOffset="18600">14060 1795 5835,'-4'3'100,"0"0"57,4-3-123,14 5-12,-7-1-22,17 3 34,-3-2-23,0-1 0,5 1 79,-4-1-79,4 3 11,3-1 34,4 1 0,3 0-22,16 2 0,-1 1-29,-21-5 1,-1 0-6,11 2 67,-10-3 101,-18-2 449,-3-1-494,-6-1-123,-1-2 0,-2-2-23,0-1 12,0 0-67,0 2-673,0 1 751,1 2 0,2 0 0</inkml:trace>
  <inkml:trace contextRef="#ctx0" brushRef="#br0" timeOffset="19281">14772 1940 6227,'17'32'336,"-4"-6"-202,2 2-100,-8-12 10,4 5-21,-9-13-46,2 0 23,-4-5 0,1-3-11,-1 3 11,0 0 0,0 5 34,1 4-34,-1 3 0,1 10 56,1 1-45,0-3-11,2-6 34,-1-10-12,0-4 0,-2-1-111,1-2-886,-2-6 975,1-1 0,-1 0 0,0 2 0</inkml:trace>
  <inkml:trace contextRef="#ctx0" brushRef="#br0" timeOffset="20265">14790 1873 6887,'23'-1'23,"7"0"-34,-7 1 11,3 2-34,-1 2 56,-9 3-22,-1 1 0,-1 0 23,-2 2-57,1-2 34,1 6-67,-2-2 67,-2 2 0,-4-1-67,-5-6 67,0 1-67,-1-3 44,-1 1 34,-23 1-11,1-1 34,-21 1-34,8-4 0,2 0 0,5-1-34,6 1 23,4-1 11,4 5-78,6 0 67,4 2 11,4 0-34,5 0 68,4 0-34,6 0 33,11 1-55,-1-3 22,-2-1 78,-9-4 12,-10-2 111,-2 0-245,0 2-1,1 1 67,4 3-22,2 3 0,3 0 34,1 2-57,1 0 23,2 1 0,7 3 34,-1-1-12,-2-2 1,-6-6 55,-7-4-78,-3-2 0,0 0-11,0-1-67,-1-3-202,0-3-359,-1 0 639,-1-1 0,0 6 0,0 0 0</inkml:trace>
  <inkml:trace contextRef="#ctx0" brushRef="#br0" timeOffset="21069">15159 1882 6731,'37'-40'683,"-7"9"-470,-27 28-179,-2 2-79,0 1 23,7 0 22,1 3 22,9 4-44,0 3 55,3 4-33,-1 0 34,15 7-68,6 2 34,1 0-11,-1-1 45,-16-9-34,-4-1 0,-7-3 11,-3-1-22,-5-3 11,-2-2-45,-1-2 45,-2 1 0,0-1-11,0 1 22,0 0-56,1 1-101,0 0-325,4 4 471,1 2 0,-2-3 0,-2-1 0</inkml:trace>
  <inkml:trace contextRef="#ctx0" brushRef="#br0" timeOffset="21748">15761 1892 6619,'1'-7'56,"0"2"-146,-1 5 90,0 0 0,0 4 11,0 3 23,0 5-34,0 5 45,0-4-68,0 5 23,0-7 0,-2 1-22,-3-1 44,-2 3-22,-4-1 45,-7 8-45,-4 2 0,1 1 0,1-3 22,9-6-22,1-1 0,1-2 12,2 0-24,0-3 12,0 4 12,-2 1-12,-1-1 0,1 0 33,2-4-55,0 0 22,1 1 0,1 2 33,0 1-33,2-1 45,2-3-34,1-2-11,0-1-33,0-1 10,0 1-346,1-1 369,11-1 0,-8-2 0,9-1 0</inkml:trace>
  <inkml:trace contextRef="#ctx0" brushRef="#br0" timeOffset="24116">16844 1481 6910,'-10'-11'190,"-8"-2"-223,-4-1 33,-10-2 0,-1 3 67,-4 0-78,-2 1 11,3 1 0,4 2-56,-2 2 56,12 4-34,-1 1 0,11 2-10,3 0 44,2 0-79,-3 1-22,0 8 124,-3 6-12,2 3-11,3 1 0,3-6 11,2-1-11,0 1 0,1 1-11,1 2 45,0 13-34,1-3 0,5 9 33,3-9-22,6 0-11,1-2 56,8 8-56,0-4-11,2 5 34,-7-11-23,-5-3 0,-5-6 0,1 0 0,3 0 0,1-2 22,5 1 23,13 1-45,-6-2 0,9-2 45,-12-3-45,-3-2 0,-1 0 0,-3 0 0,0 1 0,8 1 0,3 2 0,1 0 0,-4 0 0,-6-3-12,1 2 12,4 1 0,3 3-22,4 0-112,14 8 111,-14-6-10,4 5-1,-20-9-44,-6-3 10,-4-2-10,-2-2 78,-1 0 11,0 1-11,0-1 0,0 2-33,0-1 89,0 0-56,0 1 0,0 0 0,0 0 22,-6 3 0,1-2-22,-7 3 56,0-3-44,-2-1-12,-2-1 22,-9 1 0,-3-3 23,-3 1-45,7-2 0,7 0 34,6 0-57,-1 0 23,-5 0 0,-4-1-11,-4-3 78,-2 0-67,-2-4 0,0 0-11,1 0 0,0 1 11,4 0 0,1 2 11,-3 0-11,3-1 11,0 0-11,9 1 0,5 2-33,4 3 66,-2 0-33,-3 0-89,-2 0 55,3 0-55,2 0 66,4 0-10,1 2 44,0 1-11,-2 3 0,-1 1 56,-14 2-56,-5-2 22,-1-1-11,4-4-22,15-2-683,4 0 694,18 0 0,-12 0 0,12 0 0</inkml:trace>
  <inkml:trace contextRef="#ctx0" brushRef="#br0" timeOffset="25248">17282 1793 5879,'0'-9'325,"0"3"-280,0 6-56,0 0 112,3 3 11,6 9 89,7 7-134,0 2-22,2 0-34,-7-9 90,-1 0-90,-2-2-11,0 0 34,-3 1 33,2 0-67,-3 1 11,1 2 57,0 2-46,-1-1-22,2 4 0,-1 0 45,6 10-45,3-2 33,0 3-33,-2-11 0,-6-7-11,-3-8 34,-2-2-259,0-1 1,-1-1 0</inkml:trace>
  <inkml:trace contextRef="#ctx0" brushRef="#br0" timeOffset="26066">17075 1732 6260,'16'12'11,"-2"-2"1,-9-7-1,0 1-11,0 0 0,0 0 56,-2-2-90,0 1 34,-1 0 0,1-1 11,1 2 23,2-1-34,0 2 45,4 1 44,9 3-33,4 1 68,14 3-57,-3-2 11,4-2-22,-4-2-56,1-2 0,1 0 0,-2 0 0,-3-2 56,-5-2-56,-6-1 247,-6 0-146,-4-2 201,-4-4-190,-3-2-56,-2-2 23,-1-4-79,0 6-291,0 0-292,0 6 261,0 2 1,0 0 0</inkml:trace>
  <inkml:trace contextRef="#ctx0" brushRef="#br0" timeOffset="27102">17799 1890 5868,'4'0'112,"0"0"168,-4 0 112,6-11-201,-4 6-191,5-6-23,-6 9 46,-1 2 10,3 3 1,0 2 111,3 8-133,-1 0 44,0 3-45,-1-4 45,0 2-45,0-2-11,1 3 0,0-3 0,-2 6 11,1 0 46,1 4-57,0-5 11,-1-3 11,0-3-10,0-4-12,0 0 0,-2-2 33,0-1-66,-2-1 33,0-1 0,1 0-34,-1 1 11,1 0 23,-1 1-11,0 1 56,0 0-90,0 1-78,0-2-572,2 0 158,1-2 537,3-1 0,-2-1 0,-1 0 0</inkml:trace>
  <inkml:trace contextRef="#ctx0" brushRef="#br0" timeOffset="28148">17835 1851 5902,'3'1'67,"0"0"-33,-3-1 134,1 0-56,1 0-112,0 0 44,0 0 12,1 0 0,2 0-56,3 0 0,12 5-11,10 5 11,0 3 0,1 1 23,-10-1-23,-3-2 0,0 2-34,2 5 56,-4-3-22,2 5 12,-7-6 21,1 0 46,-3 0 10,2 0-66,-4-2 10,2 1-44,-5-1 45,0 2-34,-3-3 11,-1 0-11,0-4 0,0-1 0,0-1-11,0 0 44,0-1-55,0 5 22,0-3 11,-2 5-11,0-4 0,-3 2-11,1-2 67,-4 2-56,1-1-11,-4 5 11,1-3 0,-1 1 22,2-3-33,-1-1 11,3 0-56,1-4 56,1-1 11,3-2 34,-3 0-45,0 0 0,-3-6-23,-2-2-77,-2-4 55,0-2 0,-9-1-45,-1 3-78,0 1-134,4 7 302,11 3 0,3 1 0,3 0 0</inkml:trace>
  <inkml:trace contextRef="#ctx0" brushRef="#br0" timeOffset="28802">18473 2257 8333,'-4'1'291,"2"0"79,2-1-2521,-4 2 2151,1-1 0,-1 1 0,3-2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1T08:36:02.372"/>
    </inkml:context>
    <inkml:brush xml:id="br0">
      <inkml:brushProperty name="width" value="0.09071" units="cm"/>
      <inkml:brushProperty name="height" value="0.09071" units="cm"/>
      <inkml:brushProperty name="color" value="#FF0000"/>
    </inkml:brush>
  </inkml:definitions>
  <inkml:trace contextRef="#ctx0" brushRef="#br0">8804 1932 7482,'4'0'0,"-1"1"11,-1 2 45,0 2-45,6 1-33,-3 0 44,1 0-22,-3-3 0,-1-1 45,-1-2-56,3 2 11,7 3 89,20 3 1,22 5-34,-1-2-62,-23-5 1,0-1 5,9 4 0,-1-1-34,1 1 79,17 4-17,-23-7 0,0 0-28,0-1 0,0 0 0,-2-1 0,-2 0 0,5-1 45,-12-1 33,-10-1 191,-7-1-124,-4 0-33,-7 0-112,-1 0 0,-6 0-44,4 0-136,4 0 158,3 0-56,3 3-426,5 15-1401,22 10 1905,-1-3 0,4-4 0,-14-18 0</inkml:trace>
  <inkml:trace contextRef="#ctx0" brushRef="#br0" timeOffset="6566">10842 1195 6081,'1'-6'538,"0"2"-113,-1 4-425,2-3 56,-1 2 0,1-2 11,-1 3-67,0 0 0,-1 3 0,2 3-22,0 10 22,1 3 34,1 6-34,0-6 0,0 1-23,0-5 46,0 1-23,0 2 0,0-1 34,-1 0-57,0-3 23,-1-1 0,-1-5-45,1-2 45,-2-2 0,1-3 0,-1 4 0,1-2 0,-1 5 34,2 4-34,-2-1 0,2 1 34,-2-2-68,1-1 34,0 0 0,0 0-12,0-3 12,0 2 0,0-3 46,0 2-69,0-3 23,1 1 0,-2 1-11,2 3 11,-1 1 34,0 4-34,0-3 0,0-1-34,-1-2 45,2-1-11,-1 1 0,0-1 34,1 1-68,-2-1 34,1 1 0,-1 0-23,0 0 46,0 0-23,0 2 0,0 0 11,0 6-11,1 1-11,-1 5 11,1-5 0,-1-3 0,0-5-34,0 0 34,0-2 0,0 1-11,0 0 33,0 4-22,0-2 46,0 3-46,0-4 0,0-1 0,0 0 11,0 1-11,1-1 56,-1-1-56,1-3 0,-1-2 22,0-2-761,1 2 739,-13-14 0,9 10 0,-9-10 0</inkml:trace>
  <inkml:trace contextRef="#ctx0" brushRef="#br0" timeOffset="7948">10521 1286 7134,'3'0'919,"1"0"-729,-4 0-145,2-2-45,-1 1 0,1-2-56,-1 2 34,1 0 22,1 0 0,5 1-34,9-1 34,11 1 0,10 0 0,-6-1 0,3 1 0,1 0 0,1 0 22,-2-1 1,0 0-35,-3 0 1,-4 1 11,4-2 0,-4 0-11,-7 0 34,-6 1-23,-5 0 0,-6 1 44,-1-1-77,0-1 33,6 0 0,2 0-34,7 1 34,2 0 0,3 0 0,1 1 11,7-1-11,1 1-22,8 0 22,-12 0 0,-2 0 67,-13 0-67,-4 0 0,-2 0 56,-4 0-56,2-3-11,0 0 67,2-3-90,0 0 34,-1 0 0,-1 2-44,-1 0 10,-1 2-548,-2 1-158,0 1 527,3 4 213,5 5 0,-4-3 0,1 2 0</inkml:trace>
  <inkml:trace contextRef="#ctx0" brushRef="#br0" timeOffset="9133">10621 1990 7223,'0'-18'91,"0"5"-69,0 13 79,0 0-101,2 0 112,16 0-79,21 0 1,-10-1 0,3 2-34,-2-1 0,1 0 0,1 1 0,-2 0 33,18 1 1,-1 0-23,1 0-11,-3 1 90,-5-2-34,3 2-45,-18-3 78,0 1-55,-16-1-23,-2 0 34,-1 0 45,4 0-57,2 0 23,3 0-56,-4 0 0,-1 0 11,-4-1-11,0 0 0,-1 0 23,-1-1-12,0 1-11,0-1 0,2-1 78,1 1-78,-2-2 0,-1 1 12,-1 0 55,-2 1-878,0 1 1,-1 0 0</inkml:trace>
  <inkml:trace contextRef="#ctx0" brushRef="#br0" timeOffset="10135">11648 1790 5947,'-4'-3'425,"2"0"-246,2 3-44,-2-5-23,1 2-45,0-3 213,1 4-246,0 0-34,0 1-68,0-2-55,0-5 56,3-3 67,2-4-22,2-1 66,0-1-44,-3 2 168,0 4-156,-3 4 77,0 4-324,-1 2 201,0 8 12,0 9 22,0 2 0,0 6 45,0-6-45,0-1 0,0 1-11,-1 6 11,-5 1-12,0-1 46,-3-2-34,1-7 0,1-1 11,0 2-33,1 5 33,2 1 34,2 5-45,2-10 22,0-1-44,0-10 22,0-1 0,0-2-23,0-1-201,0-1-728,-2 0 952,-3-3 0,2 1 0,-1-2 0</inkml:trace>
  <inkml:trace contextRef="#ctx0" brushRef="#br0" timeOffset="10982">11745 1705 6003,'0'-5'78,"0"0"538,0 5-605,0 12-11,2 1 34,1 6-34,2-3 0,1-5 0,1-1-23,0 2 68,6 7-45,5 6 11,-1-3-11,1 0 0,-6-9-11,-1 1 45,0-2-34,-1 0 0,0-1 22,-1 0-22,2 1 0,-1-1 56,3 2-45,1-4 57,2-1-24,1 0-10,1 0-45,0 1 78,-8-5-67,-1 0 168,-9-4 930,0 0-2700,1-2 1602,0-1 0,-1 0 0,0 1 0</inkml:trace>
  <inkml:trace contextRef="#ctx0" brushRef="#br0" timeOffset="11851">12158 1799 5835,'-1'4'123,"0"0"-56,1-4-67,-7 26 90,3-15-68,-4 19-11,5-21 0,1-2 45,0 0-56,1 0 0,-1-1 0,1 2 0,-2 0 45,0 7-11,0 0-57,-1-1 23,2-5-11,-1-5 22,2-2-11,0-1 0,1 1 45,0 0-34,-1 2-11,-1 2 0,0 0 34,0 2-34,0-4 0,1-1 45,0 0-45,0 0-23,1 1 57,0 0-34,0-1 22,0 0 12,0-3-773,6 0 739,1 0 0,0 0 0,-1 0 0</inkml:trace>
  <inkml:trace contextRef="#ctx0" brushRef="#br0" timeOffset="12617">12477 1753 6159,'1'7'90,"0"-1"-68,-1-6-66,0 0 44,2 2 44,-1 2-32,2 1 10,-1-1 12,0 1 33,0 0-45,-1 4 23,2 7-23,-3-4-10,3 5-12,-1-5 22,0 0-22,1 1 0,-1 0 0,0 2 22,3 10-10,2 4 32,0-1-32,2 0-12,-3-12 0,0 0-12,0-3 35,0 4-1,-2-5-55,-1-2 33,-2-5-23,-1-4-11,0-1 1,0 0-1</inkml:trace>
  <inkml:trace contextRef="#ctx0" brushRef="#br0" timeOffset="14200">12547 1631 5801,'2'8'347,"0"-2"-268,-2-6-35,0 0-44,0 3-33,0 0 22,0 3-124,0-2 124,0 1 11,0-2 0,0-1-34,0 0 34,0-1 0,0 1 34,0 1-45,0 1 11,-1-1 0,-2 1 0,1-3 0,-2 2 0,3-3 22,0 2-33,0-1 11,0 1 0,-1-1 0,1 1 896,0-2-795,4 1-146,22 3 45,0 2 0,19 4 0,-8 1 22,-1 2-33,-1 0 11,-2 1 0,-3-1-67,2 4 67,-12-6-11,-1 1-34,-9-5 34,-5-3 11,0 0-23,-3-2 46,0 6 10,2 7-55,0 0 22,2 6 0,-1-5-11,0 1 11,0-1 0,-1-1 0,0 0 22,-1 3-22,0 0-22,0-2 22,0-4 0,-1-6 0,0-3 22,-1-1-44,0 0 78,-3 0-34,-6 1-22,-5 1 34,-7-2 11,1-1-12,3-1-33,2 0 11,6 0 68,-1 0-79,5 0 112,-1 0-112,2 0 135,2 0-68,-1 0-45,0 0 113,1 0-124,-3-4 11,-1-4-44,-8-4-23,-4 0-22,-9-1 56,-5 3 11,-5 0 0,-3 0 22,-11-3-22,18 5-45,-2 0 34,23 6-112,6 2 78,4 0-179,2 0 145,0 5-111,9 10-303,3 6-89,4 1 582,1-6 0,-11-11 0,0-2 0</inkml:trace>
  <inkml:trace contextRef="#ctx0" brushRef="#br0" timeOffset="15581">13097 1809 6339,'5'-4'358,"-2"0"-425,-3 4-12,0-1 102,3 15 33,1-1-56,1 9 22,1-5-33,-2-4 11,0 2-11,1 5 11,-2-3 0,1 3 22,-1-5-22,0-1 0,2 4 0,0-2-22,2 2 55,-1-1-33,1-4 23,-1 0-34,-2-7 11,-1 0 0,-2-5 235,-1 0-246,6-1 89,2 0-44,8 0-34,3 0 11,4 0 22,-1 0-21,-1 0-12,-5-1 0,-2-3-12,-3-1 57,-1-4-45,-3 0 0,-2-1 23,0 1-35,-2 0 35,2 0 78,-2 1-101,1 1 0,-1 3 67,0 0-100,-1 1 33,2-2 0,0-1 0,1-2 33,5-6-33,-2-4-33,1 0 33,-3-2 0,-4 5 33,0 1 1,-2-2-34,1-8 0,-1 2 0,0-1 0,0 8 45,0 8 0,0 3-45,0 1-546,0 1 1,0 1 0</inkml:trace>
  <inkml:trace contextRef="#ctx0" brushRef="#br0" timeOffset="17168">13994 1873 6182,'-2'-5'190,"0"0"-156,2 5-34,-25-7-23,8 4 23,-22-7 0,17 8-44,1 0 21,9 1 1,2 1-1,7 0 35,0 0-12,0 0 11,-3 0 11,0 0-22,-3 0 23,-4 5-57,2-2 34,-2 5-11,8-3 11,0 1 0,3 4 0,-1 2 0,2-1 0,-1 1-23,2-6 46,0 2-23,0-1 0,0 1 22,0-3-22,0 4 11,0-4-33,0 1 67,0-3 44,1 0 57,3-1-146,2 2 112,4-2-78,13 3 10,4 0-44,2-1 0,-3 0 34,-12-2-45,-2 1 11,-2 0 0,0 2-34,1 1 34,4 3 23,-1 1-35,0 1 12,-3-2 0,-3-4 0,-1 0 23,-1-1-23,0-1 11,1 0-11,-1 0 0,2-1-34,-2 2 57,0-1-23,0 2 0,0-1 45,2 1-45,0-1 0,3 0-23,8 2 46,-5-2-23,5 2 0,-10-3 22,-3-2-44,-2 1 22,-3-2-23,0 1 23,-1 1 0,0 0 0,0 1 0,-1 3 0,-2-3 79,-3 1-91,-1-1 12,-4-1 0,1-1 0,-2 1 34,0-2-34,-5 1 56,0-1-56,-2 0 0,2 0-22,1 0 44,-2 0-22,-2 0 0,-2 0 45,0-2-79,-6-2 34,10 0-33,-4-2-12,9 4 45,-1 0-11,0 0 11,1 2-23,2-1 23,1 1-22,6 0 22,0 0 56,4 0-79,-3-2 46,-10-2-23,0-2 33,-9-1-33,7 1 0,1 0 0,4 1-44,2 0 21,3 3-436,3 1 459,11 1 0,-6 0 0,6 0 0</inkml:trace>
  <inkml:trace contextRef="#ctx0" brushRef="#br0" timeOffset="17949">14435 1942 6686,'2'-2'-90,"0"0"45,-2 2 79,0 8 0,0 7-34,2 4 0,-1 4 0,3-5-12,-2 0 24,1 0-12,-1 5 33,0-4-33,0 0 11,-1-7 34,1-5-22,-1 0-23,0 0 0,1 1 67,-2-2-90,1 4 23,-1-5 0,0 3 0,0-6 0,1 1-11,-1-1 56,1 1-56,-1 0-124,0 3-223,0 2 145,0-2-145,0 1 358,0-4 0,0-2 0,0-1 0</inkml:trace>
  <inkml:trace contextRef="#ctx0" brushRef="#br0" timeOffset="18600">14060 1795 5835,'-4'3'100,"0"0"57,4-3-123,14 5-12,-7-1-22,17 3 34,-3-2-23,0-1 0,5 1 79,-4-1-79,4 3 11,3-1 34,4 1 0,3 0-22,16 2 0,-1 1-29,-21-5 1,-1 0-6,11 2 67,-10-3 101,-18-2 449,-3-1-494,-6-1-123,-1-2 0,-2-2-23,0-1 12,0 0-67,0 2-673,0 1 751,1 2 0,2 0 0</inkml:trace>
  <inkml:trace contextRef="#ctx0" brushRef="#br0" timeOffset="19281">14772 1940 6227,'17'32'336,"-4"-6"-202,2 2-100,-8-12 10,4 5-21,-9-13-46,2 0 23,-4-5 0,1-3-11,-1 3 11,0 0 0,0 5 34,1 4-34,-1 3 0,1 10 56,1 1-45,0-3-11,2-6 34,-1-10-12,0-4 0,-2-1-111,1-2-886,-2-6 975,1-1 0,-1 0 0,0 2 0</inkml:trace>
  <inkml:trace contextRef="#ctx0" brushRef="#br0" timeOffset="20265">14790 1873 6887,'23'-1'23,"7"0"-34,-7 1 11,3 2-34,-1 2 56,-9 3-22,-1 1 0,-1 0 23,-2 2-57,1-2 34,1 6-67,-2-2 67,-2 2 0,-4-1-67,-5-6 67,0 1-67,-1-3 44,-1 1 34,-23 1-11,1-1 34,-21 1-34,8-4 0,2 0 0,5-1-34,6 1 23,4-1 11,4 5-78,6 0 67,4 2 11,4 0-34,5 0 68,4 0-34,6 0 33,11 1-55,-1-3 22,-2-1 78,-9-4 12,-10-2 111,-2 0-245,0 2-1,1 1 67,4 3-22,2 3 0,3 0 34,1 2-57,1 0 23,2 1 0,7 3 34,-1-1-12,-2-2 1,-6-6 55,-7-4-78,-3-2 0,0 0-11,0-1-67,-1-3-202,0-3-359,-1 0 639,-1-1 0,0 6 0,0 0 0</inkml:trace>
  <inkml:trace contextRef="#ctx0" brushRef="#br0" timeOffset="21069">15159 1882 6731,'37'-40'683,"-7"9"-470,-27 28-179,-2 2-79,0 1 23,7 0 22,1 3 22,9 4-44,0 3 55,3 4-33,-1 0 34,15 7-68,6 2 34,1 0-11,-1-1 45,-16-9-34,-4-1 0,-7-3 11,-3-1-22,-5-3 11,-2-2-45,-1-2 45,-2 1 0,0-1-11,0 1 22,0 0-56,1 1-101,0 0-325,4 4 471,1 2 0,-2-3 0,-2-1 0</inkml:trace>
  <inkml:trace contextRef="#ctx0" brushRef="#br0" timeOffset="21748">15761 1892 6619,'1'-7'56,"0"2"-146,-1 5 90,0 0 0,0 4 11,0 3 23,0 5-34,0 5 45,0-4-68,0 5 23,0-7 0,-2 1-22,-3-1 44,-2 3-22,-4-1 45,-7 8-45,-4 2 0,1 1 0,1-3 22,9-6-22,1-1 0,1-2 12,2 0-24,0-3 12,0 4 12,-2 1-12,-1-1 0,1 0 33,2-4-55,0 0 22,1 1 0,1 2 33,0 1-33,2-1 45,2-3-34,1-2-11,0-1-33,0-1 10,0 1-346,1-1 369,11-1 0,-8-2 0,9-1 0</inkml:trace>
  <inkml:trace contextRef="#ctx0" brushRef="#br0" timeOffset="24116">16844 1481 6910,'-10'-11'190,"-8"-2"-223,-4-1 33,-10-2 0,-1 3 67,-4 0-78,-2 1 11,3 1 0,4 2-56,-2 2 56,12 4-34,-1 1 0,11 2-10,3 0 44,2 0-79,-3 1-22,0 8 124,-3 6-12,2 3-11,3 1 0,3-6 11,2-1-11,0 1 0,1 1-11,1 2 45,0 13-34,1-3 0,5 9 33,3-9-22,6 0-11,1-2 56,8 8-56,0-4-11,2 5 34,-7-11-23,-5-3 0,-5-6 0,1 0 0,3 0 0,1-2 22,5 1 23,13 1-45,-6-2 0,9-2 45,-12-3-45,-3-2 0,-1 0 0,-3 0 0,0 1 0,8 1 0,3 2 0,1 0 0,-4 0 0,-6-3-12,1 2 12,4 1 0,3 3-22,4 0-112,14 8 111,-14-6-10,4 5-1,-20-9-44,-6-3 10,-4-2-10,-2-2 78,-1 0 11,0 1-11,0-1 0,0 2-33,0-1 89,0 0-56,0 1 0,0 0 0,0 0 22,-6 3 0,1-2-22,-7 3 56,0-3-44,-2-1-12,-2-1 22,-9 1 0,-3-3 23,-3 1-45,7-2 0,7 0 34,6 0-57,-1 0 23,-5 0 0,-4-1-11,-4-3 78,-2 0-67,-2-4 0,0 0-11,1 0 0,0 1 11,4 0 0,1 2 11,-3 0-11,3-1 11,0 0-11,9 1 0,5 2-33,4 3 66,-2 0-33,-3 0-89,-2 0 55,3 0-55,2 0 66,4 0-10,1 2 44,0 1-11,-2 3 0,-1 1 56,-14 2-56,-5-2 22,-1-1-11,4-4-22,15-2-683,4 0 694,18 0 0,-12 0 0,12 0 0</inkml:trace>
  <inkml:trace contextRef="#ctx0" brushRef="#br0" timeOffset="25248">17282 1793 5879,'0'-9'325,"0"3"-280,0 6-56,0 0 112,3 3 11,6 9 89,7 7-134,0 2-22,2 0-34,-7-9 90,-1 0-90,-2-2-11,0 0 34,-3 1 33,2 0-67,-3 1 11,1 2 57,0 2-46,-1-1-22,2 4 0,-1 0 45,6 10-45,3-2 33,0 3-33,-2-11 0,-6-7-11,-3-8 34,-2-2-259,0-1 1,-1-1 0</inkml:trace>
  <inkml:trace contextRef="#ctx0" brushRef="#br0" timeOffset="26066">17075 1732 6260,'16'12'11,"-2"-2"1,-9-7-1,0 1-11,0 0 0,0 0 56,-2-2-90,0 1 34,-1 0 0,1-1 11,1 2 23,2-1-34,0 2 45,4 1 44,9 3-33,4 1 68,14 3-57,-3-2 11,4-2-22,-4-2-56,1-2 0,1 0 0,-2 0 0,-3-2 56,-5-2-56,-6-1 247,-6 0-146,-4-2 201,-4-4-190,-3-2-56,-2-2 23,-1-4-79,0 6-291,0 0-292,0 6 261,0 2 1,0 0 0</inkml:trace>
  <inkml:trace contextRef="#ctx0" brushRef="#br0" timeOffset="27102">17799 1890 5868,'4'0'112,"0"0"168,-4 0 112,6-11-201,-4 6-191,5-6-23,-6 9 46,-1 2 10,3 3 1,0 2 111,3 8-133,-1 0 44,0 3-45,-1-4 45,0 2-45,0-2-11,1 3 0,0-3 0,-2 6 11,1 0 46,1 4-57,0-5 11,-1-3 11,0-3-10,0-4-12,0 0 0,-2-2 33,0-1-66,-2-1 33,0-1 0,1 0-34,-1 1 11,1 0 23,-1 1-11,0 1 56,0 0-90,0 1-78,0-2-572,2 0 158,1-2 537,3-1 0,-2-1 0,-1 0 0</inkml:trace>
  <inkml:trace contextRef="#ctx0" brushRef="#br0" timeOffset="28148">17835 1851 5902,'3'1'67,"0"0"-33,-3-1 134,1 0-56,1 0-112,0 0 44,0 0 12,1 0 0,2 0-56,3 0 0,12 5-11,10 5 11,0 3 0,1 1 23,-10-1-23,-3-2 0,0 2-34,2 5 56,-4-3-22,2 5 12,-7-6 21,1 0 46,-3 0 10,2 0-66,-4-2 10,2 1-44,-5-1 45,0 2-34,-3-3 11,-1 0-11,0-4 0,0-1 0,0-1-11,0 0 44,0-1-55,0 5 22,0-3 11,-2 5-11,0-4 0,-3 2-11,1-2 67,-4 2-56,1-1-11,-4 5 11,1-3 0,-1 1 22,2-3-33,-1-1 11,3 0-56,1-4 56,1-1 11,3-2 34,-3 0-45,0 0 0,-3-6-23,-2-2-77,-2-4 55,0-2 0,-9-1-45,-1 3-78,0 1-134,4 7 302,11 3 0,3 1 0,3 0 0</inkml:trace>
  <inkml:trace contextRef="#ctx0" brushRef="#br0" timeOffset="28802">18473 2257 8333,'-4'1'291,"2"0"79,2-1-2521,-4 2 2151,1-1 0,-1 1 0,3-2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1T08:36:02.372"/>
    </inkml:context>
    <inkml:brush xml:id="br0">
      <inkml:brushProperty name="width" value="0.09071" units="cm"/>
      <inkml:brushProperty name="height" value="0.09071" units="cm"/>
      <inkml:brushProperty name="color" value="#FF0000"/>
    </inkml:brush>
  </inkml:definitions>
  <inkml:trace contextRef="#ctx0" brushRef="#br0">8804 1932 7482,'4'0'0,"-1"1"11,-1 2 45,0 2-45,6 1-33,-3 0 44,1 0-22,-3-3 0,-1-1 45,-1-2-56,3 2 11,7 3 89,20 3 1,22 5-34,-1-2-62,-23-5 1,0-1 5,9 4 0,-1-1-34,1 1 79,17 4-17,-23-7 0,0 0-28,0-1 0,0 0 0,-2-1 0,-2 0 0,5-1 45,-12-1 33,-10-1 191,-7-1-124,-4 0-33,-7 0-112,-1 0 0,-6 0-44,4 0-136,4 0 158,3 0-56,3 3-426,5 15-1401,22 10 1905,-1-3 0,4-4 0,-14-18 0</inkml:trace>
  <inkml:trace contextRef="#ctx0" brushRef="#br0" timeOffset="6566">10842 1195 6081,'1'-6'538,"0"2"-113,-1 4-425,2-3 56,-1 2 0,1-2 11,-1 3-67,0 0 0,-1 3 0,2 3-22,0 10 22,1 3 34,1 6-34,0-6 0,0 1-23,0-5 46,0 1-23,0 2 0,0-1 34,-1 0-57,0-3 23,-1-1 0,-1-5-45,1-2 45,-2-2 0,1-3 0,-1 4 0,1-2 0,-1 5 34,2 4-34,-2-1 0,2 1 34,-2-2-68,1-1 34,0 0 0,0 0-12,0-3 12,0 2 0,0-3 46,0 2-69,0-3 23,1 1 0,-2 1-11,2 3 11,-1 1 34,0 4-34,0-3 0,0-1-34,-1-2 45,2-1-11,-1 1 0,0-1 34,1 1-68,-2-1 34,1 1 0,-1 0-23,0 0 46,0 0-23,0 2 0,0 0 11,0 6-11,1 1-11,-1 5 11,1-5 0,-1-3 0,0-5-34,0 0 34,0-2 0,0 1-11,0 0 33,0 4-22,0-2 46,0 3-46,0-4 0,0-1 0,0 0 11,0 1-11,1-1 56,-1-1-56,1-3 0,-1-2 22,0-2-761,1 2 739,-13-14 0,9 10 0,-9-10 0</inkml:trace>
  <inkml:trace contextRef="#ctx0" brushRef="#br0" timeOffset="7948">10521 1286 7134,'3'0'919,"1"0"-729,-4 0-145,2-2-45,-1 1 0,1-2-56,-1 2 34,1 0 22,1 0 0,5 1-34,9-1 34,11 1 0,10 0 0,-6-1 0,3 1 0,1 0 0,1 0 22,-2-1 1,0 0-35,-3 0 1,-4 1 11,4-2 0,-4 0-11,-7 0 34,-6 1-23,-5 0 0,-6 1 44,-1-1-77,0-1 33,6 0 0,2 0-34,7 1 34,2 0 0,3 0 0,1 1 11,7-1-11,1 1-22,8 0 22,-12 0 0,-2 0 67,-13 0-67,-4 0 0,-2 0 56,-4 0-56,2-3-11,0 0 67,2-3-90,0 0 34,-1 0 0,-1 2-44,-1 0 10,-1 2-548,-2 1-158,0 1 527,3 4 213,5 5 0,-4-3 0,1 2 0</inkml:trace>
  <inkml:trace contextRef="#ctx0" brushRef="#br0" timeOffset="9133">10621 1990 7223,'0'-18'91,"0"5"-69,0 13 79,0 0-101,2 0 112,16 0-79,21 0 1,-10-1 0,3 2-34,-2-1 0,1 0 0,1 1 0,-2 0 33,18 1 1,-1 0-23,1 0-11,-3 1 90,-5-2-34,3 2-45,-18-3 78,0 1-55,-16-1-23,-2 0 34,-1 0 45,4 0-57,2 0 23,3 0-56,-4 0 0,-1 0 11,-4-1-11,0 0 0,-1 0 23,-1-1-12,0 1-11,0-1 0,2-1 78,1 1-78,-2-2 0,-1 1 12,-1 0 55,-2 1-878,0 1 1,-1 0 0</inkml:trace>
  <inkml:trace contextRef="#ctx0" brushRef="#br0" timeOffset="10135">11648 1790 5947,'-4'-3'425,"2"0"-246,2 3-44,-2-5-23,1 2-45,0-3 213,1 4-246,0 0-34,0 1-68,0-2-55,0-5 56,3-3 67,2-4-22,2-1 66,0-1-44,-3 2 168,0 4-156,-3 4 77,0 4-324,-1 2 201,0 8 12,0 9 22,0 2 0,0 6 45,0-6-45,0-1 0,0 1-11,-1 6 11,-5 1-12,0-1 46,-3-2-34,1-7 0,1-1 11,0 2-33,1 5 33,2 1 34,2 5-45,2-10 22,0-1-44,0-10 22,0-1 0,0-2-23,0-1-201,0-1-728,-2 0 952,-3-3 0,2 1 0,-1-2 0</inkml:trace>
  <inkml:trace contextRef="#ctx0" brushRef="#br0" timeOffset="10982">11745 1705 6003,'0'-5'78,"0"0"538,0 5-605,0 12-11,2 1 34,1 6-34,2-3 0,1-5 0,1-1-23,0 2 68,6 7-45,5 6 11,-1-3-11,1 0 0,-6-9-11,-1 1 45,0-2-34,-1 0 0,0-1 22,-1 0-22,2 1 0,-1-1 56,3 2-45,1-4 57,2-1-24,1 0-10,1 0-45,0 1 78,-8-5-67,-1 0 168,-9-4 930,0 0-2700,1-2 1602,0-1 0,-1 0 0,0 1 0</inkml:trace>
  <inkml:trace contextRef="#ctx0" brushRef="#br0" timeOffset="11851">12158 1799 5835,'-1'4'123,"0"0"-56,1-4-67,-7 26 90,3-15-68,-4 19-11,5-21 0,1-2 45,0 0-56,1 0 0,-1-1 0,1 2 0,-2 0 45,0 7-11,0 0-57,-1-1 23,2-5-11,-1-5 22,2-2-11,0-1 0,1 1 45,0 0-34,-1 2-11,-1 2 0,0 0 34,0 2-34,0-4 0,1-1 45,0 0-45,0 0-23,1 1 57,0 0-34,0-1 22,0 0 12,0-3-773,6 0 739,1 0 0,0 0 0,-1 0 0</inkml:trace>
  <inkml:trace contextRef="#ctx0" brushRef="#br0" timeOffset="12617">12477 1753 6159,'1'7'90,"0"-1"-68,-1-6-66,0 0 44,2 2 44,-1 2-32,2 1 10,-1-1 12,0 1 33,0 0-45,-1 4 23,2 7-23,-3-4-10,3 5-12,-1-5 22,0 0-22,1 1 0,-1 0 0,0 2 22,3 10-10,2 4 32,0-1-32,2 0-12,-3-12 0,0 0-12,0-3 35,0 4-1,-2-5-55,-1-2 33,-2-5-23,-1-4-11,0-1 1,0 0-1</inkml:trace>
  <inkml:trace contextRef="#ctx0" brushRef="#br0" timeOffset="14200">12547 1631 5801,'2'8'347,"0"-2"-268,-2-6-35,0 0-44,0 3-33,0 0 22,0 3-124,0-2 124,0 1 11,0-2 0,0-1-34,0 0 34,0-1 0,0 1 34,0 1-45,0 1 11,-1-1 0,-2 1 0,1-3 0,-2 2 0,3-3 22,0 2-33,0-1 11,0 1 0,-1-1 0,1 1 896,0-2-795,4 1-146,22 3 45,0 2 0,19 4 0,-8 1 22,-1 2-33,-1 0 11,-2 1 0,-3-1-67,2 4 67,-12-6-11,-1 1-34,-9-5 34,-5-3 11,0 0-23,-3-2 46,0 6 10,2 7-55,0 0 22,2 6 0,-1-5-11,0 1 11,0-1 0,-1-1 0,0 0 22,-1 3-22,0 0-22,0-2 22,0-4 0,-1-6 0,0-3 22,-1-1-44,0 0 78,-3 0-34,-6 1-22,-5 1 34,-7-2 11,1-1-12,3-1-33,2 0 11,6 0 68,-1 0-79,5 0 112,-1 0-112,2 0 135,2 0-68,-1 0-45,0 0 113,1 0-124,-3-4 11,-1-4-44,-8-4-23,-4 0-22,-9-1 56,-5 3 11,-5 0 0,-3 0 22,-11-3-22,18 5-45,-2 0 34,23 6-112,6 2 78,4 0-179,2 0 145,0 5-111,9 10-303,3 6-89,4 1 582,1-6 0,-11-11 0,0-2 0</inkml:trace>
  <inkml:trace contextRef="#ctx0" brushRef="#br0" timeOffset="15581">13097 1809 6339,'5'-4'358,"-2"0"-425,-3 4-12,0-1 102,3 15 33,1-1-56,1 9 22,1-5-33,-2-4 11,0 2-11,1 5 11,-2-3 0,1 3 22,-1-5-22,0-1 0,2 4 0,0-2-22,2 2 55,-1-1-33,1-4 23,-1 0-34,-2-7 11,-1 0 0,-2-5 235,-1 0-246,6-1 89,2 0-44,8 0-34,3 0 11,4 0 22,-1 0-21,-1 0-12,-5-1 0,-2-3-12,-3-1 57,-1-4-45,-3 0 0,-2-1 23,0 1-35,-2 0 35,2 0 78,-2 1-101,1 1 0,-1 3 67,0 0-100,-1 1 33,2-2 0,0-1 0,1-2 33,5-6-33,-2-4-33,1 0 33,-3-2 0,-4 5 33,0 1 1,-2-2-34,1-8 0,-1 2 0,0-1 0,0 8 45,0 8 0,0 3-45,0 1-546,0 1 1,0 1 0</inkml:trace>
  <inkml:trace contextRef="#ctx0" brushRef="#br0" timeOffset="17168">13994 1873 6182,'-2'-5'190,"0"0"-156,2 5-34,-25-7-23,8 4 23,-22-7 0,17 8-44,1 0 21,9 1 1,2 1-1,7 0 35,0 0-12,0 0 11,-3 0 11,0 0-22,-3 0 23,-4 5-57,2-2 34,-2 5-11,8-3 11,0 1 0,3 4 0,-1 2 0,2-1 0,-1 1-23,2-6 46,0 2-23,0-1 0,0 1 22,0-3-22,0 4 11,0-4-33,0 1 67,0-3 44,1 0 57,3-1-146,2 2 112,4-2-78,13 3 10,4 0-44,2-1 0,-3 0 34,-12-2-45,-2 1 11,-2 0 0,0 2-34,1 1 34,4 3 23,-1 1-35,0 1 12,-3-2 0,-3-4 0,-1 0 23,-1-1-23,0-1 11,1 0-11,-1 0 0,2-1-34,-2 2 57,0-1-23,0 2 0,0-1 45,2 1-45,0-1 0,3 0-23,8 2 46,-5-2-23,5 2 0,-10-3 22,-3-2-44,-2 1 22,-3-2-23,0 1 23,-1 1 0,0 0 0,0 1 0,-1 3 0,-2-3 79,-3 1-91,-1-1 12,-4-1 0,1-1 0,-2 1 34,0-2-34,-5 1 56,0-1-56,-2 0 0,2 0-22,1 0 44,-2 0-22,-2 0 0,-2 0 45,0-2-79,-6-2 34,10 0-33,-4-2-12,9 4 45,-1 0-11,0 0 11,1 2-23,2-1 23,1 1-22,6 0 22,0 0 56,4 0-79,-3-2 46,-10-2-23,0-2 33,-9-1-33,7 1 0,1 0 0,4 1-44,2 0 21,3 3-436,3 1 459,11 1 0,-6 0 0,6 0 0</inkml:trace>
  <inkml:trace contextRef="#ctx0" brushRef="#br0" timeOffset="17949">14435 1942 6686,'2'-2'-90,"0"0"45,-2 2 79,0 8 0,0 7-34,2 4 0,-1 4 0,3-5-12,-2 0 24,1 0-12,-1 5 33,0-4-33,0 0 11,-1-7 34,1-5-22,-1 0-23,0 0 0,1 1 67,-2-2-90,1 4 23,-1-5 0,0 3 0,0-6 0,1 1-11,-1-1 56,1 1-56,-1 0-124,0 3-223,0 2 145,0-2-145,0 1 358,0-4 0,0-2 0,0-1 0</inkml:trace>
  <inkml:trace contextRef="#ctx0" brushRef="#br0" timeOffset="18600">14060 1795 5835,'-4'3'100,"0"0"57,4-3-123,14 5-12,-7-1-22,17 3 34,-3-2-23,0-1 0,5 1 79,-4-1-79,4 3 11,3-1 34,4 1 0,3 0-22,16 2 0,-1 1-29,-21-5 1,-1 0-6,11 2 67,-10-3 101,-18-2 449,-3-1-494,-6-1-123,-1-2 0,-2-2-23,0-1 12,0 0-67,0 2-673,0 1 751,1 2 0,2 0 0</inkml:trace>
  <inkml:trace contextRef="#ctx0" brushRef="#br0" timeOffset="19281">14772 1940 6227,'17'32'336,"-4"-6"-202,2 2-100,-8-12 10,4 5-21,-9-13-46,2 0 23,-4-5 0,1-3-11,-1 3 11,0 0 0,0 5 34,1 4-34,-1 3 0,1 10 56,1 1-45,0-3-11,2-6 34,-1-10-12,0-4 0,-2-1-111,1-2-886,-2-6 975,1-1 0,-1 0 0,0 2 0</inkml:trace>
  <inkml:trace contextRef="#ctx0" brushRef="#br0" timeOffset="20265">14790 1873 6887,'23'-1'23,"7"0"-34,-7 1 11,3 2-34,-1 2 56,-9 3-22,-1 1 0,-1 0 23,-2 2-57,1-2 34,1 6-67,-2-2 67,-2 2 0,-4-1-67,-5-6 67,0 1-67,-1-3 44,-1 1 34,-23 1-11,1-1 34,-21 1-34,8-4 0,2 0 0,5-1-34,6 1 23,4-1 11,4 5-78,6 0 67,4 2 11,4 0-34,5 0 68,4 0-34,6 0 33,11 1-55,-1-3 22,-2-1 78,-9-4 12,-10-2 111,-2 0-245,0 2-1,1 1 67,4 3-22,2 3 0,3 0 34,1 2-57,1 0 23,2 1 0,7 3 34,-1-1-12,-2-2 1,-6-6 55,-7-4-78,-3-2 0,0 0-11,0-1-67,-1-3-202,0-3-359,-1 0 639,-1-1 0,0 6 0,0 0 0</inkml:trace>
  <inkml:trace contextRef="#ctx0" brushRef="#br0" timeOffset="21069">15159 1882 6731,'37'-40'683,"-7"9"-470,-27 28-179,-2 2-79,0 1 23,7 0 22,1 3 22,9 4-44,0 3 55,3 4-33,-1 0 34,15 7-68,6 2 34,1 0-11,-1-1 45,-16-9-34,-4-1 0,-7-3 11,-3-1-22,-5-3 11,-2-2-45,-1-2 45,-2 1 0,0-1-11,0 1 22,0 0-56,1 1-101,0 0-325,4 4 471,1 2 0,-2-3 0,-2-1 0</inkml:trace>
  <inkml:trace contextRef="#ctx0" brushRef="#br0" timeOffset="21748">15761 1892 6619,'1'-7'56,"0"2"-146,-1 5 90,0 0 0,0 4 11,0 3 23,0 5-34,0 5 45,0-4-68,0 5 23,0-7 0,-2 1-22,-3-1 44,-2 3-22,-4-1 45,-7 8-45,-4 2 0,1 1 0,1-3 22,9-6-22,1-1 0,1-2 12,2 0-24,0-3 12,0 4 12,-2 1-12,-1-1 0,1 0 33,2-4-55,0 0 22,1 1 0,1 2 33,0 1-33,2-1 45,2-3-34,1-2-11,0-1-33,0-1 10,0 1-346,1-1 369,11-1 0,-8-2 0,9-1 0</inkml:trace>
  <inkml:trace contextRef="#ctx0" brushRef="#br0" timeOffset="24116">16844 1481 6910,'-10'-11'190,"-8"-2"-223,-4-1 33,-10-2 0,-1 3 67,-4 0-78,-2 1 11,3 1 0,4 2-56,-2 2 56,12 4-34,-1 1 0,11 2-10,3 0 44,2 0-79,-3 1-22,0 8 124,-3 6-12,2 3-11,3 1 0,3-6 11,2-1-11,0 1 0,1 1-11,1 2 45,0 13-34,1-3 0,5 9 33,3-9-22,6 0-11,1-2 56,8 8-56,0-4-11,2 5 34,-7-11-23,-5-3 0,-5-6 0,1 0 0,3 0 0,1-2 22,5 1 23,13 1-45,-6-2 0,9-2 45,-12-3-45,-3-2 0,-1 0 0,-3 0 0,0 1 0,8 1 0,3 2 0,1 0 0,-4 0 0,-6-3-12,1 2 12,4 1 0,3 3-22,4 0-112,14 8 111,-14-6-10,4 5-1,-20-9-44,-6-3 10,-4-2-10,-2-2 78,-1 0 11,0 1-11,0-1 0,0 2-33,0-1 89,0 0-56,0 1 0,0 0 0,0 0 22,-6 3 0,1-2-22,-7 3 56,0-3-44,-2-1-12,-2-1 22,-9 1 0,-3-3 23,-3 1-45,7-2 0,7 0 34,6 0-57,-1 0 23,-5 0 0,-4-1-11,-4-3 78,-2 0-67,-2-4 0,0 0-11,1 0 0,0 1 11,4 0 0,1 2 11,-3 0-11,3-1 11,0 0-11,9 1 0,5 2-33,4 3 66,-2 0-33,-3 0-89,-2 0 55,3 0-55,2 0 66,4 0-10,1 2 44,0 1-11,-2 3 0,-1 1 56,-14 2-56,-5-2 22,-1-1-11,4-4-22,15-2-683,4 0 694,18 0 0,-12 0 0,12 0 0</inkml:trace>
  <inkml:trace contextRef="#ctx0" brushRef="#br0" timeOffset="25248">17282 1793 5879,'0'-9'325,"0"3"-280,0 6-56,0 0 112,3 3 11,6 9 89,7 7-134,0 2-22,2 0-34,-7-9 90,-1 0-90,-2-2-11,0 0 34,-3 1 33,2 0-67,-3 1 11,1 2 57,0 2-46,-1-1-22,2 4 0,-1 0 45,6 10-45,3-2 33,0 3-33,-2-11 0,-6-7-11,-3-8 34,-2-2-259,0-1 1,-1-1 0</inkml:trace>
  <inkml:trace contextRef="#ctx0" brushRef="#br0" timeOffset="26066">17075 1732 6260,'16'12'11,"-2"-2"1,-9-7-1,0 1-11,0 0 0,0 0 56,-2-2-90,0 1 34,-1 0 0,1-1 11,1 2 23,2-1-34,0 2 45,4 1 44,9 3-33,4 1 68,14 3-57,-3-2 11,4-2-22,-4-2-56,1-2 0,1 0 0,-2 0 0,-3-2 56,-5-2-56,-6-1 247,-6 0-146,-4-2 201,-4-4-190,-3-2-56,-2-2 23,-1-4-79,0 6-291,0 0-292,0 6 261,0 2 1,0 0 0</inkml:trace>
  <inkml:trace contextRef="#ctx0" brushRef="#br0" timeOffset="27102">17799 1890 5868,'4'0'112,"0"0"168,-4 0 112,6-11-201,-4 6-191,5-6-23,-6 9 46,-1 2 10,3 3 1,0 2 111,3 8-133,-1 0 44,0 3-45,-1-4 45,0 2-45,0-2-11,1 3 0,0-3 0,-2 6 11,1 0 46,1 4-57,0-5 11,-1-3 11,0-3-10,0-4-12,0 0 0,-2-2 33,0-1-66,-2-1 33,0-1 0,1 0-34,-1 1 11,1 0 23,-1 1-11,0 1 56,0 0-90,0 1-78,0-2-572,2 0 158,1-2 537,3-1 0,-2-1 0,-1 0 0</inkml:trace>
  <inkml:trace contextRef="#ctx0" brushRef="#br0" timeOffset="28148">17835 1851 5902,'3'1'67,"0"0"-33,-3-1 134,1 0-56,1 0-112,0 0 44,0 0 12,1 0 0,2 0-56,3 0 0,12 5-11,10 5 11,0 3 0,1 1 23,-10-1-23,-3-2 0,0 2-34,2 5 56,-4-3-22,2 5 12,-7-6 21,1 0 46,-3 0 10,2 0-66,-4-2 10,2 1-44,-5-1 45,0 2-34,-3-3 11,-1 0-11,0-4 0,0-1 0,0-1-11,0 0 44,0-1-55,0 5 22,0-3 11,-2 5-11,0-4 0,-3 2-11,1-2 67,-4 2-56,1-1-11,-4 5 11,1-3 0,-1 1 22,2-3-33,-1-1 11,3 0-56,1-4 56,1-1 11,3-2 34,-3 0-45,0 0 0,-3-6-23,-2-2-77,-2-4 55,0-2 0,-9-1-45,-1 3-78,0 1-134,4 7 302,11 3 0,3 1 0,3 0 0</inkml:trace>
  <inkml:trace contextRef="#ctx0" brushRef="#br0" timeOffset="28802">18473 2257 8333,'-4'1'291,"2"0"79,2-1-2521,-4 2 2151,1-1 0,-1 1 0,3-2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1T08:36:02.372"/>
    </inkml:context>
    <inkml:brush xml:id="br0">
      <inkml:brushProperty name="width" value="0.09071" units="cm"/>
      <inkml:brushProperty name="height" value="0.09071" units="cm"/>
      <inkml:brushProperty name="color" value="#FF0000"/>
    </inkml:brush>
  </inkml:definitions>
  <inkml:trace contextRef="#ctx0" brushRef="#br0">8804 1932 7482,'4'0'0,"-1"1"11,-1 2 45,0 2-45,6 1-33,-3 0 44,1 0-22,-3-3 0,-1-1 45,-1-2-56,3 2 11,7 3 89,20 3 1,22 5-34,-1-2-62,-23-5 1,0-1 5,9 4 0,-1-1-34,1 1 79,17 4-17,-23-7 0,0 0-28,0-1 0,0 0 0,-2-1 0,-2 0 0,5-1 45,-12-1 33,-10-1 191,-7-1-124,-4 0-33,-7 0-112,-1 0 0,-6 0-44,4 0-136,4 0 158,3 0-56,3 3-426,5 15-1401,22 10 1905,-1-3 0,4-4 0,-14-18 0</inkml:trace>
  <inkml:trace contextRef="#ctx0" brushRef="#br0" timeOffset="6566">10842 1195 6081,'1'-6'538,"0"2"-113,-1 4-425,2-3 56,-1 2 0,1-2 11,-1 3-67,0 0 0,-1 3 0,2 3-22,0 10 22,1 3 34,1 6-34,0-6 0,0 1-23,0-5 46,0 1-23,0 2 0,0-1 34,-1 0-57,0-3 23,-1-1 0,-1-5-45,1-2 45,-2-2 0,1-3 0,-1 4 0,1-2 0,-1 5 34,2 4-34,-2-1 0,2 1 34,-2-2-68,1-1 34,0 0 0,0 0-12,0-3 12,0 2 0,0-3 46,0 2-69,0-3 23,1 1 0,-2 1-11,2 3 11,-1 1 34,0 4-34,0-3 0,0-1-34,-1-2 45,2-1-11,-1 1 0,0-1 34,1 1-68,-2-1 34,1 1 0,-1 0-23,0 0 46,0 0-23,0 2 0,0 0 11,0 6-11,1 1-11,-1 5 11,1-5 0,-1-3 0,0-5-34,0 0 34,0-2 0,0 1-11,0 0 33,0 4-22,0-2 46,0 3-46,0-4 0,0-1 0,0 0 11,0 1-11,1-1 56,-1-1-56,1-3 0,-1-2 22,0-2-761,1 2 739,-13-14 0,9 10 0,-9-10 0</inkml:trace>
  <inkml:trace contextRef="#ctx0" brushRef="#br0" timeOffset="7948">10521 1286 7134,'3'0'919,"1"0"-729,-4 0-145,2-2-45,-1 1 0,1-2-56,-1 2 34,1 0 22,1 0 0,5 1-34,9-1 34,11 1 0,10 0 0,-6-1 0,3 1 0,1 0 0,1 0 22,-2-1 1,0 0-35,-3 0 1,-4 1 11,4-2 0,-4 0-11,-7 0 34,-6 1-23,-5 0 0,-6 1 44,-1-1-77,0-1 33,6 0 0,2 0-34,7 1 34,2 0 0,3 0 0,1 1 11,7-1-11,1 1-22,8 0 22,-12 0 0,-2 0 67,-13 0-67,-4 0 0,-2 0 56,-4 0-56,2-3-11,0 0 67,2-3-90,0 0 34,-1 0 0,-1 2-44,-1 0 10,-1 2-548,-2 1-158,0 1 527,3 4 213,5 5 0,-4-3 0,1 2 0</inkml:trace>
  <inkml:trace contextRef="#ctx0" brushRef="#br0" timeOffset="9133">10621 1990 7223,'0'-18'91,"0"5"-69,0 13 79,0 0-101,2 0 112,16 0-79,21 0 1,-10-1 0,3 2-34,-2-1 0,1 0 0,1 1 0,-2 0 33,18 1 1,-1 0-23,1 0-11,-3 1 90,-5-2-34,3 2-45,-18-3 78,0 1-55,-16-1-23,-2 0 34,-1 0 45,4 0-57,2 0 23,3 0-56,-4 0 0,-1 0 11,-4-1-11,0 0 0,-1 0 23,-1-1-12,0 1-11,0-1 0,2-1 78,1 1-78,-2-2 0,-1 1 12,-1 0 55,-2 1-878,0 1 1,-1 0 0</inkml:trace>
  <inkml:trace contextRef="#ctx0" brushRef="#br0" timeOffset="10135">11648 1790 5947,'-4'-3'425,"2"0"-246,2 3-44,-2-5-23,1 2-45,0-3 213,1 4-246,0 0-34,0 1-68,0-2-55,0-5 56,3-3 67,2-4-22,2-1 66,0-1-44,-3 2 168,0 4-156,-3 4 77,0 4-324,-1 2 201,0 8 12,0 9 22,0 2 0,0 6 45,0-6-45,0-1 0,0 1-11,-1 6 11,-5 1-12,0-1 46,-3-2-34,1-7 0,1-1 11,0 2-33,1 5 33,2 1 34,2 5-45,2-10 22,0-1-44,0-10 22,0-1 0,0-2-23,0-1-201,0-1-728,-2 0 952,-3-3 0,2 1 0,-1-2 0</inkml:trace>
  <inkml:trace contextRef="#ctx0" brushRef="#br0" timeOffset="10982">11745 1705 6003,'0'-5'78,"0"0"538,0 5-605,0 12-11,2 1 34,1 6-34,2-3 0,1-5 0,1-1-23,0 2 68,6 7-45,5 6 11,-1-3-11,1 0 0,-6-9-11,-1 1 45,0-2-34,-1 0 0,0-1 22,-1 0-22,2 1 0,-1-1 56,3 2-45,1-4 57,2-1-24,1 0-10,1 0-45,0 1 78,-8-5-67,-1 0 168,-9-4 930,0 0-2700,1-2 1602,0-1 0,-1 0 0,0 1 0</inkml:trace>
  <inkml:trace contextRef="#ctx0" brushRef="#br0" timeOffset="11851">12158 1799 5835,'-1'4'123,"0"0"-56,1-4-67,-7 26 90,3-15-68,-4 19-11,5-21 0,1-2 45,0 0-56,1 0 0,-1-1 0,1 2 0,-2 0 45,0 7-11,0 0-57,-1-1 23,2-5-11,-1-5 22,2-2-11,0-1 0,1 1 45,0 0-34,-1 2-11,-1 2 0,0 0 34,0 2-34,0-4 0,1-1 45,0 0-45,0 0-23,1 1 57,0 0-34,0-1 22,0 0 12,0-3-773,6 0 739,1 0 0,0 0 0,-1 0 0</inkml:trace>
  <inkml:trace contextRef="#ctx0" brushRef="#br0" timeOffset="12617">12477 1753 6159,'1'7'90,"0"-1"-68,-1-6-66,0 0 44,2 2 44,-1 2-32,2 1 10,-1-1 12,0 1 33,0 0-45,-1 4 23,2 7-23,-3-4-10,3 5-12,-1-5 22,0 0-22,1 1 0,-1 0 0,0 2 22,3 10-10,2 4 32,0-1-32,2 0-12,-3-12 0,0 0-12,0-3 35,0 4-1,-2-5-55,-1-2 33,-2-5-23,-1-4-11,0-1 1,0 0-1</inkml:trace>
  <inkml:trace contextRef="#ctx0" brushRef="#br0" timeOffset="14200">12547 1631 5801,'2'8'347,"0"-2"-268,-2-6-35,0 0-44,0 3-33,0 0 22,0 3-124,0-2 124,0 1 11,0-2 0,0-1-34,0 0 34,0-1 0,0 1 34,0 1-45,0 1 11,-1-1 0,-2 1 0,1-3 0,-2 2 0,3-3 22,0 2-33,0-1 11,0 1 0,-1-1 0,1 1 896,0-2-795,4 1-146,22 3 45,0 2 0,19 4 0,-8 1 22,-1 2-33,-1 0 11,-2 1 0,-3-1-67,2 4 67,-12-6-11,-1 1-34,-9-5 34,-5-3 11,0 0-23,-3-2 46,0 6 10,2 7-55,0 0 22,2 6 0,-1-5-11,0 1 11,0-1 0,-1-1 0,0 0 22,-1 3-22,0 0-22,0-2 22,0-4 0,-1-6 0,0-3 22,-1-1-44,0 0 78,-3 0-34,-6 1-22,-5 1 34,-7-2 11,1-1-12,3-1-33,2 0 11,6 0 68,-1 0-79,5 0 112,-1 0-112,2 0 135,2 0-68,-1 0-45,0 0 113,1 0-124,-3-4 11,-1-4-44,-8-4-23,-4 0-22,-9-1 56,-5 3 11,-5 0 0,-3 0 22,-11-3-22,18 5-45,-2 0 34,23 6-112,6 2 78,4 0-179,2 0 145,0 5-111,9 10-303,3 6-89,4 1 582,1-6 0,-11-11 0,0-2 0</inkml:trace>
  <inkml:trace contextRef="#ctx0" brushRef="#br0" timeOffset="15581">13097 1809 6339,'5'-4'358,"-2"0"-425,-3 4-12,0-1 102,3 15 33,1-1-56,1 9 22,1-5-33,-2-4 11,0 2-11,1 5 11,-2-3 0,1 3 22,-1-5-22,0-1 0,2 4 0,0-2-22,2 2 55,-1-1-33,1-4 23,-1 0-34,-2-7 11,-1 0 0,-2-5 235,-1 0-246,6-1 89,2 0-44,8 0-34,3 0 11,4 0 22,-1 0-21,-1 0-12,-5-1 0,-2-3-12,-3-1 57,-1-4-45,-3 0 0,-2-1 23,0 1-35,-2 0 35,2 0 78,-2 1-101,1 1 0,-1 3 67,0 0-100,-1 1 33,2-2 0,0-1 0,1-2 33,5-6-33,-2-4-33,1 0 33,-3-2 0,-4 5 33,0 1 1,-2-2-34,1-8 0,-1 2 0,0-1 0,0 8 45,0 8 0,0 3-45,0 1-546,0 1 1,0 1 0</inkml:trace>
  <inkml:trace contextRef="#ctx0" brushRef="#br0" timeOffset="17168">13994 1873 6182,'-2'-5'190,"0"0"-156,2 5-34,-25-7-23,8 4 23,-22-7 0,17 8-44,1 0 21,9 1 1,2 1-1,7 0 35,0 0-12,0 0 11,-3 0 11,0 0-22,-3 0 23,-4 5-57,2-2 34,-2 5-11,8-3 11,0 1 0,3 4 0,-1 2 0,2-1 0,-1 1-23,2-6 46,0 2-23,0-1 0,0 1 22,0-3-22,0 4 11,0-4-33,0 1 67,0-3 44,1 0 57,3-1-146,2 2 112,4-2-78,13 3 10,4 0-44,2-1 0,-3 0 34,-12-2-45,-2 1 11,-2 0 0,0 2-34,1 1 34,4 3 23,-1 1-35,0 1 12,-3-2 0,-3-4 0,-1 0 23,-1-1-23,0-1 11,1 0-11,-1 0 0,2-1-34,-2 2 57,0-1-23,0 2 0,0-1 45,2 1-45,0-1 0,3 0-23,8 2 46,-5-2-23,5 2 0,-10-3 22,-3-2-44,-2 1 22,-3-2-23,0 1 23,-1 1 0,0 0 0,0 1 0,-1 3 0,-2-3 79,-3 1-91,-1-1 12,-4-1 0,1-1 0,-2 1 34,0-2-34,-5 1 56,0-1-56,-2 0 0,2 0-22,1 0 44,-2 0-22,-2 0 0,-2 0 45,0-2-79,-6-2 34,10 0-33,-4-2-12,9 4 45,-1 0-11,0 0 11,1 2-23,2-1 23,1 1-22,6 0 22,0 0 56,4 0-79,-3-2 46,-10-2-23,0-2 33,-9-1-33,7 1 0,1 0 0,4 1-44,2 0 21,3 3-436,3 1 459,11 1 0,-6 0 0,6 0 0</inkml:trace>
  <inkml:trace contextRef="#ctx0" brushRef="#br0" timeOffset="17949">14435 1942 6686,'2'-2'-90,"0"0"45,-2 2 79,0 8 0,0 7-34,2 4 0,-1 4 0,3-5-12,-2 0 24,1 0-12,-1 5 33,0-4-33,0 0 11,-1-7 34,1-5-22,-1 0-23,0 0 0,1 1 67,-2-2-90,1 4 23,-1-5 0,0 3 0,0-6 0,1 1-11,-1-1 56,1 1-56,-1 0-124,0 3-223,0 2 145,0-2-145,0 1 358,0-4 0,0-2 0,0-1 0</inkml:trace>
  <inkml:trace contextRef="#ctx0" brushRef="#br0" timeOffset="18600">14060 1795 5835,'-4'3'100,"0"0"57,4-3-123,14 5-12,-7-1-22,17 3 34,-3-2-23,0-1 0,5 1 79,-4-1-79,4 3 11,3-1 34,4 1 0,3 0-22,16 2 0,-1 1-29,-21-5 1,-1 0-6,11 2 67,-10-3 101,-18-2 449,-3-1-494,-6-1-123,-1-2 0,-2-2-23,0-1 12,0 0-67,0 2-673,0 1 751,1 2 0,2 0 0</inkml:trace>
  <inkml:trace contextRef="#ctx0" brushRef="#br0" timeOffset="19281">14772 1940 6227,'17'32'336,"-4"-6"-202,2 2-100,-8-12 10,4 5-21,-9-13-46,2 0 23,-4-5 0,1-3-11,-1 3 11,0 0 0,0 5 34,1 4-34,-1 3 0,1 10 56,1 1-45,0-3-11,2-6 34,-1-10-12,0-4 0,-2-1-111,1-2-886,-2-6 975,1-1 0,-1 0 0,0 2 0</inkml:trace>
  <inkml:trace contextRef="#ctx0" brushRef="#br0" timeOffset="20265">14790 1873 6887,'23'-1'23,"7"0"-34,-7 1 11,3 2-34,-1 2 56,-9 3-22,-1 1 0,-1 0 23,-2 2-57,1-2 34,1 6-67,-2-2 67,-2 2 0,-4-1-67,-5-6 67,0 1-67,-1-3 44,-1 1 34,-23 1-11,1-1 34,-21 1-34,8-4 0,2 0 0,5-1-34,6 1 23,4-1 11,4 5-78,6 0 67,4 2 11,4 0-34,5 0 68,4 0-34,6 0 33,11 1-55,-1-3 22,-2-1 78,-9-4 12,-10-2 111,-2 0-245,0 2-1,1 1 67,4 3-22,2 3 0,3 0 34,1 2-57,1 0 23,2 1 0,7 3 34,-1-1-12,-2-2 1,-6-6 55,-7-4-78,-3-2 0,0 0-11,0-1-67,-1-3-202,0-3-359,-1 0 639,-1-1 0,0 6 0,0 0 0</inkml:trace>
  <inkml:trace contextRef="#ctx0" brushRef="#br0" timeOffset="21069">15159 1882 6731,'37'-40'683,"-7"9"-470,-27 28-179,-2 2-79,0 1 23,7 0 22,1 3 22,9 4-44,0 3 55,3 4-33,-1 0 34,15 7-68,6 2 34,1 0-11,-1-1 45,-16-9-34,-4-1 0,-7-3 11,-3-1-22,-5-3 11,-2-2-45,-1-2 45,-2 1 0,0-1-11,0 1 22,0 0-56,1 1-101,0 0-325,4 4 471,1 2 0,-2-3 0,-2-1 0</inkml:trace>
  <inkml:trace contextRef="#ctx0" brushRef="#br0" timeOffset="21748">15761 1892 6619,'1'-7'56,"0"2"-146,-1 5 90,0 0 0,0 4 11,0 3 23,0 5-34,0 5 45,0-4-68,0 5 23,0-7 0,-2 1-22,-3-1 44,-2 3-22,-4-1 45,-7 8-45,-4 2 0,1 1 0,1-3 22,9-6-22,1-1 0,1-2 12,2 0-24,0-3 12,0 4 12,-2 1-12,-1-1 0,1 0 33,2-4-55,0 0 22,1 1 0,1 2 33,0 1-33,2-1 45,2-3-34,1-2-11,0-1-33,0-1 10,0 1-346,1-1 369,11-1 0,-8-2 0,9-1 0</inkml:trace>
  <inkml:trace contextRef="#ctx0" brushRef="#br0" timeOffset="24116">16844 1481 6910,'-10'-11'190,"-8"-2"-223,-4-1 33,-10-2 0,-1 3 67,-4 0-78,-2 1 11,3 1 0,4 2-56,-2 2 56,12 4-34,-1 1 0,11 2-10,3 0 44,2 0-79,-3 1-22,0 8 124,-3 6-12,2 3-11,3 1 0,3-6 11,2-1-11,0 1 0,1 1-11,1 2 45,0 13-34,1-3 0,5 9 33,3-9-22,6 0-11,1-2 56,8 8-56,0-4-11,2 5 34,-7-11-23,-5-3 0,-5-6 0,1 0 0,3 0 0,1-2 22,5 1 23,13 1-45,-6-2 0,9-2 45,-12-3-45,-3-2 0,-1 0 0,-3 0 0,0 1 0,8 1 0,3 2 0,1 0 0,-4 0 0,-6-3-12,1 2 12,4 1 0,3 3-22,4 0-112,14 8 111,-14-6-10,4 5-1,-20-9-44,-6-3 10,-4-2-10,-2-2 78,-1 0 11,0 1-11,0-1 0,0 2-33,0-1 89,0 0-56,0 1 0,0 0 0,0 0 22,-6 3 0,1-2-22,-7 3 56,0-3-44,-2-1-12,-2-1 22,-9 1 0,-3-3 23,-3 1-45,7-2 0,7 0 34,6 0-57,-1 0 23,-5 0 0,-4-1-11,-4-3 78,-2 0-67,-2-4 0,0 0-11,1 0 0,0 1 11,4 0 0,1 2 11,-3 0-11,3-1 11,0 0-11,9 1 0,5 2-33,4 3 66,-2 0-33,-3 0-89,-2 0 55,3 0-55,2 0 66,4 0-10,1 2 44,0 1-11,-2 3 0,-1 1 56,-14 2-56,-5-2 22,-1-1-11,4-4-22,15-2-683,4 0 694,18 0 0,-12 0 0,12 0 0</inkml:trace>
  <inkml:trace contextRef="#ctx0" brushRef="#br0" timeOffset="25248">17282 1793 5879,'0'-9'325,"0"3"-280,0 6-56,0 0 112,3 3 11,6 9 89,7 7-134,0 2-22,2 0-34,-7-9 90,-1 0-90,-2-2-11,0 0 34,-3 1 33,2 0-67,-3 1 11,1 2 57,0 2-46,-1-1-22,2 4 0,-1 0 45,6 10-45,3-2 33,0 3-33,-2-11 0,-6-7-11,-3-8 34,-2-2-259,0-1 1,-1-1 0</inkml:trace>
  <inkml:trace contextRef="#ctx0" brushRef="#br0" timeOffset="26066">17075 1732 6260,'16'12'11,"-2"-2"1,-9-7-1,0 1-11,0 0 0,0 0 56,-2-2-90,0 1 34,-1 0 0,1-1 11,1 2 23,2-1-34,0 2 45,4 1 44,9 3-33,4 1 68,14 3-57,-3-2 11,4-2-22,-4-2-56,1-2 0,1 0 0,-2 0 0,-3-2 56,-5-2-56,-6-1 247,-6 0-146,-4-2 201,-4-4-190,-3-2-56,-2-2 23,-1-4-79,0 6-291,0 0-292,0 6 261,0 2 1,0 0 0</inkml:trace>
  <inkml:trace contextRef="#ctx0" brushRef="#br0" timeOffset="27102">17799 1890 5868,'4'0'112,"0"0"168,-4 0 112,6-11-201,-4 6-191,5-6-23,-6 9 46,-1 2 10,3 3 1,0 2 111,3 8-133,-1 0 44,0 3-45,-1-4 45,0 2-45,0-2-11,1 3 0,0-3 0,-2 6 11,1 0 46,1 4-57,0-5 11,-1-3 11,0-3-10,0-4-12,0 0 0,-2-2 33,0-1-66,-2-1 33,0-1 0,1 0-34,-1 1 11,1 0 23,-1 1-11,0 1 56,0 0-90,0 1-78,0-2-572,2 0 158,1-2 537,3-1 0,-2-1 0,-1 0 0</inkml:trace>
  <inkml:trace contextRef="#ctx0" brushRef="#br0" timeOffset="28148">17835 1851 5902,'3'1'67,"0"0"-33,-3-1 134,1 0-56,1 0-112,0 0 44,0 0 12,1 0 0,2 0-56,3 0 0,12 5-11,10 5 11,0 3 0,1 1 23,-10-1-23,-3-2 0,0 2-34,2 5 56,-4-3-22,2 5 12,-7-6 21,1 0 46,-3 0 10,2 0-66,-4-2 10,2 1-44,-5-1 45,0 2-34,-3-3 11,-1 0-11,0-4 0,0-1 0,0-1-11,0 0 44,0-1-55,0 5 22,0-3 11,-2 5-11,0-4 0,-3 2-11,1-2 67,-4 2-56,1-1-11,-4 5 11,1-3 0,-1 1 22,2-3-33,-1-1 11,3 0-56,1-4 56,1-1 11,3-2 34,-3 0-45,0 0 0,-3-6-23,-2-2-77,-2-4 55,0-2 0,-9-1-45,-1 3-78,0 1-134,4 7 302,11 3 0,3 1 0,3 0 0</inkml:trace>
  <inkml:trace contextRef="#ctx0" brushRef="#br0" timeOffset="28802">18473 2257 8333,'-4'1'291,"2"0"79,2-1-2521,-4 2 2151,1-1 0,-1 1 0,3-2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1T08:36:02.372"/>
    </inkml:context>
    <inkml:brush xml:id="br0">
      <inkml:brushProperty name="width" value="0.09071" units="cm"/>
      <inkml:brushProperty name="height" value="0.09071" units="cm"/>
      <inkml:brushProperty name="color" value="#FF0000"/>
    </inkml:brush>
  </inkml:definitions>
  <inkml:trace contextRef="#ctx0" brushRef="#br0">8804 1932 7482,'4'0'0,"-1"1"11,-1 2 45,0 2-45,6 1-33,-3 0 44,1 0-22,-3-3 0,-1-1 45,-1-2-56,3 2 11,7 3 89,20 3 1,22 5-34,-1-2-62,-23-5 1,0-1 5,9 4 0,-1-1-34,1 1 79,17 4-17,-23-7 0,0 0-28,0-1 0,0 0 0,-2-1 0,-2 0 0,5-1 45,-12-1 33,-10-1 191,-7-1-124,-4 0-33,-7 0-112,-1 0 0,-6 0-44,4 0-136,4 0 158,3 0-56,3 3-426,5 15-1401,22 10 1905,-1-3 0,4-4 0,-14-18 0</inkml:trace>
  <inkml:trace contextRef="#ctx0" brushRef="#br0" timeOffset="6566">10842 1195 6081,'1'-6'538,"0"2"-113,-1 4-425,2-3 56,-1 2 0,1-2 11,-1 3-67,0 0 0,-1 3 0,2 3-22,0 10 22,1 3 34,1 6-34,0-6 0,0 1-23,0-5 46,0 1-23,0 2 0,0-1 34,-1 0-57,0-3 23,-1-1 0,-1-5-45,1-2 45,-2-2 0,1-3 0,-1 4 0,1-2 0,-1 5 34,2 4-34,-2-1 0,2 1 34,-2-2-68,1-1 34,0 0 0,0 0-12,0-3 12,0 2 0,0-3 46,0 2-69,0-3 23,1 1 0,-2 1-11,2 3 11,-1 1 34,0 4-34,0-3 0,0-1-34,-1-2 45,2-1-11,-1 1 0,0-1 34,1 1-68,-2-1 34,1 1 0,-1 0-23,0 0 46,0 0-23,0 2 0,0 0 11,0 6-11,1 1-11,-1 5 11,1-5 0,-1-3 0,0-5-34,0 0 34,0-2 0,0 1-11,0 0 33,0 4-22,0-2 46,0 3-46,0-4 0,0-1 0,0 0 11,0 1-11,1-1 56,-1-1-56,1-3 0,-1-2 22,0-2-761,1 2 739,-13-14 0,9 10 0,-9-10 0</inkml:trace>
  <inkml:trace contextRef="#ctx0" brushRef="#br0" timeOffset="7948">10521 1286 7134,'3'0'919,"1"0"-729,-4 0-145,2-2-45,-1 1 0,1-2-56,-1 2 34,1 0 22,1 0 0,5 1-34,9-1 34,11 1 0,10 0 0,-6-1 0,3 1 0,1 0 0,1 0 22,-2-1 1,0 0-35,-3 0 1,-4 1 11,4-2 0,-4 0-11,-7 0 34,-6 1-23,-5 0 0,-6 1 44,-1-1-77,0-1 33,6 0 0,2 0-34,7 1 34,2 0 0,3 0 0,1 1 11,7-1-11,1 1-22,8 0 22,-12 0 0,-2 0 67,-13 0-67,-4 0 0,-2 0 56,-4 0-56,2-3-11,0 0 67,2-3-90,0 0 34,-1 0 0,-1 2-44,-1 0 10,-1 2-548,-2 1-158,0 1 527,3 4 213,5 5 0,-4-3 0,1 2 0</inkml:trace>
  <inkml:trace contextRef="#ctx0" brushRef="#br0" timeOffset="9133">10621 1990 7223,'0'-18'91,"0"5"-69,0 13 79,0 0-101,2 0 112,16 0-79,21 0 1,-10-1 0,3 2-34,-2-1 0,1 0 0,1 1 0,-2 0 33,18 1 1,-1 0-23,1 0-11,-3 1 90,-5-2-34,3 2-45,-18-3 78,0 1-55,-16-1-23,-2 0 34,-1 0 45,4 0-57,2 0 23,3 0-56,-4 0 0,-1 0 11,-4-1-11,0 0 0,-1 0 23,-1-1-12,0 1-11,0-1 0,2-1 78,1 1-78,-2-2 0,-1 1 12,-1 0 55,-2 1-878,0 1 1,-1 0 0</inkml:trace>
  <inkml:trace contextRef="#ctx0" brushRef="#br0" timeOffset="10135">11648 1790 5947,'-4'-3'425,"2"0"-246,2 3-44,-2-5-23,1 2-45,0-3 213,1 4-246,0 0-34,0 1-68,0-2-55,0-5 56,3-3 67,2-4-22,2-1 66,0-1-44,-3 2 168,0 4-156,-3 4 77,0 4-324,-1 2 201,0 8 12,0 9 22,0 2 0,0 6 45,0-6-45,0-1 0,0 1-11,-1 6 11,-5 1-12,0-1 46,-3-2-34,1-7 0,1-1 11,0 2-33,1 5 33,2 1 34,2 5-45,2-10 22,0-1-44,0-10 22,0-1 0,0-2-23,0-1-201,0-1-728,-2 0 952,-3-3 0,2 1 0,-1-2 0</inkml:trace>
  <inkml:trace contextRef="#ctx0" brushRef="#br0" timeOffset="10982">11745 1705 6003,'0'-5'78,"0"0"538,0 5-605,0 12-11,2 1 34,1 6-34,2-3 0,1-5 0,1-1-23,0 2 68,6 7-45,5 6 11,-1-3-11,1 0 0,-6-9-11,-1 1 45,0-2-34,-1 0 0,0-1 22,-1 0-22,2 1 0,-1-1 56,3 2-45,1-4 57,2-1-24,1 0-10,1 0-45,0 1 78,-8-5-67,-1 0 168,-9-4 930,0 0-2700,1-2 1602,0-1 0,-1 0 0,0 1 0</inkml:trace>
  <inkml:trace contextRef="#ctx0" brushRef="#br0" timeOffset="11851">12158 1799 5835,'-1'4'123,"0"0"-56,1-4-67,-7 26 90,3-15-68,-4 19-11,5-21 0,1-2 45,0 0-56,1 0 0,-1-1 0,1 2 0,-2 0 45,0 7-11,0 0-57,-1-1 23,2-5-11,-1-5 22,2-2-11,0-1 0,1 1 45,0 0-34,-1 2-11,-1 2 0,0 0 34,0 2-34,0-4 0,1-1 45,0 0-45,0 0-23,1 1 57,0 0-34,0-1 22,0 0 12,0-3-773,6 0 739,1 0 0,0 0 0,-1 0 0</inkml:trace>
  <inkml:trace contextRef="#ctx0" brushRef="#br0" timeOffset="12617">12477 1753 6159,'1'7'90,"0"-1"-68,-1-6-66,0 0 44,2 2 44,-1 2-32,2 1 10,-1-1 12,0 1 33,0 0-45,-1 4 23,2 7-23,-3-4-10,3 5-12,-1-5 22,0 0-22,1 1 0,-1 0 0,0 2 22,3 10-10,2 4 32,0-1-32,2 0-12,-3-12 0,0 0-12,0-3 35,0 4-1,-2-5-55,-1-2 33,-2-5-23,-1-4-11,0-1 1,0 0-1</inkml:trace>
  <inkml:trace contextRef="#ctx0" brushRef="#br0" timeOffset="14200">12547 1631 5801,'2'8'347,"0"-2"-268,-2-6-35,0 0-44,0 3-33,0 0 22,0 3-124,0-2 124,0 1 11,0-2 0,0-1-34,0 0 34,0-1 0,0 1 34,0 1-45,0 1 11,-1-1 0,-2 1 0,1-3 0,-2 2 0,3-3 22,0 2-33,0-1 11,0 1 0,-1-1 0,1 1 896,0-2-795,4 1-146,22 3 45,0 2 0,19 4 0,-8 1 22,-1 2-33,-1 0 11,-2 1 0,-3-1-67,2 4 67,-12-6-11,-1 1-34,-9-5 34,-5-3 11,0 0-23,-3-2 46,0 6 10,2 7-55,0 0 22,2 6 0,-1-5-11,0 1 11,0-1 0,-1-1 0,0 0 22,-1 3-22,0 0-22,0-2 22,0-4 0,-1-6 0,0-3 22,-1-1-44,0 0 78,-3 0-34,-6 1-22,-5 1 34,-7-2 11,1-1-12,3-1-33,2 0 11,6 0 68,-1 0-79,5 0 112,-1 0-112,2 0 135,2 0-68,-1 0-45,0 0 113,1 0-124,-3-4 11,-1-4-44,-8-4-23,-4 0-22,-9-1 56,-5 3 11,-5 0 0,-3 0 22,-11-3-22,18 5-45,-2 0 34,23 6-112,6 2 78,4 0-179,2 0 145,0 5-111,9 10-303,3 6-89,4 1 582,1-6 0,-11-11 0,0-2 0</inkml:trace>
  <inkml:trace contextRef="#ctx0" brushRef="#br0" timeOffset="15581">13097 1809 6339,'5'-4'358,"-2"0"-425,-3 4-12,0-1 102,3 15 33,1-1-56,1 9 22,1-5-33,-2-4 11,0 2-11,1 5 11,-2-3 0,1 3 22,-1-5-22,0-1 0,2 4 0,0-2-22,2 2 55,-1-1-33,1-4 23,-1 0-34,-2-7 11,-1 0 0,-2-5 235,-1 0-246,6-1 89,2 0-44,8 0-34,3 0 11,4 0 22,-1 0-21,-1 0-12,-5-1 0,-2-3-12,-3-1 57,-1-4-45,-3 0 0,-2-1 23,0 1-35,-2 0 35,2 0 78,-2 1-101,1 1 0,-1 3 67,0 0-100,-1 1 33,2-2 0,0-1 0,1-2 33,5-6-33,-2-4-33,1 0 33,-3-2 0,-4 5 33,0 1 1,-2-2-34,1-8 0,-1 2 0,0-1 0,0 8 45,0 8 0,0 3-45,0 1-546,0 1 1,0 1 0</inkml:trace>
  <inkml:trace contextRef="#ctx0" brushRef="#br0" timeOffset="17168">13994 1873 6182,'-2'-5'190,"0"0"-156,2 5-34,-25-7-23,8 4 23,-22-7 0,17 8-44,1 0 21,9 1 1,2 1-1,7 0 35,0 0-12,0 0 11,-3 0 11,0 0-22,-3 0 23,-4 5-57,2-2 34,-2 5-11,8-3 11,0 1 0,3 4 0,-1 2 0,2-1 0,-1 1-23,2-6 46,0 2-23,0-1 0,0 1 22,0-3-22,0 4 11,0-4-33,0 1 67,0-3 44,1 0 57,3-1-146,2 2 112,4-2-78,13 3 10,4 0-44,2-1 0,-3 0 34,-12-2-45,-2 1 11,-2 0 0,0 2-34,1 1 34,4 3 23,-1 1-35,0 1 12,-3-2 0,-3-4 0,-1 0 23,-1-1-23,0-1 11,1 0-11,-1 0 0,2-1-34,-2 2 57,0-1-23,0 2 0,0-1 45,2 1-45,0-1 0,3 0-23,8 2 46,-5-2-23,5 2 0,-10-3 22,-3-2-44,-2 1 22,-3-2-23,0 1 23,-1 1 0,0 0 0,0 1 0,-1 3 0,-2-3 79,-3 1-91,-1-1 12,-4-1 0,1-1 0,-2 1 34,0-2-34,-5 1 56,0-1-56,-2 0 0,2 0-22,1 0 44,-2 0-22,-2 0 0,-2 0 45,0-2-79,-6-2 34,10 0-33,-4-2-12,9 4 45,-1 0-11,0 0 11,1 2-23,2-1 23,1 1-22,6 0 22,0 0 56,4 0-79,-3-2 46,-10-2-23,0-2 33,-9-1-33,7 1 0,1 0 0,4 1-44,2 0 21,3 3-436,3 1 459,11 1 0,-6 0 0,6 0 0</inkml:trace>
  <inkml:trace contextRef="#ctx0" brushRef="#br0" timeOffset="17949">14435 1942 6686,'2'-2'-90,"0"0"45,-2 2 79,0 8 0,0 7-34,2 4 0,-1 4 0,3-5-12,-2 0 24,1 0-12,-1 5 33,0-4-33,0 0 11,-1-7 34,1-5-22,-1 0-23,0 0 0,1 1 67,-2-2-90,1 4 23,-1-5 0,0 3 0,0-6 0,1 1-11,-1-1 56,1 1-56,-1 0-124,0 3-223,0 2 145,0-2-145,0 1 358,0-4 0,0-2 0,0-1 0</inkml:trace>
  <inkml:trace contextRef="#ctx0" brushRef="#br0" timeOffset="18600">14060 1795 5835,'-4'3'100,"0"0"57,4-3-123,14 5-12,-7-1-22,17 3 34,-3-2-23,0-1 0,5 1 79,-4-1-79,4 3 11,3-1 34,4 1 0,3 0-22,16 2 0,-1 1-29,-21-5 1,-1 0-6,11 2 67,-10-3 101,-18-2 449,-3-1-494,-6-1-123,-1-2 0,-2-2-23,0-1 12,0 0-67,0 2-673,0 1 751,1 2 0,2 0 0</inkml:trace>
  <inkml:trace contextRef="#ctx0" brushRef="#br0" timeOffset="19281">14772 1940 6227,'17'32'336,"-4"-6"-202,2 2-100,-8-12 10,4 5-21,-9-13-46,2 0 23,-4-5 0,1-3-11,-1 3 11,0 0 0,0 5 34,1 4-34,-1 3 0,1 10 56,1 1-45,0-3-11,2-6 34,-1-10-12,0-4 0,-2-1-111,1-2-886,-2-6 975,1-1 0,-1 0 0,0 2 0</inkml:trace>
  <inkml:trace contextRef="#ctx0" brushRef="#br0" timeOffset="20265">14790 1873 6887,'23'-1'23,"7"0"-34,-7 1 11,3 2-34,-1 2 56,-9 3-22,-1 1 0,-1 0 23,-2 2-57,1-2 34,1 6-67,-2-2 67,-2 2 0,-4-1-67,-5-6 67,0 1-67,-1-3 44,-1 1 34,-23 1-11,1-1 34,-21 1-34,8-4 0,2 0 0,5-1-34,6 1 23,4-1 11,4 5-78,6 0 67,4 2 11,4 0-34,5 0 68,4 0-34,6 0 33,11 1-55,-1-3 22,-2-1 78,-9-4 12,-10-2 111,-2 0-245,0 2-1,1 1 67,4 3-22,2 3 0,3 0 34,1 2-57,1 0 23,2 1 0,7 3 34,-1-1-12,-2-2 1,-6-6 55,-7-4-78,-3-2 0,0 0-11,0-1-67,-1-3-202,0-3-359,-1 0 639,-1-1 0,0 6 0,0 0 0</inkml:trace>
  <inkml:trace contextRef="#ctx0" brushRef="#br0" timeOffset="21069">15159 1882 6731,'37'-40'683,"-7"9"-470,-27 28-179,-2 2-79,0 1 23,7 0 22,1 3 22,9 4-44,0 3 55,3 4-33,-1 0 34,15 7-68,6 2 34,1 0-11,-1-1 45,-16-9-34,-4-1 0,-7-3 11,-3-1-22,-5-3 11,-2-2-45,-1-2 45,-2 1 0,0-1-11,0 1 22,0 0-56,1 1-101,0 0-325,4 4 471,1 2 0,-2-3 0,-2-1 0</inkml:trace>
  <inkml:trace contextRef="#ctx0" brushRef="#br0" timeOffset="21748">15761 1892 6619,'1'-7'56,"0"2"-146,-1 5 90,0 0 0,0 4 11,0 3 23,0 5-34,0 5 45,0-4-68,0 5 23,0-7 0,-2 1-22,-3-1 44,-2 3-22,-4-1 45,-7 8-45,-4 2 0,1 1 0,1-3 22,9-6-22,1-1 0,1-2 12,2 0-24,0-3 12,0 4 12,-2 1-12,-1-1 0,1 0 33,2-4-55,0 0 22,1 1 0,1 2 33,0 1-33,2-1 45,2-3-34,1-2-11,0-1-33,0-1 10,0 1-346,1-1 369,11-1 0,-8-2 0,9-1 0</inkml:trace>
  <inkml:trace contextRef="#ctx0" brushRef="#br0" timeOffset="24116">16844 1481 6910,'-10'-11'190,"-8"-2"-223,-4-1 33,-10-2 0,-1 3 67,-4 0-78,-2 1 11,3 1 0,4 2-56,-2 2 56,12 4-34,-1 1 0,11 2-10,3 0 44,2 0-79,-3 1-22,0 8 124,-3 6-12,2 3-11,3 1 0,3-6 11,2-1-11,0 1 0,1 1-11,1 2 45,0 13-34,1-3 0,5 9 33,3-9-22,6 0-11,1-2 56,8 8-56,0-4-11,2 5 34,-7-11-23,-5-3 0,-5-6 0,1 0 0,3 0 0,1-2 22,5 1 23,13 1-45,-6-2 0,9-2 45,-12-3-45,-3-2 0,-1 0 0,-3 0 0,0 1 0,8 1 0,3 2 0,1 0 0,-4 0 0,-6-3-12,1 2 12,4 1 0,3 3-22,4 0-112,14 8 111,-14-6-10,4 5-1,-20-9-44,-6-3 10,-4-2-10,-2-2 78,-1 0 11,0 1-11,0-1 0,0 2-33,0-1 89,0 0-56,0 1 0,0 0 0,0 0 22,-6 3 0,1-2-22,-7 3 56,0-3-44,-2-1-12,-2-1 22,-9 1 0,-3-3 23,-3 1-45,7-2 0,7 0 34,6 0-57,-1 0 23,-5 0 0,-4-1-11,-4-3 78,-2 0-67,-2-4 0,0 0-11,1 0 0,0 1 11,4 0 0,1 2 11,-3 0-11,3-1 11,0 0-11,9 1 0,5 2-33,4 3 66,-2 0-33,-3 0-89,-2 0 55,3 0-55,2 0 66,4 0-10,1 2 44,0 1-11,-2 3 0,-1 1 56,-14 2-56,-5-2 22,-1-1-11,4-4-22,15-2-683,4 0 694,18 0 0,-12 0 0,12 0 0</inkml:trace>
  <inkml:trace contextRef="#ctx0" brushRef="#br0" timeOffset="25248">17282 1793 5879,'0'-9'325,"0"3"-280,0 6-56,0 0 112,3 3 11,6 9 89,7 7-134,0 2-22,2 0-34,-7-9 90,-1 0-90,-2-2-11,0 0 34,-3 1 33,2 0-67,-3 1 11,1 2 57,0 2-46,-1-1-22,2 4 0,-1 0 45,6 10-45,3-2 33,0 3-33,-2-11 0,-6-7-11,-3-8 34,-2-2-259,0-1 1,-1-1 0</inkml:trace>
  <inkml:trace contextRef="#ctx0" brushRef="#br0" timeOffset="26066">17075 1732 6260,'16'12'11,"-2"-2"1,-9-7-1,0 1-11,0 0 0,0 0 56,-2-2-90,0 1 34,-1 0 0,1-1 11,1 2 23,2-1-34,0 2 45,4 1 44,9 3-33,4 1 68,14 3-57,-3-2 11,4-2-22,-4-2-56,1-2 0,1 0 0,-2 0 0,-3-2 56,-5-2-56,-6-1 247,-6 0-146,-4-2 201,-4-4-190,-3-2-56,-2-2 23,-1-4-79,0 6-291,0 0-292,0 6 261,0 2 1,0 0 0</inkml:trace>
  <inkml:trace contextRef="#ctx0" brushRef="#br0" timeOffset="27102">17799 1890 5868,'4'0'112,"0"0"168,-4 0 112,6-11-201,-4 6-191,5-6-23,-6 9 46,-1 2 10,3 3 1,0 2 111,3 8-133,-1 0 44,0 3-45,-1-4 45,0 2-45,0-2-11,1 3 0,0-3 0,-2 6 11,1 0 46,1 4-57,0-5 11,-1-3 11,0-3-10,0-4-12,0 0 0,-2-2 33,0-1-66,-2-1 33,0-1 0,1 0-34,-1 1 11,1 0 23,-1 1-11,0 1 56,0 0-90,0 1-78,0-2-572,2 0 158,1-2 537,3-1 0,-2-1 0,-1 0 0</inkml:trace>
  <inkml:trace contextRef="#ctx0" brushRef="#br0" timeOffset="28148">17835 1851 5902,'3'1'67,"0"0"-33,-3-1 134,1 0-56,1 0-112,0 0 44,0 0 12,1 0 0,2 0-56,3 0 0,12 5-11,10 5 11,0 3 0,1 1 23,-10-1-23,-3-2 0,0 2-34,2 5 56,-4-3-22,2 5 12,-7-6 21,1 0 46,-3 0 10,2 0-66,-4-2 10,2 1-44,-5-1 45,0 2-34,-3-3 11,-1 0-11,0-4 0,0-1 0,0-1-11,0 0 44,0-1-55,0 5 22,0-3 11,-2 5-11,0-4 0,-3 2-11,1-2 67,-4 2-56,1-1-11,-4 5 11,1-3 0,-1 1 22,2-3-33,-1-1 11,3 0-56,1-4 56,1-1 11,3-2 34,-3 0-45,0 0 0,-3-6-23,-2-2-77,-2-4 55,0-2 0,-9-1-45,-1 3-78,0 1-134,4 7 302,11 3 0,3 1 0,3 0 0</inkml:trace>
  <inkml:trace contextRef="#ctx0" brushRef="#br0" timeOffset="28802">18473 2257 8333,'-4'1'291,"2"0"79,2-1-2521,-4 2 2151,1-1 0,-1 1 0,3-2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1T08:36:02.372"/>
    </inkml:context>
    <inkml:brush xml:id="br0">
      <inkml:brushProperty name="width" value="0.09071" units="cm"/>
      <inkml:brushProperty name="height" value="0.09071" units="cm"/>
      <inkml:brushProperty name="color" value="#FF0000"/>
    </inkml:brush>
  </inkml:definitions>
  <inkml:trace contextRef="#ctx0" brushRef="#br0">8804 1932 7482,'4'0'0,"-1"1"11,-1 2 45,0 2-45,6 1-33,-3 0 44,1 0-22,-3-3 0,-1-1 45,-1-2-56,3 2 11,7 3 89,20 3 1,22 5-34,-1-2-62,-23-5 1,0-1 5,9 4 0,-1-1-34,1 1 79,17 4-17,-23-7 0,0 0-28,0-1 0,0 0 0,-2-1 0,-2 0 0,5-1 45,-12-1 33,-10-1 191,-7-1-124,-4 0-33,-7 0-112,-1 0 0,-6 0-44,4 0-136,4 0 158,3 0-56,3 3-426,5 15-1401,22 10 1905,-1-3 0,4-4 0,-14-18 0</inkml:trace>
  <inkml:trace contextRef="#ctx0" brushRef="#br0" timeOffset="6566">10842 1195 6081,'1'-6'538,"0"2"-113,-1 4-425,2-3 56,-1 2 0,1-2 11,-1 3-67,0 0 0,-1 3 0,2 3-22,0 10 22,1 3 34,1 6-34,0-6 0,0 1-23,0-5 46,0 1-23,0 2 0,0-1 34,-1 0-57,0-3 23,-1-1 0,-1-5-45,1-2 45,-2-2 0,1-3 0,-1 4 0,1-2 0,-1 5 34,2 4-34,-2-1 0,2 1 34,-2-2-68,1-1 34,0 0 0,0 0-12,0-3 12,0 2 0,0-3 46,0 2-69,0-3 23,1 1 0,-2 1-11,2 3 11,-1 1 34,0 4-34,0-3 0,0-1-34,-1-2 45,2-1-11,-1 1 0,0-1 34,1 1-68,-2-1 34,1 1 0,-1 0-23,0 0 46,0 0-23,0 2 0,0 0 11,0 6-11,1 1-11,-1 5 11,1-5 0,-1-3 0,0-5-34,0 0 34,0-2 0,0 1-11,0 0 33,0 4-22,0-2 46,0 3-46,0-4 0,0-1 0,0 0 11,0 1-11,1-1 56,-1-1-56,1-3 0,-1-2 22,0-2-761,1 2 739,-13-14 0,9 10 0,-9-10 0</inkml:trace>
  <inkml:trace contextRef="#ctx0" brushRef="#br0" timeOffset="7948">10521 1286 7134,'3'0'919,"1"0"-729,-4 0-145,2-2-45,-1 1 0,1-2-56,-1 2 34,1 0 22,1 0 0,5 1-34,9-1 34,11 1 0,10 0 0,-6-1 0,3 1 0,1 0 0,1 0 22,-2-1 1,0 0-35,-3 0 1,-4 1 11,4-2 0,-4 0-11,-7 0 34,-6 1-23,-5 0 0,-6 1 44,-1-1-77,0-1 33,6 0 0,2 0-34,7 1 34,2 0 0,3 0 0,1 1 11,7-1-11,1 1-22,8 0 22,-12 0 0,-2 0 67,-13 0-67,-4 0 0,-2 0 56,-4 0-56,2-3-11,0 0 67,2-3-90,0 0 34,-1 0 0,-1 2-44,-1 0 10,-1 2-548,-2 1-158,0 1 527,3 4 213,5 5 0,-4-3 0,1 2 0</inkml:trace>
  <inkml:trace contextRef="#ctx0" brushRef="#br0" timeOffset="9133">10621 1990 7223,'0'-18'91,"0"5"-69,0 13 79,0 0-101,2 0 112,16 0-79,21 0 1,-10-1 0,3 2-34,-2-1 0,1 0 0,1 1 0,-2 0 33,18 1 1,-1 0-23,1 0-11,-3 1 90,-5-2-34,3 2-45,-18-3 78,0 1-55,-16-1-23,-2 0 34,-1 0 45,4 0-57,2 0 23,3 0-56,-4 0 0,-1 0 11,-4-1-11,0 0 0,-1 0 23,-1-1-12,0 1-11,0-1 0,2-1 78,1 1-78,-2-2 0,-1 1 12,-1 0 55,-2 1-878,0 1 1,-1 0 0</inkml:trace>
  <inkml:trace contextRef="#ctx0" brushRef="#br0" timeOffset="10135">11648 1790 5947,'-4'-3'425,"2"0"-246,2 3-44,-2-5-23,1 2-45,0-3 213,1 4-246,0 0-34,0 1-68,0-2-55,0-5 56,3-3 67,2-4-22,2-1 66,0-1-44,-3 2 168,0 4-156,-3 4 77,0 4-324,-1 2 201,0 8 12,0 9 22,0 2 0,0 6 45,0-6-45,0-1 0,0 1-11,-1 6 11,-5 1-12,0-1 46,-3-2-34,1-7 0,1-1 11,0 2-33,1 5 33,2 1 34,2 5-45,2-10 22,0-1-44,0-10 22,0-1 0,0-2-23,0-1-201,0-1-728,-2 0 952,-3-3 0,2 1 0,-1-2 0</inkml:trace>
  <inkml:trace contextRef="#ctx0" brushRef="#br0" timeOffset="10982">11745 1705 6003,'0'-5'78,"0"0"538,0 5-605,0 12-11,2 1 34,1 6-34,2-3 0,1-5 0,1-1-23,0 2 68,6 7-45,5 6 11,-1-3-11,1 0 0,-6-9-11,-1 1 45,0-2-34,-1 0 0,0-1 22,-1 0-22,2 1 0,-1-1 56,3 2-45,1-4 57,2-1-24,1 0-10,1 0-45,0 1 78,-8-5-67,-1 0 168,-9-4 930,0 0-2700,1-2 1602,0-1 0,-1 0 0,0 1 0</inkml:trace>
  <inkml:trace contextRef="#ctx0" brushRef="#br0" timeOffset="11851">12158 1799 5835,'-1'4'123,"0"0"-56,1-4-67,-7 26 90,3-15-68,-4 19-11,5-21 0,1-2 45,0 0-56,1 0 0,-1-1 0,1 2 0,-2 0 45,0 7-11,0 0-57,-1-1 23,2-5-11,-1-5 22,2-2-11,0-1 0,1 1 45,0 0-34,-1 2-11,-1 2 0,0 0 34,0 2-34,0-4 0,1-1 45,0 0-45,0 0-23,1 1 57,0 0-34,0-1 22,0 0 12,0-3-773,6 0 739,1 0 0,0 0 0,-1 0 0</inkml:trace>
  <inkml:trace contextRef="#ctx0" brushRef="#br0" timeOffset="12617">12477 1753 6159,'1'7'90,"0"-1"-68,-1-6-66,0 0 44,2 2 44,-1 2-32,2 1 10,-1-1 12,0 1 33,0 0-45,-1 4 23,2 7-23,-3-4-10,3 5-12,-1-5 22,0 0-22,1 1 0,-1 0 0,0 2 22,3 10-10,2 4 32,0-1-32,2 0-12,-3-12 0,0 0-12,0-3 35,0 4-1,-2-5-55,-1-2 33,-2-5-23,-1-4-11,0-1 1,0 0-1</inkml:trace>
  <inkml:trace contextRef="#ctx0" brushRef="#br0" timeOffset="14200">12547 1631 5801,'2'8'347,"0"-2"-268,-2-6-35,0 0-44,0 3-33,0 0 22,0 3-124,0-2 124,0 1 11,0-2 0,0-1-34,0 0 34,0-1 0,0 1 34,0 1-45,0 1 11,-1-1 0,-2 1 0,1-3 0,-2 2 0,3-3 22,0 2-33,0-1 11,0 1 0,-1-1 0,1 1 896,0-2-795,4 1-146,22 3 45,0 2 0,19 4 0,-8 1 22,-1 2-33,-1 0 11,-2 1 0,-3-1-67,2 4 67,-12-6-11,-1 1-34,-9-5 34,-5-3 11,0 0-23,-3-2 46,0 6 10,2 7-55,0 0 22,2 6 0,-1-5-11,0 1 11,0-1 0,-1-1 0,0 0 22,-1 3-22,0 0-22,0-2 22,0-4 0,-1-6 0,0-3 22,-1-1-44,0 0 78,-3 0-34,-6 1-22,-5 1 34,-7-2 11,1-1-12,3-1-33,2 0 11,6 0 68,-1 0-79,5 0 112,-1 0-112,2 0 135,2 0-68,-1 0-45,0 0 113,1 0-124,-3-4 11,-1-4-44,-8-4-23,-4 0-22,-9-1 56,-5 3 11,-5 0 0,-3 0 22,-11-3-22,18 5-45,-2 0 34,23 6-112,6 2 78,4 0-179,2 0 145,0 5-111,9 10-303,3 6-89,4 1 582,1-6 0,-11-11 0,0-2 0</inkml:trace>
  <inkml:trace contextRef="#ctx0" brushRef="#br0" timeOffset="15581">13097 1809 6339,'5'-4'358,"-2"0"-425,-3 4-12,0-1 102,3 15 33,1-1-56,1 9 22,1-5-33,-2-4 11,0 2-11,1 5 11,-2-3 0,1 3 22,-1-5-22,0-1 0,2 4 0,0-2-22,2 2 55,-1-1-33,1-4 23,-1 0-34,-2-7 11,-1 0 0,-2-5 235,-1 0-246,6-1 89,2 0-44,8 0-34,3 0 11,4 0 22,-1 0-21,-1 0-12,-5-1 0,-2-3-12,-3-1 57,-1-4-45,-3 0 0,-2-1 23,0 1-35,-2 0 35,2 0 78,-2 1-101,1 1 0,-1 3 67,0 0-100,-1 1 33,2-2 0,0-1 0,1-2 33,5-6-33,-2-4-33,1 0 33,-3-2 0,-4 5 33,0 1 1,-2-2-34,1-8 0,-1 2 0,0-1 0,0 8 45,0 8 0,0 3-45,0 1-546,0 1 1,0 1 0</inkml:trace>
  <inkml:trace contextRef="#ctx0" brushRef="#br0" timeOffset="17168">13994 1873 6182,'-2'-5'190,"0"0"-156,2 5-34,-25-7-23,8 4 23,-22-7 0,17 8-44,1 0 21,9 1 1,2 1-1,7 0 35,0 0-12,0 0 11,-3 0 11,0 0-22,-3 0 23,-4 5-57,2-2 34,-2 5-11,8-3 11,0 1 0,3 4 0,-1 2 0,2-1 0,-1 1-23,2-6 46,0 2-23,0-1 0,0 1 22,0-3-22,0 4 11,0-4-33,0 1 67,0-3 44,1 0 57,3-1-146,2 2 112,4-2-78,13 3 10,4 0-44,2-1 0,-3 0 34,-12-2-45,-2 1 11,-2 0 0,0 2-34,1 1 34,4 3 23,-1 1-35,0 1 12,-3-2 0,-3-4 0,-1 0 23,-1-1-23,0-1 11,1 0-11,-1 0 0,2-1-34,-2 2 57,0-1-23,0 2 0,0-1 45,2 1-45,0-1 0,3 0-23,8 2 46,-5-2-23,5 2 0,-10-3 22,-3-2-44,-2 1 22,-3-2-23,0 1 23,-1 1 0,0 0 0,0 1 0,-1 3 0,-2-3 79,-3 1-91,-1-1 12,-4-1 0,1-1 0,-2 1 34,0-2-34,-5 1 56,0-1-56,-2 0 0,2 0-22,1 0 44,-2 0-22,-2 0 0,-2 0 45,0-2-79,-6-2 34,10 0-33,-4-2-12,9 4 45,-1 0-11,0 0 11,1 2-23,2-1 23,1 1-22,6 0 22,0 0 56,4 0-79,-3-2 46,-10-2-23,0-2 33,-9-1-33,7 1 0,1 0 0,4 1-44,2 0 21,3 3-436,3 1 459,11 1 0,-6 0 0,6 0 0</inkml:trace>
  <inkml:trace contextRef="#ctx0" brushRef="#br0" timeOffset="17949">14435 1942 6686,'2'-2'-90,"0"0"45,-2 2 79,0 8 0,0 7-34,2 4 0,-1 4 0,3-5-12,-2 0 24,1 0-12,-1 5 33,0-4-33,0 0 11,-1-7 34,1-5-22,-1 0-23,0 0 0,1 1 67,-2-2-90,1 4 23,-1-5 0,0 3 0,0-6 0,1 1-11,-1-1 56,1 1-56,-1 0-124,0 3-223,0 2 145,0-2-145,0 1 358,0-4 0,0-2 0,0-1 0</inkml:trace>
  <inkml:trace contextRef="#ctx0" brushRef="#br0" timeOffset="18600">14060 1795 5835,'-4'3'100,"0"0"57,4-3-123,14 5-12,-7-1-22,17 3 34,-3-2-23,0-1 0,5 1 79,-4-1-79,4 3 11,3-1 34,4 1 0,3 0-22,16 2 0,-1 1-29,-21-5 1,-1 0-6,11 2 67,-10-3 101,-18-2 449,-3-1-494,-6-1-123,-1-2 0,-2-2-23,0-1 12,0 0-67,0 2-673,0 1 751,1 2 0,2 0 0</inkml:trace>
  <inkml:trace contextRef="#ctx0" brushRef="#br0" timeOffset="19281">14772 1940 6227,'17'32'336,"-4"-6"-202,2 2-100,-8-12 10,4 5-21,-9-13-46,2 0 23,-4-5 0,1-3-11,-1 3 11,0 0 0,0 5 34,1 4-34,-1 3 0,1 10 56,1 1-45,0-3-11,2-6 34,-1-10-12,0-4 0,-2-1-111,1-2-886,-2-6 975,1-1 0,-1 0 0,0 2 0</inkml:trace>
  <inkml:trace contextRef="#ctx0" brushRef="#br0" timeOffset="20265">14790 1873 6887,'23'-1'23,"7"0"-34,-7 1 11,3 2-34,-1 2 56,-9 3-22,-1 1 0,-1 0 23,-2 2-57,1-2 34,1 6-67,-2-2 67,-2 2 0,-4-1-67,-5-6 67,0 1-67,-1-3 44,-1 1 34,-23 1-11,1-1 34,-21 1-34,8-4 0,2 0 0,5-1-34,6 1 23,4-1 11,4 5-78,6 0 67,4 2 11,4 0-34,5 0 68,4 0-34,6 0 33,11 1-55,-1-3 22,-2-1 78,-9-4 12,-10-2 111,-2 0-245,0 2-1,1 1 67,4 3-22,2 3 0,3 0 34,1 2-57,1 0 23,2 1 0,7 3 34,-1-1-12,-2-2 1,-6-6 55,-7-4-78,-3-2 0,0 0-11,0-1-67,-1-3-202,0-3-359,-1 0 639,-1-1 0,0 6 0,0 0 0</inkml:trace>
  <inkml:trace contextRef="#ctx0" brushRef="#br0" timeOffset="21069">15159 1882 6731,'37'-40'683,"-7"9"-470,-27 28-179,-2 2-79,0 1 23,7 0 22,1 3 22,9 4-44,0 3 55,3 4-33,-1 0 34,15 7-68,6 2 34,1 0-11,-1-1 45,-16-9-34,-4-1 0,-7-3 11,-3-1-22,-5-3 11,-2-2-45,-1-2 45,-2 1 0,0-1-11,0 1 22,0 0-56,1 1-101,0 0-325,4 4 471,1 2 0,-2-3 0,-2-1 0</inkml:trace>
  <inkml:trace contextRef="#ctx0" brushRef="#br0" timeOffset="21748">15761 1892 6619,'1'-7'56,"0"2"-146,-1 5 90,0 0 0,0 4 11,0 3 23,0 5-34,0 5 45,0-4-68,0 5 23,0-7 0,-2 1-22,-3-1 44,-2 3-22,-4-1 45,-7 8-45,-4 2 0,1 1 0,1-3 22,9-6-22,1-1 0,1-2 12,2 0-24,0-3 12,0 4 12,-2 1-12,-1-1 0,1 0 33,2-4-55,0 0 22,1 1 0,1 2 33,0 1-33,2-1 45,2-3-34,1-2-11,0-1-33,0-1 10,0 1-346,1-1 369,11-1 0,-8-2 0,9-1 0</inkml:trace>
  <inkml:trace contextRef="#ctx0" brushRef="#br0" timeOffset="24116">16844 1481 6910,'-10'-11'190,"-8"-2"-223,-4-1 33,-10-2 0,-1 3 67,-4 0-78,-2 1 11,3 1 0,4 2-56,-2 2 56,12 4-34,-1 1 0,11 2-10,3 0 44,2 0-79,-3 1-22,0 8 124,-3 6-12,2 3-11,3 1 0,3-6 11,2-1-11,0 1 0,1 1-11,1 2 45,0 13-34,1-3 0,5 9 33,3-9-22,6 0-11,1-2 56,8 8-56,0-4-11,2 5 34,-7-11-23,-5-3 0,-5-6 0,1 0 0,3 0 0,1-2 22,5 1 23,13 1-45,-6-2 0,9-2 45,-12-3-45,-3-2 0,-1 0 0,-3 0 0,0 1 0,8 1 0,3 2 0,1 0 0,-4 0 0,-6-3-12,1 2 12,4 1 0,3 3-22,4 0-112,14 8 111,-14-6-10,4 5-1,-20-9-44,-6-3 10,-4-2-10,-2-2 78,-1 0 11,0 1-11,0-1 0,0 2-33,0-1 89,0 0-56,0 1 0,0 0 0,0 0 22,-6 3 0,1-2-22,-7 3 56,0-3-44,-2-1-12,-2-1 22,-9 1 0,-3-3 23,-3 1-45,7-2 0,7 0 34,6 0-57,-1 0 23,-5 0 0,-4-1-11,-4-3 78,-2 0-67,-2-4 0,0 0-11,1 0 0,0 1 11,4 0 0,1 2 11,-3 0-11,3-1 11,0 0-11,9 1 0,5 2-33,4 3 66,-2 0-33,-3 0-89,-2 0 55,3 0-55,2 0 66,4 0-10,1 2 44,0 1-11,-2 3 0,-1 1 56,-14 2-56,-5-2 22,-1-1-11,4-4-22,15-2-683,4 0 694,18 0 0,-12 0 0,12 0 0</inkml:trace>
  <inkml:trace contextRef="#ctx0" brushRef="#br0" timeOffset="25248">17282 1793 5879,'0'-9'325,"0"3"-280,0 6-56,0 0 112,3 3 11,6 9 89,7 7-134,0 2-22,2 0-34,-7-9 90,-1 0-90,-2-2-11,0 0 34,-3 1 33,2 0-67,-3 1 11,1 2 57,0 2-46,-1-1-22,2 4 0,-1 0 45,6 10-45,3-2 33,0 3-33,-2-11 0,-6-7-11,-3-8 34,-2-2-259,0-1 1,-1-1 0</inkml:trace>
  <inkml:trace contextRef="#ctx0" brushRef="#br0" timeOffset="26066">17075 1732 6260,'16'12'11,"-2"-2"1,-9-7-1,0 1-11,0 0 0,0 0 56,-2-2-90,0 1 34,-1 0 0,1-1 11,1 2 23,2-1-34,0 2 45,4 1 44,9 3-33,4 1 68,14 3-57,-3-2 11,4-2-22,-4-2-56,1-2 0,1 0 0,-2 0 0,-3-2 56,-5-2-56,-6-1 247,-6 0-146,-4-2 201,-4-4-190,-3-2-56,-2-2 23,-1-4-79,0 6-291,0 0-292,0 6 261,0 2 1,0 0 0</inkml:trace>
  <inkml:trace contextRef="#ctx0" brushRef="#br0" timeOffset="27102">17799 1890 5868,'4'0'112,"0"0"168,-4 0 112,6-11-201,-4 6-191,5-6-23,-6 9 46,-1 2 10,3 3 1,0 2 111,3 8-133,-1 0 44,0 3-45,-1-4 45,0 2-45,0-2-11,1 3 0,0-3 0,-2 6 11,1 0 46,1 4-57,0-5 11,-1-3 11,0-3-10,0-4-12,0 0 0,-2-2 33,0-1-66,-2-1 33,0-1 0,1 0-34,-1 1 11,1 0 23,-1 1-11,0 1 56,0 0-90,0 1-78,0-2-572,2 0 158,1-2 537,3-1 0,-2-1 0,-1 0 0</inkml:trace>
  <inkml:trace contextRef="#ctx0" brushRef="#br0" timeOffset="28148">17835 1851 5902,'3'1'67,"0"0"-33,-3-1 134,1 0-56,1 0-112,0 0 44,0 0 12,1 0 0,2 0-56,3 0 0,12 5-11,10 5 11,0 3 0,1 1 23,-10-1-23,-3-2 0,0 2-34,2 5 56,-4-3-22,2 5 12,-7-6 21,1 0 46,-3 0 10,2 0-66,-4-2 10,2 1-44,-5-1 45,0 2-34,-3-3 11,-1 0-11,0-4 0,0-1 0,0-1-11,0 0 44,0-1-55,0 5 22,0-3 11,-2 5-11,0-4 0,-3 2-11,1-2 67,-4 2-56,1-1-11,-4 5 11,1-3 0,-1 1 22,2-3-33,-1-1 11,3 0-56,1-4 56,1-1 11,3-2 34,-3 0-45,0 0 0,-3-6-23,-2-2-77,-2-4 55,0-2 0,-9-1-45,-1 3-78,0 1-134,4 7 302,11 3 0,3 1 0,3 0 0</inkml:trace>
  <inkml:trace contextRef="#ctx0" brushRef="#br0" timeOffset="28802">18473 2257 8333,'-4'1'291,"2"0"79,2-1-2521,-4 2 2151,1-1 0,-1 1 0,3-2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1T09:05:58.171"/>
    </inkml:context>
    <inkml:brush xml:id="br0">
      <inkml:brushProperty name="width" value="0.09071" units="cm"/>
      <inkml:brushProperty name="height" value="0.09071" units="cm"/>
      <inkml:brushProperty name="color" value="#FF0000"/>
    </inkml:brush>
  </inkml:definitions>
  <inkml:trace contextRef="#ctx0" brushRef="#br0">6910 2535 6126,'5'-7'325,"-2"2"-258,-3 5-22,0 0-45,0-5-79,0 4 34,0-4 1,1 5 21,1 0 23,-1 0 11,2 0-33,-2 0 22,0 0 0,1 4-11,-1 2 11,1 5 0,1 3 11,0 4-11,3 5 0,-1 1 0,3 3-11,0 0 11,-1 0 22,2 0-22,-3-1 0,2 10-33,-4-11 33,1 5-34,-4-11 34,0-5 0,-1 1 0,1-2 0,1 3 22,1 2-33,2 0 11,0 1 0,1-1 11,1-1-11,0-1 0,0-1 0,-1-2 12,-1-1-12,-2-3 11,1 0 22,-3-6-33,1 1-67,-2-4 67,1-5 0,-1 4 0,1-3 0</inkml:trace>
  <inkml:trace contextRef="#ctx0" brushRef="#br0" timeOffset="667">7028 2535 5767,'-8'-1'-6,"2"0"1,6 1-1,0 0 1</inkml:trace>
  <inkml:trace contextRef="#ctx0" brushRef="#br0" timeOffset="801">7014 2533 5734,'0'0'0</inkml:trace>
  <inkml:trace contextRef="#ctx0" brushRef="#br0" timeOffset="2832">6884 2562 5935,'-10'1'280,"2"0"-156,8-1 66,0 0-190,4-2-11,-2 1 11,8-5 0,-2 3-11,6-4 11,14-3-23,-3 2 23,12-4 0,-9 5-11,0 0 45,-1 2-34,-1 0 0,-4-1-12,-3 3 12,-5 0-22,-5 2 0,-4 0 10,-2 1-10,-1 0 22,1 0 0,2 0 0,4 0 11,11 0 0,-2 0-22,5 0 22,-7 1-44,-3 0 33,-1 1 0,-2 0-11,-1 0 11,-2 1-12,0-1 12,-1 2-22,0 0 22,1 2 0,0 0-11,2 1-23,-2-1 23,1 0 11,-3-2-22,-1 1 55,0-2-33,-1 2-22,1-2-1,-2 0 23,-1-1 0,0 1 0,-1-1 12,0 1-24,0-1 12,0 0-22,0 0 11,0 0 0,0 0 11,0 0 11,0 2 11,0 0-44,-2 1 22,-2 2 0,-1 0 22,-5 4-22,3-4-22,-1 4 44,1-4-22,4-1 0,-1-1 0,2-2 0,-1-1 0,-2 0 0,-3 3 0,-3 2 23,-4 2-12,-1 4-11,-1-3-23,1 3 23,4-5 12,2-1-12,5-3 0,1-1 0,3-1 44,0-2-44,-1 1 0,-1 2-22,-2-1 22,-2 2 11,2-1 12,-1 0-35,4-1 12,-1 0 0,2-2 0,-2 2 0,1-1 0,-1 1 0,0-1 12,1 0 10,-1-1-22,2 0-11,-1 1 11,0 1 0,-4 1 0,-1 2 11,-3 0 0,-1 0 0,1-1-11,2-1 68,2-1-24,3-1 203,2 0-79,0-1-135,-2 0-55,-1 0 22,-1 0-11,0 0 11,-3 0-23,0 0 23,-1 0 0,1 0 0,1 0 23,3 0-23,0 0 0,2 0 560,1 0-560,7 0 0,1 0 12,7 0 21,-2 0-44,-1 0 11,2 0 0,-4 0 0,0 0-34,-5 0 46,-1 0-12,2 0 0,0 0 0,3 1 0,0 2 0,4 1 0,0 1 0,1 1 22,-1-1-33,-3 0 11,1-2 0,-2 0 11,-1-2-11,0 2-11,0-1-12,0 4 12,4 0 11,-1 2-134,12 3 123,-7-2-57,7 2 68,-10-5-34,2 1 34,-6-2-11,3 1 11,-4-1-11,0-1-12,0 2 23,0 0 0,-1 0-11,1-1 11,0 0 0,-1-1 0,-1-1-11,-1 0 11,-1-2-11,1 2 0,-2-1 11,1 2-23,0-2 23,-1 1-33,0-1 33,0 0 0,0 0 0,0-1 33,0 1-395,0-2 0,-2 1 0</inkml:trace>
  <inkml:trace contextRef="#ctx0" brushRef="#br0" timeOffset="4016">7799 2452 6126,'0'12'22,"0"-1"-22,0-2 11,0 1-11,0 1 0,0 1 0,0 1 34,0 2-34,0 0 0,0 2 0,0-1 0,2 1 22,0 0-22,2-2 12,2 5-1,-1 1-11,1-1 0,-2-2 11,-1-5-11,-1-1 0,2 0 11,-1-1-11,0-1 0,-1 0 0,-1-2-22,1-1 33,-1-3-11,0-1 0,1-2-11,-2 0-90,1 4-112,-1 3 157,0 3 56,0 2 0,0-8 0,0 1 0</inkml:trace>
  <inkml:trace contextRef="#ctx0" brushRef="#br0" timeOffset="4882">7568 2492 5801,'5'0'224,"-2"0"-246,-3 0-12,5-2 45,-1 1-11,5 0 0,-4 1 23,3 0-23,-1 0 0,2 0 11,0 0-11,2 0 11,1 0-11,3 0 0,5 0-11,4-1 33,5-1-22,2 0 0,3-1 11,0-1-11,14-3 0,-13 0-11,8-2 22,-17 2 12,-5-1-23,-3-1 0,-8 2 11,-3 1 0,-4 1 124,-2 2-57,0 1-246,-1 1 0,0 1 0</inkml:trace>
  <inkml:trace contextRef="#ctx0" brushRef="#br0" timeOffset="5750">8561 2641 6103,'5'4'-11,"-2"-2"-67,-3-2-68,6-20 146,-4 15 0,4-15 0,-6 20 0</inkml:trace>
  <inkml:trace contextRef="#ctx0" brushRef="#br0" timeOffset="6003">8569 2647 6081,'0'0'0</inkml:trace>
  <inkml:trace contextRef="#ctx0" brushRef="#br0" timeOffset="7015">8208 2392 5868,'8'2'370,"-2"0"-404,-6-2-33,0 0 45,0 4 22,1 0 0,0 4 22,2 1-11,1 2 23,0 1-34,2 0 0,-2 1 0,2-1 0,-2 1 0,2-2 0,-1 2 11,1-1 0,-1 1-11,1 0-11,-2-1 11,1 0 0,-1 0 0,-1-1-45,1 1 45,-2-2 0,0 0 0,0-1 11,-2 1-11,2 3 12,0 0-24,0 2 35,2-1-12,-2-2-11,1-2 11,-1-1-11,0-3 11,-1-2-11,1-1 0,-2-1-22,1-1-23,-1 2 45,0-2 23,0 2-12,0-2 0,0 1-11,0 2 11,0 0-11,0 0 0,1-1 11,0-1 1,0 0-1,1-1-11,-2 0 213,1 1-213,0-6-12,-1-6-637,1-18 649,-3 3 0,2 1 0,-2 13 0</inkml:trace>
  <inkml:trace contextRef="#ctx0" brushRef="#br0" timeOffset="8583">8176 2390 5891,'0'-5'145,"0"2"-134,0 3 135,0-1-124,0-1-22,4-1 12,3 0-1,6 0 0,12-1-11,-1 3 0,8-1 11,9 2-22,2 0 11,0 0 0,-8 0-22,-16 0 22,-5 0 0,-4 0-23,-2 0 23,-3 0 0,1 0-45,-4 0 23,3 1-23,-2 2 45,0 1 34,1 3-12,0-1-22,6 4 0,-2-1 0,4 2 0,-4-2 0,1 0 0,1 3 0,-4-3 0,2 1-67,-6-5 56,0 0-45,-2 0 22,0 0 34,0 2 45,0 3-45,0-1 11,0 3 0,0-4 1,0-1-1,0 2-11,0-3 0,0 1 0,0 2 11,0-2-22,0 2 11,0-3 0,0 0 0,0 1 22,0-1-33,0-1 11,0 1-45,0 0 45,0 1-22,0 1 22,0-2 33,0 1-33,0-1 0,0-1 23,0 1-23,0-1 0,0-2-56,0-1 56,0-1 0,-4 5 22,2-1 12,-5 5-34,2-3 11,-2 1-11,1-2 0,-2 1 45,3-1-45,-3-1 56,2-1-45,-2 1-11,-1 0 22,1 1 1,-7 3-23,5-2 22,-5 1-22,0-3 0,5-3 0,-5-1 0,6-1 0,2 0 11,1 0 1,1 0 21,1 0-33,0 0 0,1 0 11,-2 0-11,0 0 0,0 0 0,-4 0 0,3 0 0,-2 0 0,2 0-33,0 0 55,1 0-22,0 0 23,1 0-23,2 0 0,-1 0-98,3 0 1,-1 0 0</inkml:trace>
  <inkml:trace contextRef="#ctx0" brushRef="#br0" timeOffset="9567">8846 2299 6204,'4'0'79,"0"0"-79,0 0 11,4 0-34,6-3 46,5-1-23,7-5 0,3 0 22,3-1-44,-1 0 22,-1 2 0,-4-1 0,-4 1 0,-6 2 0,-5 2 33,-5 0-77,-2 2-68,-2-1-34,-1 3 1,-1 0-1</inkml:trace>
  <inkml:trace contextRef="#ctx0" brushRef="#br0" timeOffset="10067">8818 2494 5734,'0'0'0</inkml:trace>
  <inkml:trace contextRef="#ctx0" brushRef="#br0" timeOffset="10365">8818 2494 5835,'44'-6'-9,"-1"0"1,1 0-1,15-2 1,-9 2 8,-22 4 0,1 0 22,-14-1 12,-1 0 56,-12 1-68,-1-1-22,-1 0-56,0-1 56,0 0 11,-1 0 0,-1 1-22,-1 1-112,1 1 123,0 0 0,1 1 0,0 0 0</inkml:trace>
  <inkml:trace contextRef="#ctx0" brushRef="#br0" timeOffset="11270">8888 2840 5835,'1'-8'134,"0"2"-100,-1 6 122,0 0-122,2-3 0,-2 1-1,3-2-10,-3 3 55,1 0-89,2 1 0,1-1 22,7-2-11,1-1 33,4 0-66,2 1 33,2-2 0,4 0 33,5-1-10,4-1-23,3 0-23,17-4 23,-14 4 0,9-1 23,-24 5-1,-6 2 202,-8-2 191,-5 0-326,-3-1-89,-2-1 11,0 0-22,0 0 11,0 0-593,0 3 316,0 1 1,0 1 0</inkml:trace>
  <inkml:trace contextRef="#ctx0" brushRef="#br0" timeOffset="12248">9753 2125 6036,'0'38'15,"0"0"0,0-2 0,0-4-4,0-6 0,0 1 1,0-1-12,0-1 11,0-2-11,0-1 0,0-2 0,0-2 11,2-2 11,0 0-22,2-2 0,-1 1 0,1-1 23,-1 1-12,1-2-11,0 1 0,1-3 0,2 0 11,1 0 0,3-2 1,-1 0 10,1-4-201,-3-2 179,-2-6 0,-3 2 0,-2-3 0</inkml:trace>
  <inkml:trace contextRef="#ctx0" brushRef="#br0" timeOffset="17450">9616 2019 5958,'0'-7'291,"0"1"-168,0 6-56,0 0-44,2-2-23,-2 2 11,3-2 34,-1 1-45,3-2 0,3-1-23,9-5 23,7 0 23,1 0-23,5 0 0,-6 4 0,0-1-11,0 2 33,-3 0-22,-3 0 0,-4 1-11,-6 1 11,-4 1-67,-4 1 33,1 0 34,2 0 0,0 0 11,6 6-11,-2-1 0,4 5 11,-2-1 1,-1 0-12,2-1 0,0 3 0,-1 0 0,2 0 0,-3 2 11,1-3-56,-2 2 34,-1-3-12,-1 0 1,-3-1-12,0-1-22,-2-1 56,0 1 12,0 0 21,-3 0-22,-2-1 12,-11 2-12,2-2 34,-6 1-45,7-4 0,1 0 0,2-1 0,2 0 0,1 0 33,-4 2-44,2 0 11,-6 1 0,4-1-11,0 1 11,-1-1 0,2 1 0,0-1-11,2 1-12,2-2 12,3-1 0,1 0-34,2-2 45,0 2 11,-1 0 1,-1 1-12,-1 2 0,-2 1 11,2 0-11,-1-2 0,2-1-11,1-3-90,0 1 134,1 2-21,0-2-1,4 3 0,0-3-11,6 0 22,0 0-10,1 0-12,-1 2 0,2 0 0,-4 2 0,3 0 11,-3 1-11,3 0 11,1 1-11,2 1 0,3-1 0,1 2 0,4-1 11,10 4-11,-4-4-22,7 3 22,-10-6 22,-1 1-22,-1 0 0,-2 1 0,-1 1 0,-1 0 0,-4 0 0,0-2 11,-5-2 1,-2 0-12,-1-2 11,-2 0 0,1-1 0,3 1-11,0-1 34,3 0-34,4 0 0,-4 0 22,0-1-22,-6 0 0,-2 0 0,1 0 11,0 0-22,2 0 0,2 0 11,-1 0-11,0 0 11,0 0 0,-1 0-11,5 0 11,0-2-34,1-1 23,-2-3 0,-3-2 11,-1 1 0,-3-8-12,-3 4 12,-1-4 0,0 5-33,0 0 22,0 1-23,0-3 34,-1 4 11,-2-3-11,-2 4 11,0 1-11,-2-1 0,0 2 0,0 0-33,0 0 33,1 1 11,-2-2 11,1 1-44,-1 0 22,1 1 0,0 2-11,0-1 11,1 1 0,0 0 0,-5 1-23,3 0 23,-4 0 0,2 1-11,-5 0 11,5 0 0,-4 0 11,5 2-44,0 0 33,1 3-45,2-2-101,2 5 146,2-2 34,1 3-34,1-1 34,0 2-34,0 1 0,0 4 22,0-4-22,0 1 11,0-3 0,0-1-11,2 1 0,1-1 0,3 2 45,2-2-34,3 0 12,8 4-12,-1-2 23,8 4-34,-6-4 11,2 0-11,0 0 0,0-1 22,-2-2-22,-2 1 0,-1-3 11,-3 0-11,-2-2 12,0 0 32,-3-2-32,2 0 44,6-1-45,-1 0 11,6 0-22,-4-3 0,1-2-11,0-3 22,1-3-11,-1 0 11,0-1 1,-2 0-1,-1-1-11,-2 0 0,-2-1 0,-4 2 0,-2 0 0,-1-1 0,1 2 0,-2-1-34,1 2 45,-2 1-11,-1-1 0,-1 3 0,0 0 0,0-2 23,-1 2-34,0-3 11,0 3-56,0-3-12,0 0 68,0-2 34,-2-2 0,-2 0-34,-2 0 0,1-1 44,0 2-44,2-1 45,-1 0-45,2 5 0,-1-1-33,0 5 44,1 3-78,1 0-1,0 2 57,-2 0 22,-1 0-11,0 3 0,-1 0-44,0 4 44,0 1-12,1 1-10,0 3 22,1-1 22,0 1-22,3-1 12,0 3-12,0-3 0,0 4 0,0-6 11,0 0-11,0-3 0,2 1 0,2 0 33,4 3-21,0-3 10,1 2-11,2 0-11,-4-2 0,3 2 11,-3-2 1,-1-2-12,-1-1 22,-1 0-11,1-3 23,1 1-23,3-1 0,0-1 34,3 1-45,-1-1 0,-1 0 11,-1 0 23,-4 0-23,-1 0 34,-3 0 11,0 0-56,2 0 0,5 0-11,1 0-12,6 0 23,-5 0-33,-2 1 33,0 1-45,-4 1 22,-1-1 23,0-2-33,-3 0 10,1 2 23,-1 0-22,0 1 11,0-1 11,0 0-11,0-1-34,0 1 34,0-1 11,0 1 0,0 0 22,0 1-11,-1 0 34,-3 2-34,-2 0 34,-3-2-11,-2 2-1,-7-2-22,2 1-11,-5 0 12,6-1-1,0 0-22,5 0-1,-1-1 12,5 0-22,-3 2 11,0 0-12,2 1 12,0-1 11,4 0 0,0 1 23,-1-1-12,-2 2 0,-2-1-11,-3 2 11,-3 0-11,1 0 0,1 1 0,2-1 11,3-3-11,3-1 12,2-1 447,1-2-482,2-4 23,1-1-44,2-2 32,1 2-10,-1 3-56,-1-2 66,1 2-44,1-3 0,1 2 56,2-3-22,1 2 22,1 1 0,-1-1 0,0 1 11,3-2-11,-4 1 0,1 1-45,-5 0 45,2 2-22,-1 0 22,1 1-22,1 0 22,-2 0 0,1 0 0,-1 0-12,0 0 12,2 0 0,0 0 0,3 0-22,0 3 33,3 1-11,2 2 0,2 0 0,3-1 0,1-1 0,3-1 23,-2-3 10,1 0-22,-3 0-11,-3 0 0,-2-1 23,-3-4-23,-2-3 0,-1-3 0,-3-1-23,-1 0 23,-1-1 0,0 1-33,-2 1 22,0 1 11,-2 3 0,0-1-56,0 0 44,0 0 1,0 0-11,-2-7 44,0 3-44,-2-5 22,1 5 0,0 0 11,1 1 11,0 1-22,0 2 0,1 1 12,0 1-12,1 0 0,0 1-12,0 2 1,0-1-34,0 3 45,0-1 90,0 1-45,0 0-191,0-1 146,0 14 11,0-4-11,0 11 0,0-8 23,0-2-23,0 0 0,1 0-11,-1 1-1,2 0 1,-2 1 11,1-1 23,1 5 10,0-3-22,2 4-11,2-5 12,2-1 10,1 0-22,4-1 34,-3-3-23,1 0 22,-2-2-21,-2-2 10,-2-1-22,-2-1 0,-2 0 0,0 0 0,1 0 0,2 0 0,3 0 0,5-2 0,-3-3-11,5-3 11,-5-2-123,1-2 78,0 2-22,-1-2-1,0 2 35,-1-1 44,0 3-11,1-2 11,-3 5 0,0-2-11,-4 2 0,0-1-22,-1 0 33,1-1-11,0 0 0,0-4 0,1 4 0,0-2 11,-1 2-11,1 1-11,0 1 11,-2-1 11,0 1 12,1 1-46,-1 1 23,0 2-22,2-1 11,1 1 22,3-2-11,1 1 0,1-2 0,1 1 0,0 0 0,-1-1-11,2 1 11,-4 1-23,0 1 12,-3 1 11,-1 0-33,1 0 55,-1 0-22,3 1 0,0 2-11,3 2 22,4 5-11,-2-2 0,1 4-11,-4-3 22,-1 2-33,-1 1 22,-1 0 0,-1 2 22,0-1-11,-2 1 34,1-1-34,-1 0 0,-1-2-22,0 0 0,-1-2-11,0-2 22,0-3 11,0-1 22,0-1-10,0 1 10,-1 0 46,-5 1-68,-4-1 11,-8 1-10,-1-1 10,-1 1-22,1-2 0,4 1 0,4 0 0,4-2 11,3 0 12,3-1 234,0 0-223,1-5-57,0 1 23,-1-3-78,-2 2 56,-4 1 22,-5 0 0,-8 2-12,-18 1 1,11 1-22,-5 0-281,22 0 202,7 0-67,13 2 179,15-1 0,-9 1 0,7-2 0</inkml:trace>
  <inkml:trace contextRef="#ctx0" brushRef="#br0" timeOffset="20870">11638 1855 6159,'1'-6'392,"0"1"-347,-1 5-45,1 0 0,1 0 0,2-1-11,2-1 22,0-2-11,1 0 0,0-1 0,0 1 23,-3-1-12,-1 2 11,-3 1-89,0 1 67,0 7 0,1 1 0,0 7 11,2 1-11,0 1 0,1 2 0,0 0 0,0 0 0,-2 0 0,0 0 11,-2 4-11,0-5 0,0 4 12,0-7-12,0 2 0,0-1-12,-1 2 1,-2 0 22,-1-2 1,0 1-12,0-3 0,0 1 0,1-4 0,0 1 0,1-2-12,1 2 12,0 0 0,1 1-11,0 1 45,0 0-45,0 1 11,0 0 0,5 0 11,1 0-11,5-1 11,0-3 0,-2-1 0,-2-5 23,-2 0-34,-2-2 78,1-2-78,-1 0 45,1 0-22,1 0-46,0 0 46,1-3-23,0-1 11,0-2-22,3-4 11,-2 2 0,1-3 11,-1 4-22,-3-2 11,1 2 0,-1-1-12,0 1 35,1 0-34,-1 0-12,4-5-22,-3 2 23,3-4 0,-2 4-1,0 0-22,0 2 34,0-2 11,0 3 0,2 0 0,-4 3 11,1 1-22,-4 2-112,-1 1 89,2 0 34,1 0-11,3 0 0,-2 0-11,1 0-34,0 0 22,-2 1 0,3 6 34,-4 0 0,2 3 23,-1-2-34,-1 0 22,2 1-11,-1 0 0,1 0 0,-1 0 0,1 1 0,0 6 33,2-5-33,1 4 0,1-5 34,1-2-12,2 0 1,3 0-12,2 1 11,5-2-22,-7-1 0,1-1 0,-8-3 34,-3-1-23,-1 0 45,-1 0 56,-2-1 34,3 0-146,-1 0 0,3-3-11,1-3 11,1-5-12,0-3-10,1-2 11,-2 1 0,1-1-1,-2 2 12,-1 3 12,-1-4-35,-2 5 23,0-2 0,-1 7 11,0 0-11,0 4 12,1-2-57,-1 3 762,2-1-739,-1 0 22,1 1 11,0 1-11,0 1 0,0 3 11,0-1-11,1 2 0,1 1 11,1 0-22,2 1 11,-1 1 0,1-2-11,-1 0 11,0 0 0,-2 0 0,0 0 0,-1 0 0,0 0 0,2 2 0,-1-1 34,1-1-34,0 1 0,-1-2 0,1-1 0,-1-1 22,1-1-22,1-1 0,2-1 0,2 0-11,2-1 11,1 0-45,-2 0-56,1-5 101,-4-1-11,0-4-102,-4 1 24,-1 1 22,0 3 55,-1-6-21,-1 4 33,0-4 11,-1 0 23,0 2-34,0-1 11,-1 2-11,-1 3 0,-1 1 0,1 1 0,1 1 11,-1-2-11,2 0 0,-1-2-11,1 0 11,0 1 0,0-1 22,0 0 1,0 0-23,0 1 0,0 1-23,0-1 46,0 2-23,0-1 33,0 2-190,0 1 191,5 1-34,6 6 0,2-1-11,3 4 33,-3-1-22,-1 0 0,0 0 0,1 1-11,1 0 11,2 1 0,2-1 11,2 1 0,2-1 12,1-2-1,0-2 34,6-2-22,-10-2-23,3 0 23,-9-2-23,-2-4-11,0-3 0,-2-3 0,0-3-23,-1 1-10,-3-2-34,0 1 55,-2 0 24,-2 3-12,0 0 0,-1 3 0,0 1-45,0 1 22,0 1 23,0 0-11,-5-1 11,1 1-11,-6-2 22,3 4-22,-1 0 11,-1 0-22,3 2 10,-1 0-21,3 1 22,1 0-1,0 0-21,1 0 33,0 0 0,-2 0 0,-2 0-11,2 1-1,-2 1-21,4 3 33,-1 1 0,-1 1 0,0-1 0,0 1 0,0 0 0,0 1 33,0-1-44,-1 3 11,1-2 0,-2 1 11,2 0 12,1-1-23,0-1 0,1 0 11,0-1-11,1-1 0,0-1 0,-1 1 0,1 1 0,0 0 0,0 1 0,1-2 22,0 6-22,1-3 0,1 4 12,3-4-12,1 0 0,-1-1 33,-1-3-44,-2 1 11,-1-3 0,0 0 0,0 0 0,0-1 0,1 1 0,-1-1-202,13 1-425,6-1 627,15 0 0,-15-1 0,-2 0 0</inkml:trace>
  <inkml:trace contextRef="#ctx0" brushRef="#br0" timeOffset="21699">11865 1878 5823,'3'5'258,"0"0"-202,-3-5 101,0 0-303,2 4 146,-1-2 0,1 3 0,-1-4 0</inkml:trace>
  <inkml:trace contextRef="#ctx0" brushRef="#br0" timeOffset="23165">11444 1994 5947,'0'-4'168,"0"2"-135,0 2-10,2-12 10,-1 9 68,1-9-79,-1 12 135,-1 0-112,4-1 33,1 0-78,7-2 0,4 0 12,21-3-1,-5 1 11,17-5-22,-12 1 11,0-3 12,-1-1 10,-1-1 1,-4-2-23,11-7-11,-12 5 11,9-5-22,-13 7 11,1 4 0,-1-1 0,-1 3 0,-1 1 11,-3 0-11,-3 2 0,-3 1 12,-1 0-12,-1 0 0,-1 0 0,-2 1 0,-2 0 0,-3 2 0,-2-1-34,-2 3-459,-1 0 381,-3 1 112,-5 0 0,2 0 0,-1 0 0</inkml:trace>
  <inkml:trace contextRef="#ctx0" brushRef="#br0" timeOffset="24115">11079 1921 6686,'4'-2'-146,"7"2"157,-2 0 12,9 2-23,-2-2 0,3 0-56,9-3-34,-7 2-223,3-3 313,-10 2 0,-9 1 0,0 0 0</inkml:trace>
  <inkml:trace contextRef="#ctx0" brushRef="#br0" timeOffset="25850">13376 1751 5947,'-12'-11'403,"2"1"-325,10 10-123,0 0 45,0 8 0,0 2 23,1 9-1,2 3-11,2 2-11,3 2 34,1 1-23,1 0-11,0 0 0,-1-1 23,0-2-12,-1 0-11,1-3 0,0 0 22,0-2-11,0 1-11,0-2 0,-1 0 12,1 0-12,-1-2 0,-1 1 11,1-2 11,-1 0-22,1-3 0,0-1 23,-1-3-23,0-1 0,-2 0-56,0-2-236,-1 1 292,-2-1 0,0-1 0,-2-2 0</inkml:trace>
  <inkml:trace contextRef="#ctx0" brushRef="#br0" timeOffset="26565">12997 1849 6081,'35'-4'56,"0"0"0,-2 0 0,-4 0-11,-5 1-34,4 0-11,4-1 45,5 0-45,2 0 67,2-1-11,0-2 67,-4-1 45,-6-4-56,-5 2 67,-6-3-179,-4 3 12,-4-1 10,-3 0-22,-1 3 22,-3 1-78,1 1 45,-2 3 0,3 0-23,0 1 23,5-1 0,4 2-146,2-1 34,3 2-829,14 3 952,-10 2 0,0-1 0,-15 1 0</inkml:trace>
  <inkml:trace contextRef="#ctx0" brushRef="#br0" timeOffset="27183">13653 2056 5767,'4'0'-33,"-2"0"279,-2 0-134,18 6-56,-7-3-11,15 4-23,-11-3 1,0-2 22,0 1-45,0-1 11,-1 0 11,1 0-22,-1-1 0,0 0 11,2-1-11,2 0 23,3 0-1,3 0-22,1-1 0,0-2 0,-1-2-11,-2-2 0,-4-3-68,-3 1 79,-6-1-67,-5 0-34,-2 1-33,-2 1 56,-5-1-34,-4 0 112,-8 1 0,6 2 0,1 2 0</inkml:trace>
  <inkml:trace contextRef="#ctx0" brushRef="#br0" timeOffset="29267">13787 2006 6159,'5'46'23,"2"-7"-23,-2-27 22,3 0 12,0 0-1,4 0-21,2 0 55,5-1-56,1-2 11,3 0 12,0-2-12,3-2-10,-1 0 10,-2-2-11,-2-1-11,-5-1 34,-4-1-23,-4 0-11,-3 0 0,-1 0 0,0 0-56,-1 0 56,2-1-11,1-7 11,-1-1 0,0-7-45,-2 2 45,-1-3 11,-1-1 34,0 0-45,-1-2 0,0 1 0,0 0 11,-2-7 0,-1 7-11,0-4 23,0 11 10,1 4 12,2 2-45,-1 3 56,1 1-56,0 1-11,4 0 0,0 1-23,5-1 45,5 1 12,-2 0-23,7 1 0,-5 2-11,3 3-1,-1 2-10,1 2-12,-1 1 34,0 2-22,0 3 22,3 9 0,-6-4 0,2 4 11,-8-9-22,-2-5 11,-2-1 0,1-2 11,-2-1-11,2 0 11,-2-1-11,0 0 12,0-2 10,-2-1-22,2-1 0,-2 0 11,1 0 583,0-2-594,-1-9 0,1-2-23,-1-10 23,0-1 0,0 0 0,0-1 0,0 1 0,0 4 0,0 2 12,0 3-24,0 3 12,0 3 0,0 2-11,1 3-123,-1 1 78,3 1 56,1 0 22,5 0-22,3 3 11,4 2-22,1 3 22,1 1-22,0-1 11,-2 0 0,1 0-11,-4 1 11,1-1 0,-3 0 0,-1 1-11,-1-1 11,-1 0 0,1 1 22,1 0-33,0 0 22,1 1-11,-1-1 0,-2-2 11,-1-1-11,-2-1 0,-3-2 12,0-2 156,-2 0-146,1-1-33,2-9 11,0-1-67,1-10 33,0 2 23,0-8 11,-1 7 0,0-3 0,-2 11 11,0 1 0,0 4 0,-1 0-11,1 5-123,-1-1 123,2 2-11,-1 0-11,1 0 22,1 0-23,0 0 23,4 0 0,1 0-11,4 2 33,0 2-22,2 2 0,1 4 12,-1-2-12,1 1 0,-1 0 0,-1-1 11,0-2 22,2 2-21,-6-3-12,2-1 56,-7-2-56,2-2 33,1 0-22,2 0 12,3 0-46,0-5 23,-1-1-44,-1-8 10,-4-1-11,-1-3 23,-3-2 11,-1 1-1,-1-1-10,0 1-79,0-1 90,0 3 11,0-4 0,0 9 0,0 1-11,0 8-146,0 3 135,-2 6 22,0 5 0,-3 9 78,0 3-56,1 3 23,1 1 0,0 1-45,3-1 45,0 0-45,0-4 0,0-1 22,1-5-11,3 1-11,2-4 0,0 1 12,0-1-24,0 2 35,1 1-23,0 0 0,1 2 0,0-1 0,0 0 0,-2-1 11,-1-2-22,0 0 11,-2-3 0,4 5 33,-4-7-33,2 2 0,-4-10 191,0 0-135,0-2-56,0-6-157,1-2 45,-1-9-134,1-2 33,-2-1-179,2 0 392,-2 1 0,1 8 0,-1 2 0</inkml:trace>
  <inkml:trace contextRef="#ctx0" brushRef="#br0" timeOffset="31315">14979 1959 6204,'1'-38'67,"2"8"-67,2 24 12,2 1 32,-2 1 1,-2 1 0,-1 2-11,-1 0-46,1 1 12,1 0 12,2 0-12,4 0 11,3 0 0,3 0 0,2 0-11,2 0 11,-1 0-22,0 0 11,-2 0 0,-3 0-11,-2 0-56,-4 0 33,-2 0 12,-3 1 22,0 3 11,-1 1-11,1 3 0,0-1 0,1 2-11,-1 0 0,0-1-23,-1 2-11,-1-2 23,0 0-1,0 0 23,0 1 68,-4-1-46,-2 0 23,-5 0-12,-2-1-21,-1-1 21,2 0-33,-1 0 11,4-1-11,-1 0 0,2-1 0,0 1 0,0-1 34,2 1-34,-1-2 0,3 1 0,-2-1 0,0 0 11,0 1-11,-1-3 11,3 2 23,0-3 201,3 1 449,0-1-662,-3 0-22,-1-2-33,-6-1-1,-1-2-55,-5-1 55,-4 0 23,-2 1-12,2 1 12,6 2 11,4-1-247,7 3 102,3-1 44,1 1 123,9 0 12,2 0 11,10 0-45,0 1 67,3 0-67,0 0 11,2 0 23,-3-1-34,-3 0 22,-5 0-22,-3 0 0,-5 1 0,0 0 0,-1 1 0,2 0 0,3 1 11,3 0-11,3 1 0,3-1 23,3 1-35,3-1 12,2 0 34,9-2-23,-10 0 0,3-1 34,-16 0-45,-4-3 23,-2-3-23,-1-3-12,-2-4-10,-1 0-12,-2 0 12,-1 0 11,-1 0-12,0 0 23,0 0 0,-2-1-33,-2 0-34,-2 1-12,-5-1 68,-1 2 0,-4-1-112,-3 1 100,-2-1-10,-2 0 33,3 0 11,2 1 11,4 3-22,4 1 11,4 4 1,2 2-24,3 1-268,1 1 269,0 6-11,0 2 22,0 6 0,0 4 0,0 0 33,3 2-33,3-1 34,4 0-34,1-2 22,0-2-10,-1-1-12,-2-2 0,0-1-12,-2 0 35,1 0-12,0 0-11,1 2 11,2-1-11,-1-1 0,3-1 23,-1-4 21,1 0-21,-1-2 33,-1-2 33,4-1-44,2-1-34,1 0-33,-1-5 11,-3-1 11,-1-7-112,0-2 33,-1-1 79,-3-3 0,-1 1-22,-2 1-12,-3 0 23,0 2 11,-2 1 11,0 1 23,0 1-34,0 2 0,0 0 0,-2 3 90,1 1-79,-2 2 22,2 1-33,0 2 12,1-1-24,0 1 12,0-1-11,0-1 0,0 1-45,0 0 11,0 0 34,0-1-11,2 0-1,6-1 23,5 0 0,6 1 0,3-1-45,1 0 45,0 1 0,-2 1-11,-5 1 0,1 1 11,-6 0 0,1 0-11,-4 0-23,-1 2 23,-1 3-11,0 3 22,-3 3 0,2 0-34,-4 2 34,1-3-11,-2 0 11,0-3 11,0 0 34,0 1-12,-2 0 1,1 0-23,-2 0 0,1 2 1,1-2-1,0 2-11,1-1 0,0 0 11,0-1 56,7 3-22,1-4-45,10 2 34,1-6 10,4 0-44,3-1 23,0-2-23,0 0 0,-3 0-23,-2 0 23,-3-4-11,-3-3-11,0-3-12,-2-3-111,3-9-12,-7 2-403,3-7 560,-7 5 0,-2 10 0,-1 2 0</inkml:trace>
  <inkml:trace contextRef="#ctx0" brushRef="#br0" timeOffset="34250">15877 1923 5857,'7'6'157,"0"-1"-112,-7-5 246,0 0-146,44 6-122,-32-10-23,32 3 112,-43-13-101,-1-7 11,0 6 12,0-3 67,0 10-45,0 3-34,0 3-313,0 1 291,4 5 22,-1 1-10,3 5 21,0-1-33,-2 0 0,2-2 0,-2 0 23,2-2-23,0-1 33,2-1 1,2 1 22,4-3-56,2 1 0,4-2 45,1 0-23,-1 0 0,0 0 46,-4-1-68,1-5 89,-3-2-33,1-7 0,-2-2-11,-1-4-45,-2-3-11,-2-3 0,-5-2-45,-1-2 11,-1-1-45,-1-2 57,-1 1 21,-3 0 1,-2 0-34,1 1 34,1 1-11,3 4 22,0 2 0,1 3 0,0 2 0,0 5-79,0 3 35,-2 4 44,-2 1 67,0 1 0,1 1-22,3 2-45,0 0 56,0 1-45,0 0 0,0 0 23,0 0-34,0-2 33,0-2-33,0-1 12,0-2-24,-1-1 24,0 2-1,1-1-11,-1 3 11,0 1-45,0 3-246,1 1 269,-1 5-22,0 6 10,1 6-10,0 8 33,0 2 0,0 2 0,2 3 0,3-1 0,2 3 22,1-2-22,-1 0 11,-1-2 0,-2 0 12,1-2-12,1 7-11,-1-8-11,2 3 0,-2-10 11,3-4 0,-1 0 22,0-2-22,1-1 0,-1-2 11,0 0-11,0 0 23,0 0-23,1 2 0,2 0 56,3 2-45,3-3 22,3-1 12,3-1-34,2-3 34,9-3-34,-7-1 45,4-2-44,-10 0 21,-2-5-10,-2-1-23,-4-8-23,-4-1-10,-3-3 21,-3-2 1,-2 0 0,0-3-45,-2-1 56,-5-1 0,-5 0 11,-2 1 34,0 1-34,2 4 79,3 3 11,0 1 11,3 5-101,1 1 79,4 6-124,1 1-358,0 1 392,0 6 0,0 4-11,0 7 22,4 2-11,3 2 33,3 1-21,2 0 10,-1-3 12,2 1-34,-1-3 22,0-2-22,-1-1 0,1 0 11,-2-2 12,2 2-23,-1-3 0,0 2 11,1-3 22,-2-1-33,1-1 12,-1-2 33,-1-1-34,0-1 0,-2-1 12,-2-1 22,0-1 22,-1 0-67,5-3 0,-1-4 0,4-6 0,-6-4-11,0-4-34,-4-2 45,0 1-11,-2 0 11,0 4 56,0 2-56,0 3 44,0 4 1,0 3-45,0 3-314,0 1 348,1 2-34,1 5-12,1-2-10,0 6 44,0-3 1,-1 0-23,0 0 0,0 1 0,0 0 0,0 1 0,1-1-11,0 2 22,0-2-11,-1 0 0,-1 0 11,1 0-22,0 1 0,0-1 11,2 2 0,0 1 22,2-1-22,0 0 12,2 0-1,2-2 11,1-1-10,-1-1 10,-1-2 23,-3 0-34,-4-3 56,0 1-33,-1-1 11,2 0-1,0 0-44,2 0 0,0-4 0,0-2-44,1-4 44,-2-2 0,1-2-23,-1-1 1,0-2-68,0-2 1,1 0 21,-1-2 1,1 1 67,0-1-12,-1 2-32,1 4 32,-3 1-32,0 5 44,-2 2 22,0 3-22,0 2-336,0 1 347,5 2 23,1 2 22,8 2-11,3 2-34,4 2-11,5-1-45,1 0 34,-2 1-23,-2 0-33,-3 3-11,-8-3 22,-3 3 56,-7-4-23,-2 3 23,0 1 0,0 2 0,0 1 45,0 0-45,-1 1 11,-1-2-11,0 1-22,1-2 22,1-1 0,0-1 0,0-4 22,0-1-22,0-2 0,0 0 0,0 1 23,0 1-23,0-1 0,0 1 0,0-2 0,3 2 112,11 0-23,4-3-89,12 2 34,-2-4-12,0 0 34,-4-1-22,-2-4-34,-5-6-11,-3-6-23,-4-5 12,-5-3 10,-2-1 12,-3 0-78,0 1 56,-4 3 22,-1 2 0,-4 4 56,1 4-45,1 2 34,3 6-45,2-1-12,1 4-88,1-1 32,-3 1 35,1 0 44,-4 0-11,1 0 0,-1 3-11,0 0-12,1 3 12,1 1 11,0 1-11,1 0-34,0 0 45,-1 1 0,3 0-22,-1 0-1,2 2 46,0 6 55,3-3-55,4 6 55,8-7-11,4-2-33,3-1 22,-2-4-56,-2-1 11,-6-2 11,-2-2-22,-4 1 0,-1-2-67,2 1-314,1-1-313,4 0 694,3 0 0,-6 0 0,-2 0 0</inkml:trace>
  <inkml:trace contextRef="#ctx0" brushRef="#br0" timeOffset="35315">16064 1357 6663,'0'-4'-22,"0"2"-90,0 2 179,10 0-44,7 0 33,19 0-23,12 0-414,-17 0 1,1 0 402,3 0 1,2 0-23,3 0 0,0 0 0,1 0 0,-1 0 11,-2 0 1,-2 0-7,-2 0 1,-3 0 5,16-3 23,-15-1 167,-17-2-212,-9 0-101,-9 0 11,-10 1 67,-8 0-212,-11 4 447,1-1-201,7 2 0,11 0 0,6 0 0</inkml:trace>
  <inkml:trace contextRef="#ctx0" brushRef="#br0" timeOffset="37381">17793 2037 7055,'2'-3'326,"0"0"-618,-2 3 326,5 12-1,0 1-33,6 12 0,-2-1 0,1-1 0,-1 0 11,0 1-11,-1-1 0,1 13 0,-1-10 23,-1 8-23,-4-15 11,-1-4-11,0-4 0,-2-2 22,0-3 12,0 0-34,0-3 0,0 2-134,0-2-135,0 2-347,0 1 616,0-2 0,0-1 0,0-2 0</inkml:trace>
  <inkml:trace contextRef="#ctx0" brushRef="#br0" timeOffset="38216">17663 1998 6003,'0'-7'156,"0"2"-156,0 5 12,0 0-1,4-1 45,-1 0-23,7 0 1,3 1-12,5 2-10,7 3 21,24 9-33,-6-1-193,-11-3 1,-1-1 192,19 4 12,-2 0-181,-1 0 169,-8-2-12,-7 1 12,-9-3-33,-6 0 10,-5 0 390,-6 0-355,-1 1 174,-1 0-186,-1 3 12,0 2-12,-1 3 11,0 3-11,-2 3 11,0 12-11,0-7 0,-4 6 11,0-14-22,-3-2 56,-1-3-45,-4-2 78,-2-3 68,-7-1-79,-4-3-56,-20 1 23,9-3-34,-8 0 0,20-4-11,8 1-23,6-2 34,5 2-78,1-2-46,0 1 102,0-1 0,-1 0 22,3 0-224,-5 0 123,-2 0 56,-3 1 45,1 0-45,-1 1-22,3 1 45,3-1-1,2 1 1,1 0-146,2 0 168,0 1 0,1-2 0,0-1 0</inkml:trace>
  <inkml:trace contextRef="#ctx0" brushRef="#br0" timeOffset="40201">18325 2390 5857,'0'-5'694,"0"2"-548,0 3-112,1-1-90,1 1 44,0-1 12,1 1 0,2 0 34,3 0 11,14 1-23,2 2 12,11 0-12,-3 2-22,4-2 0,3-1 56,0-1-56,-2-1 45,-4-2-45,-5-7 0,-4-5-11,-5-8-12,-7-3 12,-3 0-22,-6-2-1,-1 4 34,-3 2-78,-6 4-102,-5 6 147,-7 3-1,-2 5 34,0 1 0,3 2-11,3 0-23,4 0 34,3 1 0,1 2 0,1 2 0,0 2 12,-1 3-12,-8 6 11,3-1-11,-8 6-11,7-6 11,1 0 0,2-2 0,3 0 33,2 0 135,2 5-145,2-2 33,1 5-45,2-6 22,4 0-10,4-1-12,1-2 0,-1 0-11,0-3 0,0-1 34,-2-1 11,1-1-34,0-1 34,3-2 33,1-1-44,4-1 55,1-1-55,3 0-23,0-1 11,8-14-33,-8-1 11,4-13-22,-10 2-23,-3 0-78,0 0 78,-3 2 23,-1 3-46,-1 4 1,-1 4 67,1 3-22,-2 4 22,0 2 0,-4 4-135,0 0 102,0 1 33,0 3-11,1 1 33,0 5-11,1-2-11,0 2-11,0 0 11,0 1 0,-1 0 0,0 1 0,0 0 22,0 1-10,0 0-12,0 0 0,1-1 22,2-1 12,1 1-12,1-2 0,0 1 1,1-1-12,0 0 45,4 0-45,-5-3 0,1-1 12,-5-3 22,-2-2-45,1 1 168,1-1-135,2 0-33,2 0 23,2-1-23,-1-1 0,0-1 11,-1-1-11,-3 1 0,0 0 0,-2-1 11,0-1-56,1-3 45,0-1 0,0-2 0,-1-1-22,-1-2 22,-1-2 0,0 1 11,-2-1-22,-2 1 11,-3 2 0,-1 0-11,-1 3 22,3-1-11,2 3 0,2 1 11,2 3-22,0 1 11,0 2-34,0-1 1,0 1 33,3 0 11,11 0-22,-2 1 11,11 0 0,-6 0-23,5 0 34,3 0-11,4 0 0,3 0 23,-1 0 22,-4 0-45,-7 0 0,-6 0 134,-6 0-77,-5 0 21,-2 0-56,-1-3-22,0 2 0,0-4 0,0 2-22,0 1-225,0 1 247,-2 14 0,-1-3 0,-2 10 11,2-6-11,0 0 0,0 0 0,2 0 0,-1-1 0,2 3 0,0 1 45,0 10-45,4-6 0,1 7 22,4-11-10,0-4-12,0-3-202,-2-4-392,-2-3 594,-1-1 0,-3-2 0,0 0 0</inkml:trace>
  <inkml:trace contextRef="#ctx0" brushRef="#br0" timeOffset="41267">19567 2243 6988,'4'-1'112,"-1"-2"11,-2-3-100,-1-3-23,0 4-45,-3 0 23,-7 4 10,-4 0 12,-6 1 0,1 0-33,1 0 33,3 3-11,2 2-23,1 5 12,2 0 22,2 3 11,-4 16-11,6-9 22,-3 11-22,6-15 0,1-3-11,1 1 45,1 0 10,0 2-32,0-2-1,1 3 45,12 4 12,1-5-1,13 4-67,1-10 123,18 1-101,-8-6-10,12-1 10,-18-3 0,0-1-22,-4-2-11,-2-6 0,-4-3-79,-2-5 1,-5-2 22,-2 0 33,-3 0 34,-4 0 0,-1 0 0,-1 2-11,-1-1 22,-2 2-11,-1 3 0,0 3 0,0 3-11,0 0 11,-5 1 0,-2 1-12,-5 1 12,-1 1 0,0 1-11,0 0 45,1 1-68,1 0 34,2 0-11,3 0 11,0 0-12,3 0 12,0 0-22,2 0 11,-1 0 11,1 0-45,-2 0 34,-1 3-12,-1 1 23,-1 3 0,1 3-11,1 6 11,2-4 23,1 6 10,1-6 1,0 8 11,3-6-23,3 5 1,3-7 22,6 1 56,4-2-45,8-1-34,5 0 12,6-4-23,1-1-11,-1-3-11,-1-1 11,-3-1-157,-2 0-113,-3 0-99,-5 0-135,-2 0 504,-5 0 0,-8 0 0,-2 0 0</inkml:trace>
  <inkml:trace contextRef="#ctx0" brushRef="#br0" timeOffset="41714">20317 2434 8646,'-4'1'740,"0"0"-946,4-1 1,0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2T04:37:19.581"/>
    </inkml:context>
    <inkml:brush xml:id="br0">
      <inkml:brushProperty name="width" value="0.05292" units="cm"/>
      <inkml:brushProperty name="height" value="0.05292" units="cm"/>
      <inkml:brushProperty name="color" value="#FF0000"/>
    </inkml:brush>
  </inkml:definitions>
  <inkml:trace contextRef="#ctx0" brushRef="#br0">870 6284 24575,'13'24'0,"10"14"0,-8-13 0,0 1 0,1 0 0,0-1 0,7 13 0,-10-14 0,-6-9 0,-5 6 0,-2 13 0,0 16 0,0 8 0,0-6 0,-1-14 0,-1-14 0,1-3 0,0 10 0,1 16 0,0-16 0,0 1 0,0 2 0,0 0 0,0-3 0,0-1 0,0 20 0,0-16 0,0-10 0,-1-5 0,-1 0 0,0 3 0,0 4 0,-3 3 0,-3 3 0,-2 3 0,2 2 0,3-1 0,4-3 0,1-6 0,0-9 0,0-6 0,-1-4 0,-6-3 0,5-3 0,-5-1 0</inkml:trace>
  <inkml:trace contextRef="#ctx0" brushRef="#br0" timeOffset="3551">888 6403 24575,'33'12'0,"-2"4"0,1 6 0,-2 5 0,7 5 0,-9-11 0,2 0 0,7 3 0,3 1 0,5 3 0,0 0 0,0 1 0,-2-1 0,-6-3 0,-1 0 0,-7-2 0,-2-2 0,13 11 0,-8-4 0,-1-1 0,3 2 0,-1 0 0,-4-3 0,-8-6 0,-5-3 0,4 6 0,8 9 0,-8-11 0,2 2 0,5 2 0,1 0 0,2-1 0,0 0 0,-3-3 0,-1-1 0,15 9 0,-13-10 0,-13-9 0,-5-3 0,-6 0 0,-3 5 0,1 7 0,0 1 0,3-1 0,-1-8 0,-2-7 0,-3-4 0,-2-6 0,-1-1 0,-5-4 0,-10-7 0,-12-12 0,11 10 0,-1-3 0,-2-2 0,0 0 0,1-2 0,2 1 0,2 0 0,1 0 0,-9-23 0,7-3 0,11 24 0,1-1 0,0-2 0,1 0 0,0-4 0,1 1 0,-1-1 0,1 1 0,-1 0 0,-1 1 0,0 1 0,0 1 0,-2 2 0,0 1 0,-8-22 0,0 5 0,2 4 0,1-2 0,4-6 0,3-4 0,4-4 0,3 4 0,0 7 0,0 8 0,-1 11 0,0 12 0,0 6 0</inkml:trace>
  <inkml:trace contextRef="#ctx0" brushRef="#br0" timeOffset="6800">1040 11066 24575,'0'29'0,"0"1"0,0 1 0,0 1 0,0 7 0,0 0 0,0-2 0,0-1 0,0-5 0,0-1 0,2 23 0,4-9 0,4-2 0,4 5 0,3 8 0,-6-26 0,0 0 0,10 26 0,-2-15 0,-5-14 0,-6-10 0,-3-5 0,-1 4 0,1 6 0,2 6 0,1 3 0,2-1 0,-1-2 0,0-3 0,0 0 0,0-2 0,1 4 0,2 0 0,2 1 0,0 0 0,-2-5 0,-2-4 0,-3-6 0,0-5 0,3-4 0,8-2 0,12-1 0,10-1 0,13-5 0,-21-1 0,2-1 0,5-4 0,3-2 0,4-3 0,2-1 0,2-1 0,1 0 0,0 0 0,-1 0 0,-3 3 0,-2 1 0,-6 2 0,-3 2 0,19-5 0,-23 6 0,-14 4 0,-8 4 0,-4 0 0,-3 2 0</inkml:trace>
  <inkml:trace contextRef="#ctx0" brushRef="#br0" timeOffset="9017">1112 11781 24575,'27'-18'0,"-4"2"0,2-3 0,10-9 0,4-3 0,-5 5 0,2 0 0,1-1-563,4-1 1,1 0-1,0 0 563,0 2 0,0-1 0,-1 2 0,-3 3 0,0 1 0,-3 1 273,7-3 1,-4 2-274,14-4 0,-28 15 0,-15 6 0</inkml:trace>
  <inkml:trace contextRef="#ctx0" brushRef="#br0" timeOffset="12267">1112 11072 24575,'23'-6'0,"23"-12"0,-13 4 0,3-1 0,6-4 0,-1 0 0,-3 1 0,-1 2 0,-9 2 0,-1 2 0,9-6 0,-16 6 0,-7-4 0,-2-6 0,5-7 0,13-7 0,15-3 0,-13 17 0,4-2 0,6-2 0,3-1 0,4-2 0,1 1 0,1-1 0,0 1 0,-2 4 0,-2 3 0,-7 3 0,-2 3 0,-7 4 0,-3 2 0,9 0 0,-17 6 0,-12 3 0,-3 0 0</inkml:trace>
  <inkml:trace contextRef="#ctx0" brushRef="#br0" timeOffset="14550">1474 14496 24575,'-21'51'0,"7"-12"0,-2 4 0,4-2 0,-1 4 0,1 2-769,0 8 1,1 2 0,2 0 768,2-3 0,2 1 0,1-2 0,2-3 0,1-2 0,1-2 369,3 7 0,2-6-369,0-14 0,1-3 380,4 8-380,-4-12 0,-4 4 0,-7 20 593,1-18 1,-1 3-594,-3 9 0,-1 3 0,-1 5 0,-1 1 0,0 0 0,0 0 0,0 3 0,0 1 0,1-2 0,1-1 0,0-2 0,2-2 0,2 1 0,1-1 0,2-4 0,0 0 0,1-5 0,0-1 0,0-2 0,-1-3 0,-2 24 0,-1-20 0,2-15 0,1-13 0,2-13 0,1-5 0</inkml:trace>
  <inkml:trace contextRef="#ctx0" brushRef="#br0" timeOffset="17734">1411 14552 24575,'1'39'0,"11"14"0,-1-18 0,4 2 0,5 8 0,3-1 0,6 1 0,2-1 0,1-2 0,1-1 0,-1-3 0,1-3 0,-1-4 0,0 0 0,-2-1 0,-1 0 0,-1 0 0,-2 0 0,-1 0 0,-2-1 0,-1 0 0,-1-1 0,0-1 0,-1-1 0,-1 0 0,0-1 0,-1-1 0,-2 0 0,12 21 0,-5-5 0,1 0 0,6 3 0,-12-19 0,2-1 0,3 3 0,1 0 0,1-1 0,0 0 0,0-1 0,-1 0 0,-2-3 0,-1 0 0,12 12 0,-10-9 0,-9-8 0,-6-5 0,-2-3 0,-2 0 0,1 0 0,1 0 0,0 4 0,2 3 0,3 4 0,3 5 0,1-1 0,0-3 0,-5-5 0,-4-8 0,-3-9 0,-2-7 0,1-2 0,-1 4 0,0 3 0</inkml:trace>
  <inkml:trace contextRef="#ctx0" brushRef="#br0" timeOffset="19784">1387 16043 24575,'20'-2'0,"10"-2"0,7 0 0,-1 1 0,-12 1 0,-10 1 0,-3-1 0,9-6 0,15-6 0,16-6 0,-23 10 0,0-1 0,19-9 0,-14 6 0,-14 5 0,-8 4 0,-2-4 0,10-9 0,12-10 0,7-8 0,1 4 0,-11 7 0,-11 11 0,-6 5 0,-5 4 0,-1 1 0,1 2 0,-4 1 0,1 0 0</inkml:trace>
  <inkml:trace contextRef="#ctx0" brushRef="#br0" timeOffset="24384">2365 11623 24575,'20'0'0,"14"0"0,17 0 0,7 0 0,-7 0 0,-13 0 0,-15 0 0,-10 2 0,-7 3 0,-5 1 0,-1 6 0,1 9 0,-1 13 0,0 11 0,0 7 0,0-1 0,0-7 0,0-9 0,0-10 0,0-2 0,0-1 0,-2 3 0,0-3 0,-2-4 0,1-7 0,0-3 0,1-6 0,1-18 0,1-26 0,0 10 0,0-4 0,0-6 0,0-1 0,1-2 0,0 1 0,1 2 0,1 2 0,0 2 0,0 2 0,0 4 0,0 1 0,0-23 0,-2 4 0,-1 2 0,0 7 0,0 8 0,-2 12 0,2 9 0,3 6 0,7 5 0,8 1 0,7 9 0,13 18 0,-15-7 0,0 3 0,3 4 0,1 2 0,-1-1 0,-1 1 0,-3-6 0,-2 0 0,12 14 0,-10-12 0,-8-8 0,-6-6 0,-5-3 0,-2-2 0,-1 4 0,0 6 0,2 8 0,-1 4 0,1-1 0,0-6 0,0-9 0,-1-11 0,0-15 0,-6-14 0,-5-10 0,-3-5 0,0 3 0,5 2 0,5 6 0,3 2 0,0-1 0,3-5 0,7-8 0,10-8 0,-7 26 0,1 0 0,14-19 0,-6 12 0,-7 14 0,-5 10 0,-2 9 0,0 11 0,4 11 0,4 9 0,0 3 0,-1-2 0,-1-2 0,-1 5 0,4 7 0,6 6 0,-8-21 0,0 0 0,2 2 0,0-1 0,1 2 0,1 0 0,-1 1 0,0 1 0,-1-2 0,0 0 0,12 20 0,-8-14 0,-7-17 0,-8-11 0,-2-4 0</inkml:trace>
  <inkml:trace contextRef="#ctx0" brushRef="#br0" timeOffset="27384">4080 10959 24575,'18'0'0,"11"0"0,14 0 0,11 0 0,3 3 0,-25 0 0,1 1 0,2 0 0,1 0 0,3 1 0,1 0 0,0-1 0,1 0 0,-4-2 0,0 0 0,-1 1 0,1-1 0,1 1 0,1 0 0,6 0 0,2 1 0,10-1 0,1 0-227,-15-1 1,1-1-1,0 0 227,1 0 0,1 0 0,-1-1 0,0 1 0,0-2 0,0 1 0,-3-1 0,-1 1 0,0-1 0,17-1 0,-1-1 0,-4 0 0,-1-1 0,-6 1 0,-3 0 0,-6 1 0,-2 0 0,16-1 0,-20 1 0,-13 0 680,-6-1-680,4-2 0,10-5 0,21-5 0,-13 4 0,3 0 0,10-3 0,2 1 0,-12 4 0,2-1 0,0 1 0,0 1 0,2 0 0,-1 0 0,-1 0 0,1 1 0,-1 1 0,15-3 0,-2 1 0,-5 2 0,-1 0 0,-4 1 0,-1 2 0,-2 0 0,0 1 0,3 1 0,1 0 0,5 1 0,1 0 0,2 0 0,0 2 0,2 0 0,-2 2 0,-7-1 0,-2 2 0,-8-1 0,-4 1 0,12 2 0,-20-3 0,-12 0 0,-5-1 0,-2 0 0,2 1 0,6 3 0,6 2 0,4 2 0,-1-1 0,-4-3 0,-2-4 0,7-2 0,14-2 0,16-2 0,-20 1 0,1 0 0,-1 0 0,0-1 0,23-2 0,-11-2 0,-12 0 0,-8 0 0,-6 3 0,-4 2 0,-3 2 0,4 0 0,3 0 0,2 0 0,2 0 0,-4 0 0,-3 0 0,-3 0 0,-5-1 0,-2-1 0,-3-1-1696,-6-1 0,4 2 0,-4 0 0</inkml:trace>
  <inkml:trace contextRef="#ctx0" brushRef="#br0" timeOffset="30717">8132 10786 24575,'0'10'0,"2"2"0,0 1 0,2-1 0,2-1 0,-1-1 0,2-1 0,8 3 0,13 4 0,15 1 0,7-3 0,-5-3 0,-12-5 0,-14-3 0,-8-2 0,-4-1 0,-2 0 0,-1 0 0,3 0 0,8 0 0,11-2 0,7-4 0,2-2 0,-7-1 0,-10 3 0,-10 2 0,-6 3 0,-4 1 0,-2 0 0,-2 0 0,-3 2 0,-11 11 0,-14 11 0,11-8 0,-2 2 0,-3 1 0,-1 0 0,-1 0 0,0 0 0,-1 0 0,-1 2 0,-2 3 0,-2 1 0,-3 4 0,0 0 0,-3 2 0,1 0 0,2-3 0,1-1 0,7-6 0,2-2 0,-11 7 0,19-11 0,12-7 0,6-1 0,3-1 0,0 1 0,-1 0 0,2-2 0,0-3 0,0-1 0</inkml:trace>
  <inkml:trace contextRef="#ctx0" brushRef="#br0" timeOffset="32500">7736 10996 24575,'0'0'0</inkml:trace>
  <inkml:trace contextRef="#ctx0" brushRef="#br0" timeOffset="34917">7739 10996 24575,'16'0'0,"5"0"0,7 0 0,1 0 0,1-1 0,-1-2 0,-4 0 0,-5-2 0,-5 1 0,-2 0 0,12-5 0,21-6 0,-7 5 0,4-1 0,8 0 0,2-1 0,3 1 0,0 0 0,-7 2 0,-4 1 0,-12 3 0,-4 0 0,8 0 0,-19 4 0,-8 1 0,-2 0 0,1 0 0,6 0 0,9 1 0,6 2 0,1 2 0,-6 0 0,-9-1 0,-8 0 0,-5-1 0,-3 2 0,-1 1 0,-2 0 0,-2 0 0,-4-2 0,-4-2 0,-2-2 0,1 0 0,2 0 0,0-1 0,-4-2 0,-14-6 0,-16-6 0,15 6 0,-1-1 0,-4 1 0,-1 0 0,1 0 0,0 1 0,4 1 0,3 0 0,-18-7 0,18 2 0,11 0 0,5 1 0,0 0 0,-6-2 0,-7 0 0,-1 1 0,3 3 0,7 2 0,7 3 0,3 2 0,1-1 0,-2 0 0,-3-4 0,0-3 0,1-1 0,2 1 0,3 2 0,3 0 0,0 4 0,2 1 0</inkml:trace>
  <inkml:trace contextRef="#ctx0" brushRef="#br0" timeOffset="45583">2341 6594 24575,'-2'-43'0,"0"-9"0,1 19 0,-1-3 0,1-1 0,1 0 0,-1 0 0,2-1 0,0 0 0,1-1 0,3-5 0,2-1 0,1 7 0,0-2 0,2 0-458,2-9 0,2-1 0,0-1 458,-3 8 0,1-1 0,0 0 0,0 0 0,1-2 0,0 1 0,0-1 0,-1 2 0,5-12 0,-1 1 0,1 2-163,-1 5 0,0 2 0,0 2 163,-1 5 0,1 2 0,-1 1 0,6-10 0,-1 1 0,1 4 0,-1 1 0,-2 2 0,1 2 0,-2 1 0,1 2 669,1-1 0,1 2-669,4-1 0,3 1 0,6-2 0,4 1 0,9-1 0,3 3 0,-15 13 0,2 1 0,0 2 262,17-5 1,0 5-263,-4 5 0,-3 3 0,-7 4 0,-2 1 0,-3 1 0,1 0 0,-1 0 0,2-3 0,6-3 0,2-4 0,-6 0 0,2-2 0,1 0-596,10-4 1,3 0 0,2-1 595,-8 3 0,2 0 0,1 1 0,0-1-559,5 1 0,0 0 0,1 0 1,0 1 558,-10 2 0,1 0 0,0 0 0,0 0 0,1-1-489,2-2 1,0 0-1,1 0 1,-1-2 0,1 1 488,1-2 0,0 0 0,-1-1 0,1 0 0,1-1 0,-8 3 0,0-1 0,1 0 0,-1 0 0,1 0 0,0 0 0,1 0 0,0 0 0,0 0 0,0 0 0,0 1 0,-1 0 0,7-1 0,0 0 0,0 1 0,0 1 0,0-1 0,0 2 0,0 0 0,0 0 0,0 1 0,0-1 0,0 0 0,0 0 0,0 0 0,1-1 0,0-1 0,-5 1 0,1-1 0,0 0 0,0-1 0,1-1 0,1 0-511,-4 0 1,0 0 0,1-1 0,1 0 0,-1-1 0,1 0 0,0 1 510,3-2 0,-1 0 0,1-1 0,1 1 0,-1-1 0,0 1 0,0 1 0,0 0 0,0 0 0,-1 1 0,1 0 0,-1 0 0,0 1 0,-2 1-44,3 1 0,-1 0 1,0 0-1,-2 2 1,0 1-1,-1 1 44,1 1 0,-1 1 0,-1 1 0,-1 1 0,-2 2 0,2 1 0,-2 1 0,-1 1 0,-1 0 326,4 1 1,-1 2 0,-1-1-327,0 0 0,0 0 0,-1 1 0,-2-1 0,1 0 0,-3 0 972,13 0 1,-4 0-973,-10 0 0,-2 2 4481,19 7-4481,-7 19 0,-17 0 0,0 5 0,-7-3 0,-1 4 0,1 1 372,2 4 1,0 3-1,0 0-372,4 4 0,0 1 0,1 1 0,-6-12 0,-1 0 0,2 0 0,2 1-488,5 2 0,2 1 0,3 0 0,2-2 488,-3-4 0,2 0 0,2-1 0,2 0 0,2-2-657,0-2 1,2-1 0,2 0-1,1-2 1,1 0 0,1 0 656,-2-3 0,1 0 0,1-1 0,2-1 0,-1 0 0,1 0 0,0-1 0,-6-3 0,0 1 0,1-2 0,1 0 0,-1 0 0,0 0 0,-1 0 0,0 0 0,2 0 0,0 0 0,-1 0 0,0 0 0,-1 0 0,-2-1 0,-1 2 0,7 2 0,-2 0 0,-2 0 0,-2 0 0,-5 1 0,9 5 0,-6 0 0,-6 2 0,-7 8 0,-6 3 0,-3 6 0,-2 3 0,-4-9 0,0 3 0,1 2-144,0-3 1,1 2 0,1 1-1,0 0 144,4 6 0,0 0 0,2 1 0,0 0 0,-4-8 0,1 0 0,0 0 0,0 0 0,0-1 0,7 9 0,-1-1 0,1-1 0,2-1 0,-2-3 0,2-2 0,0-1 0,1-2 0,0-4 0,0-1 0,1-2 0,2-2 0,4 0 0,1-2 0,3-1 0,1-2 0,-2-4 0,1-2 0,2 0 0,2-1 0,0-1-98,-2-1 0,2-2 0,1 1 0,0-2 1,1 1-1,0-1 98,0 0 0,2 0 0,0-1 0,-1 0 0,1-1 0,-2 0 0,8 2 0,0-2 0,-1 1 0,-1-1 0,-3-1 689,5 2 0,-1-1 0,-3 0 1,-4-1-690,-1 1 0,-4-2 0,-3 1 0,2 0 0,-8 1 0,-3 3 1528,-15 6-1528,16 12 1715,-6-8 0,2 1-1715,7 6 0,1 1 0,2 3 0,-1 3 0,-4 1 0,-3 1 554,-5-2 1,-2 1-555,-6-2 0,-2-1 0,-6-5 0,-2-1 0,3 19 0,-4-8 0,0-5 0,5-2 0,6 3 0,11 1 0,6-2 0,4-6 0,-1-7 0,-6-6 0,-6-2 0,-2-3 0,3-1 0,11 2 0,9 0 0,4 2 0,-6 0 0,-13-2 0,-13-2 0,-10-3 0,-4-3 0,-3-1 0,-2-1 0,0 2 0,0-2 0,0 2 0,0-3 0,0 0 0</inkml:trace>
  <inkml:trace contextRef="#ctx0" brushRef="#br0" timeOffset="49700">15102 7301 24575,'19'0'0,"-3"0"0,1 0 0,-3 0 0,2 0 0,6 0 0,5 0 0,5 0 0,-1 0 0,-5 0 0,-6 0 0,-5 0 0,-1 1 0,1 0 0,6 1 0,7-1 0,10-1 0,4 0 0,-2 0 0,-7 0 0,-10 0 0,-9 1 0,-7 2 0,-5 1 0,-1 2 0,1 0 0,2-2 0,1-3 0,0-6 0,0-10 0,2-10 0,5-11 0,6-2 0,-1 4 0,-1 9 0,0 8 0,6 3 0,11 2 0,13 2 0,4 2 0,-8 4 0,-12 2 0,-16 2 0,-8 2 0,-8 0 0,-4-1 0,-3-3 0,-6-5 0,-1-6 0,-3-4 0,1-3 0,1-3 0,0-4 0,-2-3 0,0-1 0,-1-2 0,1 1 0,-1 2 0,-2 3 0,-1 3 0,1 6 0,5 7 0,9 6 0,7 4 0,8 1 0,6 0 0,2 0 0,-4 11 0,-4 25 0,-7-1 0,-1 4 0,-2 11 0,-1 3 0,0 5 0,0 0 0,0-5 0,1-4 0,1-11 0,1-4 0,1 12 0,0-25 0,0-10 0,0-1 0,1 4 0,2 3 0,1 4 0,2-2 0,-1 0 0,-3 0 0,0 0 0,-2-2 0,0-3 0,1-3 0,1-5 0,2-4 0,-1-2 0,0 1 0</inkml:trace>
  <inkml:trace contextRef="#ctx0" brushRef="#br0" timeOffset="57768">1162 15471 24575,'-10'-20'0,"-7"-5"0,-10-4 0,5 10 0,-3 0 0,-6-4 0,-2-1 0,-6-5 0,-1-3 0,-3-4 0,1-2 0,1-1 0,1 0 0,4 0 0,2 0 0,5 4 0,2 0 0,2 2 0,3 0 0,3 3 0,1 0 0,-2-2 0,0-2 0,-1 0 0,-2-2 0,-1-1 0,-1-1 0,0 1 0,0 0 0,3 4 0,2 1 0,2-1 0,2 0 0,3-1 0,2 0 0,1-2 0,1-2 0,0-3 0,-2 0 0,0 0 0,-3 0 0,0 2 0,-2 1 0,0 4 0,0 1 0,2 4 0,0 1 0,-9-26 0,14 23 0,2-3 0,2-8 0,1-3 0,2-9 0,1-3-219,1 14 1,0-1-1,0 0 219,1 0 0,0-1 0,0 2 0,1 3 0,1 1 0,-1 0 0,2-10 0,1 2 0,-1 11 0,1 2 0,0-21 0,-2 11 0,1-2 0,7-10 328,-2 25 0,1-2-328,2 0 0,0 0 0,0 3 0,0 2 0,8-15 0,-7 14 0,-12 3 0,-17-25 0,1 10 0,-2-6 0,4 8 0,1-2 0,0-2-526,-1-9 1,2-3 0,0-2 525,5 10 0,0 0 0,1-2 0,0 0-493,2-4 0,-1-2 0,2 0 0,0 0 493,0 8 0,1-1 0,-1 0 0,2 0 0,-1 2 0,0-8 0,1 1 0,0 0 0,0 2 0,0 5 0,0 0 0,0 2 0,0 0-124,0-5 1,0 1 0,0 2 123,0-11 0,0 3 0,0 5 0,0 2 0,0 8 0,0 2 690,0 4 1,0 1-691,3-23 2089,1 4-2089,-1 1 448,0-3-448,-3 23 0,-2 0 0,0-2 0,0-1 0,0 2 0,0 0 0,-2-26 0,3 7 0,1 4 0,0 0 0,4 0 0,3 0 0,4 5 0,1 8 0,0 10 0,-1 9 0,4-1 0,12-14 0,-5 5 0,2-3 0,7-7 0,3-3 0,4-5 0,2-1 0,-11 12 0,-1-1 0,1 0-167,0-1 1,0 1-1,0-2 167,2-1 0,0 0 0,0-1 0,-1 1 0,1 0 0,-1 0 0,-2 3 0,0 1 0,0 1 0,9-9 0,-1 3 0,-8 11 0,-2 3 0,17-4 0,-2 13 0,13-5 0,-17 0 0,3-4 0,-8 1 0,2-1 0,0-3 0,5-5 0,1-2 0,-1 0 0,-4 2 0,0 1 0,-3 2 250,7-5 0,-1 5-250,-2 10 0,1 6 0,1 9 0,2 4 0,10-3 0,2-1 0,-13 1 0,1 0 0,0-1 0,16 0 0,-2-2 0,-6 0 0,0 1 0,-5 0 0,0 0 0,-4 1 0,-1 1 0,-2 0 0,1 0 0,0 1 0,1 0 0,-1 0 0,1 0 0,0 0 0,1 0 0,2 0 0,-1 0 0,1 0 0,0 0 0,1 1 0,-1 1 0,-3 2 0,-1 0 0,-1 1 0,1 2 0,1-1 0,1 1 0,5-1 0,2-1 0,5 0 0,1-2 0,3 0 0,0-2 0,-3 1 0,-2-2 0,-8 0 0,-2 0 0,-6 0 0,-3 0 0,23 0 0,1 0 0,-24 0 0,1 0 0,2 0 0,-1 0 0,-1 0 0,-2 0 0,15 0 0,-15 1 0,-13 2 0,-6 3 0,-4 3 0,-2 2 0,-1-1 0,2 0 0,4-2 0,5-4 0,5-2 0,-1-2 0,-3 0 0,-4 0 0,-1 0 0,5 0 0,15 0 0,16 0 0,-14 0 0,3 0 0,4 0 0,0 0 0,-3 0 0,-1 0 0,-5 0 0,-3 0 0,9 0 0,-17 0 0,-8 0 0,-4 0 0,1 0 0,3 0 0,4 0 0,-1 0 0,-3 0 0,3 0 0,1 0 0,2 0 0,-2 0 0,-4 1 0,-4 1 0,0 2 0,3 1 0,9 0 0,13-3 0,7 1 0,-1-1 0,-10 1 0,-13 2 0,-10 0 0,-5 2 0,-3-2 0,0 0 0,2-2 0,-1-1 0</inkml:trace>
  <inkml:trace contextRef="#ctx0" brushRef="#br0" timeOffset="60700">4606 8489 24575,'13'0'0,"7"5"0,5 5 0,0 3 0,-7 2 0,-6-3 0,-3-1 0,5 2 0,10 0 0,7 1 0,6 1 0,-3-3 0,-6 1 0,-3-1 0,-4-1 0,-3 1 0,-1-1 0,2 2 0,3 0 0,5 1 0,-2-2 0,-6-3 0,-6-4 0,-6-4 0,-6-7 0,-9-9 0,-6-3 0,-1 0 0,4 6 0,3 5 0,0 4 0,-3-1 0,-2-2 0,0-1 0,3 1 0,2 2 0,-5 2 0,-7 3 0,-8 6 0,-3 3 0,5 3 0,9-1 0,8-4 0,3 2 0,2 4 0,-1 10 0,-1 6 0,0 5 0,-1-1 0,1-6 0,-3-2 0,-6-2 0,-12 2 0,-9 0 0,0-3 0,4-7 0,12-5 0,7-1 0,0 5 0,-3 4 0,-3 6 0,0-3 0,9-10 0,5-6 0</inkml:trace>
  <inkml:trace contextRef="#ctx0" brushRef="#br0" timeOffset="111815">19784 4514 24575,'0'0'0</inkml:trace>
  <inkml:trace contextRef="#ctx0" brushRef="#br0" timeOffset="114882">20619 8513 24575,'27'-4'0,"27"-7"0,-5 1 0,8-3 0,-16 5 0,2-2 0,3 0 0,1-1-1255,0-1 1,2 0 0,1-2 0,1 0 0,1-1 1254,-4 0 0,1-1 0,0 0 0,1-1 0,0-1 0,0 0-336,3-2 1,-1 0 0,1-1 0,0 0-1,-1-1 1,0-1 335,-1 1 0,-1-1 0,1-1 0,-1 0 0,-1 0 0,-1 1 0,6-3 0,-2-1 0,0 1 0,-1 0 0,-1 1 78,-6 3 0,0 0 0,-1 0 0,-1 1 1,0 1-79,5-3 0,-1 1 0,0 1 0,-2 1-168,9-3 0,-2 1 0,-1 2 168,-5 2 0,-1 0 0,-1 2 1212,11-4 0,-5 2-1212,-13 6 0,-4 0 3317,8-2-3317,-19 7 1836,-11 4-1836,5 1 819,21-5-819,-8 1 0,2-2 0,10-1 0,2-2 0,1 0 0,0 0 0,-5 1 0,-2 1 0,17-5 0,-23 5 0,-17 3 0,-8 2 0,-3-2 0,-2-2 0,1 4 0,-1-1 0</inkml:trace>
  <inkml:trace contextRef="#ctx0" brushRef="#br0" timeOffset="117766">20665 8523 24575,'23'-26'0,"7"-7"0,8-8 0,-1 0 0,-9 3 0,-3 3 0,-3-1 0,-2 2 0,-3 5 0,-4 6 0,-1-1 0,1-6 0,3-9 0,2-5 0,3 2 0,-2 10 0,-5 10 0,-3 10 0,-6 7 0,-2 2 0</inkml:trace>
  <inkml:trace contextRef="#ctx0" brushRef="#br0" timeOffset="120316">20675 8549 24575,'20'2'0,"-1"3"0,0 2 0,7 2 0,14-3 0,12-3 0,5-1 0,-4-2 0,-17 0 0,-13 0 0,-7 0 0,-4-2 0,8-3 0,9-3 0,4-2 0,0 0 0,-7 4 0,-11 3 0,-3 2 0,-1 1 0,6 0 0,7 1 0,2 2 0,-2 2 0,-7 1 0,-6-1 0,-3-3 0,-3-1 0,1 1 0,3 1 0,3 3 0,3-2 0,2 0 0,4-2-1696,3-2 0,-10 0 0,0 0 0</inkml:trace>
  <inkml:trace contextRef="#ctx0" brushRef="#br0" timeOffset="125316">20803 9268 24575,'22'15'0,"2"4"0,1 4 0,-3 1 0,-6-4 0,0 1 0,6 4 0,6 6 0,6 6 0,2 6 0,-1 3 0,-2-1 0,-3-4 0,2-4 0,0-8 0,-1-7 0,-2-5 0,-4-5 0,-4-3 0,-3-2 0,-2-1 0,-2-1 0,-3 1 0,0-1 0,0 0 0,-1-1 0,0-1 0,-3 0 0,-1-2 0,-1 0 0,-1-1 0,1-3 0,-1-3 0,2-4 0,1-5 0,0-5 0,-1-6 0,-3-3 0,-2-1 0,-1 3 0,0 8 0,0 5 0,-1 3 0,-3-3 0,-3-8 0,-2-6 0,-3 1 0,3 4 0,2 9 0,4 6 0,2 2 0,1 0 0,-1 0 0,4 1 0,3 2 0,8 2 0,8 1 0,5 5 0,4 7 0,1 7 0,0 5 0,-4-1 0,-5-2 0,-5-4 0,-7-4 0,-4-5 0,-1-3 0,-1-1 0,2 3 0,2 5 0,2 5 0,0 0 0,-1-2 0,-3-4 0,-3-4 0,-1-3 0,1 0 0,4 3 0,1 4 0,1 1 0,-3 0 0,-1-2 0,-1-2 0,1-1 0,3-2 0,-2-1 0,-6-4 0,-16-16 0,-16-19 0,10 8 0,-1-1 0,-3-6 0,2 0 0,2 2 0,3 0 0,3 3 0,1 2 0,-4-19 0,3 7 0,-2-3 0,-5-5 0,-6-4 0,0 4 0,5 11 0,7 12 0,6 11 0,4 2 0,-2-3 0,-3-1 0,-1-3 0,2 3 0,3 3 0,4 2 0,6-1-1696,10 0 0,-5 3 0,4 2 0</inkml:trace>
  <inkml:trace contextRef="#ctx0" brushRef="#br0" timeOffset="127532">22035 9560 24575,'9'17'0,"9"4"0,9 10 0,9 8 0,1 3 0,-5-4 0,-8-7 0,-7-12 0,-7-8 0,0-2 0,-1-2 0,0 1 0,-1 0 0,-2 0 0,-3-1 0,0 0 0,0 0 0,1-5 0,-1 0 0,-1-3 0</inkml:trace>
  <inkml:trace contextRef="#ctx0" brushRef="#br0" timeOffset="129283">22251 9060 24575,'3'27'0,"13"10"0,5-6 0,5 1 0,10 5 0,5 0 0,-10-11 0,2-1 0,0 0 0,-1 0 0,1-1 0,-2 0 0,8 5 0,-3-1 0,-7-4 0,-3-2 0,10 13 0,-12-8 0,-3-3 0,1 1 0,1 4 0,2 5 0,0 5 0,-2 2 0,-3-2 0,-2-8 0,-2-7 0,-5-11 0,-4-14 0,-9-15-1696,-7-8 0,3 6 0,-2 4 0</inkml:trace>
  <inkml:trace contextRef="#ctx0" brushRef="#br0" timeOffset="131832">22269 9088 24575,'8'-2'0,"3"-3"0,3-3 0,4-3 0,0 0 0,-2 0 0,-3 1 0,0-4 0,1-4 0,2-2 0,2 0 0,1 5 0,1 2 0,2-1 0,1-1 0,-2-3 0,-2 2 0,-4 5 0,-6 3 0,-2 4 0,-3 1 0,0 2 0,-2 1 0,1 0 0</inkml:trace>
  <inkml:trace contextRef="#ctx0" brushRef="#br0" timeOffset="133849">22609 9502 24575,'5'-11'0,"2"-1"0,4 0 0,2 1 0,0-2 0,4-4 0,3-3 0,3-4 0,0 0 0,-3 4 0,0 0 0,0 1 0,1 0 0,-1 2 0,-4 4 0,-4 5 0,-5 3 0,-3-1 0,-3 4 0,1-2 0</inkml:trace>
  <inkml:trace contextRef="#ctx0" brushRef="#br0" timeOffset="136565">23186 9463 24575,'11'6'0,"8"7"0,7 6 0,0 4 0,-4-2 0,-6-5 0,-4-2 0,1 0 0,4 6 0,11 7 0,9 6 0,6 4 0,-2-4 0,-10-8 0,-9-10 0,-10-7 0,-6-3 0,-3-1 0,-2-2 0,-1-1 0</inkml:trace>
  <inkml:trace contextRef="#ctx0" brushRef="#br0" timeOffset="139466">15817 13864 24575,'0'25'0,"6"26"0,3-10 0,5 4 0,0-9 0,3 0 0,3 1-442,3 0 1,5 0-1,1-2 442,5-3 0,2-2 0,2-3 0,3-3 0,2-3 0,0-3 0,0-3 0,0-2 0,0-3 0,0-2 0,0-3 0,0 0 0,0-1 0,-1-2 0,0-1 0,0-1 0,-2-1 0,2-1 0,1-1 0,1-2 0,0 0 0,-2-1 0,-1 0 0,1 0 0,2-1 0,0-1 0,0 2 0,-3 0 0,0 1 0,0 0 182,16 1 0,-1 2-182,-2 1 0,-1 2 118,-9 1 0,-2 2-118,-1-1 0,0 1 0,-3 1 0,1-2 0,2-1 0,1-1 0,10-5 0,2 0-133,-9 0 1,3-1-1,0 1 133,4 0 0,1-1 0,0 2 0,1-1 0,0 1 0,-1 2 0,-5 0 0,-1 1 0,-3 1 25,11 2 1,-3 1-26,-7 2 0,-2 3 0,-2 2 0,1 4 0,8 5 0,3 2-206,-14-4 1,0 1 0,1 1 205,0 0 0,0 1 0,0 0 0,-4 0 0,-1-1 0,-3-1 0,4 4 0,-5-2 0,12 9 1038,-22-12-1038,-9-6 0,2 4 0,3 4 650,4 1-650,-1-2 0,-4-7 0,-6-9 0,-4-2 0,-4-3 0</inkml:trace>
  <inkml:trace contextRef="#ctx0" brushRef="#br0" timeOffset="141266">19896 14898 24575,'0'41'0,"4"10"0,2-16 0,3 2 0,5 5 0,1 0 0,4 2 0,1-1 0,-1-2 0,-1-2 0,-4-6 0,-2-3 0,3 12 0,-8-16 0,-2-4 0,0 13 0,4 13 0,-3-19 0,0 1 0,0-1 0,1-1 0,6 15 0,-4-14 0,-2-11 0,-3-5 0,-2-2 0,0-4 0,1-4 0,-2-4 0,2-5 0,0-4 0,4-3 0,-3 5 0,2 2 0</inkml:trace>
  <inkml:trace contextRef="#ctx0" brushRef="#br0" timeOffset="144166">19839 14977 24575,'5'-18'0,"18"-18"0,-3 10 0,3-2 0,2-3 0,3 1 0,7-2 0,3 2 0,-2 4 0,1 3 0,1 3 0,0 2 0,-1 3 0,-1 2 0,18 0 0,-13 5 0,-10 2 0,-5 1 0,2 4 0,5-1 0,1 2 0,-2 0 0,-7 0 0,-11 1 0,-6 11 0,-13 24 0,-3-3 0,-1 5 0,-4 14 0,-1 3-193,3-12 1,1 1 0,0 0 192,0 0 0,1 0 0,1-1 0,0-1 0,1-1 0,0-1 0,-3 13 0,-1-4 0,-1-8 0,-1-3 0,-1-8 0,-2-3 0,-15 6 0,-1-17 0,5-10 577,6-9-577,8-10 0,8-16 0,7-14 0,14-9 0,-5 24 0,3 1 0,20-18 0,2 9 0,-2 10 0,3 7 0,9 4 0,-18 8 0,2 2 0,2 1 0,2 1 0,0 0 0,-1 2 0,-2 2 0,-2 0 0,12 5 0,-13 3 0,-14 1 0,-6-2 0,-1 3 0,1 9 0,5 16 0,6 16 0,-8-22 0,1 2 0,-1-2 0,0 0 0,4 25 0,-5-6 0,-18 4 0,-2-24 0,-4 0 0,-5 3 0,-3-1 0,-3-1 0,-1 0 0,2-6 0,0-1 0,-18 14 0,2-8 0,-7 2 0,17-11 0,-3 0 0,-4 4 0,-2 1 0,-3 1 0,0-1 0,1-4 0,3-2 0,6-4 0,3-1 0,-13 2 0,20-7 0,11-4 0,3-2 0,-3-1 0,-4 0 0,6 0 0,0-1 0</inkml:trace>
  <inkml:trace contextRef="#ctx0" brushRef="#br0" timeOffset="148099">21197 15382 24575,'-14'0'0,"-4"0"0,-2 2 0,-1 2 0,0 3 0,-1 2 0,-2 1 0,1 1 0,4-2 0,6 0 0,6 1 0,5 2 0,2 4 0,0 2 0,0-1 0,3-5 0,10-4 0,11-4 0,5-4 0,0 0 0,-8 0 0,-6-1 0,-3-6 0,2-6 0,2-5 0,7-1 0,4 2 0,0 5 0,-4 4 0,-6 5 0,-7 0 0,-4 0 0,-2 0 0,0-4 0,0-1 0,0-3 0,-1-4 0,-5-5 0,-5 1 0,-2 1 0,-2 6 0,4 8 0,8 4 0,9 4 0,9 1 0,4 0 0,-1-1 0,2 1 0,3-1 0,5-2 0,8-1 0,1-1 0,-1-2 0,-6-4 0,-4-7 0,-5-7 0,-3-4 0,-5 0 0,-1 1 0,-2 3 0,-1-3 0,-2-9 0,-4-16 0,-7 18 0,-3-1 0,-5-5 0,-5 0 0,-6-4 0,-4 0 0,-6-3 0,-4 1 0,-3-1 0,-1 1 0,0 0 0,0 0 0,1 4 0,1 0 0,2 5 0,1 1 0,4 5 0,1 3 0,-14-10 0,15 16 0,12 14 0,12 10 0,11 9 0,7 4 0,9 2 0,9 8 0,-13-11 0,2 2 0,5 6 0,2 2 0,3 3 0,1 1 0,2 0 0,0 0 0,0-1 0,-1 0 0,-2-3 0,-1 0 0,0-1 0,-1 1 0,-1-1 0,0 1 0,0 0 0,0 1 0,1-1 0,-2 1 0,-1-3 0,-2-1 0,-3-3 0,-2-3 0,10 8 0,-14-10 0,-8-10 0,0-2 0,6-4 0,8-1 0,7 0 0,-2 2 0,-5 1 0,-6 0 0,-10-1 0,-2-1 0</inkml:trace>
  <inkml:trace contextRef="#ctx0" brushRef="#br0" timeOffset="150717">21681 14630 24575,'-25'0'0,"-22"1"0,12 1 0,-2 3 0,-3 2 0,0 2 0,3 3 0,1 2 0,5 2 0,1 1 0,4-1 0,1 0 0,-21 12 0,3-5 0,6-5 0,6-3 0,8-4 0,10-2 0,6-2 0,4 0 0,3 0 0,0-3 0,0-1 0</inkml:trace>
  <inkml:trace contextRef="#ctx0" brushRef="#br0" timeOffset="152582">22538 13872 24575,'-5'46'0,"-4"1"0,-3 7 0,0-6 0,-1 4 0,-2 2-814,2-7 0,-1 0 0,-1 1 1,0 0 813,-1 0 0,0-1 0,0 0 0,1-1 0,-4 9 0,0-1 0,3 0 13,2-4 0,1-1 0,3 0-13,1-2 0,2-1 0,2 0 0,1 1 0,2-1 0,1 0 0,3 1 0,1 0 0,1-2 0,2-1 0,0-1 0,3-1 205,0-3 0,2-1 0,1-1-205,7 11 0,2-3 0,-2-8 0,1-2 0,-1-4 0,1-3 808,-3-3 0,0-2-808,12 16 828,-6-4-828,-6-7 157,-6-6-157,-5-7 0,-3-3 0,-2-7 0,-1-1 0</inkml:trace>
  <inkml:trace contextRef="#ctx0" brushRef="#br0" timeOffset="154749">23546 14555 24575,'-31'0'0,"-6"-3"0,-11-3 0,-6-3 0,-3 0 0,1 4 0,2 4 0,9 9 0,13 10 0,13 11 0,13 7 0,11 6 0,8 4 0,4-3 0,0-6 0,-3-9 0,-2-9 0,8-4 0,12-2 0,16-1 0,-17-7 0,2 1 0,1 0 0,2-1 0,2 1 0,0-1 0,2 1 0,-1 0 0,1 0 0,-1 1 0,1 0 0,-1 1 0,-5 0 0,-1 0 0,18 8 0,-16-4 0,-14-5 0,-8-1 0,-2-1 0,-3 3 0,-1 2 0,-4 2 0,-1 2 0,-1 2 0,-1 5 0,0 5 0,-3 8 0,-2 10 0,-7 4 0,-3 3 0,-3-4 0,-6-3 0,-13-1 0,7-22 0,-6-3 0,-11 0 0,-5-3 0,12-6 0,-1-1 0,-1-2 0,-2 0 0,0-1 0,0-1 0,2-1 0,1-1 0,1 0 0,-11 0 0,4-1 0,9 1 0,5-2 0,-10 0 0,23-1 0,13 1 0,4-1 0</inkml:trace>
  <inkml:trace contextRef="#ctx0" brushRef="#br0" timeOffset="157232">24467 15067 24575,'-1'16'0,"-6"13"0,-7 14 0,-7 8 0,-3-7 0,4-11 0,7-12 0,7-9 0,5-3 0,2 1 0,2 2 0,2 3 0,-1 1 0,-1-2 0,-1 0 0,3 2 0,1 3 0,3 2 0,-1-3 0,-1-4 0,0-5 0,0-4 0,4-3 0,3-1 0,5-1 0,2-3 0,3-7 0,2-8 0,1-6 0,-3-1 0,-6 5 0,-4 2 0,-3 2 0,-3 0 0,-4 2 0,-2 4 0,-3-1 0,-9-3 0,-12-8 0,-11-6 0,-5-2 0,5 4 0,9 8 0,8 8 0,5 6 0,-5 2 0,-7 2 0,-7 0 0,1 0 0,5 0 0,13 0 0,6 0 0</inkml:trace>
  <inkml:trace contextRef="#ctx0" brushRef="#br0" timeOffset="158982">24692 14632 24575,'0'0'0</inkml:trace>
  <inkml:trace contextRef="#ctx0" brushRef="#br0" timeOffset="161832">24800 14939 24575,'0'10'0,"5"6"0,4 6 0,3 2 0,1-3 0,-4-3 0,-2 2 0,1 7 0,2 14 0,2 7 0,0 2 0,-3-5 0,-4-9 0,-3-4 0,-2-1 0,0 5 0,0 0 0,0-2 0,0-4 0,1-9 0,3-4 0,4 2 0,7 5 0,4 7 0,2 7 0,0-2 0,-5-5 0,-6-8 0,-5-8 0,-3-5 0,-1-2 0,2-4 0,-1-3 0,1-2 0,-1-3 0,2-2 0,6-6 0,9-7 0,14-7 0,14-6 0,-20 16 0,0 1 0,25-10 0,-11 8 0,-11 5 0,-6 4 0,1-2 0,-11 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t>07-04-2025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BC08CD-08CE-4BE9-82DB-405CF9CCA283}" type="slidenum">
              <a:rPr lang="en-IN" smtClean="0"/>
              <a:t>1</a:t>
            </a:fld>
            <a:endParaRPr lang="en-IN"/>
          </a:p>
        </p:txBody>
      </p:sp>
    </p:spTree>
    <p:extLst>
      <p:ext uri="{BB962C8B-B14F-4D97-AF65-F5344CB8AC3E}">
        <p14:creationId xmlns:p14="http://schemas.microsoft.com/office/powerpoint/2010/main" val="865085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3E4D8-6496-F3CF-FE0F-9CBBB30E0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21770-3F9B-59A1-34E7-2A06C71844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088C95-5548-FE0B-F880-254CF900AD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D4A343-27CB-397D-0097-A3EA422CA83F}"/>
              </a:ext>
            </a:extLst>
          </p:cNvPr>
          <p:cNvSpPr>
            <a:spLocks noGrp="1"/>
          </p:cNvSpPr>
          <p:nvPr>
            <p:ph type="sldNum" sz="quarter" idx="10"/>
          </p:nvPr>
        </p:nvSpPr>
        <p:spPr/>
        <p:txBody>
          <a:bodyPr/>
          <a:lstStyle/>
          <a:p>
            <a:fld id="{C7BC08CD-08CE-4BE9-82DB-405CF9CCA283}" type="slidenum">
              <a:rPr lang="en-IN" smtClean="0"/>
              <a:t>2</a:t>
            </a:fld>
            <a:endParaRPr lang="en-IN"/>
          </a:p>
        </p:txBody>
      </p:sp>
    </p:spTree>
    <p:extLst>
      <p:ext uri="{BB962C8B-B14F-4D97-AF65-F5344CB8AC3E}">
        <p14:creationId xmlns:p14="http://schemas.microsoft.com/office/powerpoint/2010/main" val="2241472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9964A-5C91-2742-20E5-ABFA4BC2D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BFDE4-1ED3-BB49-4CDF-F7759DD95F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21607-E1A7-8265-6A05-24B6D081F8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819C4F-6169-B434-5443-AF1AFE4320FF}"/>
              </a:ext>
            </a:extLst>
          </p:cNvPr>
          <p:cNvSpPr>
            <a:spLocks noGrp="1"/>
          </p:cNvSpPr>
          <p:nvPr>
            <p:ph type="sldNum" sz="quarter" idx="10"/>
          </p:nvPr>
        </p:nvSpPr>
        <p:spPr/>
        <p:txBody>
          <a:bodyPr/>
          <a:lstStyle/>
          <a:p>
            <a:fld id="{C7BC08CD-08CE-4BE9-82DB-405CF9CCA283}" type="slidenum">
              <a:rPr lang="en-IN" smtClean="0"/>
              <a:t>3</a:t>
            </a:fld>
            <a:endParaRPr lang="en-IN"/>
          </a:p>
        </p:txBody>
      </p:sp>
    </p:spTree>
    <p:extLst>
      <p:ext uri="{BB962C8B-B14F-4D97-AF65-F5344CB8AC3E}">
        <p14:creationId xmlns:p14="http://schemas.microsoft.com/office/powerpoint/2010/main" val="3710638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F2A20-5FFA-35FF-593F-865C9561C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5D957-64D1-4662-F3C2-A87EB9C166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D8FCA-9B53-1561-97F6-F48A851E06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A3D8B8-E1A7-3275-4DF1-F36F57146CCF}"/>
              </a:ext>
            </a:extLst>
          </p:cNvPr>
          <p:cNvSpPr>
            <a:spLocks noGrp="1"/>
          </p:cNvSpPr>
          <p:nvPr>
            <p:ph type="sldNum" sz="quarter" idx="10"/>
          </p:nvPr>
        </p:nvSpPr>
        <p:spPr/>
        <p:txBody>
          <a:bodyPr/>
          <a:lstStyle/>
          <a:p>
            <a:fld id="{C7BC08CD-08CE-4BE9-82DB-405CF9CCA283}" type="slidenum">
              <a:rPr lang="en-IN" smtClean="0"/>
              <a:t>4</a:t>
            </a:fld>
            <a:endParaRPr lang="en-IN"/>
          </a:p>
        </p:txBody>
      </p:sp>
    </p:spTree>
    <p:extLst>
      <p:ext uri="{BB962C8B-B14F-4D97-AF65-F5344CB8AC3E}">
        <p14:creationId xmlns:p14="http://schemas.microsoft.com/office/powerpoint/2010/main" val="875534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4C709-2796-9640-606F-900D3050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938F7-924D-A88C-1D09-EC013EC1EA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6B73F-282F-F2D1-B87F-B72FD12FB3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F8CCC0-1E44-9A0D-E70C-EC45942112DC}"/>
              </a:ext>
            </a:extLst>
          </p:cNvPr>
          <p:cNvSpPr>
            <a:spLocks noGrp="1"/>
          </p:cNvSpPr>
          <p:nvPr>
            <p:ph type="sldNum" sz="quarter" idx="10"/>
          </p:nvPr>
        </p:nvSpPr>
        <p:spPr/>
        <p:txBody>
          <a:bodyPr/>
          <a:lstStyle/>
          <a:p>
            <a:fld id="{C7BC08CD-08CE-4BE9-82DB-405CF9CCA283}" type="slidenum">
              <a:rPr lang="en-IN" smtClean="0"/>
              <a:t>5</a:t>
            </a:fld>
            <a:endParaRPr lang="en-IN"/>
          </a:p>
        </p:txBody>
      </p:sp>
    </p:spTree>
    <p:extLst>
      <p:ext uri="{BB962C8B-B14F-4D97-AF65-F5344CB8AC3E}">
        <p14:creationId xmlns:p14="http://schemas.microsoft.com/office/powerpoint/2010/main" val="1803519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FA474-A3E6-9800-5EAD-DFFF97421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DC6A54-0350-DE54-0C9F-3D60D8530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616F3C-67F3-1D32-A181-8D894DB88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438C13-754B-90FA-18AF-5BFEB909CA93}"/>
              </a:ext>
            </a:extLst>
          </p:cNvPr>
          <p:cNvSpPr>
            <a:spLocks noGrp="1"/>
          </p:cNvSpPr>
          <p:nvPr>
            <p:ph type="sldNum" sz="quarter" idx="10"/>
          </p:nvPr>
        </p:nvSpPr>
        <p:spPr/>
        <p:txBody>
          <a:bodyPr/>
          <a:lstStyle/>
          <a:p>
            <a:fld id="{C7BC08CD-08CE-4BE9-82DB-405CF9CCA283}" type="slidenum">
              <a:rPr lang="en-IN" smtClean="0"/>
              <a:t>6</a:t>
            </a:fld>
            <a:endParaRPr lang="en-IN"/>
          </a:p>
        </p:txBody>
      </p:sp>
    </p:spTree>
    <p:extLst>
      <p:ext uri="{BB962C8B-B14F-4D97-AF65-F5344CB8AC3E}">
        <p14:creationId xmlns:p14="http://schemas.microsoft.com/office/powerpoint/2010/main" val="4115475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1BCFB-73CB-4A12-66CD-3E4BF83709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A5839-0A17-1FA8-2443-116E9F514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D43DD-AF84-FD39-5847-0602631DE2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06EBEC-004B-1117-B9E3-E435421CFE1C}"/>
              </a:ext>
            </a:extLst>
          </p:cNvPr>
          <p:cNvSpPr>
            <a:spLocks noGrp="1"/>
          </p:cNvSpPr>
          <p:nvPr>
            <p:ph type="sldNum" sz="quarter" idx="10"/>
          </p:nvPr>
        </p:nvSpPr>
        <p:spPr/>
        <p:txBody>
          <a:bodyPr/>
          <a:lstStyle/>
          <a:p>
            <a:fld id="{C7BC08CD-08CE-4BE9-82DB-405CF9CCA283}" type="slidenum">
              <a:rPr lang="en-IN" smtClean="0"/>
              <a:t>7</a:t>
            </a:fld>
            <a:endParaRPr lang="en-IN"/>
          </a:p>
        </p:txBody>
      </p:sp>
    </p:spTree>
    <p:extLst>
      <p:ext uri="{BB962C8B-B14F-4D97-AF65-F5344CB8AC3E}">
        <p14:creationId xmlns:p14="http://schemas.microsoft.com/office/powerpoint/2010/main" val="3192901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46FD3-74BA-18BC-F9EE-80BE045EF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583DD7-4FEB-2C3F-C55D-0965F20E8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9816F-CE08-10D9-406E-B3A3414316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431D46-7624-4A75-A28A-676D555A2F16}"/>
              </a:ext>
            </a:extLst>
          </p:cNvPr>
          <p:cNvSpPr>
            <a:spLocks noGrp="1"/>
          </p:cNvSpPr>
          <p:nvPr>
            <p:ph type="sldNum" sz="quarter" idx="10"/>
          </p:nvPr>
        </p:nvSpPr>
        <p:spPr/>
        <p:txBody>
          <a:bodyPr/>
          <a:lstStyle/>
          <a:p>
            <a:fld id="{C7BC08CD-08CE-4BE9-82DB-405CF9CCA283}" type="slidenum">
              <a:rPr lang="en-IN" smtClean="0"/>
              <a:t>8</a:t>
            </a:fld>
            <a:endParaRPr lang="en-IN"/>
          </a:p>
        </p:txBody>
      </p:sp>
    </p:spTree>
    <p:extLst>
      <p:ext uri="{BB962C8B-B14F-4D97-AF65-F5344CB8AC3E}">
        <p14:creationId xmlns:p14="http://schemas.microsoft.com/office/powerpoint/2010/main" val="1624613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7EACE31B-895A-412D-B809-CB2476E086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fld id="{ABBE4FD2-B32D-473A-B252-3C7324EA6812}" type="slidenum">
              <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cs typeface="Arial"/>
                <a:sym typeface="Arial"/>
              </a:rPr>
              <a:pPr marL="0" marR="0" lvl="0" indent="0" algn="l" defTabSz="914400" rtl="0" eaLnBrk="0" fontAlgn="auto" latinLnBrk="0" hangingPunct="0">
                <a:lnSpc>
                  <a:spcPct val="100000"/>
                </a:lnSpc>
                <a:spcBef>
                  <a:spcPts val="0"/>
                </a:spcBef>
                <a:spcAft>
                  <a:spcPts val="0"/>
                </a:spcAft>
                <a:buClrTx/>
                <a:buSzTx/>
                <a:buFontTx/>
                <a:buNone/>
                <a:tabLst/>
                <a:defRPr/>
              </a:pPr>
              <a:t>88</a:t>
            </a:fld>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cs typeface="Arial"/>
              <a:sym typeface="Arial"/>
            </a:endParaRPr>
          </a:p>
        </p:txBody>
      </p:sp>
      <p:sp>
        <p:nvSpPr>
          <p:cNvPr id="55299" name="Rectangle 2">
            <a:extLst>
              <a:ext uri="{FF2B5EF4-FFF2-40B4-BE49-F238E27FC236}">
                <a16:creationId xmlns:a16="http://schemas.microsoft.com/office/drawing/2014/main" id="{BEE85F2B-B5D9-480E-B0CE-E692635C5501}"/>
              </a:ext>
            </a:extLst>
          </p:cNvPr>
          <p:cNvSpPr>
            <a:spLocks noGrp="1" noRot="1" noChangeAspect="1" noChangeArrowheads="1" noTextEdit="1"/>
          </p:cNvSpPr>
          <p:nvPr>
            <p:ph type="sldImg"/>
          </p:nvPr>
        </p:nvSpPr>
        <p:spPr>
          <a:xfrm>
            <a:off x="917575" y="746125"/>
            <a:ext cx="4972050" cy="3729038"/>
          </a:xfrm>
          <a:ln/>
        </p:spPr>
      </p:sp>
      <p:sp>
        <p:nvSpPr>
          <p:cNvPr id="55300" name="Rectangle 3">
            <a:extLst>
              <a:ext uri="{FF2B5EF4-FFF2-40B4-BE49-F238E27FC236}">
                <a16:creationId xmlns:a16="http://schemas.microsoft.com/office/drawing/2014/main" id="{F25B48C5-BE8C-4848-91D2-732EBA66B7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10DC7281-5D1E-4F2B-BEFB-E7268FA3A8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fld id="{1B8E55A6-6545-4D84-9CB5-A5EB56249402}" type="slidenum">
              <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cs typeface="Arial"/>
                <a:sym typeface="Arial"/>
              </a:rPr>
              <a:pPr marL="0" marR="0" lvl="0" indent="0" algn="l" defTabSz="914400" rtl="0" eaLnBrk="0" fontAlgn="auto" latinLnBrk="0" hangingPunct="0">
                <a:lnSpc>
                  <a:spcPct val="100000"/>
                </a:lnSpc>
                <a:spcBef>
                  <a:spcPts val="0"/>
                </a:spcBef>
                <a:spcAft>
                  <a:spcPts val="0"/>
                </a:spcAft>
                <a:buClrTx/>
                <a:buSzTx/>
                <a:buFontTx/>
                <a:buNone/>
                <a:tabLst/>
                <a:defRPr/>
              </a:pPr>
              <a:t>89</a:t>
            </a:fld>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cs typeface="Arial"/>
              <a:sym typeface="Arial"/>
            </a:endParaRPr>
          </a:p>
        </p:txBody>
      </p:sp>
      <p:sp>
        <p:nvSpPr>
          <p:cNvPr id="56323" name="Rectangle 2">
            <a:extLst>
              <a:ext uri="{FF2B5EF4-FFF2-40B4-BE49-F238E27FC236}">
                <a16:creationId xmlns:a16="http://schemas.microsoft.com/office/drawing/2014/main" id="{BF271F26-2183-401F-A017-C5E9A3AEF77E}"/>
              </a:ext>
            </a:extLst>
          </p:cNvPr>
          <p:cNvSpPr>
            <a:spLocks noGrp="1" noRot="1" noChangeAspect="1" noChangeArrowheads="1" noTextEdit="1"/>
          </p:cNvSpPr>
          <p:nvPr>
            <p:ph type="sldImg"/>
          </p:nvPr>
        </p:nvSpPr>
        <p:spPr>
          <a:xfrm>
            <a:off x="917575" y="746125"/>
            <a:ext cx="4972050" cy="3729038"/>
          </a:xfrm>
          <a:ln/>
        </p:spPr>
      </p:sp>
      <p:sp>
        <p:nvSpPr>
          <p:cNvPr id="56324" name="Rectangle 3">
            <a:extLst>
              <a:ext uri="{FF2B5EF4-FFF2-40B4-BE49-F238E27FC236}">
                <a16:creationId xmlns:a16="http://schemas.microsoft.com/office/drawing/2014/main" id="{B42F3D69-7AAA-4EF2-9A69-06DDF2A4E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ADAE28A3-A03F-423A-A250-5BFB5D11A0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fld id="{5379C5E0-F961-4774-9234-BEF0A354B752}" type="slidenum">
              <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cs typeface="Arial"/>
                <a:sym typeface="Arial"/>
              </a:rPr>
              <a:pPr marL="0" marR="0" lvl="0" indent="0" algn="l" defTabSz="914400" rtl="0" eaLnBrk="0" fontAlgn="auto" latinLnBrk="0" hangingPunct="0">
                <a:lnSpc>
                  <a:spcPct val="100000"/>
                </a:lnSpc>
                <a:spcBef>
                  <a:spcPts val="0"/>
                </a:spcBef>
                <a:spcAft>
                  <a:spcPts val="0"/>
                </a:spcAft>
                <a:buClrTx/>
                <a:buSzTx/>
                <a:buFontTx/>
                <a:buNone/>
                <a:tabLst/>
                <a:defRPr/>
              </a:pPr>
              <a:t>90</a:t>
            </a:fld>
            <a:endParaRPr kumimoji="0" lang="en-US" altLang="en-US" sz="1400" b="0" i="0" u="none" strike="noStrike" kern="0" cap="none" spc="0" normalizeH="0" baseline="0" noProof="0">
              <a:ln>
                <a:noFill/>
              </a:ln>
              <a:solidFill>
                <a:srgbClr val="000000"/>
              </a:solidFill>
              <a:effectLst/>
              <a:uLnTx/>
              <a:uFillTx/>
              <a:latin typeface="Times New Roman" panose="02020603050405020304" pitchFamily="18" charset="0"/>
              <a:cs typeface="Arial"/>
              <a:sym typeface="Arial"/>
            </a:endParaRPr>
          </a:p>
        </p:txBody>
      </p:sp>
      <p:sp>
        <p:nvSpPr>
          <p:cNvPr id="57347" name="Rectangle 2">
            <a:extLst>
              <a:ext uri="{FF2B5EF4-FFF2-40B4-BE49-F238E27FC236}">
                <a16:creationId xmlns:a16="http://schemas.microsoft.com/office/drawing/2014/main" id="{18BA5446-A317-4F32-83EF-ED1E280E950B}"/>
              </a:ext>
            </a:extLst>
          </p:cNvPr>
          <p:cNvSpPr>
            <a:spLocks noGrp="1" noRot="1" noChangeAspect="1" noChangeArrowheads="1" noTextEdit="1"/>
          </p:cNvSpPr>
          <p:nvPr>
            <p:ph type="sldImg"/>
          </p:nvPr>
        </p:nvSpPr>
        <p:spPr>
          <a:xfrm>
            <a:off x="917575" y="746125"/>
            <a:ext cx="4972050" cy="3729038"/>
          </a:xfrm>
          <a:ln/>
        </p:spPr>
      </p:sp>
      <p:sp>
        <p:nvSpPr>
          <p:cNvPr id="57348" name="Rectangle 3">
            <a:extLst>
              <a:ext uri="{FF2B5EF4-FFF2-40B4-BE49-F238E27FC236}">
                <a16:creationId xmlns:a16="http://schemas.microsoft.com/office/drawing/2014/main" id="{2F1BC1F4-4AF0-40A3-B22A-2BD51D0131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BC08CD-08CE-4BE9-82DB-405CF9CCA283}" type="slidenum">
              <a:rPr lang="en-IN" smtClean="0"/>
              <a:t>127</a:t>
            </a:fld>
            <a:endParaRPr lang="en-IN"/>
          </a:p>
        </p:txBody>
      </p:sp>
    </p:spTree>
    <p:extLst>
      <p:ext uri="{BB962C8B-B14F-4D97-AF65-F5344CB8AC3E}">
        <p14:creationId xmlns:p14="http://schemas.microsoft.com/office/powerpoint/2010/main" val="2704825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CEE94-9AD9-BC94-1E63-3E4BD95AE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0B8CF-978B-7804-6C88-F2592B996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05CA5-F32C-9D01-2CA5-C31C3F24DF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073E321-6554-6B61-A498-3384957D53A3}"/>
              </a:ext>
            </a:extLst>
          </p:cNvPr>
          <p:cNvSpPr>
            <a:spLocks noGrp="1"/>
          </p:cNvSpPr>
          <p:nvPr>
            <p:ph type="sldNum" sz="quarter" idx="5"/>
          </p:nvPr>
        </p:nvSpPr>
        <p:spPr/>
        <p:txBody>
          <a:bodyPr/>
          <a:lstStyle/>
          <a:p>
            <a:fld id="{C7BC08CD-08CE-4BE9-82DB-405CF9CCA283}" type="slidenum">
              <a:rPr lang="en-IN" smtClean="0"/>
              <a:t>128</a:t>
            </a:fld>
            <a:endParaRPr lang="en-IN"/>
          </a:p>
        </p:txBody>
      </p:sp>
    </p:spTree>
    <p:extLst>
      <p:ext uri="{BB962C8B-B14F-4D97-AF65-F5344CB8AC3E}">
        <p14:creationId xmlns:p14="http://schemas.microsoft.com/office/powerpoint/2010/main" val="6913557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7AE44-717A-2123-B942-EFF064B68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B1DDE-ACD0-1C85-963F-586F5D483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DDD29-B116-2E82-05AD-8F60D570707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E76200-4FD5-362B-EF1C-CD0669F07215}"/>
              </a:ext>
            </a:extLst>
          </p:cNvPr>
          <p:cNvSpPr>
            <a:spLocks noGrp="1"/>
          </p:cNvSpPr>
          <p:nvPr>
            <p:ph type="sldNum" sz="quarter" idx="5"/>
          </p:nvPr>
        </p:nvSpPr>
        <p:spPr/>
        <p:txBody>
          <a:bodyPr/>
          <a:lstStyle/>
          <a:p>
            <a:fld id="{C7BC08CD-08CE-4BE9-82DB-405CF9CCA283}" type="slidenum">
              <a:rPr lang="en-IN" smtClean="0"/>
              <a:t>129</a:t>
            </a:fld>
            <a:endParaRPr lang="en-IN"/>
          </a:p>
        </p:txBody>
      </p:sp>
    </p:spTree>
    <p:extLst>
      <p:ext uri="{BB962C8B-B14F-4D97-AF65-F5344CB8AC3E}">
        <p14:creationId xmlns:p14="http://schemas.microsoft.com/office/powerpoint/2010/main" val="727630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AEB55-F80D-BE85-7E9D-8B559AA1A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181F2-B844-F145-729C-B8A01054E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10200E-8192-8046-CA97-BF862013D03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C3CD02-D9BA-00EC-8FB4-5F92F4389A6E}"/>
              </a:ext>
            </a:extLst>
          </p:cNvPr>
          <p:cNvSpPr>
            <a:spLocks noGrp="1"/>
          </p:cNvSpPr>
          <p:nvPr>
            <p:ph type="sldNum" sz="quarter" idx="5"/>
          </p:nvPr>
        </p:nvSpPr>
        <p:spPr/>
        <p:txBody>
          <a:bodyPr/>
          <a:lstStyle/>
          <a:p>
            <a:fld id="{C7BC08CD-08CE-4BE9-82DB-405CF9CCA283}" type="slidenum">
              <a:rPr lang="en-IN" smtClean="0"/>
              <a:t>130</a:t>
            </a:fld>
            <a:endParaRPr lang="en-IN"/>
          </a:p>
        </p:txBody>
      </p:sp>
    </p:spTree>
    <p:extLst>
      <p:ext uri="{BB962C8B-B14F-4D97-AF65-F5344CB8AC3E}">
        <p14:creationId xmlns:p14="http://schemas.microsoft.com/office/powerpoint/2010/main" val="3106868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0"/>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endParaRPr lang="en-US"/>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endParaRPr lang="en-US"/>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endParaRPr lang="en-US"/>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endParaRPr lang="en-US"/>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endParaRPr lang="en-US"/>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endParaRPr lang="en-US"/>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endParaRPr lang="en-US"/>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endParaRPr lang="en-US"/>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endParaRPr lang="en-US"/>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5"/>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endParaRPr lang="en-US"/>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endParaRPr lang="en-US"/>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4"/>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lide">
    <p:bg>
      <p:bgPr>
        <a:blipFill rotWithShape="1">
          <a:blip r:embed="rId2">
            <a:alphaModFix/>
          </a:blip>
          <a:stretch>
            <a:fillRect/>
          </a:stretch>
        </a:blipFill>
        <a:effectLst/>
      </p:bgPr>
    </p:bg>
    <p:spTree>
      <p:nvGrpSpPr>
        <p:cNvPr id="1" name="Shape 13"/>
        <p:cNvGrpSpPr/>
        <p:nvPr/>
      </p:nvGrpSpPr>
      <p:grpSpPr>
        <a:xfrm>
          <a:off x="0" y="0"/>
          <a:ext cx="0" cy="0"/>
          <a:chOff x="0" y="0"/>
          <a:chExt cx="0" cy="0"/>
        </a:xfrm>
      </p:grpSpPr>
      <p:sp>
        <p:nvSpPr>
          <p:cNvPr id="20" name="Shape 20"/>
          <p:cNvSpPr txBox="1">
            <a:spLocks noGrp="1"/>
          </p:cNvSpPr>
          <p:nvPr>
            <p:ph type="title"/>
          </p:nvPr>
        </p:nvSpPr>
        <p:spPr>
          <a:xfrm>
            <a:off x="2514603" y="3810003"/>
            <a:ext cx="6019799" cy="1524000"/>
          </a:xfrm>
          <a:prstGeom prst="rect">
            <a:avLst/>
          </a:prstGeom>
          <a:noFill/>
          <a:ln>
            <a:noFill/>
          </a:ln>
        </p:spPr>
        <p:txBody>
          <a:bodyPr lIns="91425" tIns="91425" rIns="91425" bIns="91425" anchor="ctr" anchorCtr="0"/>
          <a:lstStyle>
            <a:lvl1pPr lvl="0" algn="l" rtl="0">
              <a:lnSpc>
                <a:spcPct val="90909"/>
              </a:lnSpc>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Tree>
    <p:extLst>
      <p:ext uri="{BB962C8B-B14F-4D97-AF65-F5344CB8AC3E}">
        <p14:creationId xmlns:p14="http://schemas.microsoft.com/office/powerpoint/2010/main" val="214335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89D2B54D-D235-4FDA-A4BC-DA55A0289DFA}" type="datetime1">
              <a:rPr lang="en-US" altLang="en-US" smtClean="0"/>
              <a:t>4/7/2025</a:t>
            </a:fld>
            <a:endParaRPr lang="en-US" altLang="en-US"/>
          </a:p>
        </p:txBody>
      </p:sp>
      <p:sp>
        <p:nvSpPr>
          <p:cNvPr id="5" name="Footer Placeholder 4"/>
          <p:cNvSpPr>
            <a:spLocks noGrp="1"/>
          </p:cNvSpPr>
          <p:nvPr>
            <p:ph type="ftr" sz="quarter" idx="11"/>
          </p:nvPr>
        </p:nvSpPr>
        <p:spPr/>
        <p:txBody>
          <a:bodyPr/>
          <a:lstStyle/>
          <a:p>
            <a:pPr>
              <a:defRPr/>
            </a:pPr>
            <a:r>
              <a:rPr lang="en-US" altLang="en-US"/>
              <a:t>EEEG627  NEA - Class1 - Prof.K.R.Anupama</a:t>
            </a:r>
          </a:p>
        </p:txBody>
      </p:sp>
      <p:sp>
        <p:nvSpPr>
          <p:cNvPr id="6" name="Slide Number Placeholder 5"/>
          <p:cNvSpPr>
            <a:spLocks noGrp="1"/>
          </p:cNvSpPr>
          <p:nvPr>
            <p:ph type="sldNum" sz="quarter" idx="12"/>
          </p:nvPr>
        </p:nvSpPr>
        <p:spPr/>
        <p:txBody>
          <a:bodyPr/>
          <a:lstStyle/>
          <a:p>
            <a:pPr>
              <a:defRPr/>
            </a:pPr>
            <a:fld id="{97FB8918-A69B-4523-8AA9-950C4492CEC7}" type="slidenum">
              <a:rPr lang="en-US" altLang="en-US" smtClean="0"/>
              <a:pPr>
                <a:defRPr/>
              </a:pPr>
              <a:t>‹#›</a:t>
            </a:fld>
            <a:endParaRPr lang="en-US" altLang="en-US"/>
          </a:p>
        </p:txBody>
      </p:sp>
    </p:spTree>
    <p:extLst>
      <p:ext uri="{BB962C8B-B14F-4D97-AF65-F5344CB8AC3E}">
        <p14:creationId xmlns:p14="http://schemas.microsoft.com/office/powerpoint/2010/main" val="2136363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FA3CABC-FD68-40FF-A060-A2E2DFFBF36C}"/>
              </a:ext>
            </a:extLst>
          </p:cNvPr>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Footer Placeholder 4">
            <a:extLst>
              <a:ext uri="{FF2B5EF4-FFF2-40B4-BE49-F238E27FC236}">
                <a16:creationId xmlns:a16="http://schemas.microsoft.com/office/drawing/2014/main" id="{47DBC307-00A7-4D02-9F9E-9A683A5F391C}"/>
              </a:ext>
            </a:extLst>
          </p:cNvPr>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Slide Number Placeholder 5">
            <a:extLst>
              <a:ext uri="{FF2B5EF4-FFF2-40B4-BE49-F238E27FC236}">
                <a16:creationId xmlns:a16="http://schemas.microsoft.com/office/drawing/2014/main" id="{D3DADE42-D1B3-4E03-9BF3-26A38716D5BE}"/>
              </a:ext>
            </a:extLst>
          </p:cNvPr>
          <p:cNvSpPr>
            <a:spLocks noGrp="1"/>
          </p:cNvSpPr>
          <p:nvPr>
            <p:ph type="sldNum" sz="quarter" idx="12"/>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7A922CE-CB10-459F-A17B-569AF14DB847}" type="slidenum">
              <a:rPr kumimoji="0" lang="en-US" alt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820474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9"/>
        <p:cNvGrpSpPr/>
        <p:nvPr/>
      </p:nvGrpSpPr>
      <p:grpSpPr>
        <a:xfrm>
          <a:off x="0" y="0"/>
          <a:ext cx="0" cy="0"/>
          <a:chOff x="0" y="0"/>
          <a:chExt cx="0" cy="0"/>
        </a:xfrm>
      </p:grpSpPr>
      <p:sp>
        <p:nvSpPr>
          <p:cNvPr id="161" name="Shape 161"/>
          <p:cNvSpPr/>
          <p:nvPr/>
        </p:nvSpPr>
        <p:spPr>
          <a:xfrm>
            <a:off x="8246615" y="37254"/>
            <a:ext cx="670613" cy="124720"/>
          </a:xfrm>
          <a:prstGeom prst="rect">
            <a:avLst/>
          </a:prstGeom>
          <a:noFill/>
          <a:ln>
            <a:noFill/>
          </a:ln>
        </p:spPr>
        <p:txBody>
          <a:bodyPr lIns="0" tIns="0" rIns="0" bIns="0" anchor="t" anchorCtr="0">
            <a:noAutofit/>
          </a:bodyPr>
          <a:lstStyle/>
          <a:p>
            <a:pPr marL="0" marR="0" lvl="0" indent="0" algn="r" rtl="0">
              <a:spcBef>
                <a:spcPts val="0"/>
              </a:spcBef>
              <a:spcAft>
                <a:spcPts val="0"/>
              </a:spcAft>
              <a:buNone/>
            </a:pPr>
            <a:endParaRPr sz="800" b="0" i="0" u="none" strike="noStrike" cap="none">
              <a:solidFill>
                <a:srgbClr val="000000"/>
              </a:solidFill>
              <a:latin typeface="Arial"/>
              <a:ea typeface="Arial"/>
              <a:cs typeface="Arial"/>
              <a:sym typeface="Arial"/>
            </a:endParaRPr>
          </a:p>
        </p:txBody>
      </p:sp>
      <p:sp>
        <p:nvSpPr>
          <p:cNvPr id="162" name="Shape 162"/>
          <p:cNvSpPr txBox="1">
            <a:spLocks noGrp="1"/>
          </p:cNvSpPr>
          <p:nvPr>
            <p:ph type="body" idx="1"/>
          </p:nvPr>
        </p:nvSpPr>
        <p:spPr>
          <a:xfrm>
            <a:off x="159604" y="1152465"/>
            <a:ext cx="8833823" cy="5010209"/>
          </a:xfrm>
          <a:prstGeom prst="rect">
            <a:avLst/>
          </a:prstGeom>
          <a:noFill/>
          <a:ln>
            <a:noFill/>
          </a:ln>
        </p:spPr>
        <p:txBody>
          <a:bodyPr lIns="91425" tIns="91425" rIns="91425" bIns="91425" anchor="t" anchorCtr="0"/>
          <a:lstStyle>
            <a:lvl1pPr marL="0" marR="0" lvl="0" indent="0" algn="l" rtl="0">
              <a:spcBef>
                <a:spcPts val="0"/>
              </a:spcBef>
              <a:spcAft>
                <a:spcPts val="0"/>
              </a:spcAft>
              <a:defRPr/>
            </a:lvl1pPr>
            <a:lvl2pPr marL="197272" marR="0" lvl="1" indent="-70271" algn="l" rtl="0">
              <a:spcBef>
                <a:spcPts val="0"/>
              </a:spcBef>
              <a:spcAft>
                <a:spcPts val="0"/>
              </a:spcAft>
              <a:buClr>
                <a:schemeClr val="dk2"/>
              </a:buClr>
              <a:buFont typeface="Arial"/>
              <a:buChar char="▪"/>
              <a:defRPr/>
            </a:lvl2pPr>
            <a:lvl3pPr marL="465681" marR="0" lvl="2" indent="-153261" algn="l" rtl="0">
              <a:spcBef>
                <a:spcPts val="0"/>
              </a:spcBef>
              <a:spcAft>
                <a:spcPts val="0"/>
              </a:spcAft>
              <a:buClr>
                <a:schemeClr val="dk2"/>
              </a:buClr>
              <a:buFont typeface="Arial"/>
              <a:buChar char="–"/>
              <a:defRPr/>
            </a:lvl3pPr>
            <a:lvl4pPr marL="625773" marR="0" lvl="3" indent="-46653" algn="l" rtl="0">
              <a:spcBef>
                <a:spcPts val="0"/>
              </a:spcBef>
              <a:spcAft>
                <a:spcPts val="0"/>
              </a:spcAft>
              <a:buClr>
                <a:schemeClr val="dk2"/>
              </a:buClr>
              <a:buFont typeface="Arial"/>
              <a:buChar char="▫"/>
              <a:defRPr/>
            </a:lvl4pPr>
            <a:lvl5pPr marL="763733" marR="0" lvl="4" indent="-51009" algn="l" rtl="0">
              <a:spcBef>
                <a:spcPts val="0"/>
              </a:spcBef>
              <a:spcAft>
                <a:spcPts val="0"/>
              </a:spcAft>
              <a:buClr>
                <a:schemeClr val="dk2"/>
              </a:buClr>
              <a:buFont typeface="Arial"/>
              <a:buChar char="-"/>
              <a:defRPr/>
            </a:lvl5pPr>
            <a:lvl6pPr marL="763733" marR="0" lvl="5" indent="-51009" algn="l" rtl="0">
              <a:spcBef>
                <a:spcPts val="0"/>
              </a:spcBef>
              <a:spcAft>
                <a:spcPts val="0"/>
              </a:spcAft>
              <a:buClr>
                <a:schemeClr val="dk2"/>
              </a:buClr>
              <a:buFont typeface="Arial"/>
              <a:buChar char="-"/>
              <a:defRPr/>
            </a:lvl6pPr>
            <a:lvl7pPr marL="763733" marR="0" lvl="6" indent="-51009" algn="l" rtl="0">
              <a:spcBef>
                <a:spcPts val="0"/>
              </a:spcBef>
              <a:spcAft>
                <a:spcPts val="0"/>
              </a:spcAft>
              <a:buClr>
                <a:schemeClr val="dk2"/>
              </a:buClr>
              <a:buFont typeface="Arial"/>
              <a:buChar char="-"/>
              <a:defRPr/>
            </a:lvl7pPr>
            <a:lvl8pPr marL="763733" marR="0" lvl="7" indent="-51009" algn="l" rtl="0">
              <a:spcBef>
                <a:spcPts val="0"/>
              </a:spcBef>
              <a:spcAft>
                <a:spcPts val="0"/>
              </a:spcAft>
              <a:buClr>
                <a:schemeClr val="dk2"/>
              </a:buClr>
              <a:buFont typeface="Arial"/>
              <a:buChar char="-"/>
              <a:defRPr/>
            </a:lvl8pPr>
            <a:lvl9pPr marL="763733" marR="0" lvl="8" indent="-51009" algn="l" rtl="0">
              <a:spcBef>
                <a:spcPts val="0"/>
              </a:spcBef>
              <a:spcAft>
                <a:spcPts val="0"/>
              </a:spcAft>
              <a:buClr>
                <a:schemeClr val="dk2"/>
              </a:buClr>
              <a:buFont typeface="Arial"/>
              <a:buChar char="-"/>
              <a:defRPr/>
            </a:lvl9pPr>
          </a:lstStyle>
          <a:p>
            <a:endParaRPr dirty="0"/>
          </a:p>
        </p:txBody>
      </p:sp>
      <p:sp>
        <p:nvSpPr>
          <p:cNvPr id="163" name="Shape 163"/>
          <p:cNvSpPr txBox="1">
            <a:spLocks noGrp="1"/>
          </p:cNvSpPr>
          <p:nvPr>
            <p:ph type="title"/>
          </p:nvPr>
        </p:nvSpPr>
        <p:spPr>
          <a:xfrm>
            <a:off x="159604" y="151603"/>
            <a:ext cx="6526336" cy="596653"/>
          </a:xfrm>
          <a:prstGeom prst="rect">
            <a:avLst/>
          </a:prstGeom>
          <a:noFill/>
          <a:ln>
            <a:noFill/>
          </a:ln>
        </p:spPr>
        <p:txBody>
          <a:bodyPr lIns="91425" tIns="91425" rIns="91425" bIns="91425" anchor="b" anchorCtr="0"/>
          <a:lstStyle>
            <a:lvl1pPr marL="0" marR="0" lvl="0" indent="0" algn="l" rtl="0">
              <a:spcBef>
                <a:spcPts val="0"/>
              </a:spcBef>
              <a:spcAft>
                <a:spcPts val="0"/>
              </a:spcAft>
              <a:defRPr/>
            </a:lvl1pPr>
            <a:lvl2pPr marL="0" marR="0" lvl="1" indent="0" algn="l" rtl="0">
              <a:spcBef>
                <a:spcPts val="0"/>
              </a:spcBef>
              <a:spcAft>
                <a:spcPts val="0"/>
              </a:spcAft>
              <a:defRPr/>
            </a:lvl2pPr>
            <a:lvl3pPr marL="0" marR="0" lvl="2" indent="0" algn="l" rtl="0">
              <a:spcBef>
                <a:spcPts val="0"/>
              </a:spcBef>
              <a:spcAft>
                <a:spcPts val="0"/>
              </a:spcAft>
              <a:defRPr/>
            </a:lvl3pPr>
            <a:lvl4pPr marL="0" marR="0" lvl="3" indent="0" algn="l" rtl="0">
              <a:spcBef>
                <a:spcPts val="0"/>
              </a:spcBef>
              <a:spcAft>
                <a:spcPts val="0"/>
              </a:spcAft>
              <a:defRPr/>
            </a:lvl4pPr>
            <a:lvl5pPr marL="0" marR="0" lvl="4" indent="0" algn="l" rtl="0">
              <a:spcBef>
                <a:spcPts val="0"/>
              </a:spcBef>
              <a:spcAft>
                <a:spcPts val="0"/>
              </a:spcAft>
              <a:defRPr/>
            </a:lvl5pPr>
            <a:lvl6pPr marL="465681" marR="0" lvl="5" indent="-8481" algn="l" rtl="0">
              <a:spcBef>
                <a:spcPts val="0"/>
              </a:spcBef>
              <a:spcAft>
                <a:spcPts val="0"/>
              </a:spcAft>
              <a:defRPr/>
            </a:lvl6pPr>
            <a:lvl7pPr marL="931383" marR="0" lvl="6" indent="-4282" algn="l" rtl="0">
              <a:spcBef>
                <a:spcPts val="0"/>
              </a:spcBef>
              <a:spcAft>
                <a:spcPts val="0"/>
              </a:spcAft>
              <a:defRPr/>
            </a:lvl7pPr>
            <a:lvl8pPr marL="1397075" marR="0" lvl="7" indent="-74" algn="l" rtl="0">
              <a:spcBef>
                <a:spcPts val="0"/>
              </a:spcBef>
              <a:spcAft>
                <a:spcPts val="0"/>
              </a:spcAft>
              <a:defRPr/>
            </a:lvl8pPr>
            <a:lvl9pPr marL="1862760" marR="0" lvl="8" indent="-8560" algn="l" rtl="0">
              <a:spcBef>
                <a:spcPts val="0"/>
              </a:spcBef>
              <a:spcAft>
                <a:spcPts val="0"/>
              </a:spcAft>
              <a:defRPr/>
            </a:lvl9pPr>
          </a:lstStyle>
          <a:p>
            <a:endParaRPr dirty="0"/>
          </a:p>
        </p:txBody>
      </p:sp>
      <p:grpSp>
        <p:nvGrpSpPr>
          <p:cNvPr id="2" name="Group 1"/>
          <p:cNvGrpSpPr/>
          <p:nvPr userDrawn="1"/>
        </p:nvGrpSpPr>
        <p:grpSpPr>
          <a:xfrm>
            <a:off x="1" y="6785609"/>
            <a:ext cx="9144000" cy="72389"/>
            <a:chOff x="1998227" y="6500996"/>
            <a:chExt cx="7153215" cy="46648"/>
          </a:xfrm>
        </p:grpSpPr>
        <p:sp>
          <p:nvSpPr>
            <p:cNvPr id="170" name="Shape 170"/>
            <p:cNvSpPr/>
            <p:nvPr/>
          </p:nvSpPr>
          <p:spPr>
            <a:xfrm>
              <a:off x="4408551" y="6500996"/>
              <a:ext cx="2376028" cy="46648"/>
            </a:xfrm>
            <a:prstGeom prst="rect">
              <a:avLst/>
            </a:prstGeom>
            <a:solidFill>
              <a:srgbClr val="76C2E5"/>
            </a:solidFill>
            <a:ln>
              <a:noFill/>
            </a:ln>
          </p:spPr>
          <p:txBody>
            <a:bodyPr lIns="93125" tIns="46550" rIns="93125" bIns="4655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171" name="Shape 171"/>
            <p:cNvSpPr/>
            <p:nvPr/>
          </p:nvSpPr>
          <p:spPr>
            <a:xfrm>
              <a:off x="1998227" y="6500996"/>
              <a:ext cx="2410322" cy="46648"/>
            </a:xfrm>
            <a:prstGeom prst="rect">
              <a:avLst/>
            </a:prstGeom>
            <a:solidFill>
              <a:srgbClr val="FCB017"/>
            </a:solidFill>
            <a:ln>
              <a:noFill/>
            </a:ln>
          </p:spPr>
          <p:txBody>
            <a:bodyPr lIns="93125" tIns="46550" rIns="93125" bIns="4655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172" name="Shape 172"/>
            <p:cNvSpPr/>
            <p:nvPr/>
          </p:nvSpPr>
          <p:spPr>
            <a:xfrm>
              <a:off x="6775414" y="6500996"/>
              <a:ext cx="2376028" cy="46648"/>
            </a:xfrm>
            <a:prstGeom prst="rect">
              <a:avLst/>
            </a:prstGeom>
            <a:solidFill>
              <a:srgbClr val="FF0000"/>
            </a:solidFill>
            <a:ln>
              <a:noFill/>
            </a:ln>
          </p:spPr>
          <p:txBody>
            <a:bodyPr lIns="93125" tIns="46550" rIns="93125" bIns="46550" anchor="ctr" anchorCtr="0">
              <a:noAutofit/>
            </a:bodyPr>
            <a:lstStyle/>
            <a:p>
              <a:pPr marL="0" marR="0" lvl="0" indent="0" algn="ctr" rtl="0">
                <a:spcBef>
                  <a:spcPts val="0"/>
                </a:spcBef>
                <a:spcAft>
                  <a:spcPts val="0"/>
                </a:spcAft>
                <a:buNone/>
              </a:pPr>
              <a:endParaRPr sz="1600" b="0" i="0" u="none" strike="noStrike" cap="none">
                <a:solidFill>
                  <a:srgbClr val="FFFFFF"/>
                </a:solidFill>
                <a:latin typeface="Arial"/>
                <a:ea typeface="Arial"/>
                <a:cs typeface="Arial"/>
                <a:sym typeface="Arial"/>
              </a:endParaRPr>
            </a:p>
          </p:txBody>
        </p:sp>
      </p:grpSp>
      <p:pic>
        <p:nvPicPr>
          <p:cNvPr id="16" name="Shape 18" descr="BITS_university_logo_whitevert.png"/>
          <p:cNvPicPr preferRelativeResize="0"/>
          <p:nvPr userDrawn="1"/>
        </p:nvPicPr>
        <p:blipFill rotWithShape="1">
          <a:blip r:embed="rId5">
            <a:alphaModFix/>
          </a:blip>
          <a:srcRect t="2" b="28592"/>
          <a:stretch/>
        </p:blipFill>
        <p:spPr>
          <a:xfrm>
            <a:off x="8138322" y="23045"/>
            <a:ext cx="939004" cy="903678"/>
          </a:xfrm>
          <a:prstGeom prst="rect">
            <a:avLst/>
          </a:prstGeom>
          <a:noFill/>
          <a:ln>
            <a:noFill/>
          </a:ln>
        </p:spPr>
      </p:pic>
      <p:sp>
        <p:nvSpPr>
          <p:cNvPr id="18" name="Shape 184"/>
          <p:cNvSpPr txBox="1"/>
          <p:nvPr userDrawn="1"/>
        </p:nvSpPr>
        <p:spPr>
          <a:xfrm>
            <a:off x="8095553" y="841751"/>
            <a:ext cx="1024542" cy="264293"/>
          </a:xfrm>
          <a:prstGeom prst="rect">
            <a:avLst/>
          </a:prstGeom>
          <a:noFill/>
          <a:ln>
            <a:noFill/>
          </a:ln>
        </p:spPr>
        <p:txBody>
          <a:bodyPr lIns="91425" tIns="45700" rIns="91425" bIns="45700" anchor="t" anchorCtr="0">
            <a:noAutofit/>
          </a:bodyPr>
          <a:lstStyle/>
          <a:p>
            <a:pPr marL="0" marR="0" lvl="0" indent="0" algn="ctr" rtl="0">
              <a:spcBef>
                <a:spcPts val="0"/>
              </a:spcBef>
              <a:spcAft>
                <a:spcPts val="0"/>
              </a:spcAft>
              <a:buSzPct val="25000"/>
              <a:buNone/>
            </a:pPr>
            <a:r>
              <a:rPr lang="en-US" sz="1200" b="1" i="0" u="none" strike="noStrike" cap="none" dirty="0">
                <a:solidFill>
                  <a:schemeClr val="tx1"/>
                </a:solidFill>
                <a:latin typeface="Arial"/>
                <a:ea typeface="Arial"/>
                <a:cs typeface="Arial"/>
                <a:sym typeface="Arial"/>
              </a:rPr>
              <a:t>BITS</a:t>
            </a:r>
            <a:r>
              <a:rPr lang="en-US" sz="1200" b="0" i="0" u="none" strike="noStrike" cap="none" dirty="0">
                <a:solidFill>
                  <a:schemeClr val="tx1"/>
                </a:solidFill>
                <a:latin typeface="Arial"/>
                <a:ea typeface="Arial"/>
                <a:cs typeface="Arial"/>
                <a:sym typeface="Arial"/>
              </a:rPr>
              <a:t> Pilani</a:t>
            </a:r>
          </a:p>
        </p:txBody>
      </p:sp>
    </p:spTree>
    <p:extLst>
      <p:ext uri="{BB962C8B-B14F-4D97-AF65-F5344CB8AC3E}">
        <p14:creationId xmlns:p14="http://schemas.microsoft.com/office/powerpoint/2010/main" val="1183421128"/>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5.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6.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7.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customXml" Target="../ink/ink9.xml"/><Relationship Id="rId1" Type="http://schemas.openxmlformats.org/officeDocument/2006/relationships/slideLayout" Target="../slideLayouts/slideLayout4.xml"/><Relationship Id="rId6"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13.xml"/><Relationship Id="rId5" Type="http://schemas.openxmlformats.org/officeDocument/2006/relationships/image" Target="../media/image42.jpeg"/><Relationship Id="rId4" Type="http://schemas.openxmlformats.org/officeDocument/2006/relationships/image" Target="../media/image41.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Autofit/>
          </a:bodyPr>
          <a:lstStyle/>
          <a:p>
            <a:r>
              <a:rPr lang="en-US" sz="4400" dirty="0">
                <a:solidFill>
                  <a:srgbClr val="FF0000"/>
                </a:solidFill>
                <a:latin typeface="Times New Roman" pitchFamily="18" charset="0"/>
                <a:cs typeface="Times New Roman" pitchFamily="18" charset="0"/>
              </a:rPr>
              <a:t>Industry 4.0</a:t>
            </a:r>
          </a:p>
        </p:txBody>
      </p:sp>
      <p:sp>
        <p:nvSpPr>
          <p:cNvPr id="6" name="Content Placeholder 5">
            <a:extLst>
              <a:ext uri="{FF2B5EF4-FFF2-40B4-BE49-F238E27FC236}">
                <a16:creationId xmlns:a16="http://schemas.microsoft.com/office/drawing/2014/main" id="{380D3A0B-12CF-5F4D-CACC-20C976F28502}"/>
              </a:ext>
            </a:extLst>
          </p:cNvPr>
          <p:cNvSpPr>
            <a:spLocks noGrp="1"/>
          </p:cNvSpPr>
          <p:nvPr>
            <p:ph sz="quarter" idx="11"/>
          </p:nvPr>
        </p:nvSpPr>
        <p:spPr/>
        <p:txBody>
          <a:bodyPr/>
          <a:lstStyle/>
          <a:p>
            <a:endParaRPr lang="en-IN"/>
          </a:p>
        </p:txBody>
      </p:sp>
      <p:sp>
        <p:nvSpPr>
          <p:cNvPr id="5" name="Slide Number Placeholder 4"/>
          <p:cNvSpPr>
            <a:spLocks noGrp="1"/>
          </p:cNvSpPr>
          <p:nvPr>
            <p:ph type="sldNum" sz="quarter" idx="14"/>
          </p:nvPr>
        </p:nvSpPr>
        <p:spPr/>
        <p:txBody>
          <a:bodyPr/>
          <a:lstStyle/>
          <a:p>
            <a:fld id="{BC8D7E44-7D4F-4942-A8C9-2DF6BF8399E8}" type="slidenum">
              <a:rPr lang="en-US" smtClean="0"/>
              <a:pPr/>
              <a:t>1</a:t>
            </a:fld>
            <a:endParaRPr lang="en-US"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C2197C8-03B2-0692-3B64-1FCF1432FE4E}"/>
                  </a:ext>
                </a:extLst>
              </p14:cNvPr>
              <p14:cNvContentPartPr/>
              <p14:nvPr/>
            </p14:nvContentPartPr>
            <p14:xfrm>
              <a:off x="3169440" y="424080"/>
              <a:ext cx="3481200" cy="413640"/>
            </p14:xfrm>
          </p:contentPart>
        </mc:Choice>
        <mc:Fallback xmlns="">
          <p:pic>
            <p:nvPicPr>
              <p:cNvPr id="2" name="Ink 1">
                <a:extLst>
                  <a:ext uri="{FF2B5EF4-FFF2-40B4-BE49-F238E27FC236}">
                    <a16:creationId xmlns:a16="http://schemas.microsoft.com/office/drawing/2014/main" id="{3C2197C8-03B2-0692-3B64-1FCF1432FE4E}"/>
                  </a:ext>
                </a:extLst>
              </p:cNvPr>
              <p:cNvPicPr/>
              <p:nvPr/>
            </p:nvPicPr>
            <p:blipFill>
              <a:blip r:embed="rId7"/>
              <a:stretch>
                <a:fillRect/>
              </a:stretch>
            </p:blipFill>
            <p:spPr>
              <a:xfrm>
                <a:off x="3153240" y="407880"/>
                <a:ext cx="3513600" cy="446040"/>
              </a:xfrm>
              <a:prstGeom prst="rect">
                <a:avLst/>
              </a:prstGeom>
            </p:spPr>
          </p:pic>
        </mc:Fallback>
      </mc:AlternateContent>
      <p:sp>
        <p:nvSpPr>
          <p:cNvPr id="8" name="Content Placeholder 7">
            <a:extLst>
              <a:ext uri="{FF2B5EF4-FFF2-40B4-BE49-F238E27FC236}">
                <a16:creationId xmlns:a16="http://schemas.microsoft.com/office/drawing/2014/main" id="{A908C6FC-BDDD-B0F5-B064-782FF66F82C7}"/>
              </a:ext>
            </a:extLst>
          </p:cNvPr>
          <p:cNvSpPr>
            <a:spLocks noGrp="1"/>
          </p:cNvSpPr>
          <p:nvPr>
            <p:ph idx="1"/>
          </p:nvPr>
        </p:nvSpPr>
        <p:spPr>
          <a:xfrm>
            <a:off x="304800" y="1493837"/>
            <a:ext cx="8382000" cy="4869904"/>
          </a:xfrm>
        </p:spPr>
        <p:txBody>
          <a:bodyPr>
            <a:normAutofit fontScale="92500" lnSpcReduction="10000"/>
          </a:bodyPr>
          <a:lstStyle/>
          <a:p>
            <a:pPr>
              <a:buNone/>
            </a:pPr>
            <a:r>
              <a:rPr lang="en-US" b="1" dirty="0"/>
              <a:t>1. Origin &amp; Definition</a:t>
            </a:r>
          </a:p>
          <a:p>
            <a:pPr>
              <a:buNone/>
            </a:pPr>
            <a:r>
              <a:rPr lang="en-US" dirty="0"/>
              <a:t>The </a:t>
            </a:r>
            <a:r>
              <a:rPr lang="en-US" b="1" dirty="0"/>
              <a:t>Fourth Industrial Revolution</a:t>
            </a:r>
            <a:r>
              <a:rPr lang="en-US" dirty="0"/>
              <a:t> is a term coined by </a:t>
            </a:r>
            <a:r>
              <a:rPr lang="en-US" b="1" dirty="0"/>
              <a:t>Klaus Schwab</a:t>
            </a:r>
            <a:r>
              <a:rPr lang="en-US" dirty="0"/>
              <a:t>, the founder of the </a:t>
            </a:r>
            <a:r>
              <a:rPr lang="en-US" b="1" dirty="0"/>
              <a:t>World Economic Forum (WEF)</a:t>
            </a:r>
            <a:r>
              <a:rPr lang="en-US" dirty="0"/>
              <a:t>. He introduced this concept in his book titled </a:t>
            </a:r>
            <a:r>
              <a:rPr lang="en-US" i="1" dirty="0"/>
              <a:t>The Fourth Industrial Revolution</a:t>
            </a:r>
            <a:r>
              <a:rPr lang="en-US" dirty="0"/>
              <a:t>, and first presented it at the </a:t>
            </a:r>
            <a:r>
              <a:rPr lang="en-US" b="1" dirty="0"/>
              <a:t>World Economic Forum’s annual meeting in Davos in 2016</a:t>
            </a:r>
            <a:r>
              <a:rPr lang="en-US" dirty="0"/>
              <a:t>.</a:t>
            </a:r>
          </a:p>
          <a:p>
            <a:r>
              <a:rPr lang="en-US" dirty="0"/>
              <a:t>This revolution is characterized by the </a:t>
            </a:r>
            <a:r>
              <a:rPr lang="en-US" b="1" dirty="0"/>
              <a:t>blurring of boundaries between the physical, digital, and biological worlds</a:t>
            </a:r>
            <a:r>
              <a:rPr lang="en-US" dirty="0"/>
              <a:t>, driven by advanced technologies like </a:t>
            </a:r>
            <a:r>
              <a:rPr lang="en-US" b="1" dirty="0"/>
              <a:t>Artificial Intelligence (AI), the Internet of Things (IoT), robotics, 3D printing, and biotechnology</a:t>
            </a:r>
            <a:r>
              <a:rPr lang="en-US" dirty="0"/>
              <a:t>. Unlike previous industrial revolutions, which introduced new machines and production methods, this revolution is integrating technology directly into human lives, industries, and even the human body.</a:t>
            </a:r>
          </a:p>
          <a:p>
            <a:endParaRPr lang="en-IN" dirty="0"/>
          </a:p>
        </p:txBody>
      </p:sp>
    </p:spTree>
    <p:extLst>
      <p:ext uri="{BB962C8B-B14F-4D97-AF65-F5344CB8AC3E}">
        <p14:creationId xmlns:p14="http://schemas.microsoft.com/office/powerpoint/2010/main" val="1005976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E47C3-533C-A88B-6A59-2DC3FFF5B8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F506DA-9677-EF30-BD41-F7E1C1E3F7AC}"/>
              </a:ext>
            </a:extLst>
          </p:cNvPr>
          <p:cNvSpPr>
            <a:spLocks noGrp="1"/>
          </p:cNvSpPr>
          <p:nvPr>
            <p:ph sz="quarter" idx="10"/>
          </p:nvPr>
        </p:nvSpPr>
        <p:spPr/>
        <p:txBody>
          <a:bodyPr>
            <a:noAutofit/>
          </a:bodyPr>
          <a:lstStyle/>
          <a:p>
            <a:r>
              <a:rPr lang="en-US" sz="4400" dirty="0">
                <a:solidFill>
                  <a:srgbClr val="FF0000"/>
                </a:solidFill>
                <a:latin typeface="Times New Roman" pitchFamily="18" charset="0"/>
                <a:cs typeface="Times New Roman" pitchFamily="18" charset="0"/>
              </a:rPr>
              <a:t>Industry 4.0</a:t>
            </a:r>
          </a:p>
        </p:txBody>
      </p:sp>
      <p:sp>
        <p:nvSpPr>
          <p:cNvPr id="6" name="Content Placeholder 5">
            <a:extLst>
              <a:ext uri="{FF2B5EF4-FFF2-40B4-BE49-F238E27FC236}">
                <a16:creationId xmlns:a16="http://schemas.microsoft.com/office/drawing/2014/main" id="{06AE6E43-D459-D2A0-B36E-4214CBEDA3B4}"/>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3469F54C-C3EA-D694-88A7-C3B6EEE9B13F}"/>
              </a:ext>
            </a:extLst>
          </p:cNvPr>
          <p:cNvSpPr>
            <a:spLocks noGrp="1"/>
          </p:cNvSpPr>
          <p:nvPr>
            <p:ph type="sldNum" sz="quarter" idx="14"/>
          </p:nvPr>
        </p:nvSpPr>
        <p:spPr/>
        <p:txBody>
          <a:bodyPr/>
          <a:lstStyle/>
          <a:p>
            <a:fld id="{BC8D7E44-7D4F-4942-A8C9-2DF6BF8399E8}" type="slidenum">
              <a:rPr lang="en-US" smtClean="0"/>
              <a:pPr/>
              <a:t>2</a:t>
            </a:fld>
            <a:endParaRPr lang="en-US"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631FF56-B564-784C-BA75-1F1B83A0B4C4}"/>
                  </a:ext>
                </a:extLst>
              </p14:cNvPr>
              <p14:cNvContentPartPr/>
              <p14:nvPr/>
            </p14:nvContentPartPr>
            <p14:xfrm>
              <a:off x="3169440" y="424080"/>
              <a:ext cx="3481200" cy="413640"/>
            </p14:xfrm>
          </p:contentPart>
        </mc:Choice>
        <mc:Fallback xmlns="">
          <p:pic>
            <p:nvPicPr>
              <p:cNvPr id="2" name="Ink 1">
                <a:extLst>
                  <a:ext uri="{FF2B5EF4-FFF2-40B4-BE49-F238E27FC236}">
                    <a16:creationId xmlns:a16="http://schemas.microsoft.com/office/drawing/2014/main" id="{E631FF56-B564-784C-BA75-1F1B83A0B4C4}"/>
                  </a:ext>
                </a:extLst>
              </p:cNvPr>
              <p:cNvPicPr/>
              <p:nvPr/>
            </p:nvPicPr>
            <p:blipFill>
              <a:blip r:embed="rId4"/>
              <a:stretch>
                <a:fillRect/>
              </a:stretch>
            </p:blipFill>
            <p:spPr>
              <a:xfrm>
                <a:off x="3153240" y="407880"/>
                <a:ext cx="3513600" cy="446040"/>
              </a:xfrm>
              <a:prstGeom prst="rect">
                <a:avLst/>
              </a:prstGeom>
            </p:spPr>
          </p:pic>
        </mc:Fallback>
      </mc:AlternateContent>
      <p:sp>
        <p:nvSpPr>
          <p:cNvPr id="8" name="Content Placeholder 7">
            <a:extLst>
              <a:ext uri="{FF2B5EF4-FFF2-40B4-BE49-F238E27FC236}">
                <a16:creationId xmlns:a16="http://schemas.microsoft.com/office/drawing/2014/main" id="{EE212266-788F-0A6B-9B4D-058EE564849E}"/>
              </a:ext>
            </a:extLst>
          </p:cNvPr>
          <p:cNvSpPr>
            <a:spLocks noGrp="1"/>
          </p:cNvSpPr>
          <p:nvPr>
            <p:ph idx="1"/>
          </p:nvPr>
        </p:nvSpPr>
        <p:spPr>
          <a:xfrm>
            <a:off x="304800" y="1493836"/>
            <a:ext cx="8458200" cy="4972839"/>
          </a:xfrm>
        </p:spPr>
        <p:txBody>
          <a:bodyPr>
            <a:normAutofit fontScale="85000" lnSpcReduction="20000"/>
          </a:bodyPr>
          <a:lstStyle/>
          <a:p>
            <a:pPr>
              <a:buNone/>
            </a:pPr>
            <a:r>
              <a:rPr lang="en-US" b="1" dirty="0"/>
              <a:t>2. Comparison with Previous Industrial Revolutions</a:t>
            </a:r>
          </a:p>
          <a:p>
            <a:pPr>
              <a:buNone/>
            </a:pPr>
            <a:r>
              <a:rPr lang="en-US" dirty="0"/>
              <a:t>To understand the Fourth Industrial Revolution, it is essential to look at the </a:t>
            </a:r>
            <a:r>
              <a:rPr lang="en-US" b="1" dirty="0"/>
              <a:t>three previous industrial revolutions</a:t>
            </a:r>
            <a:r>
              <a:rPr lang="en-US" dirty="0"/>
              <a:t>:</a:t>
            </a:r>
          </a:p>
          <a:p>
            <a:pPr>
              <a:buFont typeface="+mj-lt"/>
              <a:buAutoNum type="arabicPeriod"/>
            </a:pPr>
            <a:r>
              <a:rPr lang="en-US" b="1" dirty="0"/>
              <a:t>First Industrial Revolution (1760s - Early 1800s)</a:t>
            </a:r>
            <a:endParaRPr lang="en-US" dirty="0"/>
          </a:p>
          <a:p>
            <a:pPr marL="742950" lvl="1" indent="-285750">
              <a:buFont typeface="+mj-lt"/>
              <a:buAutoNum type="arabicPeriod"/>
            </a:pPr>
            <a:r>
              <a:rPr lang="en-US" dirty="0"/>
              <a:t>Started in </a:t>
            </a:r>
            <a:r>
              <a:rPr lang="en-US" b="1" dirty="0"/>
              <a:t>Great Britain</a:t>
            </a:r>
            <a:r>
              <a:rPr lang="en-US" dirty="0"/>
              <a:t> and spread to </a:t>
            </a:r>
            <a:r>
              <a:rPr lang="en-US" b="1" dirty="0"/>
              <a:t>Europe and North America</a:t>
            </a:r>
            <a:r>
              <a:rPr lang="en-US" dirty="0"/>
              <a:t>.</a:t>
            </a:r>
          </a:p>
          <a:p>
            <a:pPr marL="742950" lvl="1" indent="-285750">
              <a:buFont typeface="+mj-lt"/>
              <a:buAutoNum type="arabicPeriod"/>
            </a:pPr>
            <a:r>
              <a:rPr lang="en-US" dirty="0"/>
              <a:t>Powered by the </a:t>
            </a:r>
            <a:r>
              <a:rPr lang="en-US" b="1" dirty="0"/>
              <a:t>steam engine</a:t>
            </a:r>
            <a:r>
              <a:rPr lang="en-US" dirty="0"/>
              <a:t>, which led to the creation of </a:t>
            </a:r>
            <a:r>
              <a:rPr lang="en-US" b="1" dirty="0"/>
              <a:t>factories</a:t>
            </a:r>
            <a:r>
              <a:rPr lang="en-US" dirty="0"/>
              <a:t>.</a:t>
            </a:r>
          </a:p>
          <a:p>
            <a:pPr marL="742950" lvl="1" indent="-285750">
              <a:buFont typeface="+mj-lt"/>
              <a:buAutoNum type="arabicPeriod"/>
            </a:pPr>
            <a:r>
              <a:rPr lang="en-US" dirty="0"/>
              <a:t>Key industries: </a:t>
            </a:r>
            <a:r>
              <a:rPr lang="en-US" b="1" dirty="0"/>
              <a:t>Textiles, iron production, mechanized agriculture</a:t>
            </a:r>
            <a:r>
              <a:rPr lang="en-US" dirty="0"/>
              <a:t>.</a:t>
            </a:r>
          </a:p>
          <a:p>
            <a:pPr>
              <a:buFont typeface="+mj-lt"/>
              <a:buAutoNum type="arabicPeriod"/>
            </a:pPr>
            <a:r>
              <a:rPr lang="en-US" b="1" dirty="0"/>
              <a:t>Second Industrial Revolution (Late 1800s - Early 1900s)</a:t>
            </a:r>
            <a:endParaRPr lang="en-US" dirty="0"/>
          </a:p>
          <a:p>
            <a:pPr marL="742950" lvl="1" indent="-285750">
              <a:buFont typeface="+mj-lt"/>
              <a:buAutoNum type="arabicPeriod"/>
            </a:pPr>
            <a:r>
              <a:rPr lang="en-US" dirty="0"/>
              <a:t>Introduced </a:t>
            </a:r>
            <a:r>
              <a:rPr lang="en-US" b="1" dirty="0"/>
              <a:t>mass production</a:t>
            </a:r>
            <a:r>
              <a:rPr lang="en-US" dirty="0"/>
              <a:t> and </a:t>
            </a:r>
            <a:r>
              <a:rPr lang="en-US" b="1" dirty="0"/>
              <a:t>new sources of energy</a:t>
            </a:r>
            <a:r>
              <a:rPr lang="en-US" dirty="0"/>
              <a:t> like electricity, oil, and steel.</a:t>
            </a:r>
          </a:p>
          <a:p>
            <a:pPr marL="742950" lvl="1" indent="-285750">
              <a:buFont typeface="+mj-lt"/>
              <a:buAutoNum type="arabicPeriod"/>
            </a:pPr>
            <a:r>
              <a:rPr lang="en-US" dirty="0"/>
              <a:t>Innovations included the </a:t>
            </a:r>
            <a:r>
              <a:rPr lang="en-US" b="1" dirty="0"/>
              <a:t>light bulb, telephone, and internal combustion engine</a:t>
            </a:r>
            <a:r>
              <a:rPr lang="en-US" dirty="0"/>
              <a:t>.</a:t>
            </a:r>
          </a:p>
          <a:p>
            <a:pPr marL="742950" lvl="1" indent="-285750">
              <a:buFont typeface="+mj-lt"/>
              <a:buAutoNum type="arabicPeriod"/>
            </a:pPr>
            <a:r>
              <a:rPr lang="en-US" dirty="0"/>
              <a:t>Led to the expansion of </a:t>
            </a:r>
            <a:r>
              <a:rPr lang="en-US" b="1" dirty="0"/>
              <a:t>railroads, automobiles, and industrialization</a:t>
            </a:r>
            <a:r>
              <a:rPr lang="en-US" dirty="0"/>
              <a:t>.</a:t>
            </a:r>
          </a:p>
          <a:p>
            <a:pPr>
              <a:buFont typeface="+mj-lt"/>
              <a:buAutoNum type="arabicPeriod"/>
            </a:pPr>
            <a:r>
              <a:rPr lang="en-US" b="1" dirty="0"/>
              <a:t>Third Industrial Revolution (Mid-20th Century - 2000s)</a:t>
            </a:r>
            <a:endParaRPr lang="en-US" dirty="0"/>
          </a:p>
          <a:p>
            <a:pPr marL="742950" lvl="1" indent="-285750">
              <a:buFont typeface="+mj-lt"/>
              <a:buAutoNum type="arabicPeriod"/>
            </a:pPr>
            <a:r>
              <a:rPr lang="en-US" dirty="0"/>
              <a:t>Known as the </a:t>
            </a:r>
            <a:r>
              <a:rPr lang="en-US" b="1" dirty="0"/>
              <a:t>Digital Revolution</a:t>
            </a:r>
            <a:r>
              <a:rPr lang="en-US" dirty="0"/>
              <a:t>, marked by the </a:t>
            </a:r>
            <a:r>
              <a:rPr lang="en-US" b="1" dirty="0"/>
              <a:t>invention of computers, semiconductors, and the Internet</a:t>
            </a:r>
            <a:r>
              <a:rPr lang="en-US" dirty="0"/>
              <a:t>.</a:t>
            </a:r>
          </a:p>
          <a:p>
            <a:pPr marL="742950" lvl="1" indent="-285750">
              <a:buFont typeface="+mj-lt"/>
              <a:buAutoNum type="arabicPeriod"/>
            </a:pPr>
            <a:r>
              <a:rPr lang="en-US" dirty="0"/>
              <a:t>Allowed for </a:t>
            </a:r>
            <a:r>
              <a:rPr lang="en-US" b="1" dirty="0"/>
              <a:t>automation in industries</a:t>
            </a:r>
            <a:r>
              <a:rPr lang="en-US" dirty="0"/>
              <a:t>, leading to increased efficiency and connectivity.</a:t>
            </a:r>
          </a:p>
          <a:p>
            <a:pPr>
              <a:buFont typeface="+mj-lt"/>
              <a:buAutoNum type="arabicPeriod"/>
            </a:pPr>
            <a:r>
              <a:rPr lang="en-US" b="1" dirty="0"/>
              <a:t>Fourth Industrial Revolution (2000s - Present)</a:t>
            </a:r>
            <a:endParaRPr lang="en-US" dirty="0"/>
          </a:p>
          <a:p>
            <a:pPr marL="742950" lvl="1" indent="-285750">
              <a:buFont typeface="+mj-lt"/>
              <a:buAutoNum type="arabicPeriod"/>
            </a:pPr>
            <a:r>
              <a:rPr lang="en-US" dirty="0"/>
              <a:t>Characterized by </a:t>
            </a:r>
            <a:r>
              <a:rPr lang="en-US" b="1" dirty="0"/>
              <a:t>AI, IoT, cloud computing, robotics, biotechnology, and 3D printing</a:t>
            </a:r>
            <a:r>
              <a:rPr lang="en-US" dirty="0"/>
              <a:t>.</a:t>
            </a:r>
          </a:p>
          <a:p>
            <a:pPr marL="742950" lvl="1" indent="-285750">
              <a:buFont typeface="+mj-lt"/>
              <a:buAutoNum type="arabicPeriod"/>
            </a:pPr>
            <a:r>
              <a:rPr lang="en-US" dirty="0"/>
              <a:t>Technology is becoming deeply integrated into human life, including </a:t>
            </a:r>
            <a:r>
              <a:rPr lang="en-US" b="1" dirty="0"/>
              <a:t>smart assistants, autonomous vehicles, and wearable health sensors</a:t>
            </a:r>
            <a:r>
              <a:rPr lang="en-US" dirty="0"/>
              <a:t>.</a:t>
            </a:r>
          </a:p>
          <a:p>
            <a:pPr marL="742950" lvl="1" indent="-285750">
              <a:buFont typeface="+mj-lt"/>
              <a:buAutoNum type="arabicPeriod"/>
            </a:pPr>
            <a:r>
              <a:rPr lang="en-US" dirty="0"/>
              <a:t>The pace of change is </a:t>
            </a:r>
            <a:r>
              <a:rPr lang="en-US" b="1" dirty="0"/>
              <a:t>faster than ever before</a:t>
            </a:r>
            <a:r>
              <a:rPr lang="en-US" dirty="0"/>
              <a:t>.</a:t>
            </a:r>
          </a:p>
        </p:txBody>
      </p:sp>
    </p:spTree>
    <p:extLst>
      <p:ext uri="{BB962C8B-B14F-4D97-AF65-F5344CB8AC3E}">
        <p14:creationId xmlns:p14="http://schemas.microsoft.com/office/powerpoint/2010/main" val="3145150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5FC8B-7B66-DB4F-5D95-7EFF38A618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02F52B-3AE2-23B3-0E27-300B282C9D8B}"/>
              </a:ext>
            </a:extLst>
          </p:cNvPr>
          <p:cNvSpPr>
            <a:spLocks noGrp="1"/>
          </p:cNvSpPr>
          <p:nvPr>
            <p:ph sz="quarter" idx="10"/>
          </p:nvPr>
        </p:nvSpPr>
        <p:spPr/>
        <p:txBody>
          <a:bodyPr>
            <a:noAutofit/>
          </a:bodyPr>
          <a:lstStyle/>
          <a:p>
            <a:r>
              <a:rPr lang="en-US" sz="4400" dirty="0">
                <a:solidFill>
                  <a:srgbClr val="FF0000"/>
                </a:solidFill>
                <a:latin typeface="Times New Roman" pitchFamily="18" charset="0"/>
                <a:cs typeface="Times New Roman" pitchFamily="18" charset="0"/>
              </a:rPr>
              <a:t>Industry 4.0</a:t>
            </a:r>
          </a:p>
        </p:txBody>
      </p:sp>
      <p:sp>
        <p:nvSpPr>
          <p:cNvPr id="6" name="Content Placeholder 5">
            <a:extLst>
              <a:ext uri="{FF2B5EF4-FFF2-40B4-BE49-F238E27FC236}">
                <a16:creationId xmlns:a16="http://schemas.microsoft.com/office/drawing/2014/main" id="{8786B66C-2095-DCDB-465C-451E771366A5}"/>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8D5648ED-1255-7231-238C-B78361E93FE2}"/>
              </a:ext>
            </a:extLst>
          </p:cNvPr>
          <p:cNvSpPr>
            <a:spLocks noGrp="1"/>
          </p:cNvSpPr>
          <p:nvPr>
            <p:ph type="sldNum" sz="quarter" idx="14"/>
          </p:nvPr>
        </p:nvSpPr>
        <p:spPr/>
        <p:txBody>
          <a:bodyPr/>
          <a:lstStyle/>
          <a:p>
            <a:fld id="{BC8D7E44-7D4F-4942-A8C9-2DF6BF8399E8}" type="slidenum">
              <a:rPr lang="en-US" smtClean="0"/>
              <a:pPr/>
              <a:t>3</a:t>
            </a:fld>
            <a:endParaRPr lang="en-US"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0D7DEFE-6D88-2455-A3CF-AE403893CDD3}"/>
                  </a:ext>
                </a:extLst>
              </p14:cNvPr>
              <p14:cNvContentPartPr/>
              <p14:nvPr/>
            </p14:nvContentPartPr>
            <p14:xfrm>
              <a:off x="3169440" y="424080"/>
              <a:ext cx="3481200" cy="413640"/>
            </p14:xfrm>
          </p:contentPart>
        </mc:Choice>
        <mc:Fallback xmlns="">
          <p:pic>
            <p:nvPicPr>
              <p:cNvPr id="2" name="Ink 1">
                <a:extLst>
                  <a:ext uri="{FF2B5EF4-FFF2-40B4-BE49-F238E27FC236}">
                    <a16:creationId xmlns:a16="http://schemas.microsoft.com/office/drawing/2014/main" id="{F0D7DEFE-6D88-2455-A3CF-AE403893CDD3}"/>
                  </a:ext>
                </a:extLst>
              </p:cNvPr>
              <p:cNvPicPr/>
              <p:nvPr/>
            </p:nvPicPr>
            <p:blipFill>
              <a:blip r:embed="rId4"/>
              <a:stretch>
                <a:fillRect/>
              </a:stretch>
            </p:blipFill>
            <p:spPr>
              <a:xfrm>
                <a:off x="3153240" y="407880"/>
                <a:ext cx="3513600" cy="446040"/>
              </a:xfrm>
              <a:prstGeom prst="rect">
                <a:avLst/>
              </a:prstGeom>
            </p:spPr>
          </p:pic>
        </mc:Fallback>
      </mc:AlternateContent>
      <p:sp>
        <p:nvSpPr>
          <p:cNvPr id="8" name="Content Placeholder 7">
            <a:extLst>
              <a:ext uri="{FF2B5EF4-FFF2-40B4-BE49-F238E27FC236}">
                <a16:creationId xmlns:a16="http://schemas.microsoft.com/office/drawing/2014/main" id="{BF5DDA0D-424F-E142-AFFA-24BE79C05C89}"/>
              </a:ext>
            </a:extLst>
          </p:cNvPr>
          <p:cNvSpPr>
            <a:spLocks noGrp="1"/>
          </p:cNvSpPr>
          <p:nvPr>
            <p:ph idx="1"/>
          </p:nvPr>
        </p:nvSpPr>
        <p:spPr>
          <a:xfrm>
            <a:off x="304800" y="1493836"/>
            <a:ext cx="8458200" cy="4972839"/>
          </a:xfrm>
        </p:spPr>
        <p:txBody>
          <a:bodyPr>
            <a:normAutofit fontScale="77500" lnSpcReduction="20000"/>
          </a:bodyPr>
          <a:lstStyle/>
          <a:p>
            <a:pPr>
              <a:buNone/>
            </a:pPr>
            <a:r>
              <a:rPr lang="en-US" b="1" dirty="0"/>
              <a:t>3. Key Technologies in the Fourth Industrial Revolution</a:t>
            </a:r>
          </a:p>
          <a:p>
            <a:pPr>
              <a:buNone/>
            </a:pPr>
            <a:r>
              <a:rPr lang="en-US" dirty="0"/>
              <a:t>The Fourth Industrial Revolution is fueled by several cutting-edge technologies, including:</a:t>
            </a:r>
          </a:p>
          <a:p>
            <a:pPr>
              <a:buFont typeface="Arial" panose="020B0604020202020204" pitchFamily="34" charset="0"/>
              <a:buChar char="•"/>
            </a:pPr>
            <a:r>
              <a:rPr lang="en-US" b="1" dirty="0"/>
              <a:t>Artificial Intelligence (AI):</a:t>
            </a:r>
            <a:br>
              <a:rPr lang="en-US" dirty="0"/>
            </a:br>
            <a:r>
              <a:rPr lang="en-US" dirty="0"/>
              <a:t>AI is being used in </a:t>
            </a:r>
            <a:r>
              <a:rPr lang="en-US" b="1" dirty="0"/>
              <a:t>self-driving cars, smart virtual assistants (Alexa, Siri), and predictive analytics</a:t>
            </a:r>
            <a:r>
              <a:rPr lang="en-US" dirty="0"/>
              <a:t>.</a:t>
            </a:r>
          </a:p>
          <a:p>
            <a:pPr>
              <a:buFont typeface="Arial" panose="020B0604020202020204" pitchFamily="34" charset="0"/>
              <a:buChar char="•"/>
            </a:pPr>
            <a:r>
              <a:rPr lang="en-US" b="1" dirty="0"/>
              <a:t>Autonomous Vehicles:</a:t>
            </a:r>
            <a:br>
              <a:rPr lang="en-US" dirty="0"/>
            </a:br>
            <a:r>
              <a:rPr lang="en-US" dirty="0"/>
              <a:t>Cars, drones, and even robots are becoming self-operating using AI-based decision-making.</a:t>
            </a:r>
          </a:p>
          <a:p>
            <a:pPr>
              <a:buFont typeface="Arial" panose="020B0604020202020204" pitchFamily="34" charset="0"/>
              <a:buChar char="•"/>
            </a:pPr>
            <a:r>
              <a:rPr lang="en-US" b="1" dirty="0"/>
              <a:t>Internet of Things (IoT):</a:t>
            </a:r>
            <a:br>
              <a:rPr lang="en-US" dirty="0"/>
            </a:br>
            <a:r>
              <a:rPr lang="en-US" dirty="0"/>
              <a:t>Everyday objects (smartphones, smartwatches, home security cameras) are connected to the Internet and can communicate with each other.</a:t>
            </a:r>
          </a:p>
          <a:p>
            <a:pPr>
              <a:buFont typeface="Arial" panose="020B0604020202020204" pitchFamily="34" charset="0"/>
              <a:buChar char="•"/>
            </a:pPr>
            <a:r>
              <a:rPr lang="en-US" b="1" dirty="0"/>
              <a:t>3D Printing:</a:t>
            </a:r>
            <a:br>
              <a:rPr lang="en-US" dirty="0"/>
            </a:br>
            <a:r>
              <a:rPr lang="en-US" dirty="0"/>
              <a:t>Advances in 3D printing have made it possible to create </a:t>
            </a:r>
            <a:r>
              <a:rPr lang="en-US" b="1" dirty="0"/>
              <a:t>prosthetic limbs, bionic arms, and even houses</a:t>
            </a:r>
            <a:r>
              <a:rPr lang="en-US" dirty="0"/>
              <a:t>.</a:t>
            </a:r>
          </a:p>
          <a:p>
            <a:pPr>
              <a:buFont typeface="Arial" panose="020B0604020202020204" pitchFamily="34" charset="0"/>
              <a:buChar char="•"/>
            </a:pPr>
            <a:r>
              <a:rPr lang="en-US" b="1" dirty="0"/>
              <a:t>Biotechnology:</a:t>
            </a:r>
            <a:br>
              <a:rPr lang="en-US" dirty="0"/>
            </a:br>
            <a:r>
              <a:rPr lang="en-US" dirty="0"/>
              <a:t>Innovations like </a:t>
            </a:r>
            <a:r>
              <a:rPr lang="en-US" b="1" dirty="0"/>
              <a:t>gene editing, lab-grown organs, and AI-assisted drug discovery</a:t>
            </a:r>
            <a:r>
              <a:rPr lang="en-US" dirty="0"/>
              <a:t> are transforming healthcare.</a:t>
            </a:r>
          </a:p>
        </p:txBody>
      </p:sp>
    </p:spTree>
    <p:extLst>
      <p:ext uri="{BB962C8B-B14F-4D97-AF65-F5344CB8AC3E}">
        <p14:creationId xmlns:p14="http://schemas.microsoft.com/office/powerpoint/2010/main" val="3373954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790A5-2F5E-4F78-DD37-4672CA9948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443D58-AE3D-17E2-922E-9C788341DF8B}"/>
              </a:ext>
            </a:extLst>
          </p:cNvPr>
          <p:cNvSpPr>
            <a:spLocks noGrp="1"/>
          </p:cNvSpPr>
          <p:nvPr>
            <p:ph sz="quarter" idx="10"/>
          </p:nvPr>
        </p:nvSpPr>
        <p:spPr/>
        <p:txBody>
          <a:bodyPr>
            <a:noAutofit/>
          </a:bodyPr>
          <a:lstStyle/>
          <a:p>
            <a:r>
              <a:rPr lang="en-US" sz="4400" dirty="0">
                <a:solidFill>
                  <a:srgbClr val="FF0000"/>
                </a:solidFill>
                <a:latin typeface="Times New Roman" pitchFamily="18" charset="0"/>
                <a:cs typeface="Times New Roman" pitchFamily="18" charset="0"/>
              </a:rPr>
              <a:t>Industry 4.0</a:t>
            </a:r>
          </a:p>
        </p:txBody>
      </p:sp>
      <p:sp>
        <p:nvSpPr>
          <p:cNvPr id="6" name="Content Placeholder 5">
            <a:extLst>
              <a:ext uri="{FF2B5EF4-FFF2-40B4-BE49-F238E27FC236}">
                <a16:creationId xmlns:a16="http://schemas.microsoft.com/office/drawing/2014/main" id="{99611CAB-BF2C-3824-C579-ED0B5CCB1A8E}"/>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6685C1E6-068C-53BF-1C4D-907BDE926928}"/>
              </a:ext>
            </a:extLst>
          </p:cNvPr>
          <p:cNvSpPr>
            <a:spLocks noGrp="1"/>
          </p:cNvSpPr>
          <p:nvPr>
            <p:ph type="sldNum" sz="quarter" idx="14"/>
          </p:nvPr>
        </p:nvSpPr>
        <p:spPr/>
        <p:txBody>
          <a:bodyPr/>
          <a:lstStyle/>
          <a:p>
            <a:fld id="{BC8D7E44-7D4F-4942-A8C9-2DF6BF8399E8}" type="slidenum">
              <a:rPr lang="en-US" smtClean="0"/>
              <a:pPr/>
              <a:t>4</a:t>
            </a:fld>
            <a:endParaRPr lang="en-US"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058D472-B79C-561D-60E6-581B48C0B625}"/>
                  </a:ext>
                </a:extLst>
              </p14:cNvPr>
              <p14:cNvContentPartPr/>
              <p14:nvPr/>
            </p14:nvContentPartPr>
            <p14:xfrm>
              <a:off x="3169440" y="424080"/>
              <a:ext cx="3481200" cy="413640"/>
            </p14:xfrm>
          </p:contentPart>
        </mc:Choice>
        <mc:Fallback xmlns="">
          <p:pic>
            <p:nvPicPr>
              <p:cNvPr id="2" name="Ink 1">
                <a:extLst>
                  <a:ext uri="{FF2B5EF4-FFF2-40B4-BE49-F238E27FC236}">
                    <a16:creationId xmlns:a16="http://schemas.microsoft.com/office/drawing/2014/main" id="{B058D472-B79C-561D-60E6-581B48C0B625}"/>
                  </a:ext>
                </a:extLst>
              </p:cNvPr>
              <p:cNvPicPr/>
              <p:nvPr/>
            </p:nvPicPr>
            <p:blipFill>
              <a:blip r:embed="rId4"/>
              <a:stretch>
                <a:fillRect/>
              </a:stretch>
            </p:blipFill>
            <p:spPr>
              <a:xfrm>
                <a:off x="3153240" y="407880"/>
                <a:ext cx="3513600" cy="446040"/>
              </a:xfrm>
              <a:prstGeom prst="rect">
                <a:avLst/>
              </a:prstGeom>
            </p:spPr>
          </p:pic>
        </mc:Fallback>
      </mc:AlternateContent>
      <p:sp>
        <p:nvSpPr>
          <p:cNvPr id="8" name="Content Placeholder 7">
            <a:extLst>
              <a:ext uri="{FF2B5EF4-FFF2-40B4-BE49-F238E27FC236}">
                <a16:creationId xmlns:a16="http://schemas.microsoft.com/office/drawing/2014/main" id="{162ED091-AEB4-B9D4-8902-A09395337EE4}"/>
              </a:ext>
            </a:extLst>
          </p:cNvPr>
          <p:cNvSpPr>
            <a:spLocks noGrp="1"/>
          </p:cNvSpPr>
          <p:nvPr>
            <p:ph idx="1"/>
          </p:nvPr>
        </p:nvSpPr>
        <p:spPr>
          <a:xfrm>
            <a:off x="304800" y="1493836"/>
            <a:ext cx="8458200" cy="4972839"/>
          </a:xfrm>
        </p:spPr>
        <p:txBody>
          <a:bodyPr>
            <a:normAutofit/>
          </a:bodyPr>
          <a:lstStyle/>
          <a:p>
            <a:pPr>
              <a:buNone/>
            </a:pPr>
            <a:r>
              <a:rPr lang="en-US" b="1" dirty="0"/>
              <a:t>4. Speed of Technological Adoption</a:t>
            </a:r>
          </a:p>
          <a:p>
            <a:pPr>
              <a:buNone/>
            </a:pPr>
            <a:r>
              <a:rPr lang="en-US" dirty="0"/>
              <a:t>One of the biggest differences between the Fourth Industrial Revolution and previous ones is the </a:t>
            </a:r>
            <a:r>
              <a:rPr lang="en-US" b="1" dirty="0"/>
              <a:t>speed at which technology is being adopted</a:t>
            </a:r>
            <a:r>
              <a:rPr lang="en-US" dirty="0"/>
              <a:t>. The following statistics highlight this rapid growth:</a:t>
            </a:r>
          </a:p>
          <a:p>
            <a:pPr>
              <a:buFont typeface="Arial" panose="020B0604020202020204" pitchFamily="34" charset="0"/>
              <a:buChar char="•"/>
            </a:pPr>
            <a:r>
              <a:rPr lang="en-US" b="1" dirty="0"/>
              <a:t>The telephone</a:t>
            </a:r>
            <a:r>
              <a:rPr lang="en-US" dirty="0"/>
              <a:t> took </a:t>
            </a:r>
            <a:r>
              <a:rPr lang="en-US" b="1" dirty="0"/>
              <a:t>75 years</a:t>
            </a:r>
            <a:r>
              <a:rPr lang="en-US" dirty="0"/>
              <a:t> to reach </a:t>
            </a:r>
            <a:r>
              <a:rPr lang="en-US" b="1" dirty="0"/>
              <a:t>100 million users</a:t>
            </a:r>
            <a:r>
              <a:rPr lang="en-US" dirty="0"/>
              <a:t>.</a:t>
            </a:r>
          </a:p>
          <a:p>
            <a:pPr>
              <a:buFont typeface="Arial" panose="020B0604020202020204" pitchFamily="34" charset="0"/>
              <a:buChar char="•"/>
            </a:pPr>
            <a:r>
              <a:rPr lang="en-US" b="1" dirty="0"/>
              <a:t>Instagram</a:t>
            </a:r>
            <a:r>
              <a:rPr lang="en-US" dirty="0"/>
              <a:t> reached </a:t>
            </a:r>
            <a:r>
              <a:rPr lang="en-US" b="1" dirty="0"/>
              <a:t>100 million users</a:t>
            </a:r>
            <a:r>
              <a:rPr lang="en-US" dirty="0"/>
              <a:t> in just </a:t>
            </a:r>
            <a:r>
              <a:rPr lang="en-US" b="1" dirty="0"/>
              <a:t>2 years</a:t>
            </a:r>
            <a:r>
              <a:rPr lang="en-US" dirty="0"/>
              <a:t>.</a:t>
            </a:r>
          </a:p>
          <a:p>
            <a:pPr>
              <a:buFont typeface="Arial" panose="020B0604020202020204" pitchFamily="34" charset="0"/>
              <a:buChar char="•"/>
            </a:pPr>
            <a:r>
              <a:rPr lang="en-US" b="1" dirty="0"/>
              <a:t>Pokémon Go</a:t>
            </a:r>
            <a:r>
              <a:rPr lang="en-US" dirty="0"/>
              <a:t> achieved </a:t>
            </a:r>
            <a:r>
              <a:rPr lang="en-US" b="1" dirty="0"/>
              <a:t>100 million users</a:t>
            </a:r>
            <a:r>
              <a:rPr lang="en-US" dirty="0"/>
              <a:t> in </a:t>
            </a:r>
            <a:r>
              <a:rPr lang="en-US" b="1" dirty="0"/>
              <a:t>1 month</a:t>
            </a:r>
            <a:r>
              <a:rPr lang="en-US" dirty="0"/>
              <a:t>.</a:t>
            </a:r>
          </a:p>
        </p:txBody>
      </p:sp>
    </p:spTree>
    <p:extLst>
      <p:ext uri="{BB962C8B-B14F-4D97-AF65-F5344CB8AC3E}">
        <p14:creationId xmlns:p14="http://schemas.microsoft.com/office/powerpoint/2010/main" val="3348661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61F75-E930-8983-7D0F-C3E0E484AC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AFC087-B889-7A40-D135-44B66DED0190}"/>
              </a:ext>
            </a:extLst>
          </p:cNvPr>
          <p:cNvSpPr>
            <a:spLocks noGrp="1"/>
          </p:cNvSpPr>
          <p:nvPr>
            <p:ph sz="quarter" idx="10"/>
          </p:nvPr>
        </p:nvSpPr>
        <p:spPr/>
        <p:txBody>
          <a:bodyPr>
            <a:noAutofit/>
          </a:bodyPr>
          <a:lstStyle/>
          <a:p>
            <a:r>
              <a:rPr lang="en-US" sz="4400" dirty="0">
                <a:solidFill>
                  <a:srgbClr val="FF0000"/>
                </a:solidFill>
                <a:latin typeface="Times New Roman" pitchFamily="18" charset="0"/>
                <a:cs typeface="Times New Roman" pitchFamily="18" charset="0"/>
              </a:rPr>
              <a:t>Industry 4.0</a:t>
            </a:r>
          </a:p>
        </p:txBody>
      </p:sp>
      <p:sp>
        <p:nvSpPr>
          <p:cNvPr id="6" name="Content Placeholder 5">
            <a:extLst>
              <a:ext uri="{FF2B5EF4-FFF2-40B4-BE49-F238E27FC236}">
                <a16:creationId xmlns:a16="http://schemas.microsoft.com/office/drawing/2014/main" id="{4BF641FE-9000-EDAC-931F-0789A346BB11}"/>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76C4BFC6-27D4-410E-C0CB-AF7B0AA60689}"/>
              </a:ext>
            </a:extLst>
          </p:cNvPr>
          <p:cNvSpPr>
            <a:spLocks noGrp="1"/>
          </p:cNvSpPr>
          <p:nvPr>
            <p:ph type="sldNum" sz="quarter" idx="14"/>
          </p:nvPr>
        </p:nvSpPr>
        <p:spPr/>
        <p:txBody>
          <a:bodyPr/>
          <a:lstStyle/>
          <a:p>
            <a:fld id="{BC8D7E44-7D4F-4942-A8C9-2DF6BF8399E8}" type="slidenum">
              <a:rPr lang="en-US" smtClean="0"/>
              <a:pPr/>
              <a:t>5</a:t>
            </a:fld>
            <a:endParaRPr lang="en-US"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C7A5C1-EC00-2785-66D7-5DF87F2A2104}"/>
                  </a:ext>
                </a:extLst>
              </p14:cNvPr>
              <p14:cNvContentPartPr/>
              <p14:nvPr/>
            </p14:nvContentPartPr>
            <p14:xfrm>
              <a:off x="3169440" y="424080"/>
              <a:ext cx="3481200" cy="413640"/>
            </p14:xfrm>
          </p:contentPart>
        </mc:Choice>
        <mc:Fallback xmlns="">
          <p:pic>
            <p:nvPicPr>
              <p:cNvPr id="2" name="Ink 1">
                <a:extLst>
                  <a:ext uri="{FF2B5EF4-FFF2-40B4-BE49-F238E27FC236}">
                    <a16:creationId xmlns:a16="http://schemas.microsoft.com/office/drawing/2014/main" id="{58C7A5C1-EC00-2785-66D7-5DF87F2A2104}"/>
                  </a:ext>
                </a:extLst>
              </p:cNvPr>
              <p:cNvPicPr/>
              <p:nvPr/>
            </p:nvPicPr>
            <p:blipFill>
              <a:blip r:embed="rId4"/>
              <a:stretch>
                <a:fillRect/>
              </a:stretch>
            </p:blipFill>
            <p:spPr>
              <a:xfrm>
                <a:off x="3153240" y="407880"/>
                <a:ext cx="3513600" cy="446040"/>
              </a:xfrm>
              <a:prstGeom prst="rect">
                <a:avLst/>
              </a:prstGeom>
            </p:spPr>
          </p:pic>
        </mc:Fallback>
      </mc:AlternateContent>
      <p:sp>
        <p:nvSpPr>
          <p:cNvPr id="8" name="Content Placeholder 7">
            <a:extLst>
              <a:ext uri="{FF2B5EF4-FFF2-40B4-BE49-F238E27FC236}">
                <a16:creationId xmlns:a16="http://schemas.microsoft.com/office/drawing/2014/main" id="{F8413CCF-C70C-4BE8-478B-7E9C4915C639}"/>
              </a:ext>
            </a:extLst>
          </p:cNvPr>
          <p:cNvSpPr>
            <a:spLocks noGrp="1"/>
          </p:cNvSpPr>
          <p:nvPr>
            <p:ph idx="1"/>
          </p:nvPr>
        </p:nvSpPr>
        <p:spPr>
          <a:xfrm>
            <a:off x="304800" y="1493836"/>
            <a:ext cx="8458200" cy="4972839"/>
          </a:xfrm>
        </p:spPr>
        <p:txBody>
          <a:bodyPr>
            <a:normAutofit fontScale="92500" lnSpcReduction="10000"/>
          </a:bodyPr>
          <a:lstStyle/>
          <a:p>
            <a:pPr>
              <a:buNone/>
            </a:pPr>
            <a:r>
              <a:rPr lang="en-US" b="1" dirty="0"/>
              <a:t>5. Business &amp; Economic Impact</a:t>
            </a:r>
          </a:p>
          <a:p>
            <a:pPr>
              <a:buNone/>
            </a:pPr>
            <a:r>
              <a:rPr lang="en-US" dirty="0"/>
              <a:t>The Fourth Industrial Revolution has significant effects on businesses and economies:</a:t>
            </a:r>
          </a:p>
          <a:p>
            <a:pPr>
              <a:buFont typeface="Arial" panose="020B0604020202020204" pitchFamily="34" charset="0"/>
              <a:buChar char="•"/>
            </a:pPr>
            <a:r>
              <a:rPr lang="en-US" b="1" dirty="0"/>
              <a:t>Increase in Patents &amp; Innovation:</a:t>
            </a:r>
            <a:br>
              <a:rPr lang="en-US" dirty="0"/>
            </a:br>
            <a:r>
              <a:rPr lang="en-US" dirty="0"/>
              <a:t>The number of patents related to AI, 3D printing, and automation has </a:t>
            </a:r>
            <a:r>
              <a:rPr lang="en-US" b="1" dirty="0"/>
              <a:t>rapidly increased</a:t>
            </a:r>
            <a:r>
              <a:rPr lang="en-US" dirty="0"/>
              <a:t> since the early 2000s.</a:t>
            </a:r>
          </a:p>
          <a:p>
            <a:pPr>
              <a:buFont typeface="Arial" panose="020B0604020202020204" pitchFamily="34" charset="0"/>
              <a:buChar char="•"/>
            </a:pPr>
            <a:r>
              <a:rPr lang="en-US" b="1" dirty="0"/>
              <a:t>Automation in Industries:</a:t>
            </a:r>
            <a:br>
              <a:rPr lang="en-US" dirty="0"/>
            </a:br>
            <a:r>
              <a:rPr lang="en-US" dirty="0"/>
              <a:t>Businesses are adopting automation and AI-based systems to increase </a:t>
            </a:r>
            <a:r>
              <a:rPr lang="en-US" b="1" dirty="0"/>
              <a:t>efficiency, reduce costs, and improve decision-making</a:t>
            </a:r>
            <a:r>
              <a:rPr lang="en-US" dirty="0"/>
              <a:t>.</a:t>
            </a:r>
          </a:p>
          <a:p>
            <a:pPr>
              <a:buFont typeface="Arial" panose="020B0604020202020204" pitchFamily="34" charset="0"/>
              <a:buChar char="•"/>
            </a:pPr>
            <a:r>
              <a:rPr lang="en-US" b="1" dirty="0"/>
              <a:t>Challenges in Keeping Up:</a:t>
            </a:r>
            <a:br>
              <a:rPr lang="en-US" dirty="0"/>
            </a:br>
            <a:r>
              <a:rPr lang="en-US" dirty="0"/>
              <a:t>While some businesses are quick to adopt these technologies, many </a:t>
            </a:r>
            <a:r>
              <a:rPr lang="en-US" b="1" dirty="0"/>
              <a:t>struggle to keep pace</a:t>
            </a:r>
            <a:r>
              <a:rPr lang="en-US" dirty="0"/>
              <a:t> with rapid advancements. Companies that fail to innovate risk </a:t>
            </a:r>
            <a:r>
              <a:rPr lang="en-US" b="1" dirty="0"/>
              <a:t>falling behind</a:t>
            </a:r>
            <a:r>
              <a:rPr lang="en-US" dirty="0"/>
              <a:t>.</a:t>
            </a:r>
          </a:p>
        </p:txBody>
      </p:sp>
    </p:spTree>
    <p:extLst>
      <p:ext uri="{BB962C8B-B14F-4D97-AF65-F5344CB8AC3E}">
        <p14:creationId xmlns:p14="http://schemas.microsoft.com/office/powerpoint/2010/main" val="2156153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6938A-337A-EE35-B77A-C926A60429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367B40-8DB1-A73D-E3C1-586F6D2108E8}"/>
              </a:ext>
            </a:extLst>
          </p:cNvPr>
          <p:cNvSpPr>
            <a:spLocks noGrp="1"/>
          </p:cNvSpPr>
          <p:nvPr>
            <p:ph sz="quarter" idx="10"/>
          </p:nvPr>
        </p:nvSpPr>
        <p:spPr/>
        <p:txBody>
          <a:bodyPr>
            <a:noAutofit/>
          </a:bodyPr>
          <a:lstStyle/>
          <a:p>
            <a:r>
              <a:rPr lang="en-US" sz="4400" dirty="0">
                <a:solidFill>
                  <a:srgbClr val="FF0000"/>
                </a:solidFill>
                <a:latin typeface="Times New Roman" pitchFamily="18" charset="0"/>
                <a:cs typeface="Times New Roman" pitchFamily="18" charset="0"/>
              </a:rPr>
              <a:t>Industry 4.0</a:t>
            </a:r>
          </a:p>
        </p:txBody>
      </p:sp>
      <p:sp>
        <p:nvSpPr>
          <p:cNvPr id="6" name="Content Placeholder 5">
            <a:extLst>
              <a:ext uri="{FF2B5EF4-FFF2-40B4-BE49-F238E27FC236}">
                <a16:creationId xmlns:a16="http://schemas.microsoft.com/office/drawing/2014/main" id="{A1C3EDBC-800C-1A12-8D81-4237A313CF49}"/>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BAEA1DAE-A272-BBE5-09E3-5F2D01CF0768}"/>
              </a:ext>
            </a:extLst>
          </p:cNvPr>
          <p:cNvSpPr>
            <a:spLocks noGrp="1"/>
          </p:cNvSpPr>
          <p:nvPr>
            <p:ph type="sldNum" sz="quarter" idx="14"/>
          </p:nvPr>
        </p:nvSpPr>
        <p:spPr/>
        <p:txBody>
          <a:bodyPr/>
          <a:lstStyle/>
          <a:p>
            <a:fld id="{BC8D7E44-7D4F-4942-A8C9-2DF6BF8399E8}" type="slidenum">
              <a:rPr lang="en-US" smtClean="0"/>
              <a:pPr/>
              <a:t>6</a:t>
            </a:fld>
            <a:endParaRPr lang="en-US"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E9B68E5-1588-4BE4-2D45-4F93F5D0AAA0}"/>
                  </a:ext>
                </a:extLst>
              </p14:cNvPr>
              <p14:cNvContentPartPr/>
              <p14:nvPr/>
            </p14:nvContentPartPr>
            <p14:xfrm>
              <a:off x="3169440" y="424080"/>
              <a:ext cx="3481200" cy="413640"/>
            </p14:xfrm>
          </p:contentPart>
        </mc:Choice>
        <mc:Fallback xmlns="">
          <p:pic>
            <p:nvPicPr>
              <p:cNvPr id="2" name="Ink 1">
                <a:extLst>
                  <a:ext uri="{FF2B5EF4-FFF2-40B4-BE49-F238E27FC236}">
                    <a16:creationId xmlns:a16="http://schemas.microsoft.com/office/drawing/2014/main" id="{5E9B68E5-1588-4BE4-2D45-4F93F5D0AAA0}"/>
                  </a:ext>
                </a:extLst>
              </p:cNvPr>
              <p:cNvPicPr/>
              <p:nvPr/>
            </p:nvPicPr>
            <p:blipFill>
              <a:blip r:embed="rId4"/>
              <a:stretch>
                <a:fillRect/>
              </a:stretch>
            </p:blipFill>
            <p:spPr>
              <a:xfrm>
                <a:off x="3153240" y="407880"/>
                <a:ext cx="3513600" cy="446040"/>
              </a:xfrm>
              <a:prstGeom prst="rect">
                <a:avLst/>
              </a:prstGeom>
            </p:spPr>
          </p:pic>
        </mc:Fallback>
      </mc:AlternateContent>
      <p:sp>
        <p:nvSpPr>
          <p:cNvPr id="8" name="Content Placeholder 7">
            <a:extLst>
              <a:ext uri="{FF2B5EF4-FFF2-40B4-BE49-F238E27FC236}">
                <a16:creationId xmlns:a16="http://schemas.microsoft.com/office/drawing/2014/main" id="{01355438-01D5-1D28-A711-562569A04841}"/>
              </a:ext>
            </a:extLst>
          </p:cNvPr>
          <p:cNvSpPr>
            <a:spLocks noGrp="1"/>
          </p:cNvSpPr>
          <p:nvPr>
            <p:ph idx="1"/>
          </p:nvPr>
        </p:nvSpPr>
        <p:spPr>
          <a:xfrm>
            <a:off x="304800" y="1493836"/>
            <a:ext cx="8458200" cy="4972839"/>
          </a:xfrm>
        </p:spPr>
        <p:txBody>
          <a:bodyPr>
            <a:normAutofit lnSpcReduction="10000"/>
          </a:bodyPr>
          <a:lstStyle/>
          <a:p>
            <a:pPr>
              <a:buNone/>
            </a:pPr>
            <a:r>
              <a:rPr lang="en-US" b="1" dirty="0"/>
              <a:t>6. Challenges &amp; Risks of the Fourth Industrial Revolution</a:t>
            </a:r>
          </a:p>
          <a:p>
            <a:pPr>
              <a:buNone/>
            </a:pPr>
            <a:r>
              <a:rPr lang="en-US" dirty="0"/>
              <a:t>Despite its many benefits, the Fourth Industrial Revolution also poses </a:t>
            </a:r>
            <a:r>
              <a:rPr lang="en-US" b="1" dirty="0"/>
              <a:t>several challenges</a:t>
            </a:r>
            <a:r>
              <a:rPr lang="en-US" dirty="0"/>
              <a:t>:</a:t>
            </a:r>
          </a:p>
          <a:p>
            <a:pPr marL="0" indent="0"/>
            <a:r>
              <a:rPr lang="en-US" b="1" dirty="0"/>
              <a:t>a. Job Displacement &amp; Workforce Skills Gap</a:t>
            </a:r>
            <a:endParaRPr lang="en-US" dirty="0"/>
          </a:p>
          <a:p>
            <a:pPr marL="742950" lvl="1" indent="-285750">
              <a:buFont typeface="+mj-lt"/>
              <a:buAutoNum type="arabicPeriod"/>
            </a:pPr>
            <a:r>
              <a:rPr lang="en-US" dirty="0"/>
              <a:t>AI and automation are replacing </a:t>
            </a:r>
            <a:r>
              <a:rPr lang="en-US" b="1" dirty="0"/>
              <a:t>low-skilled jobs</a:t>
            </a:r>
            <a:r>
              <a:rPr lang="en-US" dirty="0"/>
              <a:t>, leading to </a:t>
            </a:r>
            <a:r>
              <a:rPr lang="en-US" b="1" dirty="0"/>
              <a:t>job losses in traditional industries</a:t>
            </a:r>
            <a:r>
              <a:rPr lang="en-US" dirty="0"/>
              <a:t>.</a:t>
            </a:r>
          </a:p>
          <a:p>
            <a:pPr marL="742950" lvl="1" indent="-285750">
              <a:buFont typeface="+mj-lt"/>
              <a:buAutoNum type="arabicPeriod"/>
            </a:pPr>
            <a:r>
              <a:rPr lang="en-US" dirty="0"/>
              <a:t>New technologies create demand for </a:t>
            </a:r>
            <a:r>
              <a:rPr lang="en-US" b="1" dirty="0"/>
              <a:t>new skills</a:t>
            </a:r>
            <a:r>
              <a:rPr lang="en-US" dirty="0"/>
              <a:t>, but many workers lack the necessary training.</a:t>
            </a:r>
          </a:p>
          <a:p>
            <a:pPr marL="742950" lvl="1" indent="-285750">
              <a:buFont typeface="+mj-lt"/>
              <a:buAutoNum type="arabicPeriod"/>
            </a:pPr>
            <a:r>
              <a:rPr lang="en-US" dirty="0"/>
              <a:t>A </a:t>
            </a:r>
            <a:r>
              <a:rPr lang="en-US" b="1" dirty="0"/>
              <a:t>highly skilled workforce</a:t>
            </a:r>
            <a:r>
              <a:rPr lang="en-US" dirty="0"/>
              <a:t> is required to benefit from these innovations.</a:t>
            </a:r>
          </a:p>
          <a:p>
            <a:pPr marL="0" indent="0"/>
            <a:r>
              <a:rPr lang="en-US" b="1" dirty="0"/>
              <a:t>b. Economic Inequality</a:t>
            </a:r>
            <a:endParaRPr lang="en-US" dirty="0"/>
          </a:p>
          <a:p>
            <a:pPr marL="742950" lvl="1" indent="-285750">
              <a:buFont typeface="+mj-lt"/>
              <a:buAutoNum type="arabicPeriod"/>
            </a:pPr>
            <a:r>
              <a:rPr lang="en-US" dirty="0"/>
              <a:t>The wealth generated by new technologies is concentrated among a </a:t>
            </a:r>
            <a:r>
              <a:rPr lang="en-US" b="1" dirty="0"/>
              <a:t>small percentage of people</a:t>
            </a:r>
            <a:r>
              <a:rPr lang="en-US" dirty="0"/>
              <a:t> (tech innovators, investors, and business owners).</a:t>
            </a:r>
          </a:p>
          <a:p>
            <a:pPr marL="742950" lvl="1" indent="-285750">
              <a:buFont typeface="+mj-lt"/>
              <a:buAutoNum type="arabicPeriod"/>
            </a:pPr>
            <a:r>
              <a:rPr lang="en-US" dirty="0"/>
              <a:t>A study found that </a:t>
            </a:r>
            <a:r>
              <a:rPr lang="en-US" b="1" dirty="0"/>
              <a:t>billionaires</a:t>
            </a:r>
            <a:r>
              <a:rPr lang="en-US" dirty="0"/>
              <a:t> have driven nearly </a:t>
            </a:r>
            <a:r>
              <a:rPr lang="en-US" b="1" dirty="0"/>
              <a:t>80% of major innovations</a:t>
            </a:r>
            <a:r>
              <a:rPr lang="en-US" dirty="0"/>
              <a:t> in the last </a:t>
            </a:r>
            <a:r>
              <a:rPr lang="en-US" b="1" dirty="0"/>
              <a:t>40 years</a:t>
            </a:r>
            <a:r>
              <a:rPr lang="en-US" dirty="0"/>
              <a:t>.</a:t>
            </a:r>
          </a:p>
          <a:p>
            <a:pPr marL="742950" lvl="1" indent="-285750">
              <a:buFont typeface="+mj-lt"/>
              <a:buAutoNum type="arabicPeriod"/>
            </a:pPr>
            <a:r>
              <a:rPr lang="en-US" dirty="0"/>
              <a:t>The </a:t>
            </a:r>
            <a:r>
              <a:rPr lang="en-US" b="1" dirty="0"/>
              <a:t>richest 1% of households own nearly half of the world’s wealth</a:t>
            </a:r>
            <a:r>
              <a:rPr lang="en-US" dirty="0"/>
              <a:t>, leading to a </a:t>
            </a:r>
            <a:r>
              <a:rPr lang="en-US" b="1" dirty="0"/>
              <a:t>winner-takes-all economy</a:t>
            </a:r>
            <a:r>
              <a:rPr lang="en-US" dirty="0"/>
              <a:t>.</a:t>
            </a:r>
          </a:p>
        </p:txBody>
      </p:sp>
    </p:spTree>
    <p:extLst>
      <p:ext uri="{BB962C8B-B14F-4D97-AF65-F5344CB8AC3E}">
        <p14:creationId xmlns:p14="http://schemas.microsoft.com/office/powerpoint/2010/main" val="1937259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B9DF3-9EF7-C94F-5189-8F1A3A37705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9F1DD-115B-B157-C1A2-C1FF7DF91133}"/>
              </a:ext>
            </a:extLst>
          </p:cNvPr>
          <p:cNvSpPr>
            <a:spLocks noGrp="1"/>
          </p:cNvSpPr>
          <p:nvPr>
            <p:ph sz="quarter" idx="10"/>
          </p:nvPr>
        </p:nvSpPr>
        <p:spPr/>
        <p:txBody>
          <a:bodyPr>
            <a:noAutofit/>
          </a:bodyPr>
          <a:lstStyle/>
          <a:p>
            <a:r>
              <a:rPr lang="en-US" sz="4400" dirty="0">
                <a:solidFill>
                  <a:srgbClr val="FF0000"/>
                </a:solidFill>
                <a:latin typeface="Times New Roman" pitchFamily="18" charset="0"/>
                <a:cs typeface="Times New Roman" pitchFamily="18" charset="0"/>
              </a:rPr>
              <a:t>Industry 4.0</a:t>
            </a:r>
          </a:p>
        </p:txBody>
      </p:sp>
      <p:sp>
        <p:nvSpPr>
          <p:cNvPr id="6" name="Content Placeholder 5">
            <a:extLst>
              <a:ext uri="{FF2B5EF4-FFF2-40B4-BE49-F238E27FC236}">
                <a16:creationId xmlns:a16="http://schemas.microsoft.com/office/drawing/2014/main" id="{FDA6CDE2-8F51-6EF2-4047-6686596A434F}"/>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C4E4BE22-77F6-38D0-2BE5-C616AA0DF5E4}"/>
              </a:ext>
            </a:extLst>
          </p:cNvPr>
          <p:cNvSpPr>
            <a:spLocks noGrp="1"/>
          </p:cNvSpPr>
          <p:nvPr>
            <p:ph type="sldNum" sz="quarter" idx="14"/>
          </p:nvPr>
        </p:nvSpPr>
        <p:spPr/>
        <p:txBody>
          <a:bodyPr/>
          <a:lstStyle/>
          <a:p>
            <a:fld id="{BC8D7E44-7D4F-4942-A8C9-2DF6BF8399E8}" type="slidenum">
              <a:rPr lang="en-US" smtClean="0"/>
              <a:pPr/>
              <a:t>7</a:t>
            </a:fld>
            <a:endParaRPr lang="en-US"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820B517-61E4-5986-8459-3E974AAA3F6E}"/>
                  </a:ext>
                </a:extLst>
              </p14:cNvPr>
              <p14:cNvContentPartPr/>
              <p14:nvPr/>
            </p14:nvContentPartPr>
            <p14:xfrm>
              <a:off x="3169440" y="424080"/>
              <a:ext cx="3481200" cy="413640"/>
            </p14:xfrm>
          </p:contentPart>
        </mc:Choice>
        <mc:Fallback xmlns="">
          <p:pic>
            <p:nvPicPr>
              <p:cNvPr id="2" name="Ink 1">
                <a:extLst>
                  <a:ext uri="{FF2B5EF4-FFF2-40B4-BE49-F238E27FC236}">
                    <a16:creationId xmlns:a16="http://schemas.microsoft.com/office/drawing/2014/main" id="{0820B517-61E4-5986-8459-3E974AAA3F6E}"/>
                  </a:ext>
                </a:extLst>
              </p:cNvPr>
              <p:cNvPicPr/>
              <p:nvPr/>
            </p:nvPicPr>
            <p:blipFill>
              <a:blip r:embed="rId4"/>
              <a:stretch>
                <a:fillRect/>
              </a:stretch>
            </p:blipFill>
            <p:spPr>
              <a:xfrm>
                <a:off x="3153240" y="407880"/>
                <a:ext cx="3513600" cy="446040"/>
              </a:xfrm>
              <a:prstGeom prst="rect">
                <a:avLst/>
              </a:prstGeom>
            </p:spPr>
          </p:pic>
        </mc:Fallback>
      </mc:AlternateContent>
      <p:sp>
        <p:nvSpPr>
          <p:cNvPr id="8" name="Content Placeholder 7">
            <a:extLst>
              <a:ext uri="{FF2B5EF4-FFF2-40B4-BE49-F238E27FC236}">
                <a16:creationId xmlns:a16="http://schemas.microsoft.com/office/drawing/2014/main" id="{894DB33B-C52A-B267-3A7C-E40ADAE63F19}"/>
              </a:ext>
            </a:extLst>
          </p:cNvPr>
          <p:cNvSpPr>
            <a:spLocks noGrp="1"/>
          </p:cNvSpPr>
          <p:nvPr>
            <p:ph idx="1"/>
          </p:nvPr>
        </p:nvSpPr>
        <p:spPr>
          <a:xfrm>
            <a:off x="304800" y="1493836"/>
            <a:ext cx="8458200" cy="4972839"/>
          </a:xfrm>
        </p:spPr>
        <p:txBody>
          <a:bodyPr>
            <a:normAutofit/>
          </a:bodyPr>
          <a:lstStyle/>
          <a:p>
            <a:pPr>
              <a:buNone/>
            </a:pPr>
            <a:r>
              <a:rPr lang="en-US" b="1" dirty="0"/>
              <a:t>c. Privacy &amp; Security Concerns</a:t>
            </a:r>
            <a:endParaRPr lang="en-US" dirty="0"/>
          </a:p>
          <a:p>
            <a:pPr>
              <a:buFont typeface="Arial" panose="020B0604020202020204" pitchFamily="34" charset="0"/>
              <a:buChar char="•"/>
            </a:pPr>
            <a:r>
              <a:rPr lang="en-US" dirty="0"/>
              <a:t>As industries move towards digitalization, </a:t>
            </a:r>
            <a:r>
              <a:rPr lang="en-US" b="1" dirty="0"/>
              <a:t>companies are collecting large amounts of personal data</a:t>
            </a:r>
            <a:r>
              <a:rPr lang="en-US" dirty="0"/>
              <a:t>.</a:t>
            </a:r>
          </a:p>
          <a:p>
            <a:pPr>
              <a:buFont typeface="Arial" panose="020B0604020202020204" pitchFamily="34" charset="0"/>
              <a:buChar char="•"/>
            </a:pPr>
            <a:r>
              <a:rPr lang="en-US" dirty="0"/>
              <a:t>Many users fear that </a:t>
            </a:r>
            <a:r>
              <a:rPr lang="en-US" b="1" dirty="0"/>
              <a:t>corporations know too much about their private digital lives</a:t>
            </a:r>
            <a:r>
              <a:rPr lang="en-US" dirty="0"/>
              <a:t>.</a:t>
            </a:r>
          </a:p>
          <a:p>
            <a:pPr>
              <a:buFont typeface="Arial" panose="020B0604020202020204" pitchFamily="34" charset="0"/>
              <a:buChar char="•"/>
            </a:pPr>
            <a:r>
              <a:rPr lang="en-US" dirty="0"/>
              <a:t>Cybersecurity threats are increasing, with </a:t>
            </a:r>
            <a:r>
              <a:rPr lang="en-US" b="1" dirty="0"/>
              <a:t>hacking, identity theft, and data breaches</a:t>
            </a:r>
            <a:r>
              <a:rPr lang="en-US" dirty="0"/>
              <a:t> becoming major risks.</a:t>
            </a:r>
          </a:p>
        </p:txBody>
      </p:sp>
    </p:spTree>
    <p:extLst>
      <p:ext uri="{BB962C8B-B14F-4D97-AF65-F5344CB8AC3E}">
        <p14:creationId xmlns:p14="http://schemas.microsoft.com/office/powerpoint/2010/main" val="3446309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574A1-3402-BC71-4696-E72B37BCB0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FC3E6F-A1EB-6736-A0DE-3D0EA4DDC3BC}"/>
              </a:ext>
            </a:extLst>
          </p:cNvPr>
          <p:cNvSpPr>
            <a:spLocks noGrp="1"/>
          </p:cNvSpPr>
          <p:nvPr>
            <p:ph sz="quarter" idx="10"/>
          </p:nvPr>
        </p:nvSpPr>
        <p:spPr/>
        <p:txBody>
          <a:bodyPr>
            <a:noAutofit/>
          </a:bodyPr>
          <a:lstStyle/>
          <a:p>
            <a:r>
              <a:rPr lang="en-US" sz="4400" dirty="0">
                <a:solidFill>
                  <a:srgbClr val="FF0000"/>
                </a:solidFill>
                <a:latin typeface="Times New Roman" pitchFamily="18" charset="0"/>
                <a:cs typeface="Times New Roman" pitchFamily="18" charset="0"/>
              </a:rPr>
              <a:t>Industry 4.0</a:t>
            </a:r>
          </a:p>
        </p:txBody>
      </p:sp>
      <p:sp>
        <p:nvSpPr>
          <p:cNvPr id="5" name="Slide Number Placeholder 4">
            <a:extLst>
              <a:ext uri="{FF2B5EF4-FFF2-40B4-BE49-F238E27FC236}">
                <a16:creationId xmlns:a16="http://schemas.microsoft.com/office/drawing/2014/main" id="{29EBDF34-D8E4-C8FB-FFF3-03A0F7E14A95}"/>
              </a:ext>
            </a:extLst>
          </p:cNvPr>
          <p:cNvSpPr>
            <a:spLocks noGrp="1"/>
          </p:cNvSpPr>
          <p:nvPr>
            <p:ph type="sldNum" sz="quarter" idx="14"/>
          </p:nvPr>
        </p:nvSpPr>
        <p:spPr/>
        <p:txBody>
          <a:bodyPr/>
          <a:lstStyle/>
          <a:p>
            <a:fld id="{BC8D7E44-7D4F-4942-A8C9-2DF6BF8399E8}" type="slidenum">
              <a:rPr lang="en-US" smtClean="0"/>
              <a:pPr/>
              <a:t>8</a:t>
            </a:fld>
            <a:endParaRPr lang="en-US"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24BE307-DF4D-1BA0-193E-713132F07AD4}"/>
                  </a:ext>
                </a:extLst>
              </p14:cNvPr>
              <p14:cNvContentPartPr/>
              <p14:nvPr/>
            </p14:nvContentPartPr>
            <p14:xfrm>
              <a:off x="3169440" y="424080"/>
              <a:ext cx="3481200" cy="413640"/>
            </p14:xfrm>
          </p:contentPart>
        </mc:Choice>
        <mc:Fallback xmlns="">
          <p:pic>
            <p:nvPicPr>
              <p:cNvPr id="2" name="Ink 1">
                <a:extLst>
                  <a:ext uri="{FF2B5EF4-FFF2-40B4-BE49-F238E27FC236}">
                    <a16:creationId xmlns:a16="http://schemas.microsoft.com/office/drawing/2014/main" id="{C24BE307-DF4D-1BA0-193E-713132F07AD4}"/>
                  </a:ext>
                </a:extLst>
              </p:cNvPr>
              <p:cNvPicPr/>
              <p:nvPr/>
            </p:nvPicPr>
            <p:blipFill>
              <a:blip r:embed="rId4"/>
              <a:stretch>
                <a:fillRect/>
              </a:stretch>
            </p:blipFill>
            <p:spPr>
              <a:xfrm>
                <a:off x="3153240" y="407880"/>
                <a:ext cx="3513600" cy="446040"/>
              </a:xfrm>
              <a:prstGeom prst="rect">
                <a:avLst/>
              </a:prstGeom>
            </p:spPr>
          </p:pic>
        </mc:Fallback>
      </mc:AlternateContent>
      <p:sp>
        <p:nvSpPr>
          <p:cNvPr id="8" name="Content Placeholder 7">
            <a:extLst>
              <a:ext uri="{FF2B5EF4-FFF2-40B4-BE49-F238E27FC236}">
                <a16:creationId xmlns:a16="http://schemas.microsoft.com/office/drawing/2014/main" id="{8D9FD08A-CDC6-6494-F093-E83A709ECFD9}"/>
              </a:ext>
            </a:extLst>
          </p:cNvPr>
          <p:cNvSpPr>
            <a:spLocks noGrp="1"/>
          </p:cNvSpPr>
          <p:nvPr>
            <p:ph idx="1"/>
          </p:nvPr>
        </p:nvSpPr>
        <p:spPr>
          <a:xfrm>
            <a:off x="304800" y="1493836"/>
            <a:ext cx="8458200" cy="4972839"/>
          </a:xfrm>
        </p:spPr>
        <p:txBody>
          <a:bodyPr>
            <a:normAutofit fontScale="92500" lnSpcReduction="10000"/>
          </a:bodyPr>
          <a:lstStyle/>
          <a:p>
            <a:pPr>
              <a:buNone/>
            </a:pPr>
            <a:r>
              <a:rPr lang="en-US" b="1" dirty="0"/>
              <a:t>7. Future Outlook &amp; Need for Adaptation</a:t>
            </a:r>
          </a:p>
          <a:p>
            <a:pPr>
              <a:buNone/>
            </a:pPr>
            <a:r>
              <a:rPr lang="en-US" dirty="0"/>
              <a:t>The Fourth Industrial Revolution is </a:t>
            </a:r>
            <a:r>
              <a:rPr lang="en-US" b="1" dirty="0"/>
              <a:t>unstoppable</a:t>
            </a:r>
            <a:r>
              <a:rPr lang="en-US" dirty="0"/>
              <a:t>, and organizations need to </a:t>
            </a:r>
            <a:r>
              <a:rPr lang="en-US" b="1" dirty="0"/>
              <a:t>prepare for continuous technological evolution</a:t>
            </a:r>
            <a:r>
              <a:rPr lang="en-US" dirty="0"/>
              <a:t>:</a:t>
            </a:r>
          </a:p>
          <a:p>
            <a:pPr>
              <a:buFont typeface="Arial" panose="020B0604020202020204" pitchFamily="34" charset="0"/>
              <a:buChar char="•"/>
            </a:pPr>
            <a:r>
              <a:rPr lang="en-US" dirty="0"/>
              <a:t>Governments, businesses, and individuals must </a:t>
            </a:r>
            <a:r>
              <a:rPr lang="en-US" b="1" dirty="0"/>
              <a:t>adapt to rapid changes</a:t>
            </a:r>
            <a:r>
              <a:rPr lang="en-US" dirty="0"/>
              <a:t> by investing in </a:t>
            </a:r>
            <a:r>
              <a:rPr lang="en-US" b="1" dirty="0"/>
              <a:t>education, training, and digital literacy</a:t>
            </a:r>
            <a:r>
              <a:rPr lang="en-US" dirty="0"/>
              <a:t>.</a:t>
            </a:r>
          </a:p>
          <a:p>
            <a:pPr>
              <a:buFont typeface="Arial" panose="020B0604020202020204" pitchFamily="34" charset="0"/>
              <a:buChar char="•"/>
            </a:pPr>
            <a:r>
              <a:rPr lang="en-US" dirty="0"/>
              <a:t>Ethical considerations need to be addressed, ensuring that </a:t>
            </a:r>
            <a:r>
              <a:rPr lang="en-US" b="1" dirty="0"/>
              <a:t>AI and automation benefit everyone</a:t>
            </a:r>
            <a:r>
              <a:rPr lang="en-US" dirty="0"/>
              <a:t>, not just a few.</a:t>
            </a:r>
          </a:p>
          <a:p>
            <a:pPr>
              <a:buFont typeface="Arial" panose="020B0604020202020204" pitchFamily="34" charset="0"/>
              <a:buChar char="•"/>
            </a:pPr>
            <a:r>
              <a:rPr lang="en-US" dirty="0"/>
              <a:t>Regulations and policies must be updated to </a:t>
            </a:r>
            <a:r>
              <a:rPr lang="en-US" b="1" dirty="0"/>
              <a:t>protect user data, ensure job security, and reduce inequality</a:t>
            </a:r>
            <a:r>
              <a:rPr lang="en-US" dirty="0"/>
              <a:t>.</a:t>
            </a:r>
          </a:p>
          <a:p>
            <a:r>
              <a:rPr lang="en-US" dirty="0"/>
              <a:t>As technology continues to advance, </a:t>
            </a:r>
            <a:r>
              <a:rPr lang="en-US" b="1" dirty="0"/>
              <a:t>staying informed and adapting</a:t>
            </a:r>
            <a:r>
              <a:rPr lang="en-US" dirty="0"/>
              <a:t> is the key to thriving in the era of the Fourth Industrial Revolution.</a:t>
            </a:r>
          </a:p>
        </p:txBody>
      </p:sp>
    </p:spTree>
    <p:extLst>
      <p:ext uri="{BB962C8B-B14F-4D97-AF65-F5344CB8AC3E}">
        <p14:creationId xmlns:p14="http://schemas.microsoft.com/office/powerpoint/2010/main" val="3429514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FA98F-63FD-2C8A-FD8A-F6C56E5268F3}"/>
              </a:ext>
            </a:extLst>
          </p:cNvPr>
          <p:cNvSpPr>
            <a:spLocks noGrp="1"/>
          </p:cNvSpPr>
          <p:nvPr>
            <p:ph sz="quarter" idx="10"/>
          </p:nvPr>
        </p:nvSpPr>
        <p:spPr/>
        <p:txBody>
          <a:bodyPr/>
          <a:lstStyle/>
          <a:p>
            <a:r>
              <a:rPr lang="en-IN" dirty="0"/>
              <a:t>What is IoT?</a:t>
            </a:r>
          </a:p>
        </p:txBody>
      </p:sp>
      <p:sp>
        <p:nvSpPr>
          <p:cNvPr id="5" name="Slide Number Placeholder 4">
            <a:extLst>
              <a:ext uri="{FF2B5EF4-FFF2-40B4-BE49-F238E27FC236}">
                <a16:creationId xmlns:a16="http://schemas.microsoft.com/office/drawing/2014/main" id="{E1FEF0D0-A45F-872A-F345-FC8CE0185568}"/>
              </a:ext>
            </a:extLst>
          </p:cNvPr>
          <p:cNvSpPr>
            <a:spLocks noGrp="1"/>
          </p:cNvSpPr>
          <p:nvPr>
            <p:ph type="sldNum" sz="quarter" idx="14"/>
          </p:nvPr>
        </p:nvSpPr>
        <p:spPr/>
        <p:txBody>
          <a:bodyPr/>
          <a:lstStyle/>
          <a:p>
            <a:fld id="{BC8D7E44-7D4F-4942-A8C9-2DF6BF8399E8}" type="slidenum">
              <a:rPr lang="en-US" smtClean="0"/>
              <a:pPr/>
              <a:t>9</a:t>
            </a:fld>
            <a:endParaRPr lang="en-US" dirty="0"/>
          </a:p>
        </p:txBody>
      </p:sp>
      <p:sp>
        <p:nvSpPr>
          <p:cNvPr id="4" name="Content Placeholder 3">
            <a:extLst>
              <a:ext uri="{FF2B5EF4-FFF2-40B4-BE49-F238E27FC236}">
                <a16:creationId xmlns:a16="http://schemas.microsoft.com/office/drawing/2014/main" id="{1E23337A-7BDC-3A6D-3333-9EE061307881}"/>
              </a:ext>
            </a:extLst>
          </p:cNvPr>
          <p:cNvSpPr>
            <a:spLocks noGrp="1"/>
          </p:cNvSpPr>
          <p:nvPr>
            <p:ph idx="1"/>
          </p:nvPr>
        </p:nvSpPr>
        <p:spPr/>
        <p:txBody>
          <a:bodyPr/>
          <a:lstStyle/>
          <a:p>
            <a:pPr>
              <a:buNone/>
            </a:pPr>
            <a:r>
              <a:rPr lang="en-US" b="1" dirty="0"/>
              <a:t>1. Definition &amp; Meaning</a:t>
            </a:r>
          </a:p>
          <a:p>
            <a:pPr>
              <a:buNone/>
            </a:pPr>
            <a:r>
              <a:rPr lang="en-US" dirty="0"/>
              <a:t>The </a:t>
            </a:r>
            <a:r>
              <a:rPr lang="en-US" b="1" dirty="0"/>
              <a:t>Internet of Things (IoT)</a:t>
            </a:r>
            <a:r>
              <a:rPr lang="en-US" dirty="0"/>
              <a:t> refers to the </a:t>
            </a:r>
            <a:r>
              <a:rPr lang="en-US" b="1" dirty="0"/>
              <a:t>interconnection of physical devices</a:t>
            </a:r>
            <a:r>
              <a:rPr lang="en-US" dirty="0"/>
              <a:t> through the Internet, allowing them to collect, share, and analyze data. These devices can range from </a:t>
            </a:r>
            <a:r>
              <a:rPr lang="en-US" b="1" dirty="0"/>
              <a:t>smartphones, home appliances, and cars to industrial machines, healthcare equipment, and city infrastructure</a:t>
            </a:r>
            <a:r>
              <a:rPr lang="en-US" dirty="0"/>
              <a:t>.</a:t>
            </a:r>
          </a:p>
          <a:p>
            <a:r>
              <a:rPr lang="en-US" dirty="0"/>
              <a:t>IoT is considered an </a:t>
            </a:r>
            <a:r>
              <a:rPr lang="en-US" b="1" dirty="0"/>
              <a:t>evolution of mobile, home, and embedded applications</a:t>
            </a:r>
            <a:r>
              <a:rPr lang="en-US" dirty="0"/>
              <a:t>, integrating greater computing power and advanced </a:t>
            </a:r>
            <a:r>
              <a:rPr lang="en-US" b="1" dirty="0"/>
              <a:t>data analytics</a:t>
            </a:r>
            <a:r>
              <a:rPr lang="en-US" dirty="0"/>
              <a:t> to extract valuable insights.</a:t>
            </a:r>
          </a:p>
          <a:p>
            <a:endParaRPr lang="en-IN" dirty="0"/>
          </a:p>
        </p:txBody>
      </p:sp>
    </p:spTree>
    <p:extLst>
      <p:ext uri="{BB962C8B-B14F-4D97-AF65-F5344CB8AC3E}">
        <p14:creationId xmlns:p14="http://schemas.microsoft.com/office/powerpoint/2010/main" val="3687080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80E1F-7821-6D3A-F19F-B95AFEC4DF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462E3A-7793-1344-3C8B-97492DC46FD2}"/>
              </a:ext>
            </a:extLst>
          </p:cNvPr>
          <p:cNvSpPr>
            <a:spLocks noGrp="1"/>
          </p:cNvSpPr>
          <p:nvPr>
            <p:ph sz="quarter" idx="10"/>
          </p:nvPr>
        </p:nvSpPr>
        <p:spPr/>
        <p:txBody>
          <a:bodyPr/>
          <a:lstStyle/>
          <a:p>
            <a:r>
              <a:rPr lang="en-IN" dirty="0"/>
              <a:t>What is IoT?</a:t>
            </a:r>
          </a:p>
        </p:txBody>
      </p:sp>
      <p:sp>
        <p:nvSpPr>
          <p:cNvPr id="5" name="Slide Number Placeholder 4">
            <a:extLst>
              <a:ext uri="{FF2B5EF4-FFF2-40B4-BE49-F238E27FC236}">
                <a16:creationId xmlns:a16="http://schemas.microsoft.com/office/drawing/2014/main" id="{C295122E-7461-76E9-1068-D9E485B1BD80}"/>
              </a:ext>
            </a:extLst>
          </p:cNvPr>
          <p:cNvSpPr>
            <a:spLocks noGrp="1"/>
          </p:cNvSpPr>
          <p:nvPr>
            <p:ph type="sldNum" sz="quarter" idx="14"/>
          </p:nvPr>
        </p:nvSpPr>
        <p:spPr/>
        <p:txBody>
          <a:bodyPr/>
          <a:lstStyle/>
          <a:p>
            <a:fld id="{BC8D7E44-7D4F-4942-A8C9-2DF6BF8399E8}" type="slidenum">
              <a:rPr lang="en-US" smtClean="0"/>
              <a:pPr/>
              <a:t>10</a:t>
            </a:fld>
            <a:endParaRPr lang="en-US" dirty="0"/>
          </a:p>
        </p:txBody>
      </p:sp>
      <p:sp>
        <p:nvSpPr>
          <p:cNvPr id="4" name="Content Placeholder 3">
            <a:extLst>
              <a:ext uri="{FF2B5EF4-FFF2-40B4-BE49-F238E27FC236}">
                <a16:creationId xmlns:a16="http://schemas.microsoft.com/office/drawing/2014/main" id="{275850D5-7E3F-B929-6453-0D82B1DB53BE}"/>
              </a:ext>
            </a:extLst>
          </p:cNvPr>
          <p:cNvSpPr>
            <a:spLocks noGrp="1"/>
          </p:cNvSpPr>
          <p:nvPr>
            <p:ph idx="1"/>
          </p:nvPr>
        </p:nvSpPr>
        <p:spPr/>
        <p:txBody>
          <a:bodyPr/>
          <a:lstStyle/>
          <a:p>
            <a:pPr>
              <a:buNone/>
            </a:pPr>
            <a:r>
              <a:rPr lang="en-US" b="1" dirty="0"/>
              <a:t>2. Growth of IoT – Billions of Devices</a:t>
            </a:r>
          </a:p>
          <a:p>
            <a:pPr>
              <a:buFont typeface="Arial" panose="020B0604020202020204" pitchFamily="34" charset="0"/>
              <a:buChar char="•"/>
            </a:pPr>
            <a:r>
              <a:rPr lang="en-US" dirty="0"/>
              <a:t>Currently, </a:t>
            </a:r>
            <a:r>
              <a:rPr lang="en-US" b="1" dirty="0"/>
              <a:t>billions of devices</a:t>
            </a:r>
            <a:r>
              <a:rPr lang="en-US" dirty="0"/>
              <a:t> are connected to the Internet.</a:t>
            </a:r>
          </a:p>
          <a:p>
            <a:pPr>
              <a:buFont typeface="Arial" panose="020B0604020202020204" pitchFamily="34" charset="0"/>
              <a:buChar char="•"/>
            </a:pPr>
            <a:r>
              <a:rPr lang="en-US" dirty="0"/>
              <a:t>In the near future, </a:t>
            </a:r>
            <a:r>
              <a:rPr lang="en-US" b="1" dirty="0"/>
              <a:t>hundreds of billions of devices</a:t>
            </a:r>
            <a:r>
              <a:rPr lang="en-US" dirty="0"/>
              <a:t> are expected to be connected.</a:t>
            </a:r>
          </a:p>
          <a:p>
            <a:pPr>
              <a:buFont typeface="Arial" panose="020B0604020202020204" pitchFamily="34" charset="0"/>
              <a:buChar char="•"/>
            </a:pPr>
            <a:r>
              <a:rPr lang="en-US" dirty="0"/>
              <a:t>As devices interact, they form an </a:t>
            </a:r>
            <a:r>
              <a:rPr lang="en-US" b="1" dirty="0"/>
              <a:t>intelligent system of systems</a:t>
            </a:r>
            <a:r>
              <a:rPr lang="en-US" dirty="0"/>
              <a:t>, enabling automation, efficiency, and real-time decision-making.</a:t>
            </a:r>
          </a:p>
        </p:txBody>
      </p:sp>
    </p:spTree>
    <p:extLst>
      <p:ext uri="{BB962C8B-B14F-4D97-AF65-F5344CB8AC3E}">
        <p14:creationId xmlns:p14="http://schemas.microsoft.com/office/powerpoint/2010/main" val="3751192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30888-3805-EBF9-0989-69033CCF17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278D91-587B-5FD6-4768-30746BE16C70}"/>
              </a:ext>
            </a:extLst>
          </p:cNvPr>
          <p:cNvSpPr>
            <a:spLocks noGrp="1"/>
          </p:cNvSpPr>
          <p:nvPr>
            <p:ph sz="quarter" idx="10"/>
          </p:nvPr>
        </p:nvSpPr>
        <p:spPr/>
        <p:txBody>
          <a:bodyPr/>
          <a:lstStyle/>
          <a:p>
            <a:r>
              <a:rPr lang="en-IN" dirty="0"/>
              <a:t>What is IoT?</a:t>
            </a:r>
          </a:p>
        </p:txBody>
      </p:sp>
      <p:sp>
        <p:nvSpPr>
          <p:cNvPr id="5" name="Slide Number Placeholder 4">
            <a:extLst>
              <a:ext uri="{FF2B5EF4-FFF2-40B4-BE49-F238E27FC236}">
                <a16:creationId xmlns:a16="http://schemas.microsoft.com/office/drawing/2014/main" id="{3B635DAC-C22A-9A27-7F01-7D226742BD46}"/>
              </a:ext>
            </a:extLst>
          </p:cNvPr>
          <p:cNvSpPr>
            <a:spLocks noGrp="1"/>
          </p:cNvSpPr>
          <p:nvPr>
            <p:ph type="sldNum" sz="quarter" idx="14"/>
          </p:nvPr>
        </p:nvSpPr>
        <p:spPr/>
        <p:txBody>
          <a:bodyPr/>
          <a:lstStyle/>
          <a:p>
            <a:fld id="{BC8D7E44-7D4F-4942-A8C9-2DF6BF8399E8}" type="slidenum">
              <a:rPr lang="en-US" smtClean="0"/>
              <a:pPr/>
              <a:t>11</a:t>
            </a:fld>
            <a:endParaRPr lang="en-US" dirty="0"/>
          </a:p>
        </p:txBody>
      </p:sp>
      <p:sp>
        <p:nvSpPr>
          <p:cNvPr id="4" name="Content Placeholder 3">
            <a:extLst>
              <a:ext uri="{FF2B5EF4-FFF2-40B4-BE49-F238E27FC236}">
                <a16:creationId xmlns:a16="http://schemas.microsoft.com/office/drawing/2014/main" id="{AF7DA471-F292-2CA3-98FD-92A0C9342DCA}"/>
              </a:ext>
            </a:extLst>
          </p:cNvPr>
          <p:cNvSpPr>
            <a:spLocks noGrp="1"/>
          </p:cNvSpPr>
          <p:nvPr>
            <p:ph idx="1"/>
          </p:nvPr>
        </p:nvSpPr>
        <p:spPr/>
        <p:txBody>
          <a:bodyPr>
            <a:normAutofit fontScale="92500" lnSpcReduction="20000"/>
          </a:bodyPr>
          <a:lstStyle/>
          <a:p>
            <a:pPr>
              <a:buNone/>
            </a:pPr>
            <a:r>
              <a:rPr lang="en-US" b="1" dirty="0"/>
              <a:t>3. How IoT Works – The Intelligent System of Systems</a:t>
            </a:r>
          </a:p>
          <a:p>
            <a:pPr>
              <a:buNone/>
            </a:pPr>
            <a:r>
              <a:rPr lang="en-US" dirty="0"/>
              <a:t>IoT is </a:t>
            </a:r>
            <a:r>
              <a:rPr lang="en-US" b="1" dirty="0"/>
              <a:t>not just about connecting devices</a:t>
            </a:r>
            <a:r>
              <a:rPr lang="en-US" dirty="0"/>
              <a:t>, but about </a:t>
            </a:r>
            <a:r>
              <a:rPr lang="en-US" b="1" dirty="0"/>
              <a:t>creating intelligent networks</a:t>
            </a:r>
            <a:r>
              <a:rPr lang="en-US" dirty="0"/>
              <a:t> that communicate, share data, and make decisions.</a:t>
            </a:r>
          </a:p>
          <a:p>
            <a:pPr>
              <a:buFont typeface="Arial" panose="020B0604020202020204" pitchFamily="34" charset="0"/>
              <a:buChar char="•"/>
            </a:pPr>
            <a:r>
              <a:rPr lang="en-US" b="1" dirty="0"/>
              <a:t>Step 1:</a:t>
            </a:r>
            <a:r>
              <a:rPr lang="en-US" dirty="0"/>
              <a:t> Devices collect </a:t>
            </a:r>
            <a:r>
              <a:rPr lang="en-US" b="1" dirty="0"/>
              <a:t>real-time data</a:t>
            </a:r>
            <a:r>
              <a:rPr lang="en-US" dirty="0"/>
              <a:t> from their surroundings (e.g., sensors in smart homes, health monitors, or smart traffic cameras).</a:t>
            </a:r>
          </a:p>
          <a:p>
            <a:pPr>
              <a:buFont typeface="Arial" panose="020B0604020202020204" pitchFamily="34" charset="0"/>
              <a:buChar char="•"/>
            </a:pPr>
            <a:r>
              <a:rPr lang="en-US" b="1" dirty="0"/>
              <a:t>Step 2:</a:t>
            </a:r>
            <a:r>
              <a:rPr lang="en-US" dirty="0"/>
              <a:t> Data is sent to a </a:t>
            </a:r>
            <a:r>
              <a:rPr lang="en-US" b="1" dirty="0"/>
              <a:t>centralized system or cloud</a:t>
            </a:r>
            <a:r>
              <a:rPr lang="en-US" dirty="0"/>
              <a:t> for storage and processing.</a:t>
            </a:r>
          </a:p>
          <a:p>
            <a:pPr>
              <a:buFont typeface="Arial" panose="020B0604020202020204" pitchFamily="34" charset="0"/>
              <a:buChar char="•"/>
            </a:pPr>
            <a:r>
              <a:rPr lang="en-US" b="1" dirty="0"/>
              <a:t>Step 3:</a:t>
            </a:r>
            <a:r>
              <a:rPr lang="en-US" dirty="0"/>
              <a:t> Advanced </a:t>
            </a:r>
            <a:r>
              <a:rPr lang="en-US" b="1" dirty="0"/>
              <a:t>analytics and AI</a:t>
            </a:r>
            <a:r>
              <a:rPr lang="en-US" dirty="0"/>
              <a:t> process the data to extract useful insights.</a:t>
            </a:r>
          </a:p>
          <a:p>
            <a:pPr>
              <a:buFont typeface="Arial" panose="020B0604020202020204" pitchFamily="34" charset="0"/>
              <a:buChar char="•"/>
            </a:pPr>
            <a:r>
              <a:rPr lang="en-US" b="1" dirty="0"/>
              <a:t>Step 4:</a:t>
            </a:r>
            <a:r>
              <a:rPr lang="en-US" dirty="0"/>
              <a:t> The system takes </a:t>
            </a:r>
            <a:r>
              <a:rPr lang="en-US" b="1" dirty="0"/>
              <a:t>automated actions</a:t>
            </a:r>
            <a:r>
              <a:rPr lang="en-US" dirty="0"/>
              <a:t> or provides recommendations to users.</a:t>
            </a:r>
          </a:p>
          <a:p>
            <a:r>
              <a:rPr lang="en-US" dirty="0"/>
              <a:t>This process can </a:t>
            </a:r>
            <a:r>
              <a:rPr lang="en-US" b="1" dirty="0"/>
              <a:t>optimize industries, improve daily life, and enhance overall efficiency</a:t>
            </a:r>
            <a:r>
              <a:rPr lang="en-US" dirty="0"/>
              <a:t>.</a:t>
            </a:r>
          </a:p>
        </p:txBody>
      </p:sp>
    </p:spTree>
    <p:extLst>
      <p:ext uri="{BB962C8B-B14F-4D97-AF65-F5344CB8AC3E}">
        <p14:creationId xmlns:p14="http://schemas.microsoft.com/office/powerpoint/2010/main" val="1948210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F0D89-4E4E-B81F-2336-610FEF7D1C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621F83-4101-F086-EF8B-BFCC07FEE58F}"/>
              </a:ext>
            </a:extLst>
          </p:cNvPr>
          <p:cNvSpPr>
            <a:spLocks noGrp="1"/>
          </p:cNvSpPr>
          <p:nvPr>
            <p:ph sz="quarter" idx="10"/>
          </p:nvPr>
        </p:nvSpPr>
        <p:spPr/>
        <p:txBody>
          <a:bodyPr/>
          <a:lstStyle/>
          <a:p>
            <a:r>
              <a:rPr lang="en-IN" dirty="0"/>
              <a:t>What is IoT?</a:t>
            </a:r>
          </a:p>
        </p:txBody>
      </p:sp>
      <p:sp>
        <p:nvSpPr>
          <p:cNvPr id="5" name="Slide Number Placeholder 4">
            <a:extLst>
              <a:ext uri="{FF2B5EF4-FFF2-40B4-BE49-F238E27FC236}">
                <a16:creationId xmlns:a16="http://schemas.microsoft.com/office/drawing/2014/main" id="{457FA688-6A5D-D35D-92C3-871A59DC6163}"/>
              </a:ext>
            </a:extLst>
          </p:cNvPr>
          <p:cNvSpPr>
            <a:spLocks noGrp="1"/>
          </p:cNvSpPr>
          <p:nvPr>
            <p:ph type="sldNum" sz="quarter" idx="14"/>
          </p:nvPr>
        </p:nvSpPr>
        <p:spPr/>
        <p:txBody>
          <a:bodyPr/>
          <a:lstStyle/>
          <a:p>
            <a:fld id="{BC8D7E44-7D4F-4942-A8C9-2DF6BF8399E8}" type="slidenum">
              <a:rPr lang="en-US" smtClean="0"/>
              <a:pPr/>
              <a:t>12</a:t>
            </a:fld>
            <a:endParaRPr lang="en-US" dirty="0"/>
          </a:p>
        </p:txBody>
      </p:sp>
      <p:sp>
        <p:nvSpPr>
          <p:cNvPr id="4" name="Content Placeholder 3">
            <a:extLst>
              <a:ext uri="{FF2B5EF4-FFF2-40B4-BE49-F238E27FC236}">
                <a16:creationId xmlns:a16="http://schemas.microsoft.com/office/drawing/2014/main" id="{95A79E5A-E13C-C21C-E056-9E99A496FB5E}"/>
              </a:ext>
            </a:extLst>
          </p:cNvPr>
          <p:cNvSpPr>
            <a:spLocks noGrp="1"/>
          </p:cNvSpPr>
          <p:nvPr>
            <p:ph idx="1"/>
          </p:nvPr>
        </p:nvSpPr>
        <p:spPr/>
        <p:txBody>
          <a:bodyPr>
            <a:normAutofit fontScale="70000" lnSpcReduction="20000"/>
          </a:bodyPr>
          <a:lstStyle/>
          <a:p>
            <a:pPr>
              <a:buNone/>
            </a:pPr>
            <a:r>
              <a:rPr lang="en-US" b="1" dirty="0"/>
              <a:t>4. Applications of IoT – Transforming the World</a:t>
            </a:r>
          </a:p>
          <a:p>
            <a:pPr>
              <a:buNone/>
            </a:pPr>
            <a:r>
              <a:rPr lang="en-US" dirty="0"/>
              <a:t>IoT is revolutionizing multiple industries by enabling </a:t>
            </a:r>
            <a:r>
              <a:rPr lang="en-US" b="1" dirty="0"/>
              <a:t>data-driven decision-making and automation</a:t>
            </a:r>
            <a:r>
              <a:rPr lang="en-US" dirty="0"/>
              <a:t>:</a:t>
            </a:r>
          </a:p>
          <a:p>
            <a:pPr>
              <a:buNone/>
            </a:pPr>
            <a:r>
              <a:rPr lang="en-US" b="1" dirty="0"/>
              <a:t>a) Healthcare</a:t>
            </a:r>
          </a:p>
          <a:p>
            <a:pPr>
              <a:buFont typeface="Arial" panose="020B0604020202020204" pitchFamily="34" charset="0"/>
              <a:buChar char="•"/>
            </a:pPr>
            <a:r>
              <a:rPr lang="en-US" b="1" dirty="0"/>
              <a:t>Smart medical devices</a:t>
            </a:r>
            <a:r>
              <a:rPr lang="en-US" dirty="0"/>
              <a:t> can monitor </a:t>
            </a:r>
            <a:r>
              <a:rPr lang="en-US" b="1" dirty="0"/>
              <a:t>patients' health in real time</a:t>
            </a:r>
            <a:r>
              <a:rPr lang="en-US" dirty="0"/>
              <a:t> and send data to doctors.</a:t>
            </a:r>
          </a:p>
          <a:p>
            <a:pPr>
              <a:buFont typeface="Arial" panose="020B0604020202020204" pitchFamily="34" charset="0"/>
              <a:buChar char="•"/>
            </a:pPr>
            <a:r>
              <a:rPr lang="en-US" b="1" dirty="0"/>
              <a:t>Wearable fitness trackers</a:t>
            </a:r>
            <a:r>
              <a:rPr lang="en-US" dirty="0"/>
              <a:t> help users manage their physical activity and detect health issues early.</a:t>
            </a:r>
          </a:p>
          <a:p>
            <a:pPr>
              <a:buFont typeface="Arial" panose="020B0604020202020204" pitchFamily="34" charset="0"/>
              <a:buChar char="•"/>
            </a:pPr>
            <a:r>
              <a:rPr lang="en-US" b="1" dirty="0"/>
              <a:t>AI-based diagnostic tools</a:t>
            </a:r>
            <a:r>
              <a:rPr lang="en-US" dirty="0"/>
              <a:t> can analyze medical data for faster disease detection.</a:t>
            </a:r>
          </a:p>
          <a:p>
            <a:pPr>
              <a:buNone/>
            </a:pPr>
            <a:r>
              <a:rPr lang="en-US" b="1" dirty="0"/>
              <a:t>b) Manufacturing &amp; Business</a:t>
            </a:r>
          </a:p>
          <a:p>
            <a:pPr>
              <a:buFont typeface="Arial" panose="020B0604020202020204" pitchFamily="34" charset="0"/>
              <a:buChar char="•"/>
            </a:pPr>
            <a:r>
              <a:rPr lang="en-US" b="1" dirty="0"/>
              <a:t>Smart factories</a:t>
            </a:r>
            <a:r>
              <a:rPr lang="en-US" dirty="0"/>
              <a:t> use IoT sensors to monitor equipment, reduce maintenance costs, and prevent breakdowns.</a:t>
            </a:r>
          </a:p>
          <a:p>
            <a:pPr>
              <a:buFont typeface="Arial" panose="020B0604020202020204" pitchFamily="34" charset="0"/>
              <a:buChar char="•"/>
            </a:pPr>
            <a:r>
              <a:rPr lang="en-US" b="1" dirty="0"/>
              <a:t>Supply chain tracking</a:t>
            </a:r>
            <a:r>
              <a:rPr lang="en-US" dirty="0"/>
              <a:t> allows businesses to monitor shipments, reduce losses, and improve efficiency.</a:t>
            </a:r>
          </a:p>
          <a:p>
            <a:pPr>
              <a:buFont typeface="Arial" panose="020B0604020202020204" pitchFamily="34" charset="0"/>
              <a:buChar char="•"/>
            </a:pPr>
            <a:r>
              <a:rPr lang="en-US" b="1" dirty="0"/>
              <a:t>Retail stores</a:t>
            </a:r>
            <a:r>
              <a:rPr lang="en-US" dirty="0"/>
              <a:t> use IoT for </a:t>
            </a:r>
            <a:r>
              <a:rPr lang="en-US" b="1" dirty="0"/>
              <a:t>automated inventory tracking and smart checkout systems</a:t>
            </a:r>
            <a:r>
              <a:rPr lang="en-US" dirty="0"/>
              <a:t>.</a:t>
            </a:r>
          </a:p>
        </p:txBody>
      </p:sp>
    </p:spTree>
    <p:extLst>
      <p:ext uri="{BB962C8B-B14F-4D97-AF65-F5344CB8AC3E}">
        <p14:creationId xmlns:p14="http://schemas.microsoft.com/office/powerpoint/2010/main" val="4105238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B6043-F0F9-5F36-8984-304D370991C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3B680F-F1E6-0D8D-4BCB-F640DE7665BD}"/>
              </a:ext>
            </a:extLst>
          </p:cNvPr>
          <p:cNvSpPr>
            <a:spLocks noGrp="1"/>
          </p:cNvSpPr>
          <p:nvPr>
            <p:ph sz="quarter" idx="10"/>
          </p:nvPr>
        </p:nvSpPr>
        <p:spPr/>
        <p:txBody>
          <a:bodyPr/>
          <a:lstStyle/>
          <a:p>
            <a:r>
              <a:rPr lang="en-IN" dirty="0"/>
              <a:t>What is IoT?</a:t>
            </a:r>
          </a:p>
        </p:txBody>
      </p:sp>
      <p:sp>
        <p:nvSpPr>
          <p:cNvPr id="5" name="Slide Number Placeholder 4">
            <a:extLst>
              <a:ext uri="{FF2B5EF4-FFF2-40B4-BE49-F238E27FC236}">
                <a16:creationId xmlns:a16="http://schemas.microsoft.com/office/drawing/2014/main" id="{A53EEFA5-0551-4E98-763C-42172DAEF2C9}"/>
              </a:ext>
            </a:extLst>
          </p:cNvPr>
          <p:cNvSpPr>
            <a:spLocks noGrp="1"/>
          </p:cNvSpPr>
          <p:nvPr>
            <p:ph type="sldNum" sz="quarter" idx="14"/>
          </p:nvPr>
        </p:nvSpPr>
        <p:spPr/>
        <p:txBody>
          <a:bodyPr/>
          <a:lstStyle/>
          <a:p>
            <a:fld id="{BC8D7E44-7D4F-4942-A8C9-2DF6BF8399E8}" type="slidenum">
              <a:rPr lang="en-US" smtClean="0"/>
              <a:pPr/>
              <a:t>13</a:t>
            </a:fld>
            <a:endParaRPr lang="en-US" dirty="0"/>
          </a:p>
        </p:txBody>
      </p:sp>
      <p:sp>
        <p:nvSpPr>
          <p:cNvPr id="4" name="Content Placeholder 3">
            <a:extLst>
              <a:ext uri="{FF2B5EF4-FFF2-40B4-BE49-F238E27FC236}">
                <a16:creationId xmlns:a16="http://schemas.microsoft.com/office/drawing/2014/main" id="{16008A17-BB3B-AF85-DEC2-F6A2E2A610BC}"/>
              </a:ext>
            </a:extLst>
          </p:cNvPr>
          <p:cNvSpPr>
            <a:spLocks noGrp="1"/>
          </p:cNvSpPr>
          <p:nvPr>
            <p:ph idx="1"/>
          </p:nvPr>
        </p:nvSpPr>
        <p:spPr/>
        <p:txBody>
          <a:bodyPr>
            <a:normAutofit fontScale="70000" lnSpcReduction="20000"/>
          </a:bodyPr>
          <a:lstStyle/>
          <a:p>
            <a:pPr>
              <a:buNone/>
            </a:pPr>
            <a:r>
              <a:rPr lang="en-US" b="1" dirty="0"/>
              <a:t>c) Smart Cities &amp; Infrastructure</a:t>
            </a:r>
          </a:p>
          <a:p>
            <a:pPr>
              <a:buFont typeface="Arial" panose="020B0604020202020204" pitchFamily="34" charset="0"/>
              <a:buChar char="•"/>
            </a:pPr>
            <a:r>
              <a:rPr lang="en-US" b="1" dirty="0"/>
              <a:t>Smart traffic management systems</a:t>
            </a:r>
            <a:r>
              <a:rPr lang="en-US" dirty="0"/>
              <a:t> can monitor road congestion and accidents to improve city traffic flow.</a:t>
            </a:r>
          </a:p>
          <a:p>
            <a:pPr>
              <a:buFont typeface="Arial" panose="020B0604020202020204" pitchFamily="34" charset="0"/>
              <a:buChar char="•"/>
            </a:pPr>
            <a:r>
              <a:rPr lang="en-US" b="1" dirty="0"/>
              <a:t>IoT-enabled streetlights</a:t>
            </a:r>
            <a:r>
              <a:rPr lang="en-US" dirty="0"/>
              <a:t> adjust brightness based on real-time activity, reducing energy consumption.</a:t>
            </a:r>
          </a:p>
          <a:p>
            <a:pPr>
              <a:buFont typeface="Arial" panose="020B0604020202020204" pitchFamily="34" charset="0"/>
              <a:buChar char="•"/>
            </a:pPr>
            <a:r>
              <a:rPr lang="en-US" b="1" dirty="0"/>
              <a:t>Waste management systems</a:t>
            </a:r>
            <a:r>
              <a:rPr lang="en-US" dirty="0"/>
              <a:t> use sensors to optimize garbage collection and reduce pollution.</a:t>
            </a:r>
          </a:p>
          <a:p>
            <a:pPr>
              <a:buNone/>
            </a:pPr>
            <a:r>
              <a:rPr lang="en-US" b="1" dirty="0"/>
              <a:t>d) Transportation &amp; Logistics</a:t>
            </a:r>
          </a:p>
          <a:p>
            <a:pPr>
              <a:buFont typeface="Arial" panose="020B0604020202020204" pitchFamily="34" charset="0"/>
              <a:buChar char="•"/>
            </a:pPr>
            <a:r>
              <a:rPr lang="en-US" b="1" dirty="0"/>
              <a:t>Autonomous vehicles</a:t>
            </a:r>
            <a:r>
              <a:rPr lang="en-US" dirty="0"/>
              <a:t> rely on IoT to communicate with roads, traffic signals, and other vehicles.</a:t>
            </a:r>
          </a:p>
          <a:p>
            <a:pPr>
              <a:buFont typeface="Arial" panose="020B0604020202020204" pitchFamily="34" charset="0"/>
              <a:buChar char="•"/>
            </a:pPr>
            <a:r>
              <a:rPr lang="en-US" b="1" dirty="0"/>
              <a:t>Fleet management systems</a:t>
            </a:r>
            <a:r>
              <a:rPr lang="en-US" dirty="0"/>
              <a:t> optimize delivery routes using real-time traffic data.</a:t>
            </a:r>
          </a:p>
          <a:p>
            <a:pPr>
              <a:buFont typeface="Arial" panose="020B0604020202020204" pitchFamily="34" charset="0"/>
              <a:buChar char="•"/>
            </a:pPr>
            <a:r>
              <a:rPr lang="en-US" b="1" dirty="0"/>
              <a:t>Airports and railways</a:t>
            </a:r>
            <a:r>
              <a:rPr lang="en-US" dirty="0"/>
              <a:t> use IoT to track passengers, luggage, and schedules.</a:t>
            </a:r>
          </a:p>
          <a:p>
            <a:pPr>
              <a:buNone/>
            </a:pPr>
            <a:r>
              <a:rPr lang="en-US" b="1" dirty="0"/>
              <a:t>e) Energy &amp; Environment</a:t>
            </a:r>
          </a:p>
          <a:p>
            <a:pPr>
              <a:buFont typeface="Arial" panose="020B0604020202020204" pitchFamily="34" charset="0"/>
              <a:buChar char="•"/>
            </a:pPr>
            <a:r>
              <a:rPr lang="en-US" b="1" dirty="0"/>
              <a:t>Smart grids</a:t>
            </a:r>
            <a:r>
              <a:rPr lang="en-US" dirty="0"/>
              <a:t> improve electricity distribution by predicting energy demand.</a:t>
            </a:r>
          </a:p>
          <a:p>
            <a:pPr>
              <a:buFont typeface="Arial" panose="020B0604020202020204" pitchFamily="34" charset="0"/>
              <a:buChar char="•"/>
            </a:pPr>
            <a:r>
              <a:rPr lang="en-US" b="1" dirty="0"/>
              <a:t>IoT sensors</a:t>
            </a:r>
            <a:r>
              <a:rPr lang="en-US" dirty="0"/>
              <a:t> help </a:t>
            </a:r>
            <a:r>
              <a:rPr lang="en-US" b="1" dirty="0"/>
              <a:t>detect leaks in water pipelines</a:t>
            </a:r>
            <a:r>
              <a:rPr lang="en-US" dirty="0"/>
              <a:t> to prevent wastage.</a:t>
            </a:r>
          </a:p>
          <a:p>
            <a:pPr>
              <a:buFont typeface="Arial" panose="020B0604020202020204" pitchFamily="34" charset="0"/>
              <a:buChar char="•"/>
            </a:pPr>
            <a:r>
              <a:rPr lang="en-US" b="1" dirty="0"/>
              <a:t>Agriculture</a:t>
            </a:r>
            <a:r>
              <a:rPr lang="en-US" dirty="0"/>
              <a:t> benefits from IoT through </a:t>
            </a:r>
            <a:r>
              <a:rPr lang="en-US" b="1" dirty="0"/>
              <a:t>automated irrigation systems</a:t>
            </a:r>
            <a:r>
              <a:rPr lang="en-US" dirty="0"/>
              <a:t>, monitoring soil conditions and weather patterns.</a:t>
            </a:r>
          </a:p>
        </p:txBody>
      </p:sp>
    </p:spTree>
    <p:extLst>
      <p:ext uri="{BB962C8B-B14F-4D97-AF65-F5344CB8AC3E}">
        <p14:creationId xmlns:p14="http://schemas.microsoft.com/office/powerpoint/2010/main" val="2053718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4EA43-716C-6538-05A7-B715AFC8D6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6BA14A-1279-5D09-7696-39A543726031}"/>
              </a:ext>
            </a:extLst>
          </p:cNvPr>
          <p:cNvSpPr>
            <a:spLocks noGrp="1"/>
          </p:cNvSpPr>
          <p:nvPr>
            <p:ph sz="quarter" idx="10"/>
          </p:nvPr>
        </p:nvSpPr>
        <p:spPr/>
        <p:txBody>
          <a:bodyPr/>
          <a:lstStyle/>
          <a:p>
            <a:r>
              <a:rPr lang="en-IN" dirty="0"/>
              <a:t>What is IoT?</a:t>
            </a:r>
          </a:p>
        </p:txBody>
      </p:sp>
      <p:sp>
        <p:nvSpPr>
          <p:cNvPr id="5" name="Slide Number Placeholder 4">
            <a:extLst>
              <a:ext uri="{FF2B5EF4-FFF2-40B4-BE49-F238E27FC236}">
                <a16:creationId xmlns:a16="http://schemas.microsoft.com/office/drawing/2014/main" id="{7AD640B6-1B38-EE09-A860-204DDABB89AB}"/>
              </a:ext>
            </a:extLst>
          </p:cNvPr>
          <p:cNvSpPr>
            <a:spLocks noGrp="1"/>
          </p:cNvSpPr>
          <p:nvPr>
            <p:ph type="sldNum" sz="quarter" idx="14"/>
          </p:nvPr>
        </p:nvSpPr>
        <p:spPr/>
        <p:txBody>
          <a:bodyPr/>
          <a:lstStyle/>
          <a:p>
            <a:fld id="{BC8D7E44-7D4F-4942-A8C9-2DF6BF8399E8}" type="slidenum">
              <a:rPr lang="en-US" smtClean="0"/>
              <a:pPr/>
              <a:t>14</a:t>
            </a:fld>
            <a:endParaRPr lang="en-US" dirty="0"/>
          </a:p>
        </p:txBody>
      </p:sp>
      <p:sp>
        <p:nvSpPr>
          <p:cNvPr id="4" name="Content Placeholder 3">
            <a:extLst>
              <a:ext uri="{FF2B5EF4-FFF2-40B4-BE49-F238E27FC236}">
                <a16:creationId xmlns:a16="http://schemas.microsoft.com/office/drawing/2014/main" id="{D968A372-5366-FA72-FF79-682364E1A8DE}"/>
              </a:ext>
            </a:extLst>
          </p:cNvPr>
          <p:cNvSpPr>
            <a:spLocks noGrp="1"/>
          </p:cNvSpPr>
          <p:nvPr>
            <p:ph idx="1"/>
          </p:nvPr>
        </p:nvSpPr>
        <p:spPr/>
        <p:txBody>
          <a:bodyPr>
            <a:normAutofit fontScale="92500" lnSpcReduction="20000"/>
          </a:bodyPr>
          <a:lstStyle/>
          <a:p>
            <a:pPr>
              <a:buNone/>
            </a:pPr>
            <a:r>
              <a:rPr lang="en-US" b="1" dirty="0"/>
              <a:t>5. Real-Life IoT Example – Smart Traffic System</a:t>
            </a:r>
          </a:p>
          <a:p>
            <a:pPr>
              <a:buNone/>
            </a:pPr>
            <a:r>
              <a:rPr lang="en-US" dirty="0"/>
              <a:t>To illustrate the power of IoT, consider a </a:t>
            </a:r>
            <a:r>
              <a:rPr lang="en-US" b="1" dirty="0"/>
              <a:t>smart traffic system</a:t>
            </a:r>
            <a:r>
              <a:rPr lang="en-US" dirty="0"/>
              <a:t>:</a:t>
            </a:r>
          </a:p>
          <a:p>
            <a:pPr>
              <a:buFont typeface="+mj-lt"/>
              <a:buAutoNum type="arabicPeriod"/>
            </a:pPr>
            <a:r>
              <a:rPr lang="en-US" b="1" dirty="0"/>
              <a:t>Smart Traffic Cameras:</a:t>
            </a:r>
            <a:endParaRPr lang="en-US" dirty="0"/>
          </a:p>
          <a:p>
            <a:pPr marL="742950" lvl="1" indent="-285750">
              <a:buFont typeface="+mj-lt"/>
              <a:buAutoNum type="arabicPeriod"/>
            </a:pPr>
            <a:r>
              <a:rPr lang="en-US" dirty="0"/>
              <a:t>Cameras monitor the road for </a:t>
            </a:r>
            <a:r>
              <a:rPr lang="en-US" b="1" dirty="0"/>
              <a:t>congestion, accidents, and weather conditions</a:t>
            </a:r>
            <a:r>
              <a:rPr lang="en-US" dirty="0"/>
              <a:t>.</a:t>
            </a:r>
          </a:p>
          <a:p>
            <a:pPr marL="742950" lvl="1" indent="-285750">
              <a:buFont typeface="+mj-lt"/>
              <a:buAutoNum type="arabicPeriod"/>
            </a:pPr>
            <a:r>
              <a:rPr lang="en-US" dirty="0"/>
              <a:t>They send real-time updates to a </a:t>
            </a:r>
            <a:r>
              <a:rPr lang="en-US" b="1" dirty="0"/>
              <a:t>central traffic management system</a:t>
            </a:r>
            <a:r>
              <a:rPr lang="en-US" dirty="0"/>
              <a:t>.</a:t>
            </a:r>
          </a:p>
          <a:p>
            <a:pPr>
              <a:buFont typeface="+mj-lt"/>
              <a:buAutoNum type="arabicPeriod"/>
            </a:pPr>
            <a:r>
              <a:rPr lang="en-US" b="1" dirty="0"/>
              <a:t>Citywide Intelligent Traffic Network:</a:t>
            </a:r>
            <a:endParaRPr lang="en-US" dirty="0"/>
          </a:p>
          <a:p>
            <a:pPr marL="742950" lvl="1" indent="-285750">
              <a:buFont typeface="+mj-lt"/>
              <a:buAutoNum type="arabicPeriod"/>
            </a:pPr>
            <a:r>
              <a:rPr lang="en-US" dirty="0"/>
              <a:t>The system combines </a:t>
            </a:r>
            <a:r>
              <a:rPr lang="en-US" b="1" dirty="0"/>
              <a:t>data from multiple cameras, traffic sensors, and GPS devices</a:t>
            </a:r>
            <a:r>
              <a:rPr lang="en-US" dirty="0"/>
              <a:t>.</a:t>
            </a:r>
          </a:p>
          <a:p>
            <a:pPr marL="742950" lvl="1" indent="-285750">
              <a:buFont typeface="+mj-lt"/>
              <a:buAutoNum type="arabicPeriod"/>
            </a:pPr>
            <a:r>
              <a:rPr lang="en-US" dirty="0"/>
              <a:t>AI analyzes this data to detect problems and predict future congestion.</a:t>
            </a:r>
          </a:p>
          <a:p>
            <a:pPr>
              <a:buFont typeface="+mj-lt"/>
              <a:buAutoNum type="arabicPeriod"/>
            </a:pPr>
            <a:r>
              <a:rPr lang="en-US" b="1" dirty="0"/>
              <a:t>Integration with Other Systems:</a:t>
            </a:r>
            <a:endParaRPr lang="en-US" dirty="0"/>
          </a:p>
          <a:p>
            <a:pPr marL="742950" lvl="1" indent="-285750">
              <a:buFont typeface="+mj-lt"/>
              <a:buAutoNum type="arabicPeriod"/>
            </a:pPr>
            <a:r>
              <a:rPr lang="en-US" dirty="0"/>
              <a:t>If an </a:t>
            </a:r>
            <a:r>
              <a:rPr lang="en-US" b="1" dirty="0"/>
              <a:t>accident</a:t>
            </a:r>
            <a:r>
              <a:rPr lang="en-US" dirty="0"/>
              <a:t> occurs, the system </a:t>
            </a:r>
            <a:r>
              <a:rPr lang="en-US" b="1" dirty="0"/>
              <a:t>automatically updates digital road signs</a:t>
            </a:r>
            <a:r>
              <a:rPr lang="en-US" dirty="0"/>
              <a:t> to guide drivers around the blocked area.</a:t>
            </a:r>
          </a:p>
          <a:p>
            <a:pPr marL="742950" lvl="1" indent="-285750">
              <a:buFont typeface="+mj-lt"/>
              <a:buAutoNum type="arabicPeriod"/>
            </a:pPr>
            <a:r>
              <a:rPr lang="en-US" dirty="0"/>
              <a:t>The system can </a:t>
            </a:r>
            <a:r>
              <a:rPr lang="en-US" b="1" dirty="0"/>
              <a:t>inform airports, schools, and emergency services</a:t>
            </a:r>
            <a:r>
              <a:rPr lang="en-US" dirty="0"/>
              <a:t> to adjust schedules accordingly.</a:t>
            </a:r>
          </a:p>
          <a:p>
            <a:r>
              <a:rPr lang="en-US" dirty="0"/>
              <a:t>This example shows how IoT forms an </a:t>
            </a:r>
            <a:r>
              <a:rPr lang="en-US" b="1" dirty="0"/>
              <a:t>ever-expanding "system of systems"</a:t>
            </a:r>
            <a:r>
              <a:rPr lang="en-US" dirty="0"/>
              <a:t>, making </a:t>
            </a:r>
            <a:r>
              <a:rPr lang="en-US" b="1" dirty="0"/>
              <a:t>cities smarter and more efficient</a:t>
            </a:r>
            <a:r>
              <a:rPr lang="en-US" dirty="0"/>
              <a:t>.</a:t>
            </a:r>
          </a:p>
        </p:txBody>
      </p:sp>
    </p:spTree>
    <p:extLst>
      <p:ext uri="{BB962C8B-B14F-4D97-AF65-F5344CB8AC3E}">
        <p14:creationId xmlns:p14="http://schemas.microsoft.com/office/powerpoint/2010/main" val="552608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4023C-9B3B-E494-0A77-6927C2C47D2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AD35AC-86DB-B5AD-F171-4AA13BC585F7}"/>
              </a:ext>
            </a:extLst>
          </p:cNvPr>
          <p:cNvSpPr>
            <a:spLocks noGrp="1"/>
          </p:cNvSpPr>
          <p:nvPr>
            <p:ph sz="quarter" idx="10"/>
          </p:nvPr>
        </p:nvSpPr>
        <p:spPr/>
        <p:txBody>
          <a:bodyPr/>
          <a:lstStyle/>
          <a:p>
            <a:r>
              <a:rPr lang="en-IN" dirty="0"/>
              <a:t>What is IoT?</a:t>
            </a:r>
          </a:p>
        </p:txBody>
      </p:sp>
      <p:sp>
        <p:nvSpPr>
          <p:cNvPr id="5" name="Slide Number Placeholder 4">
            <a:extLst>
              <a:ext uri="{FF2B5EF4-FFF2-40B4-BE49-F238E27FC236}">
                <a16:creationId xmlns:a16="http://schemas.microsoft.com/office/drawing/2014/main" id="{C24C5C37-BE48-036B-6EB4-A1A779025641}"/>
              </a:ext>
            </a:extLst>
          </p:cNvPr>
          <p:cNvSpPr>
            <a:spLocks noGrp="1"/>
          </p:cNvSpPr>
          <p:nvPr>
            <p:ph type="sldNum" sz="quarter" idx="14"/>
          </p:nvPr>
        </p:nvSpPr>
        <p:spPr/>
        <p:txBody>
          <a:bodyPr/>
          <a:lstStyle/>
          <a:p>
            <a:fld id="{BC8D7E44-7D4F-4942-A8C9-2DF6BF8399E8}" type="slidenum">
              <a:rPr lang="en-US" smtClean="0"/>
              <a:pPr/>
              <a:t>15</a:t>
            </a:fld>
            <a:endParaRPr lang="en-US" dirty="0"/>
          </a:p>
        </p:txBody>
      </p:sp>
      <p:sp>
        <p:nvSpPr>
          <p:cNvPr id="4" name="Content Placeholder 3">
            <a:extLst>
              <a:ext uri="{FF2B5EF4-FFF2-40B4-BE49-F238E27FC236}">
                <a16:creationId xmlns:a16="http://schemas.microsoft.com/office/drawing/2014/main" id="{EAD157E5-EF11-6CA6-12C0-372FC4851361}"/>
              </a:ext>
            </a:extLst>
          </p:cNvPr>
          <p:cNvSpPr>
            <a:spLocks noGrp="1"/>
          </p:cNvSpPr>
          <p:nvPr>
            <p:ph idx="1"/>
          </p:nvPr>
        </p:nvSpPr>
        <p:spPr/>
        <p:txBody>
          <a:bodyPr>
            <a:normAutofit lnSpcReduction="10000"/>
          </a:bodyPr>
          <a:lstStyle/>
          <a:p>
            <a:pPr>
              <a:buNone/>
            </a:pPr>
            <a:r>
              <a:rPr lang="en-US" b="1" dirty="0"/>
              <a:t>6. The Big Picture – Benefits of IoT</a:t>
            </a:r>
          </a:p>
          <a:p>
            <a:pPr>
              <a:buNone/>
            </a:pPr>
            <a:r>
              <a:rPr lang="en-US" dirty="0"/>
              <a:t>The </a:t>
            </a:r>
            <a:r>
              <a:rPr lang="en-US" b="1" dirty="0"/>
              <a:t>real power of IoT</a:t>
            </a:r>
            <a:r>
              <a:rPr lang="en-US" dirty="0"/>
              <a:t> comes from </a:t>
            </a:r>
            <a:r>
              <a:rPr lang="en-US" b="1" dirty="0"/>
              <a:t>analyzing end-to-end data</a:t>
            </a:r>
            <a:r>
              <a:rPr lang="en-US" dirty="0"/>
              <a:t> across multiple connected systems. This </a:t>
            </a:r>
            <a:r>
              <a:rPr lang="en-US" b="1" dirty="0"/>
              <a:t>enables real-time decision-making</a:t>
            </a:r>
            <a:r>
              <a:rPr lang="en-US" dirty="0"/>
              <a:t>, resulting in:</a:t>
            </a:r>
          </a:p>
          <a:p>
            <a:pPr>
              <a:buFont typeface="Arial" panose="020B0604020202020204" pitchFamily="34" charset="0"/>
              <a:buChar char="•"/>
            </a:pPr>
            <a:r>
              <a:rPr lang="en-US" b="1" dirty="0"/>
              <a:t>Improved safety &amp; security</a:t>
            </a:r>
            <a:r>
              <a:rPr lang="en-US" dirty="0"/>
              <a:t> – Smart surveillance, emergency alerts, and predictive analytics reduce risks.</a:t>
            </a:r>
          </a:p>
          <a:p>
            <a:pPr>
              <a:buFont typeface="Arial" panose="020B0604020202020204" pitchFamily="34" charset="0"/>
              <a:buChar char="•"/>
            </a:pPr>
            <a:r>
              <a:rPr lang="en-US" b="1" dirty="0"/>
              <a:t>Better resource management</a:t>
            </a:r>
            <a:r>
              <a:rPr lang="en-US" dirty="0"/>
              <a:t> – Optimized energy, water, and traffic systems save costs.</a:t>
            </a:r>
          </a:p>
          <a:p>
            <a:pPr>
              <a:buFont typeface="Arial" panose="020B0604020202020204" pitchFamily="34" charset="0"/>
              <a:buChar char="•"/>
            </a:pPr>
            <a:r>
              <a:rPr lang="en-US" b="1" dirty="0"/>
              <a:t>Enhanced user experiences</a:t>
            </a:r>
            <a:r>
              <a:rPr lang="en-US" dirty="0"/>
              <a:t> – Personalized shopping, healthcare, and transportation improve convenience.</a:t>
            </a:r>
          </a:p>
          <a:p>
            <a:pPr>
              <a:buFont typeface="Arial" panose="020B0604020202020204" pitchFamily="34" charset="0"/>
              <a:buChar char="•"/>
            </a:pPr>
            <a:r>
              <a:rPr lang="en-US" b="1" dirty="0"/>
              <a:t>Faster problem detection &amp; resolution</a:t>
            </a:r>
            <a:r>
              <a:rPr lang="en-US" dirty="0"/>
              <a:t> – Predictive maintenance prevents failures in critical infrastructure.</a:t>
            </a:r>
          </a:p>
        </p:txBody>
      </p:sp>
    </p:spTree>
    <p:extLst>
      <p:ext uri="{BB962C8B-B14F-4D97-AF65-F5344CB8AC3E}">
        <p14:creationId xmlns:p14="http://schemas.microsoft.com/office/powerpoint/2010/main" val="3680083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0478A-CCFD-B1B9-FB24-3407CB338B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4EFDB6-E43D-6351-D590-C0D3A651D8D3}"/>
              </a:ext>
            </a:extLst>
          </p:cNvPr>
          <p:cNvSpPr>
            <a:spLocks noGrp="1"/>
          </p:cNvSpPr>
          <p:nvPr>
            <p:ph sz="quarter" idx="10"/>
          </p:nvPr>
        </p:nvSpPr>
        <p:spPr/>
        <p:txBody>
          <a:bodyPr/>
          <a:lstStyle/>
          <a:p>
            <a:r>
              <a:rPr lang="en-IN" dirty="0"/>
              <a:t>What is IoT?</a:t>
            </a:r>
          </a:p>
        </p:txBody>
      </p:sp>
      <p:sp>
        <p:nvSpPr>
          <p:cNvPr id="5" name="Slide Number Placeholder 4">
            <a:extLst>
              <a:ext uri="{FF2B5EF4-FFF2-40B4-BE49-F238E27FC236}">
                <a16:creationId xmlns:a16="http://schemas.microsoft.com/office/drawing/2014/main" id="{CF6AE832-1B94-5353-6106-3E5563BC9BAC}"/>
              </a:ext>
            </a:extLst>
          </p:cNvPr>
          <p:cNvSpPr>
            <a:spLocks noGrp="1"/>
          </p:cNvSpPr>
          <p:nvPr>
            <p:ph type="sldNum" sz="quarter" idx="14"/>
          </p:nvPr>
        </p:nvSpPr>
        <p:spPr/>
        <p:txBody>
          <a:bodyPr/>
          <a:lstStyle/>
          <a:p>
            <a:fld id="{BC8D7E44-7D4F-4942-A8C9-2DF6BF8399E8}" type="slidenum">
              <a:rPr lang="en-US" smtClean="0"/>
              <a:pPr/>
              <a:t>16</a:t>
            </a:fld>
            <a:endParaRPr lang="en-US" dirty="0"/>
          </a:p>
        </p:txBody>
      </p:sp>
      <p:sp>
        <p:nvSpPr>
          <p:cNvPr id="4" name="Content Placeholder 3">
            <a:extLst>
              <a:ext uri="{FF2B5EF4-FFF2-40B4-BE49-F238E27FC236}">
                <a16:creationId xmlns:a16="http://schemas.microsoft.com/office/drawing/2014/main" id="{84F3CA23-4122-4661-E9D2-C8D9CE11C848}"/>
              </a:ext>
            </a:extLst>
          </p:cNvPr>
          <p:cNvSpPr>
            <a:spLocks noGrp="1"/>
          </p:cNvSpPr>
          <p:nvPr>
            <p:ph idx="1"/>
          </p:nvPr>
        </p:nvSpPr>
        <p:spPr/>
        <p:txBody>
          <a:bodyPr>
            <a:normAutofit fontScale="85000" lnSpcReduction="10000"/>
          </a:bodyPr>
          <a:lstStyle/>
          <a:p>
            <a:pPr>
              <a:buNone/>
            </a:pPr>
            <a:r>
              <a:rPr lang="en-US" b="1" dirty="0"/>
              <a:t>7. Challenges &amp; Future Outlook of IoT</a:t>
            </a:r>
          </a:p>
          <a:p>
            <a:pPr>
              <a:buNone/>
            </a:pPr>
            <a:r>
              <a:rPr lang="en-US" dirty="0"/>
              <a:t>While IoT offers </a:t>
            </a:r>
            <a:r>
              <a:rPr lang="en-US" b="1" dirty="0"/>
              <a:t>huge benefits</a:t>
            </a:r>
            <a:r>
              <a:rPr lang="en-US" dirty="0"/>
              <a:t>, it also presents </a:t>
            </a:r>
            <a:r>
              <a:rPr lang="en-US" b="1" dirty="0"/>
              <a:t>challenges</a:t>
            </a:r>
            <a:r>
              <a:rPr lang="en-US" dirty="0"/>
              <a:t>:</a:t>
            </a:r>
          </a:p>
          <a:p>
            <a:pPr>
              <a:buFont typeface="+mj-lt"/>
              <a:buAutoNum type="arabicPeriod"/>
            </a:pPr>
            <a:r>
              <a:rPr lang="en-US" b="1" dirty="0"/>
              <a:t>Privacy &amp; Security Risks</a:t>
            </a:r>
            <a:endParaRPr lang="en-US" dirty="0"/>
          </a:p>
          <a:p>
            <a:pPr marL="742950" lvl="1" indent="-285750">
              <a:buFont typeface="+mj-lt"/>
              <a:buAutoNum type="arabicPeriod"/>
            </a:pPr>
            <a:r>
              <a:rPr lang="en-US" dirty="0"/>
              <a:t>IoT devices collect vast amounts of personal data, raising concerns about </a:t>
            </a:r>
            <a:r>
              <a:rPr lang="en-US" b="1" dirty="0"/>
              <a:t>data privacy</a:t>
            </a:r>
            <a:r>
              <a:rPr lang="en-US" dirty="0"/>
              <a:t>.</a:t>
            </a:r>
          </a:p>
          <a:p>
            <a:pPr marL="742950" lvl="1" indent="-285750">
              <a:buFont typeface="+mj-lt"/>
              <a:buAutoNum type="arabicPeriod"/>
            </a:pPr>
            <a:r>
              <a:rPr lang="en-US" b="1" dirty="0"/>
              <a:t>Hacking threats</a:t>
            </a:r>
            <a:r>
              <a:rPr lang="en-US" dirty="0"/>
              <a:t> increase, as cybercriminals can target connected systems.</a:t>
            </a:r>
          </a:p>
          <a:p>
            <a:pPr>
              <a:buFont typeface="+mj-lt"/>
              <a:buAutoNum type="arabicPeriod"/>
            </a:pPr>
            <a:r>
              <a:rPr lang="en-US" b="1" dirty="0"/>
              <a:t>High Implementation Costs</a:t>
            </a:r>
            <a:endParaRPr lang="en-US" dirty="0"/>
          </a:p>
          <a:p>
            <a:pPr marL="742950" lvl="1" indent="-285750">
              <a:buFont typeface="+mj-lt"/>
              <a:buAutoNum type="arabicPeriod"/>
            </a:pPr>
            <a:r>
              <a:rPr lang="en-US" dirty="0"/>
              <a:t>Businesses and cities need </a:t>
            </a:r>
            <a:r>
              <a:rPr lang="en-US" b="1" dirty="0"/>
              <a:t>significant investment</a:t>
            </a:r>
            <a:r>
              <a:rPr lang="en-US" dirty="0"/>
              <a:t> to install and maintain IoT infrastructure.</a:t>
            </a:r>
          </a:p>
          <a:p>
            <a:pPr>
              <a:buFont typeface="+mj-lt"/>
              <a:buAutoNum type="arabicPeriod"/>
            </a:pPr>
            <a:r>
              <a:rPr lang="en-US" b="1" dirty="0"/>
              <a:t>Interoperability Issues</a:t>
            </a:r>
            <a:endParaRPr lang="en-US" dirty="0"/>
          </a:p>
          <a:p>
            <a:pPr marL="742950" lvl="1" indent="-285750">
              <a:buFont typeface="+mj-lt"/>
              <a:buAutoNum type="arabicPeriod"/>
            </a:pPr>
            <a:r>
              <a:rPr lang="en-US" dirty="0"/>
              <a:t>Different IoT devices and systems </a:t>
            </a:r>
            <a:r>
              <a:rPr lang="en-US" b="1" dirty="0"/>
              <a:t>must be able to communicate seamlessly</a:t>
            </a:r>
            <a:r>
              <a:rPr lang="en-US" dirty="0"/>
              <a:t>, but </a:t>
            </a:r>
            <a:r>
              <a:rPr lang="en-US" b="1" dirty="0"/>
              <a:t>lack of standardization</a:t>
            </a:r>
            <a:r>
              <a:rPr lang="en-US" dirty="0"/>
              <a:t> can create compatibility problems.</a:t>
            </a:r>
          </a:p>
          <a:p>
            <a:pPr>
              <a:buFont typeface="+mj-lt"/>
              <a:buAutoNum type="arabicPeriod"/>
            </a:pPr>
            <a:r>
              <a:rPr lang="en-US" b="1" dirty="0"/>
              <a:t>Data Overload &amp; Processing Challenges</a:t>
            </a:r>
            <a:endParaRPr lang="en-US" dirty="0"/>
          </a:p>
          <a:p>
            <a:pPr marL="742950" lvl="1" indent="-285750">
              <a:buFont typeface="+mj-lt"/>
              <a:buAutoNum type="arabicPeriod"/>
            </a:pPr>
            <a:r>
              <a:rPr lang="en-US" dirty="0"/>
              <a:t>IoT generates </a:t>
            </a:r>
            <a:r>
              <a:rPr lang="en-US" b="1" dirty="0"/>
              <a:t>massive amounts of data</a:t>
            </a:r>
            <a:r>
              <a:rPr lang="en-US" dirty="0"/>
              <a:t>, requiring </a:t>
            </a:r>
            <a:r>
              <a:rPr lang="en-US" b="1" dirty="0"/>
              <a:t>powerful cloud computing and AI systems</a:t>
            </a:r>
            <a:r>
              <a:rPr lang="en-US" dirty="0"/>
              <a:t> to process and extract insights efficiently.</a:t>
            </a:r>
          </a:p>
          <a:p>
            <a:r>
              <a:rPr lang="en-US" dirty="0"/>
              <a:t>Despite these challenges, </a:t>
            </a:r>
            <a:r>
              <a:rPr lang="en-US" b="1" dirty="0"/>
              <a:t>IoT will continue to grow</a:t>
            </a:r>
            <a:r>
              <a:rPr lang="en-US" dirty="0"/>
              <a:t>, shaping the future of </a:t>
            </a:r>
            <a:r>
              <a:rPr lang="en-US" b="1" dirty="0"/>
              <a:t>smart homes, industries, healthcare, and cities</a:t>
            </a:r>
            <a:r>
              <a:rPr lang="en-US" dirty="0"/>
              <a:t>.</a:t>
            </a:r>
          </a:p>
        </p:txBody>
      </p:sp>
    </p:spTree>
    <p:extLst>
      <p:ext uri="{BB962C8B-B14F-4D97-AF65-F5344CB8AC3E}">
        <p14:creationId xmlns:p14="http://schemas.microsoft.com/office/powerpoint/2010/main" val="2109259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0CC98-9A1A-85CA-89F9-551DBC5C597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0436D7-DC95-8FBE-64DC-E10BF4A1CA53}"/>
              </a:ext>
            </a:extLst>
          </p:cNvPr>
          <p:cNvSpPr>
            <a:spLocks noGrp="1"/>
          </p:cNvSpPr>
          <p:nvPr>
            <p:ph sz="quarter" idx="10"/>
          </p:nvPr>
        </p:nvSpPr>
        <p:spPr/>
        <p:txBody>
          <a:bodyPr/>
          <a:lstStyle/>
          <a:p>
            <a:r>
              <a:rPr lang="en-IN" dirty="0"/>
              <a:t>What is IoT?</a:t>
            </a:r>
          </a:p>
        </p:txBody>
      </p:sp>
      <p:sp>
        <p:nvSpPr>
          <p:cNvPr id="5" name="Slide Number Placeholder 4">
            <a:extLst>
              <a:ext uri="{FF2B5EF4-FFF2-40B4-BE49-F238E27FC236}">
                <a16:creationId xmlns:a16="http://schemas.microsoft.com/office/drawing/2014/main" id="{CBDDD228-3A73-FF50-6340-4C748E2BF02B}"/>
              </a:ext>
            </a:extLst>
          </p:cNvPr>
          <p:cNvSpPr>
            <a:spLocks noGrp="1"/>
          </p:cNvSpPr>
          <p:nvPr>
            <p:ph type="sldNum" sz="quarter" idx="14"/>
          </p:nvPr>
        </p:nvSpPr>
        <p:spPr/>
        <p:txBody>
          <a:bodyPr/>
          <a:lstStyle/>
          <a:p>
            <a:fld id="{BC8D7E44-7D4F-4942-A8C9-2DF6BF8399E8}" type="slidenum">
              <a:rPr lang="en-US" smtClean="0"/>
              <a:pPr/>
              <a:t>17</a:t>
            </a:fld>
            <a:endParaRPr lang="en-US" dirty="0"/>
          </a:p>
        </p:txBody>
      </p:sp>
      <p:sp>
        <p:nvSpPr>
          <p:cNvPr id="4" name="Content Placeholder 3">
            <a:extLst>
              <a:ext uri="{FF2B5EF4-FFF2-40B4-BE49-F238E27FC236}">
                <a16:creationId xmlns:a16="http://schemas.microsoft.com/office/drawing/2014/main" id="{227FB432-8A32-A0A8-A0EC-81EC12726C9F}"/>
              </a:ext>
            </a:extLst>
          </p:cNvPr>
          <p:cNvSpPr>
            <a:spLocks noGrp="1"/>
          </p:cNvSpPr>
          <p:nvPr>
            <p:ph idx="1"/>
          </p:nvPr>
        </p:nvSpPr>
        <p:spPr/>
        <p:txBody>
          <a:bodyPr>
            <a:normAutofit lnSpcReduction="10000"/>
          </a:bodyPr>
          <a:lstStyle/>
          <a:p>
            <a:pPr>
              <a:buNone/>
            </a:pPr>
            <a:r>
              <a:rPr lang="en-US" dirty="0"/>
              <a:t>The </a:t>
            </a:r>
            <a:r>
              <a:rPr lang="en-US" b="1" dirty="0"/>
              <a:t>Internet of Things (IoT) is revolutionizing the way devices, industries, and systems interact</a:t>
            </a:r>
            <a:r>
              <a:rPr lang="en-US" dirty="0"/>
              <a:t>. By integrating </a:t>
            </a:r>
            <a:r>
              <a:rPr lang="en-US" b="1" dirty="0"/>
              <a:t>sensors, AI, and cloud computing</a:t>
            </a:r>
            <a:r>
              <a:rPr lang="en-US" dirty="0"/>
              <a:t>, IoT enables </a:t>
            </a:r>
            <a:r>
              <a:rPr lang="en-US" b="1" dirty="0"/>
              <a:t>real-time decision-making, automation, and efficiency improvements</a:t>
            </a:r>
            <a:r>
              <a:rPr lang="en-US" dirty="0"/>
              <a:t>. From </a:t>
            </a:r>
            <a:r>
              <a:rPr lang="en-US" b="1" dirty="0"/>
              <a:t>smart cities and healthcare to transportation and energy</a:t>
            </a:r>
            <a:r>
              <a:rPr lang="en-US" dirty="0"/>
              <a:t>, IoT is </a:t>
            </a:r>
            <a:r>
              <a:rPr lang="en-US" b="1" dirty="0"/>
              <a:t>reshaping industries and daily life</a:t>
            </a:r>
            <a:r>
              <a:rPr lang="en-US" dirty="0"/>
              <a:t>.</a:t>
            </a:r>
          </a:p>
          <a:p>
            <a:r>
              <a:rPr lang="en-US" dirty="0"/>
              <a:t>However, to fully utilize IoT’s potential, challenges like </a:t>
            </a:r>
            <a:r>
              <a:rPr lang="en-US" b="1" dirty="0"/>
              <a:t>privacy concerns, cybersecurity, and high implementation costs</a:t>
            </a:r>
            <a:r>
              <a:rPr lang="en-US" dirty="0"/>
              <a:t> must be addressed. As IoT continues to advance, it will </a:t>
            </a:r>
            <a:r>
              <a:rPr lang="en-US" b="1" dirty="0"/>
              <a:t>play a critical role in the future of technology and human life</a:t>
            </a:r>
            <a:r>
              <a:rPr lang="en-US" dirty="0"/>
              <a:t>.</a:t>
            </a:r>
          </a:p>
        </p:txBody>
      </p:sp>
    </p:spTree>
    <p:extLst>
      <p:ext uri="{BB962C8B-B14F-4D97-AF65-F5344CB8AC3E}">
        <p14:creationId xmlns:p14="http://schemas.microsoft.com/office/powerpoint/2010/main" val="3979075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3918DB-B43C-8F7D-F473-403AF09B7F23}"/>
              </a:ext>
            </a:extLst>
          </p:cNvPr>
          <p:cNvPicPr>
            <a:picLocks noChangeAspect="1"/>
          </p:cNvPicPr>
          <p:nvPr/>
        </p:nvPicPr>
        <p:blipFill>
          <a:blip r:embed="rId2"/>
          <a:stretch>
            <a:fillRect/>
          </a:stretch>
        </p:blipFill>
        <p:spPr>
          <a:xfrm>
            <a:off x="1" y="1356338"/>
            <a:ext cx="4953000" cy="3652837"/>
          </a:xfrm>
          <a:prstGeom prst="rect">
            <a:avLst/>
          </a:prstGeom>
          <a:noFill/>
        </p:spPr>
      </p:pic>
      <p:sp>
        <p:nvSpPr>
          <p:cNvPr id="3" name="Content Placeholder 2">
            <a:extLst>
              <a:ext uri="{FF2B5EF4-FFF2-40B4-BE49-F238E27FC236}">
                <a16:creationId xmlns:a16="http://schemas.microsoft.com/office/drawing/2014/main" id="{BC9FAD72-110F-C2A6-98B4-A39EF738BA35}"/>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IoT Ecosystem</a:t>
            </a:r>
            <a:endParaRPr lang="en-IN"/>
          </a:p>
        </p:txBody>
      </p:sp>
      <p:sp>
        <p:nvSpPr>
          <p:cNvPr id="11" name="Content Placeholder 3">
            <a:extLst>
              <a:ext uri="{FF2B5EF4-FFF2-40B4-BE49-F238E27FC236}">
                <a16:creationId xmlns:a16="http://schemas.microsoft.com/office/drawing/2014/main" id="{44D4374E-1F4A-84A8-614B-BA5BC2536E76}"/>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64CC3846-A781-9508-AA19-EDAFC7631DB7}"/>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18</a:t>
            </a:fld>
            <a:endParaRPr lang="en-US"/>
          </a:p>
        </p:txBody>
      </p:sp>
      <p:sp>
        <p:nvSpPr>
          <p:cNvPr id="4" name="TextBox 3">
            <a:extLst>
              <a:ext uri="{FF2B5EF4-FFF2-40B4-BE49-F238E27FC236}">
                <a16:creationId xmlns:a16="http://schemas.microsoft.com/office/drawing/2014/main" id="{EE0527BA-4436-D2B7-BA0D-0FD0E9379548}"/>
              </a:ext>
            </a:extLst>
          </p:cNvPr>
          <p:cNvSpPr txBox="1"/>
          <p:nvPr/>
        </p:nvSpPr>
        <p:spPr>
          <a:xfrm>
            <a:off x="4953001" y="1524000"/>
            <a:ext cx="4038599" cy="2862322"/>
          </a:xfrm>
          <a:prstGeom prst="rect">
            <a:avLst/>
          </a:prstGeom>
          <a:noFill/>
        </p:spPr>
        <p:txBody>
          <a:bodyPr wrap="square" rtlCol="0">
            <a:spAutoFit/>
          </a:bodyPr>
          <a:lstStyle/>
          <a:p>
            <a:pPr>
              <a:buNone/>
            </a:pPr>
            <a:r>
              <a:rPr lang="en-US" b="1" dirty="0"/>
              <a:t>1. IoT Devices (Edge Devices)</a:t>
            </a:r>
          </a:p>
          <a:p>
            <a:pPr>
              <a:buFont typeface="Arial" panose="020B0604020202020204" pitchFamily="34" charset="0"/>
              <a:buChar char="•"/>
            </a:pPr>
            <a:r>
              <a:rPr lang="en-US" dirty="0"/>
              <a:t>These are the </a:t>
            </a:r>
            <a:r>
              <a:rPr lang="en-US" b="1" dirty="0"/>
              <a:t>physical sensors, actuators, and smart devices</a:t>
            </a:r>
            <a:r>
              <a:rPr lang="en-US" dirty="0"/>
              <a:t> that collect real-world data.</a:t>
            </a:r>
          </a:p>
          <a:p>
            <a:pPr>
              <a:buFont typeface="Arial" panose="020B0604020202020204" pitchFamily="34" charset="0"/>
              <a:buChar char="•"/>
            </a:pPr>
            <a:r>
              <a:rPr lang="en-US" dirty="0"/>
              <a:t>Examples: </a:t>
            </a:r>
            <a:r>
              <a:rPr lang="en-US" b="1" dirty="0"/>
              <a:t>Smart thermostats, wearable health monitors, industrial machines, security cameras</a:t>
            </a:r>
            <a:r>
              <a:rPr lang="en-US" dirty="0"/>
              <a:t>.</a:t>
            </a:r>
          </a:p>
          <a:p>
            <a:pPr>
              <a:buFont typeface="Arial" panose="020B0604020202020204" pitchFamily="34" charset="0"/>
              <a:buChar char="•"/>
            </a:pPr>
            <a:r>
              <a:rPr lang="en-US" dirty="0"/>
              <a:t>These devices </a:t>
            </a:r>
            <a:r>
              <a:rPr lang="en-US" b="1" dirty="0"/>
              <a:t>generate data</a:t>
            </a:r>
            <a:r>
              <a:rPr lang="en-US" dirty="0"/>
              <a:t> and send it to the </a:t>
            </a:r>
            <a:r>
              <a:rPr lang="en-US" b="1" dirty="0"/>
              <a:t>gateway</a:t>
            </a:r>
            <a:r>
              <a:rPr lang="en-US" dirty="0"/>
              <a:t>.</a:t>
            </a:r>
          </a:p>
          <a:p>
            <a:endParaRPr lang="en-IN" dirty="0"/>
          </a:p>
        </p:txBody>
      </p:sp>
    </p:spTree>
    <p:extLst>
      <p:ext uri="{BB962C8B-B14F-4D97-AF65-F5344CB8AC3E}">
        <p14:creationId xmlns:p14="http://schemas.microsoft.com/office/powerpoint/2010/main" val="2763043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44807-7E99-73FA-6800-5B398603C20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D66148-FAC5-E299-5ECE-D083BCF309DF}"/>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IoT Ecosystem</a:t>
            </a:r>
            <a:endParaRPr lang="en-IN"/>
          </a:p>
        </p:txBody>
      </p:sp>
      <p:sp>
        <p:nvSpPr>
          <p:cNvPr id="11" name="Content Placeholder 3">
            <a:extLst>
              <a:ext uri="{FF2B5EF4-FFF2-40B4-BE49-F238E27FC236}">
                <a16:creationId xmlns:a16="http://schemas.microsoft.com/office/drawing/2014/main" id="{3951205D-537F-EC81-D62D-7F4E42EACD43}"/>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90AD52D1-7C54-AAFF-24F8-A7C4FAA85B6C}"/>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19</a:t>
            </a:fld>
            <a:endParaRPr lang="en-US"/>
          </a:p>
        </p:txBody>
      </p:sp>
      <p:sp>
        <p:nvSpPr>
          <p:cNvPr id="4" name="TextBox 3">
            <a:extLst>
              <a:ext uri="{FF2B5EF4-FFF2-40B4-BE49-F238E27FC236}">
                <a16:creationId xmlns:a16="http://schemas.microsoft.com/office/drawing/2014/main" id="{07B18F17-92D2-8295-BF75-F403B8055515}"/>
              </a:ext>
            </a:extLst>
          </p:cNvPr>
          <p:cNvSpPr txBox="1"/>
          <p:nvPr/>
        </p:nvSpPr>
        <p:spPr>
          <a:xfrm>
            <a:off x="0" y="1371600"/>
            <a:ext cx="8991601" cy="4247317"/>
          </a:xfrm>
          <a:prstGeom prst="rect">
            <a:avLst/>
          </a:prstGeom>
          <a:noFill/>
        </p:spPr>
        <p:txBody>
          <a:bodyPr wrap="square" rtlCol="0">
            <a:spAutoFit/>
          </a:bodyPr>
          <a:lstStyle/>
          <a:p>
            <a:pPr>
              <a:buNone/>
            </a:pPr>
            <a:r>
              <a:rPr lang="en-US" b="1" dirty="0"/>
              <a:t>2. Gateway</a:t>
            </a:r>
          </a:p>
          <a:p>
            <a:pPr>
              <a:buFont typeface="Arial" panose="020B0604020202020204" pitchFamily="34" charset="0"/>
              <a:buChar char="•"/>
            </a:pPr>
            <a:r>
              <a:rPr lang="en-US" dirty="0"/>
              <a:t>The </a:t>
            </a:r>
            <a:r>
              <a:rPr lang="en-US" b="1" dirty="0"/>
              <a:t>gateway</a:t>
            </a:r>
            <a:r>
              <a:rPr lang="en-US" dirty="0"/>
              <a:t> acts as a </a:t>
            </a:r>
            <a:r>
              <a:rPr lang="en-US" b="1" dirty="0"/>
              <a:t>bridge</a:t>
            </a:r>
            <a:r>
              <a:rPr lang="en-US" dirty="0"/>
              <a:t> between IoT devices and the cloud.</a:t>
            </a:r>
          </a:p>
          <a:p>
            <a:pPr>
              <a:buFont typeface="Arial" panose="020B0604020202020204" pitchFamily="34" charset="0"/>
              <a:buChar char="•"/>
            </a:pPr>
            <a:r>
              <a:rPr lang="en-US" dirty="0"/>
              <a:t>It </a:t>
            </a:r>
            <a:r>
              <a:rPr lang="en-US" b="1" dirty="0"/>
              <a:t>collects data</a:t>
            </a:r>
            <a:r>
              <a:rPr lang="en-US" dirty="0"/>
              <a:t> from multiple IoT devices and </a:t>
            </a:r>
            <a:r>
              <a:rPr lang="en-US" b="1" dirty="0"/>
              <a:t>forwards it to cloud-based analytics platforms</a:t>
            </a:r>
            <a:r>
              <a:rPr lang="en-US" dirty="0"/>
              <a:t>.</a:t>
            </a:r>
          </a:p>
          <a:p>
            <a:pPr>
              <a:buFont typeface="Arial" panose="020B0604020202020204" pitchFamily="34" charset="0"/>
              <a:buChar char="•"/>
            </a:pPr>
            <a:r>
              <a:rPr lang="en-US" dirty="0"/>
              <a:t>Sometimes, it performs </a:t>
            </a:r>
            <a:r>
              <a:rPr lang="en-US" b="1" dirty="0"/>
              <a:t>basic processing</a:t>
            </a:r>
            <a:r>
              <a:rPr lang="en-US" dirty="0"/>
              <a:t> to filter unnecessary data before sending it to the cloud.</a:t>
            </a:r>
          </a:p>
          <a:p>
            <a:pPr>
              <a:buFont typeface="Arial" panose="020B0604020202020204" pitchFamily="34" charset="0"/>
              <a:buChar char="•"/>
            </a:pPr>
            <a:r>
              <a:rPr lang="en-US" dirty="0"/>
              <a:t>Examples: </a:t>
            </a:r>
            <a:r>
              <a:rPr lang="en-US" b="1" dirty="0"/>
              <a:t>Edge computing hubs, local processing units, industrial IoT gateways</a:t>
            </a:r>
            <a:r>
              <a:rPr lang="en-US" dirty="0"/>
              <a:t>.</a:t>
            </a:r>
          </a:p>
          <a:p>
            <a:endParaRPr lang="en-US" dirty="0"/>
          </a:p>
          <a:p>
            <a:pPr>
              <a:buNone/>
            </a:pPr>
            <a:r>
              <a:rPr lang="en-US" b="1" dirty="0"/>
              <a:t>3. Internet Network</a:t>
            </a:r>
          </a:p>
          <a:p>
            <a:pPr>
              <a:buFont typeface="Arial" panose="020B0604020202020204" pitchFamily="34" charset="0"/>
              <a:buChar char="•"/>
            </a:pPr>
            <a:r>
              <a:rPr lang="en-US" dirty="0"/>
              <a:t>IoT devices communicate over the </a:t>
            </a:r>
            <a:r>
              <a:rPr lang="en-US" b="1" dirty="0"/>
              <a:t>Internet or private networks</a:t>
            </a:r>
            <a:r>
              <a:rPr lang="en-US" dirty="0"/>
              <a:t> using different protocols such as </a:t>
            </a:r>
            <a:r>
              <a:rPr lang="en-US" b="1" dirty="0"/>
              <a:t>Wi-Fi, Bluetooth, Zigbee, LPWAN, and 5G</a:t>
            </a:r>
            <a:r>
              <a:rPr lang="en-US" dirty="0"/>
              <a:t>.</a:t>
            </a:r>
          </a:p>
          <a:p>
            <a:pPr>
              <a:buFont typeface="Arial" panose="020B0604020202020204" pitchFamily="34" charset="0"/>
              <a:buChar char="•"/>
            </a:pPr>
            <a:r>
              <a:rPr lang="en-US" dirty="0"/>
              <a:t>This network ensures </a:t>
            </a:r>
            <a:r>
              <a:rPr lang="en-US" b="1" dirty="0"/>
              <a:t>seamless connectivity</a:t>
            </a:r>
            <a:r>
              <a:rPr lang="en-US" dirty="0"/>
              <a:t> between all components of the IoT system.</a:t>
            </a:r>
          </a:p>
          <a:p>
            <a:pPr>
              <a:buFont typeface="Arial" panose="020B0604020202020204" pitchFamily="34" charset="0"/>
              <a:buChar char="•"/>
            </a:pPr>
            <a:r>
              <a:rPr lang="en-US" dirty="0"/>
              <a:t>It transmits data from </a:t>
            </a:r>
            <a:r>
              <a:rPr lang="en-US" b="1" dirty="0"/>
              <a:t>IoT devices to the cloud and remote applications</a:t>
            </a:r>
            <a:r>
              <a:rPr lang="en-US" dirty="0"/>
              <a:t>.</a:t>
            </a:r>
          </a:p>
          <a:p>
            <a:endParaRPr lang="en-US" dirty="0"/>
          </a:p>
          <a:p>
            <a:endParaRPr lang="en-US" dirty="0"/>
          </a:p>
          <a:p>
            <a:endParaRPr lang="en-IN" dirty="0"/>
          </a:p>
        </p:txBody>
      </p:sp>
    </p:spTree>
    <p:extLst>
      <p:ext uri="{BB962C8B-B14F-4D97-AF65-F5344CB8AC3E}">
        <p14:creationId xmlns:p14="http://schemas.microsoft.com/office/powerpoint/2010/main" val="1894749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98A15-B12E-D58E-010B-D9F6EF97F6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313FB5-7115-F5F1-3446-319FE6E6BB63}"/>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IoT Ecosystem</a:t>
            </a:r>
            <a:endParaRPr lang="en-IN"/>
          </a:p>
        </p:txBody>
      </p:sp>
      <p:sp>
        <p:nvSpPr>
          <p:cNvPr id="11" name="Content Placeholder 3">
            <a:extLst>
              <a:ext uri="{FF2B5EF4-FFF2-40B4-BE49-F238E27FC236}">
                <a16:creationId xmlns:a16="http://schemas.microsoft.com/office/drawing/2014/main" id="{FAFE35DA-085E-DC14-CB20-AE4FBC6C6B8D}"/>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295BE8C2-0210-1A76-8E3C-A170D1E4FBA9}"/>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20</a:t>
            </a:fld>
            <a:endParaRPr lang="en-US"/>
          </a:p>
        </p:txBody>
      </p:sp>
      <p:sp>
        <p:nvSpPr>
          <p:cNvPr id="4" name="TextBox 3">
            <a:extLst>
              <a:ext uri="{FF2B5EF4-FFF2-40B4-BE49-F238E27FC236}">
                <a16:creationId xmlns:a16="http://schemas.microsoft.com/office/drawing/2014/main" id="{445A8216-10B6-F882-AEA9-15B8A066748E}"/>
              </a:ext>
            </a:extLst>
          </p:cNvPr>
          <p:cNvSpPr txBox="1"/>
          <p:nvPr/>
        </p:nvSpPr>
        <p:spPr>
          <a:xfrm>
            <a:off x="0" y="1371600"/>
            <a:ext cx="8991601" cy="4801314"/>
          </a:xfrm>
          <a:prstGeom prst="rect">
            <a:avLst/>
          </a:prstGeom>
          <a:noFill/>
        </p:spPr>
        <p:txBody>
          <a:bodyPr wrap="square" rtlCol="0">
            <a:spAutoFit/>
          </a:bodyPr>
          <a:lstStyle/>
          <a:p>
            <a:pPr>
              <a:buNone/>
            </a:pPr>
            <a:r>
              <a:rPr lang="en-IN" b="1" dirty="0"/>
              <a:t>4. Analytics &amp; Data Storage (Cloud)</a:t>
            </a:r>
          </a:p>
          <a:p>
            <a:pPr>
              <a:buFont typeface="Arial" panose="020B0604020202020204" pitchFamily="34" charset="0"/>
              <a:buChar char="•"/>
            </a:pPr>
            <a:r>
              <a:rPr lang="en-IN" b="1" dirty="0"/>
              <a:t>IoT data is stored and </a:t>
            </a:r>
            <a:r>
              <a:rPr lang="en-IN" b="1" dirty="0" err="1"/>
              <a:t>analyzed</a:t>
            </a:r>
            <a:r>
              <a:rPr lang="en-IN" b="1" dirty="0"/>
              <a:t> in cloud-based platforms</a:t>
            </a:r>
            <a:r>
              <a:rPr lang="en-IN" dirty="0"/>
              <a:t>.</a:t>
            </a:r>
          </a:p>
          <a:p>
            <a:pPr>
              <a:buFont typeface="Arial" panose="020B0604020202020204" pitchFamily="34" charset="0"/>
              <a:buChar char="•"/>
            </a:pPr>
            <a:r>
              <a:rPr lang="en-IN" dirty="0"/>
              <a:t>The cloud enables:</a:t>
            </a:r>
          </a:p>
          <a:p>
            <a:pPr marL="742950" lvl="1" indent="-285750">
              <a:buFont typeface="Arial" panose="020B0604020202020204" pitchFamily="34" charset="0"/>
              <a:buChar char="•"/>
            </a:pPr>
            <a:r>
              <a:rPr lang="en-IN" b="1" dirty="0"/>
              <a:t>Big data processing</a:t>
            </a:r>
            <a:r>
              <a:rPr lang="en-IN" dirty="0"/>
              <a:t> for identifying trends, patterns, and insights.</a:t>
            </a:r>
          </a:p>
          <a:p>
            <a:pPr marL="742950" lvl="1" indent="-285750">
              <a:buFont typeface="Arial" panose="020B0604020202020204" pitchFamily="34" charset="0"/>
              <a:buChar char="•"/>
            </a:pPr>
            <a:r>
              <a:rPr lang="en-IN" b="1" dirty="0"/>
              <a:t>AI &amp; Machine Learning</a:t>
            </a:r>
            <a:r>
              <a:rPr lang="en-IN" dirty="0"/>
              <a:t> for predictive analytics.</a:t>
            </a:r>
          </a:p>
          <a:p>
            <a:pPr marL="742950" lvl="1" indent="-285750">
              <a:buFont typeface="Arial" panose="020B0604020202020204" pitchFamily="34" charset="0"/>
              <a:buChar char="•"/>
            </a:pPr>
            <a:r>
              <a:rPr lang="en-IN" b="1" dirty="0"/>
              <a:t>Scalability</a:t>
            </a:r>
            <a:r>
              <a:rPr lang="en-IN" dirty="0"/>
              <a:t> to handle large volumes of IoT-generated data.</a:t>
            </a:r>
          </a:p>
          <a:p>
            <a:pPr>
              <a:buFont typeface="Arial" panose="020B0604020202020204" pitchFamily="34" charset="0"/>
              <a:buChar char="•"/>
            </a:pPr>
            <a:r>
              <a:rPr lang="en-IN" dirty="0"/>
              <a:t>Example: </a:t>
            </a:r>
            <a:r>
              <a:rPr lang="en-IN" b="1" dirty="0"/>
              <a:t>AWS IoT Core, Google Cloud IoT, Microsoft Azure IoT</a:t>
            </a:r>
            <a:r>
              <a:rPr lang="en-IN" dirty="0"/>
              <a:t>.</a:t>
            </a:r>
          </a:p>
          <a:p>
            <a:endParaRPr lang="en-IN" dirty="0"/>
          </a:p>
          <a:p>
            <a:pPr>
              <a:buNone/>
            </a:pPr>
            <a:r>
              <a:rPr lang="en-US" b="1" dirty="0"/>
              <a:t>5. Remote Monitoring &amp; Control</a:t>
            </a:r>
          </a:p>
          <a:p>
            <a:pPr>
              <a:buFont typeface="Arial" panose="020B0604020202020204" pitchFamily="34" charset="0"/>
              <a:buChar char="•"/>
            </a:pPr>
            <a:r>
              <a:rPr lang="en-US" dirty="0"/>
              <a:t>The </a:t>
            </a:r>
            <a:r>
              <a:rPr lang="en-US" b="1" dirty="0"/>
              <a:t>Remote</a:t>
            </a:r>
            <a:r>
              <a:rPr lang="en-US" dirty="0"/>
              <a:t> section (represented by mobile/tablet icons) refers to users or administrators who access IoT data remotely.</a:t>
            </a:r>
          </a:p>
          <a:p>
            <a:pPr>
              <a:buFont typeface="Arial" panose="020B0604020202020204" pitchFamily="34" charset="0"/>
              <a:buChar char="•"/>
            </a:pPr>
            <a:r>
              <a:rPr lang="en-US" dirty="0"/>
              <a:t>Users can:</a:t>
            </a:r>
          </a:p>
          <a:p>
            <a:pPr marL="742950" lvl="1" indent="-285750">
              <a:buFont typeface="Arial" panose="020B0604020202020204" pitchFamily="34" charset="0"/>
              <a:buChar char="•"/>
            </a:pPr>
            <a:r>
              <a:rPr lang="en-US" b="1" dirty="0"/>
              <a:t>Monitor device status</a:t>
            </a:r>
            <a:r>
              <a:rPr lang="en-US" dirty="0"/>
              <a:t> in real-time (e.g., checking smart home cameras).</a:t>
            </a:r>
          </a:p>
          <a:p>
            <a:pPr marL="742950" lvl="1" indent="-285750">
              <a:buFont typeface="Arial" panose="020B0604020202020204" pitchFamily="34" charset="0"/>
              <a:buChar char="•"/>
            </a:pPr>
            <a:r>
              <a:rPr lang="en-US" b="1" dirty="0"/>
              <a:t>Control IoT devices</a:t>
            </a:r>
            <a:r>
              <a:rPr lang="en-US" dirty="0"/>
              <a:t> remotely (e.g., adjusting a thermostat).</a:t>
            </a:r>
          </a:p>
          <a:p>
            <a:pPr marL="742950" lvl="1" indent="-285750">
              <a:buFont typeface="Arial" panose="020B0604020202020204" pitchFamily="34" charset="0"/>
              <a:buChar char="•"/>
            </a:pPr>
            <a:r>
              <a:rPr lang="en-US" b="1" dirty="0"/>
              <a:t>Receive alerts &amp; notifications</a:t>
            </a:r>
            <a:r>
              <a:rPr lang="en-US" dirty="0"/>
              <a:t> about important events (e.g., security breach alerts).</a:t>
            </a:r>
          </a:p>
          <a:p>
            <a:pPr>
              <a:buFont typeface="Arial" panose="020B0604020202020204" pitchFamily="34" charset="0"/>
              <a:buChar char="•"/>
            </a:pPr>
            <a:r>
              <a:rPr lang="en-US" dirty="0"/>
              <a:t>Example: </a:t>
            </a:r>
            <a:r>
              <a:rPr lang="en-US" b="1" dirty="0"/>
              <a:t>Smartphone apps for smart homes, industrial dashboards for factory monitoring</a:t>
            </a:r>
            <a:r>
              <a:rPr lang="en-US" dirty="0"/>
              <a:t>.</a:t>
            </a:r>
          </a:p>
          <a:p>
            <a:endParaRPr lang="en-IN" dirty="0"/>
          </a:p>
        </p:txBody>
      </p:sp>
    </p:spTree>
    <p:extLst>
      <p:ext uri="{BB962C8B-B14F-4D97-AF65-F5344CB8AC3E}">
        <p14:creationId xmlns:p14="http://schemas.microsoft.com/office/powerpoint/2010/main" val="3932379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CEBEA-97D2-10D7-8348-F65417EF94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104C9F-0121-C8F9-58D8-38DC89669CE6}"/>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IoT Ecosystem</a:t>
            </a:r>
            <a:endParaRPr lang="en-IN"/>
          </a:p>
        </p:txBody>
      </p:sp>
      <p:sp>
        <p:nvSpPr>
          <p:cNvPr id="11" name="Content Placeholder 3">
            <a:extLst>
              <a:ext uri="{FF2B5EF4-FFF2-40B4-BE49-F238E27FC236}">
                <a16:creationId xmlns:a16="http://schemas.microsoft.com/office/drawing/2014/main" id="{14118432-76C3-E5E2-1419-80059312BD45}"/>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E0CCEBE5-FEF0-807C-F45C-083DD53A6F17}"/>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21</a:t>
            </a:fld>
            <a:endParaRPr lang="en-US"/>
          </a:p>
        </p:txBody>
      </p:sp>
      <p:sp>
        <p:nvSpPr>
          <p:cNvPr id="4" name="TextBox 3">
            <a:extLst>
              <a:ext uri="{FF2B5EF4-FFF2-40B4-BE49-F238E27FC236}">
                <a16:creationId xmlns:a16="http://schemas.microsoft.com/office/drawing/2014/main" id="{E2B0FDA4-379F-B1C4-E02A-03663E1DC86E}"/>
              </a:ext>
            </a:extLst>
          </p:cNvPr>
          <p:cNvSpPr txBox="1"/>
          <p:nvPr/>
        </p:nvSpPr>
        <p:spPr>
          <a:xfrm>
            <a:off x="0" y="1371600"/>
            <a:ext cx="8991601" cy="4247317"/>
          </a:xfrm>
          <a:prstGeom prst="rect">
            <a:avLst/>
          </a:prstGeom>
          <a:noFill/>
        </p:spPr>
        <p:txBody>
          <a:bodyPr wrap="square" rtlCol="0">
            <a:spAutoFit/>
          </a:bodyPr>
          <a:lstStyle/>
          <a:p>
            <a:pPr>
              <a:buNone/>
            </a:pPr>
            <a:r>
              <a:rPr lang="en-US" b="1" dirty="0"/>
              <a:t>6. Data Flow and Communication</a:t>
            </a:r>
          </a:p>
          <a:p>
            <a:pPr>
              <a:buFont typeface="Arial" panose="020B0604020202020204" pitchFamily="34" charset="0"/>
              <a:buChar char="•"/>
            </a:pPr>
            <a:r>
              <a:rPr lang="en-US" b="1" dirty="0"/>
              <a:t>Data</a:t>
            </a:r>
            <a:r>
              <a:rPr lang="en-US" dirty="0"/>
              <a:t> is first generated by </a:t>
            </a:r>
            <a:r>
              <a:rPr lang="en-US" b="1" dirty="0"/>
              <a:t>IoT devices</a:t>
            </a:r>
            <a:r>
              <a:rPr lang="en-US" dirty="0"/>
              <a:t> and sent to the </a:t>
            </a:r>
            <a:r>
              <a:rPr lang="en-US" b="1" dirty="0"/>
              <a:t>gateway</a:t>
            </a:r>
            <a:r>
              <a:rPr lang="en-US" dirty="0"/>
              <a:t>.</a:t>
            </a:r>
          </a:p>
          <a:p>
            <a:pPr>
              <a:buFont typeface="Arial" panose="020B0604020202020204" pitchFamily="34" charset="0"/>
              <a:buChar char="•"/>
            </a:pPr>
            <a:r>
              <a:rPr lang="en-US" dirty="0"/>
              <a:t>The </a:t>
            </a:r>
            <a:r>
              <a:rPr lang="en-US" b="1" dirty="0"/>
              <a:t>gateway</a:t>
            </a:r>
            <a:r>
              <a:rPr lang="en-US" dirty="0"/>
              <a:t> transmits data via the </a:t>
            </a:r>
            <a:r>
              <a:rPr lang="en-US" b="1" dirty="0"/>
              <a:t>Internet network</a:t>
            </a:r>
            <a:r>
              <a:rPr lang="en-US" dirty="0"/>
              <a:t> to the </a:t>
            </a:r>
            <a:r>
              <a:rPr lang="en-US" b="1" dirty="0"/>
              <a:t>cloud analytics &amp; storage</a:t>
            </a:r>
            <a:r>
              <a:rPr lang="en-US" dirty="0"/>
              <a:t>.</a:t>
            </a:r>
          </a:p>
          <a:p>
            <a:pPr>
              <a:buFont typeface="Arial" panose="020B0604020202020204" pitchFamily="34" charset="0"/>
              <a:buChar char="•"/>
            </a:pPr>
            <a:r>
              <a:rPr lang="en-US" dirty="0"/>
              <a:t>The cloud processes the data and sends </a:t>
            </a:r>
            <a:r>
              <a:rPr lang="en-US" b="1" dirty="0"/>
              <a:t>analysis results</a:t>
            </a:r>
            <a:r>
              <a:rPr lang="en-US" dirty="0"/>
              <a:t> to </a:t>
            </a:r>
            <a:r>
              <a:rPr lang="en-US" b="1" dirty="0"/>
              <a:t>remote users</a:t>
            </a:r>
            <a:r>
              <a:rPr lang="en-US" dirty="0"/>
              <a:t>.</a:t>
            </a:r>
          </a:p>
          <a:p>
            <a:pPr>
              <a:buFont typeface="Arial" panose="020B0604020202020204" pitchFamily="34" charset="0"/>
              <a:buChar char="•"/>
            </a:pPr>
            <a:r>
              <a:rPr lang="en-US" dirty="0"/>
              <a:t>Based on analysis, users can </a:t>
            </a:r>
            <a:r>
              <a:rPr lang="en-US" b="1" dirty="0"/>
              <a:t>send commands</a:t>
            </a:r>
            <a:r>
              <a:rPr lang="en-US" dirty="0"/>
              <a:t> back to IoT devices for </a:t>
            </a:r>
            <a:r>
              <a:rPr lang="en-US" b="1" dirty="0"/>
              <a:t>control actions</a:t>
            </a:r>
            <a:r>
              <a:rPr lang="en-US" dirty="0"/>
              <a:t>.</a:t>
            </a:r>
          </a:p>
          <a:p>
            <a:endParaRPr lang="en-IN" dirty="0"/>
          </a:p>
          <a:p>
            <a:pPr>
              <a:buNone/>
            </a:pPr>
            <a:r>
              <a:rPr lang="en-US" b="1" dirty="0"/>
              <a:t>Key Takeaways from the Image</a:t>
            </a:r>
          </a:p>
          <a:p>
            <a:pPr>
              <a:buFont typeface="+mj-lt"/>
              <a:buAutoNum type="arabicPeriod"/>
            </a:pPr>
            <a:r>
              <a:rPr lang="en-US" b="1" dirty="0"/>
              <a:t>IoT Devices</a:t>
            </a:r>
            <a:r>
              <a:rPr lang="en-US" dirty="0"/>
              <a:t> collect and send data.</a:t>
            </a:r>
          </a:p>
          <a:p>
            <a:pPr>
              <a:buFont typeface="+mj-lt"/>
              <a:buAutoNum type="arabicPeriod"/>
            </a:pPr>
            <a:r>
              <a:rPr lang="en-US" b="1" dirty="0"/>
              <a:t>Gateways</a:t>
            </a:r>
            <a:r>
              <a:rPr lang="en-US" dirty="0"/>
              <a:t> process and transmit data.</a:t>
            </a:r>
          </a:p>
          <a:p>
            <a:pPr>
              <a:buFont typeface="+mj-lt"/>
              <a:buAutoNum type="arabicPeriod"/>
            </a:pPr>
            <a:r>
              <a:rPr lang="en-US" b="1" dirty="0"/>
              <a:t>Internet Network</a:t>
            </a:r>
            <a:r>
              <a:rPr lang="en-US" dirty="0"/>
              <a:t> facilitates communication.</a:t>
            </a:r>
          </a:p>
          <a:p>
            <a:pPr>
              <a:buFont typeface="+mj-lt"/>
              <a:buAutoNum type="arabicPeriod"/>
            </a:pPr>
            <a:r>
              <a:rPr lang="en-US" b="1" dirty="0"/>
              <a:t>Cloud Storage &amp; Analytics</a:t>
            </a:r>
            <a:r>
              <a:rPr lang="en-US" dirty="0"/>
              <a:t> process data for insights.</a:t>
            </a:r>
          </a:p>
          <a:p>
            <a:pPr>
              <a:buFont typeface="+mj-lt"/>
              <a:buAutoNum type="arabicPeriod"/>
            </a:pPr>
            <a:r>
              <a:rPr lang="en-US" b="1" dirty="0"/>
              <a:t>Remote Control &amp; Monitoring</a:t>
            </a:r>
            <a:r>
              <a:rPr lang="en-US" dirty="0"/>
              <a:t> allows users to interact with IoT devices.</a:t>
            </a:r>
          </a:p>
          <a:p>
            <a:r>
              <a:rPr lang="en-US" dirty="0"/>
              <a:t>This ecosystem enables automation, efficiency, and real-time decision-making in </a:t>
            </a:r>
            <a:r>
              <a:rPr lang="en-US" b="1" dirty="0"/>
              <a:t>smart homes, healthcare, industries, and cities</a:t>
            </a:r>
            <a:r>
              <a:rPr lang="en-US" dirty="0"/>
              <a:t>.</a:t>
            </a:r>
          </a:p>
          <a:p>
            <a:endParaRPr lang="en-IN" dirty="0"/>
          </a:p>
        </p:txBody>
      </p:sp>
    </p:spTree>
    <p:extLst>
      <p:ext uri="{BB962C8B-B14F-4D97-AF65-F5344CB8AC3E}">
        <p14:creationId xmlns:p14="http://schemas.microsoft.com/office/powerpoint/2010/main" val="562826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2F46DB-2403-457C-C387-B4531DCB25E4}"/>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a:t>IoT Layers</a:t>
            </a:r>
          </a:p>
        </p:txBody>
      </p:sp>
      <p:sp>
        <p:nvSpPr>
          <p:cNvPr id="14" name="Content Placeholder 3">
            <a:extLst>
              <a:ext uri="{FF2B5EF4-FFF2-40B4-BE49-F238E27FC236}">
                <a16:creationId xmlns:a16="http://schemas.microsoft.com/office/drawing/2014/main" id="{86B20A11-B98B-5EE0-81FE-5125CD2C1D95}"/>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22</a:t>
            </a:fld>
            <a:endParaRPr lang="en-US"/>
          </a:p>
        </p:txBody>
      </p:sp>
      <p:graphicFrame>
        <p:nvGraphicFramePr>
          <p:cNvPr id="9" name="Content Placeholder 2">
            <a:extLst>
              <a:ext uri="{FF2B5EF4-FFF2-40B4-BE49-F238E27FC236}">
                <a16:creationId xmlns:a16="http://schemas.microsoft.com/office/drawing/2014/main" id="{D9817354-9A99-14AD-BB57-9BBF4241B6F0}"/>
              </a:ext>
            </a:extLst>
          </p:cNvPr>
          <p:cNvGraphicFramePr>
            <a:graphicFrameLocks noGrp="1"/>
          </p:cNvGraphicFramePr>
          <p:nvPr>
            <p:ph idx="1"/>
            <p:extLst>
              <p:ext uri="{D42A27DB-BD31-4B8C-83A1-F6EECF244321}">
                <p14:modId xmlns:p14="http://schemas.microsoft.com/office/powerpoint/2010/main" val="1577507933"/>
              </p:ext>
            </p:extLst>
          </p:nvPr>
        </p:nvGraphicFramePr>
        <p:xfrm>
          <a:off x="304800" y="1493837"/>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8880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24232-7B2A-F0BC-1C7B-02FC7B6CAD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80CC8C-1AC2-4467-4BBD-1C8B84F3A040}"/>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a:t>IoT Layers</a:t>
            </a:r>
          </a:p>
        </p:txBody>
      </p:sp>
      <p:sp>
        <p:nvSpPr>
          <p:cNvPr id="14" name="Content Placeholder 3">
            <a:extLst>
              <a:ext uri="{FF2B5EF4-FFF2-40B4-BE49-F238E27FC236}">
                <a16:creationId xmlns:a16="http://schemas.microsoft.com/office/drawing/2014/main" id="{3A41656E-A98A-053E-FF58-100D7D87E42F}"/>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68F3EB9E-3417-C366-26B8-7AEEEE9936BA}"/>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23</a:t>
            </a:fld>
            <a:endParaRPr lang="en-US"/>
          </a:p>
        </p:txBody>
      </p:sp>
      <p:sp>
        <p:nvSpPr>
          <p:cNvPr id="4" name="Content Placeholder 3">
            <a:extLst>
              <a:ext uri="{FF2B5EF4-FFF2-40B4-BE49-F238E27FC236}">
                <a16:creationId xmlns:a16="http://schemas.microsoft.com/office/drawing/2014/main" id="{6F46CA8C-0BF8-16E0-2315-06A984F699F4}"/>
              </a:ext>
            </a:extLst>
          </p:cNvPr>
          <p:cNvSpPr>
            <a:spLocks noGrp="1"/>
          </p:cNvSpPr>
          <p:nvPr>
            <p:ph idx="1"/>
          </p:nvPr>
        </p:nvSpPr>
        <p:spPr/>
        <p:txBody>
          <a:bodyPr>
            <a:normAutofit lnSpcReduction="10000"/>
          </a:bodyPr>
          <a:lstStyle/>
          <a:p>
            <a:pPr>
              <a:buNone/>
            </a:pPr>
            <a:r>
              <a:rPr lang="en-IN" b="1" dirty="0"/>
              <a:t>Key Takeaways from the Image</a:t>
            </a:r>
          </a:p>
          <a:p>
            <a:pPr>
              <a:buFont typeface="+mj-lt"/>
              <a:buAutoNum type="arabicPeriod"/>
            </a:pPr>
            <a:r>
              <a:rPr lang="en-IN" b="1" dirty="0"/>
              <a:t>Devices &amp; Sensors</a:t>
            </a:r>
            <a:r>
              <a:rPr lang="en-IN" dirty="0"/>
              <a:t> collect real-world data.</a:t>
            </a:r>
          </a:p>
          <a:p>
            <a:pPr>
              <a:buFont typeface="+mj-lt"/>
              <a:buAutoNum type="arabicPeriod"/>
            </a:pPr>
            <a:r>
              <a:rPr lang="en-IN" b="1" dirty="0"/>
              <a:t>Network &amp; Connectivity</a:t>
            </a:r>
            <a:r>
              <a:rPr lang="en-IN" dirty="0"/>
              <a:t> ensures data transmission.</a:t>
            </a:r>
          </a:p>
          <a:p>
            <a:pPr>
              <a:buFont typeface="+mj-lt"/>
              <a:buAutoNum type="arabicPeriod"/>
            </a:pPr>
            <a:r>
              <a:rPr lang="en-IN" b="1" dirty="0"/>
              <a:t>Data Integration</a:t>
            </a:r>
            <a:r>
              <a:rPr lang="en-IN" dirty="0"/>
              <a:t> cleans and structures raw data.</a:t>
            </a:r>
          </a:p>
          <a:p>
            <a:pPr>
              <a:buFont typeface="+mj-lt"/>
              <a:buAutoNum type="arabicPeriod"/>
            </a:pPr>
            <a:r>
              <a:rPr lang="en-IN" b="1" dirty="0"/>
              <a:t>Storage &amp; Analytics</a:t>
            </a:r>
            <a:r>
              <a:rPr lang="en-IN" dirty="0"/>
              <a:t> processes and </a:t>
            </a:r>
            <a:r>
              <a:rPr lang="en-IN" dirty="0" err="1"/>
              <a:t>analyzes</a:t>
            </a:r>
            <a:r>
              <a:rPr lang="en-IN" dirty="0"/>
              <a:t> IoT data.</a:t>
            </a:r>
          </a:p>
          <a:p>
            <a:pPr>
              <a:buFont typeface="+mj-lt"/>
              <a:buAutoNum type="arabicPeriod"/>
            </a:pPr>
            <a:r>
              <a:rPr lang="en-IN" b="1" dirty="0"/>
              <a:t>Visualization</a:t>
            </a:r>
            <a:r>
              <a:rPr lang="en-IN" dirty="0"/>
              <a:t> presents data insights for decision-making.</a:t>
            </a:r>
          </a:p>
          <a:p>
            <a:pPr>
              <a:buFont typeface="+mj-lt"/>
              <a:buAutoNum type="arabicPeriod"/>
            </a:pPr>
            <a:endParaRPr lang="en-IN" dirty="0"/>
          </a:p>
          <a:p>
            <a:pPr marL="0" indent="0"/>
            <a:r>
              <a:rPr lang="en-US" dirty="0"/>
              <a:t>This layered approach ensures </a:t>
            </a:r>
            <a:r>
              <a:rPr lang="en-US" b="1" dirty="0"/>
              <a:t>efficient IoT system operations</a:t>
            </a:r>
            <a:r>
              <a:rPr lang="en-US" dirty="0"/>
              <a:t> in industries like </a:t>
            </a:r>
            <a:r>
              <a:rPr lang="en-US" b="1" dirty="0"/>
              <a:t>smart cities, healthcare, agriculture, and industrial automation</a:t>
            </a:r>
            <a:r>
              <a:rPr lang="en-US" dirty="0"/>
              <a:t>.</a:t>
            </a:r>
            <a:endParaRPr lang="en-IN" dirty="0"/>
          </a:p>
        </p:txBody>
      </p:sp>
    </p:spTree>
    <p:extLst>
      <p:ext uri="{BB962C8B-B14F-4D97-AF65-F5344CB8AC3E}">
        <p14:creationId xmlns:p14="http://schemas.microsoft.com/office/powerpoint/2010/main" val="4294190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2">
            <a:extLst>
              <a:ext uri="{FF2B5EF4-FFF2-40B4-BE49-F238E27FC236}">
                <a16:creationId xmlns:a16="http://schemas.microsoft.com/office/drawing/2014/main" id="{6FDD572A-2646-73AC-667E-E484A9C9590D}"/>
              </a:ext>
            </a:extLst>
          </p:cNvPr>
          <p:cNvGraphicFramePr>
            <a:graphicFrameLocks noGrp="1"/>
          </p:cNvGraphicFramePr>
          <p:nvPr>
            <p:ph idx="1"/>
            <p:extLst>
              <p:ext uri="{D42A27DB-BD31-4B8C-83A1-F6EECF244321}">
                <p14:modId xmlns:p14="http://schemas.microsoft.com/office/powerpoint/2010/main" val="1194519305"/>
              </p:ext>
            </p:extLst>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sz="quarter" idx="10"/>
          </p:nvPr>
        </p:nvSpPr>
        <p:spPr>
          <a:xfrm>
            <a:off x="304800" y="152400"/>
            <a:ext cx="6324600" cy="1143000"/>
          </a:xfrm>
        </p:spPr>
        <p:txBody>
          <a:bodyPr anchor="ctr">
            <a:normAutofit/>
          </a:bodyPr>
          <a:lstStyle/>
          <a:p>
            <a:r>
              <a:rPr lang="en-US" dirty="0"/>
              <a:t>IoT Model</a:t>
            </a:r>
            <a:endParaRPr lang="en-US"/>
          </a:p>
        </p:txBody>
      </p:sp>
      <p:sp>
        <p:nvSpPr>
          <p:cNvPr id="9" name="Content Placeholder 8">
            <a:extLst>
              <a:ext uri="{FF2B5EF4-FFF2-40B4-BE49-F238E27FC236}">
                <a16:creationId xmlns:a16="http://schemas.microsoft.com/office/drawing/2014/main" id="{B3AA054C-8E0B-8168-A2BA-C3602B9E2222}"/>
              </a:ext>
            </a:extLst>
          </p:cNvPr>
          <p:cNvSpPr>
            <a:spLocks noGrp="1"/>
          </p:cNvSpPr>
          <p:nvPr>
            <p:ph sz="quarter" idx="11"/>
          </p:nvPr>
        </p:nvSpPr>
        <p:spPr/>
        <p:txBody>
          <a:bodyPr/>
          <a:lstStyle/>
          <a:p>
            <a:endParaRPr lang="en-IN"/>
          </a:p>
        </p:txBody>
      </p:sp>
      <p:sp>
        <p:nvSpPr>
          <p:cNvPr id="5" name="Slide Number Placeholder 4"/>
          <p:cNvSpPr>
            <a:spLocks noGrp="1"/>
          </p:cNvSpPr>
          <p:nvPr>
            <p:ph type="sldNum" sz="quarter" idx="14"/>
          </p:nvPr>
        </p:nvSpPr>
        <p:spPr>
          <a:xfrm>
            <a:off x="7010400" y="6101551"/>
            <a:ext cx="2133600" cy="365125"/>
          </a:xfrm>
        </p:spPr>
        <p:txBody>
          <a:bodyPr anchor="ctr">
            <a:normAutofit/>
          </a:bodyPr>
          <a:lstStyle/>
          <a:p>
            <a:fld id="{BC8D7E44-7D4F-4942-A8C9-2DF6BF8399E8}" type="slidenum">
              <a:rPr lang="en-US" smtClean="0"/>
              <a:pPr/>
              <a:t>24</a:t>
            </a:fld>
            <a:endParaRPr lang="en-US"/>
          </a:p>
        </p:txBody>
      </p:sp>
    </p:spTree>
    <p:extLst>
      <p:ext uri="{BB962C8B-B14F-4D97-AF65-F5344CB8AC3E}">
        <p14:creationId xmlns:p14="http://schemas.microsoft.com/office/powerpoint/2010/main" val="2132878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C98B8-ED08-D3CC-793F-81F2894EBE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8CBA80-BE13-0E2A-5299-8CD3F74C882D}"/>
              </a:ext>
            </a:extLst>
          </p:cNvPr>
          <p:cNvSpPr>
            <a:spLocks noGrp="1"/>
          </p:cNvSpPr>
          <p:nvPr>
            <p:ph sz="quarter" idx="10"/>
          </p:nvPr>
        </p:nvSpPr>
        <p:spPr>
          <a:xfrm>
            <a:off x="304800" y="152400"/>
            <a:ext cx="6324600" cy="1143000"/>
          </a:xfrm>
        </p:spPr>
        <p:txBody>
          <a:bodyPr anchor="ctr">
            <a:normAutofit/>
          </a:bodyPr>
          <a:lstStyle/>
          <a:p>
            <a:r>
              <a:rPr lang="en-US" dirty="0"/>
              <a:t>IoT Model</a:t>
            </a:r>
            <a:endParaRPr lang="en-US"/>
          </a:p>
        </p:txBody>
      </p:sp>
      <p:sp>
        <p:nvSpPr>
          <p:cNvPr id="9" name="Content Placeholder 8">
            <a:extLst>
              <a:ext uri="{FF2B5EF4-FFF2-40B4-BE49-F238E27FC236}">
                <a16:creationId xmlns:a16="http://schemas.microsoft.com/office/drawing/2014/main" id="{5F34276C-6A6F-38CE-532D-6D9EE9DD673D}"/>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46898565-789C-A4F3-A031-A28B5CB984A2}"/>
              </a:ext>
            </a:extLst>
          </p:cNvPr>
          <p:cNvSpPr>
            <a:spLocks noGrp="1"/>
          </p:cNvSpPr>
          <p:nvPr>
            <p:ph type="sldNum" sz="quarter" idx="14"/>
          </p:nvPr>
        </p:nvSpPr>
        <p:spPr>
          <a:xfrm>
            <a:off x="7010400" y="6101551"/>
            <a:ext cx="2133600" cy="365125"/>
          </a:xfrm>
        </p:spPr>
        <p:txBody>
          <a:bodyPr anchor="ctr">
            <a:normAutofit/>
          </a:bodyPr>
          <a:lstStyle/>
          <a:p>
            <a:fld id="{BC8D7E44-7D4F-4942-A8C9-2DF6BF8399E8}" type="slidenum">
              <a:rPr lang="en-US" smtClean="0"/>
              <a:pPr/>
              <a:t>25</a:t>
            </a:fld>
            <a:endParaRPr lang="en-US"/>
          </a:p>
        </p:txBody>
      </p:sp>
      <p:sp>
        <p:nvSpPr>
          <p:cNvPr id="4" name="Content Placeholder 3">
            <a:extLst>
              <a:ext uri="{FF2B5EF4-FFF2-40B4-BE49-F238E27FC236}">
                <a16:creationId xmlns:a16="http://schemas.microsoft.com/office/drawing/2014/main" id="{49A0EB37-CF3A-55D1-4318-C3060B0FDC33}"/>
              </a:ext>
            </a:extLst>
          </p:cNvPr>
          <p:cNvSpPr>
            <a:spLocks noGrp="1"/>
          </p:cNvSpPr>
          <p:nvPr>
            <p:ph idx="1"/>
          </p:nvPr>
        </p:nvSpPr>
        <p:spPr/>
        <p:txBody>
          <a:bodyPr>
            <a:normAutofit lnSpcReduction="10000"/>
          </a:bodyPr>
          <a:lstStyle/>
          <a:p>
            <a:pPr>
              <a:buNone/>
            </a:pPr>
            <a:r>
              <a:rPr lang="en-US" b="1" dirty="0"/>
              <a:t>Key Takeaways from the IoT Model</a:t>
            </a:r>
          </a:p>
          <a:p>
            <a:pPr>
              <a:buFont typeface="+mj-lt"/>
              <a:buAutoNum type="arabicPeriod"/>
            </a:pPr>
            <a:r>
              <a:rPr lang="en-US" b="1" dirty="0"/>
              <a:t>Devices</a:t>
            </a:r>
            <a:r>
              <a:rPr lang="en-US" dirty="0"/>
              <a:t> collect data.</a:t>
            </a:r>
          </a:p>
          <a:p>
            <a:pPr>
              <a:buFont typeface="+mj-lt"/>
              <a:buAutoNum type="arabicPeriod"/>
            </a:pPr>
            <a:r>
              <a:rPr lang="en-US" b="1" dirty="0"/>
              <a:t>Network</a:t>
            </a:r>
            <a:r>
              <a:rPr lang="en-US" dirty="0"/>
              <a:t> transmits data securely.</a:t>
            </a:r>
          </a:p>
          <a:p>
            <a:pPr>
              <a:buFont typeface="+mj-lt"/>
              <a:buAutoNum type="arabicPeriod"/>
            </a:pPr>
            <a:r>
              <a:rPr lang="en-US" b="1" dirty="0"/>
              <a:t>Edge Computing</a:t>
            </a:r>
            <a:r>
              <a:rPr lang="en-US" dirty="0"/>
              <a:t> pre-processes data in real-time.</a:t>
            </a:r>
          </a:p>
          <a:p>
            <a:pPr>
              <a:buFont typeface="+mj-lt"/>
              <a:buAutoNum type="arabicPeriod"/>
            </a:pPr>
            <a:r>
              <a:rPr lang="en-US" b="1" dirty="0"/>
              <a:t>Data Storage</a:t>
            </a:r>
            <a:r>
              <a:rPr lang="en-US" dirty="0"/>
              <a:t> organizes and stores IoT data.</a:t>
            </a:r>
          </a:p>
          <a:p>
            <a:pPr>
              <a:buFont typeface="+mj-lt"/>
              <a:buAutoNum type="arabicPeriod"/>
            </a:pPr>
            <a:r>
              <a:rPr lang="en-US" b="1" dirty="0"/>
              <a:t>Applications</a:t>
            </a:r>
            <a:r>
              <a:rPr lang="en-US" dirty="0"/>
              <a:t> analyze and visualize IoT data.</a:t>
            </a:r>
          </a:p>
          <a:p>
            <a:pPr>
              <a:buFont typeface="+mj-lt"/>
              <a:buAutoNum type="arabicPeriod"/>
            </a:pPr>
            <a:r>
              <a:rPr lang="en-US" b="1" dirty="0"/>
              <a:t>Act &amp; Collaborate</a:t>
            </a:r>
            <a:r>
              <a:rPr lang="en-US" dirty="0"/>
              <a:t> transforms insights into real-world actions.</a:t>
            </a:r>
          </a:p>
          <a:p>
            <a:r>
              <a:rPr lang="en-US" dirty="0"/>
              <a:t>This IoT model ensures </a:t>
            </a:r>
            <a:r>
              <a:rPr lang="en-US" b="1" dirty="0"/>
              <a:t>efficient data processing and decision-making</a:t>
            </a:r>
            <a:r>
              <a:rPr lang="en-US" dirty="0"/>
              <a:t> across industries like </a:t>
            </a:r>
            <a:r>
              <a:rPr lang="en-US" b="1" dirty="0"/>
              <a:t>healthcare, smart cities, industrial automation, and agriculture</a:t>
            </a:r>
            <a:r>
              <a:rPr lang="en-US" dirty="0"/>
              <a:t>.</a:t>
            </a:r>
          </a:p>
        </p:txBody>
      </p:sp>
    </p:spTree>
    <p:extLst>
      <p:ext uri="{BB962C8B-B14F-4D97-AF65-F5344CB8AC3E}">
        <p14:creationId xmlns:p14="http://schemas.microsoft.com/office/powerpoint/2010/main" val="2619866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IoT Components Chart">
            <a:extLst>
              <a:ext uri="{FF2B5EF4-FFF2-40B4-BE49-F238E27FC236}">
                <a16:creationId xmlns:a16="http://schemas.microsoft.com/office/drawing/2014/main" id="{83AFAE72-ABC6-CF09-1F87-A3F0B3FE5CBE}"/>
              </a:ext>
            </a:extLst>
          </p:cNvPr>
          <p:cNvPicPr>
            <a:picLocks noChangeAspect="1" noChangeArrowheads="1"/>
          </p:cNvPicPr>
          <p:nvPr/>
        </p:nvPicPr>
        <p:blipFill>
          <a:blip r:embed="rId2" cstate="print"/>
          <a:stretch>
            <a:fillRect/>
          </a:stretch>
        </p:blipFill>
        <p:spPr bwMode="auto">
          <a:xfrm>
            <a:off x="1402291" y="1493837"/>
            <a:ext cx="6034617" cy="4525963"/>
          </a:xfrm>
          <a:prstGeom prst="rect">
            <a:avLst/>
          </a:prstGeom>
          <a:noFill/>
        </p:spPr>
      </p:pic>
      <p:sp>
        <p:nvSpPr>
          <p:cNvPr id="3" name="Content Placeholder 2"/>
          <p:cNvSpPr>
            <a:spLocks noGrp="1"/>
          </p:cNvSpPr>
          <p:nvPr>
            <p:ph sz="quarter" idx="10"/>
          </p:nvPr>
        </p:nvSpPr>
        <p:spPr>
          <a:xfrm>
            <a:off x="304800" y="152400"/>
            <a:ext cx="6324600" cy="1143000"/>
          </a:xfrm>
        </p:spPr>
        <p:txBody>
          <a:bodyPr anchor="ctr">
            <a:normAutofit/>
          </a:bodyPr>
          <a:lstStyle/>
          <a:p>
            <a:pPr>
              <a:spcAft>
                <a:spcPts val="600"/>
              </a:spcAft>
            </a:pPr>
            <a:r>
              <a:rPr lang="en-US" dirty="0"/>
              <a:t>IoT 3 Layer model</a:t>
            </a:r>
            <a:endParaRPr lang="en-US"/>
          </a:p>
        </p:txBody>
      </p:sp>
      <p:sp>
        <p:nvSpPr>
          <p:cNvPr id="12" name="Content Placeholder 3">
            <a:extLst>
              <a:ext uri="{FF2B5EF4-FFF2-40B4-BE49-F238E27FC236}">
                <a16:creationId xmlns:a16="http://schemas.microsoft.com/office/drawing/2014/main" id="{40DDEF88-682C-CA24-7732-F09674C9634F}"/>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26</a:t>
            </a:fld>
            <a:endParaRPr lang="en-US"/>
          </a:p>
        </p:txBody>
      </p:sp>
    </p:spTree>
    <p:extLst>
      <p:ext uri="{BB962C8B-B14F-4D97-AF65-F5344CB8AC3E}">
        <p14:creationId xmlns:p14="http://schemas.microsoft.com/office/powerpoint/2010/main" val="3783898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9824-E2BB-7AA8-24C3-515D7A75A8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66884D-C316-E43F-32CC-6867C759D924}"/>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US" dirty="0"/>
              <a:t>IoT 3 Layer model</a:t>
            </a:r>
            <a:endParaRPr lang="en-US"/>
          </a:p>
        </p:txBody>
      </p:sp>
      <p:sp>
        <p:nvSpPr>
          <p:cNvPr id="12" name="Content Placeholder 3">
            <a:extLst>
              <a:ext uri="{FF2B5EF4-FFF2-40B4-BE49-F238E27FC236}">
                <a16:creationId xmlns:a16="http://schemas.microsoft.com/office/drawing/2014/main" id="{85337EE1-42CC-7419-6D5A-6AD5E5342DAF}"/>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97133ACE-A81F-365C-3A52-FD7444DE8789}"/>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27</a:t>
            </a:fld>
            <a:endParaRPr lang="en-US"/>
          </a:p>
        </p:txBody>
      </p:sp>
      <p:sp>
        <p:nvSpPr>
          <p:cNvPr id="2" name="TextBox 1">
            <a:extLst>
              <a:ext uri="{FF2B5EF4-FFF2-40B4-BE49-F238E27FC236}">
                <a16:creationId xmlns:a16="http://schemas.microsoft.com/office/drawing/2014/main" id="{D0476AEB-8BFE-D6F9-264A-7153AD41393F}"/>
              </a:ext>
            </a:extLst>
          </p:cNvPr>
          <p:cNvSpPr txBox="1"/>
          <p:nvPr/>
        </p:nvSpPr>
        <p:spPr>
          <a:xfrm>
            <a:off x="0" y="1371600"/>
            <a:ext cx="8839200" cy="2031325"/>
          </a:xfrm>
          <a:prstGeom prst="rect">
            <a:avLst/>
          </a:prstGeom>
          <a:noFill/>
        </p:spPr>
        <p:txBody>
          <a:bodyPr wrap="square" rtlCol="0">
            <a:spAutoFit/>
          </a:bodyPr>
          <a:lstStyle/>
          <a:p>
            <a:pPr>
              <a:buNone/>
            </a:pPr>
            <a:r>
              <a:rPr lang="en-US" b="1" dirty="0"/>
              <a:t>Key Takeaways from the IoT 3-Layer Model</a:t>
            </a:r>
          </a:p>
          <a:p>
            <a:pPr>
              <a:buFont typeface="+mj-lt"/>
              <a:buAutoNum type="arabicPeriod"/>
            </a:pPr>
            <a:r>
              <a:rPr lang="en-US" b="1" dirty="0"/>
              <a:t>IoT Endpoints</a:t>
            </a:r>
            <a:r>
              <a:rPr lang="en-US" dirty="0"/>
              <a:t>: The foundation of IoT, consisting of sensors, actuators, and edge computing devices.</a:t>
            </a:r>
          </a:p>
          <a:p>
            <a:pPr>
              <a:buFont typeface="+mj-lt"/>
              <a:buAutoNum type="arabicPeriod"/>
            </a:pPr>
            <a:r>
              <a:rPr lang="en-US" b="1" dirty="0"/>
              <a:t>IoT Software</a:t>
            </a:r>
            <a:r>
              <a:rPr lang="en-US" dirty="0"/>
              <a:t>: The intelligence layer that processes, analyzes, and secures IoT data.</a:t>
            </a:r>
          </a:p>
          <a:p>
            <a:pPr>
              <a:buFont typeface="+mj-lt"/>
              <a:buAutoNum type="arabicPeriod"/>
            </a:pPr>
            <a:r>
              <a:rPr lang="en-US" b="1" dirty="0"/>
              <a:t>IoT Apps</a:t>
            </a:r>
            <a:r>
              <a:rPr lang="en-US" dirty="0"/>
              <a:t>: The interface layer that allows users to interact with and manage IoT solutions.</a:t>
            </a:r>
          </a:p>
          <a:p>
            <a:r>
              <a:rPr lang="en-US" dirty="0"/>
              <a:t>This model helps in </a:t>
            </a:r>
            <a:r>
              <a:rPr lang="en-US" b="1" dirty="0"/>
              <a:t>scaling IoT systems efficiently</a:t>
            </a:r>
            <a:r>
              <a:rPr lang="en-US" dirty="0"/>
              <a:t>, ensuring </a:t>
            </a:r>
            <a:r>
              <a:rPr lang="en-US" b="1" dirty="0"/>
              <a:t>seamless data flow and secure communication</a:t>
            </a:r>
            <a:r>
              <a:rPr lang="en-US" dirty="0"/>
              <a:t> across devices and applications.</a:t>
            </a:r>
          </a:p>
        </p:txBody>
      </p:sp>
    </p:spTree>
    <p:extLst>
      <p:ext uri="{BB962C8B-B14F-4D97-AF65-F5344CB8AC3E}">
        <p14:creationId xmlns:p14="http://schemas.microsoft.com/office/powerpoint/2010/main" val="1524058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794E371-48D3-26BE-E251-17E131F538A8}"/>
              </a:ext>
            </a:extLst>
          </p:cNvPr>
          <p:cNvSpPr>
            <a:spLocks noGrp="1"/>
          </p:cNvSpPr>
          <p:nvPr>
            <p:ph sz="quarter" idx="10"/>
          </p:nvPr>
        </p:nvSpPr>
        <p:spPr/>
        <p:txBody>
          <a:bodyPr/>
          <a:lstStyle/>
          <a:p>
            <a:r>
              <a:rPr lang="en-IN" dirty="0"/>
              <a:t>Sensors</a:t>
            </a:r>
          </a:p>
        </p:txBody>
      </p:sp>
      <p:sp>
        <p:nvSpPr>
          <p:cNvPr id="63" name="Content Placeholder 62">
            <a:extLst>
              <a:ext uri="{FF2B5EF4-FFF2-40B4-BE49-F238E27FC236}">
                <a16:creationId xmlns:a16="http://schemas.microsoft.com/office/drawing/2014/main" id="{DD50E422-308D-A463-1DD1-B99EEEDB0D6A}"/>
              </a:ext>
            </a:extLst>
          </p:cNvPr>
          <p:cNvSpPr>
            <a:spLocks noGrp="1"/>
          </p:cNvSpPr>
          <p:nvPr>
            <p:ph sz="quarter" idx="1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9D81457-0D75-2391-4E95-DAE29DCD075D}"/>
                  </a:ext>
                </a:extLst>
              </p14:cNvPr>
              <p14:cNvContentPartPr/>
              <p14:nvPr/>
            </p14:nvContentPartPr>
            <p14:xfrm>
              <a:off x="2471760" y="462960"/>
              <a:ext cx="4842720" cy="648000"/>
            </p14:xfrm>
          </p:contentPart>
        </mc:Choice>
        <mc:Fallback xmlns="">
          <p:pic>
            <p:nvPicPr>
              <p:cNvPr id="2" name="Ink 1">
                <a:extLst>
                  <a:ext uri="{FF2B5EF4-FFF2-40B4-BE49-F238E27FC236}">
                    <a16:creationId xmlns:a16="http://schemas.microsoft.com/office/drawing/2014/main" id="{29D81457-0D75-2391-4E95-DAE29DCD075D}"/>
                  </a:ext>
                </a:extLst>
              </p:cNvPr>
              <p:cNvPicPr/>
              <p:nvPr/>
            </p:nvPicPr>
            <p:blipFill>
              <a:blip r:embed="rId6"/>
              <a:stretch>
                <a:fillRect/>
              </a:stretch>
            </p:blipFill>
            <p:spPr>
              <a:xfrm>
                <a:off x="2455560" y="446760"/>
                <a:ext cx="4875120" cy="680400"/>
              </a:xfrm>
              <a:prstGeom prst="rect">
                <a:avLst/>
              </a:prstGeom>
            </p:spPr>
          </p:pic>
        </mc:Fallback>
      </mc:AlternateContent>
      <p:sp>
        <p:nvSpPr>
          <p:cNvPr id="5" name="Content Placeholder 4">
            <a:extLst>
              <a:ext uri="{FF2B5EF4-FFF2-40B4-BE49-F238E27FC236}">
                <a16:creationId xmlns:a16="http://schemas.microsoft.com/office/drawing/2014/main" id="{953708D1-C31E-F5C2-5E19-3A97D05870F3}"/>
              </a:ext>
            </a:extLst>
          </p:cNvPr>
          <p:cNvSpPr>
            <a:spLocks noGrp="1"/>
          </p:cNvSpPr>
          <p:nvPr>
            <p:ph idx="1"/>
          </p:nvPr>
        </p:nvSpPr>
        <p:spPr/>
        <p:txBody>
          <a:bodyPr>
            <a:normAutofit fontScale="85000" lnSpcReduction="10000"/>
          </a:bodyPr>
          <a:lstStyle/>
          <a:p>
            <a:pPr>
              <a:buNone/>
            </a:pPr>
            <a:r>
              <a:rPr lang="en-US" b="1" dirty="0"/>
              <a:t>Types of Sensors:</a:t>
            </a:r>
          </a:p>
          <a:p>
            <a:pPr>
              <a:buFont typeface="+mj-lt"/>
              <a:buAutoNum type="arabicPeriod"/>
            </a:pPr>
            <a:r>
              <a:rPr lang="en-US" b="1" dirty="0"/>
              <a:t>Digital Sensors (Binary Sensors)</a:t>
            </a:r>
            <a:endParaRPr lang="en-US" dirty="0"/>
          </a:p>
          <a:p>
            <a:pPr marL="742950" lvl="1" indent="-285750">
              <a:buFont typeface="+mj-lt"/>
              <a:buAutoNum type="arabicPeriod"/>
            </a:pPr>
            <a:r>
              <a:rPr lang="en-US" dirty="0"/>
              <a:t>Return ON/OFF signals.</a:t>
            </a:r>
          </a:p>
          <a:p>
            <a:pPr marL="742950" lvl="1" indent="-285750">
              <a:buFont typeface="+mj-lt"/>
              <a:buAutoNum type="arabicPeriod"/>
            </a:pPr>
            <a:r>
              <a:rPr lang="en-US" dirty="0"/>
              <a:t>Used for limit detection, such as position, fullness, and operational status.</a:t>
            </a:r>
          </a:p>
          <a:p>
            <a:pPr marL="742950" lvl="1" indent="-285750">
              <a:buFont typeface="+mj-lt"/>
              <a:buAutoNum type="arabicPeriod"/>
            </a:pPr>
            <a:r>
              <a:rPr lang="en-US" dirty="0"/>
              <a:t>Examples:</a:t>
            </a:r>
          </a:p>
          <a:p>
            <a:pPr marL="1143000" lvl="2" indent="-228600">
              <a:buFont typeface="+mj-lt"/>
              <a:buAutoNum type="arabicPeriod"/>
            </a:pPr>
            <a:r>
              <a:rPr lang="en-US" b="1" dirty="0"/>
              <a:t>Limit switches</a:t>
            </a:r>
            <a:r>
              <a:rPr lang="en-US" dirty="0"/>
              <a:t> – Mechanical contact switches.</a:t>
            </a:r>
          </a:p>
          <a:p>
            <a:pPr marL="1143000" lvl="2" indent="-228600">
              <a:buFont typeface="+mj-lt"/>
              <a:buAutoNum type="arabicPeriod"/>
            </a:pPr>
            <a:r>
              <a:rPr lang="en-US" b="1" dirty="0"/>
              <a:t>Proximity sensors</a:t>
            </a:r>
            <a:r>
              <a:rPr lang="en-US" dirty="0"/>
              <a:t> – Detect metal objects using magnetic fields.</a:t>
            </a:r>
          </a:p>
          <a:p>
            <a:pPr marL="1143000" lvl="2" indent="-228600">
              <a:buFont typeface="+mj-lt"/>
              <a:buAutoNum type="arabicPeriod"/>
            </a:pPr>
            <a:r>
              <a:rPr lang="en-US" b="1" dirty="0"/>
              <a:t>Optical sensors</a:t>
            </a:r>
            <a:r>
              <a:rPr lang="en-US" dirty="0"/>
              <a:t> – Use light, but can be affected by dirt.</a:t>
            </a:r>
          </a:p>
          <a:p>
            <a:pPr marL="1143000" lvl="2" indent="-228600">
              <a:buFont typeface="+mj-lt"/>
              <a:buAutoNum type="arabicPeriod"/>
            </a:pPr>
            <a:r>
              <a:rPr lang="en-US" b="1" dirty="0"/>
              <a:t>Capacitive sensors</a:t>
            </a:r>
            <a:r>
              <a:rPr lang="en-US" dirty="0"/>
              <a:t> – Detect non-conductive materials but are sensitive to contamination.</a:t>
            </a:r>
          </a:p>
          <a:p>
            <a:pPr marL="1143000" lvl="2" indent="-228600">
              <a:buFont typeface="+mj-lt"/>
              <a:buAutoNum type="arabicPeriod"/>
            </a:pPr>
            <a:r>
              <a:rPr lang="en-US" b="1" dirty="0"/>
              <a:t>Ultrasonic sensors</a:t>
            </a:r>
            <a:r>
              <a:rPr lang="en-US" dirty="0"/>
              <a:t> – Use sound waves to detect objects.</a:t>
            </a:r>
          </a:p>
          <a:p>
            <a:pPr marL="1143000" lvl="2" indent="-228600">
              <a:buFont typeface="+mj-lt"/>
              <a:buAutoNum type="arabicPeriod"/>
            </a:pPr>
            <a:r>
              <a:rPr lang="en-US" b="1" dirty="0"/>
              <a:t>Auxiliary contacts</a:t>
            </a:r>
            <a:r>
              <a:rPr lang="en-US" dirty="0"/>
              <a:t> – Indicate relay status.</a:t>
            </a:r>
          </a:p>
          <a:p>
            <a:pPr marL="1143000" lvl="2" indent="-228600">
              <a:buFont typeface="+mj-lt"/>
              <a:buAutoNum type="arabicPeriod"/>
            </a:pPr>
            <a:r>
              <a:rPr lang="en-US" b="1" dirty="0"/>
              <a:t>Push buttons</a:t>
            </a:r>
            <a:r>
              <a:rPr lang="en-US" dirty="0"/>
              <a:t> – Detect operator input.</a:t>
            </a:r>
          </a:p>
          <a:p>
            <a:endParaRPr lang="en-IN" dirty="0"/>
          </a:p>
        </p:txBody>
      </p:sp>
    </p:spTree>
    <p:extLst>
      <p:ext uri="{BB962C8B-B14F-4D97-AF65-F5344CB8AC3E}">
        <p14:creationId xmlns:p14="http://schemas.microsoft.com/office/powerpoint/2010/main" val="3498724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2EB5D-DE92-F920-94A5-5670D218553A}"/>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151D2A4-34EE-A9FE-6906-3448244F17EA}"/>
              </a:ext>
            </a:extLst>
          </p:cNvPr>
          <p:cNvSpPr>
            <a:spLocks noGrp="1"/>
          </p:cNvSpPr>
          <p:nvPr>
            <p:ph sz="quarter" idx="10"/>
          </p:nvPr>
        </p:nvSpPr>
        <p:spPr/>
        <p:txBody>
          <a:bodyPr/>
          <a:lstStyle/>
          <a:p>
            <a:r>
              <a:rPr lang="en-IN" dirty="0"/>
              <a:t>Sensors</a:t>
            </a:r>
          </a:p>
        </p:txBody>
      </p:sp>
      <p:sp>
        <p:nvSpPr>
          <p:cNvPr id="63" name="Content Placeholder 62">
            <a:extLst>
              <a:ext uri="{FF2B5EF4-FFF2-40B4-BE49-F238E27FC236}">
                <a16:creationId xmlns:a16="http://schemas.microsoft.com/office/drawing/2014/main" id="{89D7E0D0-3746-2FAB-DE6E-C4D894EEF013}"/>
              </a:ext>
            </a:extLst>
          </p:cNvPr>
          <p:cNvSpPr>
            <a:spLocks noGrp="1"/>
          </p:cNvSpPr>
          <p:nvPr>
            <p:ph sz="quarter" idx="11"/>
          </p:nvPr>
        </p:nvSpPr>
        <p:spPr/>
        <p:txBody>
          <a:bodyPr/>
          <a:lstStyle/>
          <a:p>
            <a:endParaRPr lang="en-IN"/>
          </a:p>
        </p:txBody>
      </p:sp>
      <p:sp>
        <p:nvSpPr>
          <p:cNvPr id="5" name="Content Placeholder 4">
            <a:extLst>
              <a:ext uri="{FF2B5EF4-FFF2-40B4-BE49-F238E27FC236}">
                <a16:creationId xmlns:a16="http://schemas.microsoft.com/office/drawing/2014/main" id="{1ABED7DA-4C94-B923-185B-8FC59327ADB6}"/>
              </a:ext>
            </a:extLst>
          </p:cNvPr>
          <p:cNvSpPr>
            <a:spLocks noGrp="1"/>
          </p:cNvSpPr>
          <p:nvPr>
            <p:ph idx="1"/>
          </p:nvPr>
        </p:nvSpPr>
        <p:spPr/>
        <p:txBody>
          <a:bodyPr>
            <a:normAutofit fontScale="92500" lnSpcReduction="20000"/>
          </a:bodyPr>
          <a:lstStyle/>
          <a:p>
            <a:pPr>
              <a:buNone/>
            </a:pPr>
            <a:r>
              <a:rPr lang="en-IN" b="1" dirty="0"/>
              <a:t>Analog Sensors</a:t>
            </a:r>
            <a:endParaRPr lang="en-IN" dirty="0"/>
          </a:p>
          <a:p>
            <a:pPr>
              <a:buFont typeface="Arial" panose="020B0604020202020204" pitchFamily="34" charset="0"/>
              <a:buChar char="•"/>
            </a:pPr>
            <a:r>
              <a:rPr lang="en-IN" dirty="0"/>
              <a:t>Convert physical quantities (e.g., temperature, pressure) into electrical signals (voltage or current).</a:t>
            </a:r>
          </a:p>
          <a:p>
            <a:pPr>
              <a:buFont typeface="Arial" panose="020B0604020202020204" pitchFamily="34" charset="0"/>
              <a:buChar char="•"/>
            </a:pPr>
            <a:r>
              <a:rPr lang="en-IN" dirty="0"/>
              <a:t>Examples:</a:t>
            </a:r>
          </a:p>
          <a:p>
            <a:pPr marL="742950" lvl="1" indent="-285750">
              <a:buFont typeface="Arial" panose="020B0604020202020204" pitchFamily="34" charset="0"/>
              <a:buChar char="•"/>
            </a:pPr>
            <a:r>
              <a:rPr lang="en-IN" b="1" dirty="0"/>
              <a:t>Thermocouples</a:t>
            </a:r>
            <a:r>
              <a:rPr lang="en-IN" dirty="0"/>
              <a:t> – Produce millivolt signals for temperature measurement.</a:t>
            </a:r>
          </a:p>
          <a:p>
            <a:pPr marL="742950" lvl="1" indent="-285750">
              <a:buFont typeface="Arial" panose="020B0604020202020204" pitchFamily="34" charset="0"/>
              <a:buChar char="•"/>
            </a:pPr>
            <a:r>
              <a:rPr lang="en-IN" b="1" dirty="0"/>
              <a:t>Resistance Temperature Detectors (RTDs)</a:t>
            </a:r>
            <a:r>
              <a:rPr lang="en-IN" dirty="0"/>
              <a:t> – More accurate, use resistance changes.</a:t>
            </a:r>
          </a:p>
          <a:p>
            <a:pPr marL="742950" lvl="1" indent="-285750">
              <a:buFont typeface="Arial" panose="020B0604020202020204" pitchFamily="34" charset="0"/>
              <a:buChar char="•"/>
            </a:pPr>
            <a:r>
              <a:rPr lang="en-IN" b="1" dirty="0"/>
              <a:t>Pressure sensors, humidity sensors, distance sensors, speed sensors</a:t>
            </a:r>
            <a:r>
              <a:rPr lang="en-IN" dirty="0"/>
              <a:t> – Convert values into standard electrical signals (often </a:t>
            </a:r>
            <a:r>
              <a:rPr lang="en-IN" b="1" dirty="0"/>
              <a:t>4-20mA</a:t>
            </a:r>
            <a:r>
              <a:rPr lang="en-IN" dirty="0"/>
              <a:t> for noise immunity).</a:t>
            </a:r>
          </a:p>
          <a:p>
            <a:pPr>
              <a:buNone/>
            </a:pPr>
            <a:r>
              <a:rPr lang="en-US" b="1" dirty="0"/>
              <a:t>Industrial Applications:</a:t>
            </a:r>
          </a:p>
          <a:p>
            <a:pPr>
              <a:buFont typeface="Arial" panose="020B0604020202020204" pitchFamily="34" charset="0"/>
              <a:buChar char="•"/>
            </a:pPr>
            <a:r>
              <a:rPr lang="en-US" dirty="0"/>
              <a:t>Digital sensors help with detecting positions, operational status, and presence of objects.</a:t>
            </a:r>
          </a:p>
          <a:p>
            <a:pPr>
              <a:buFont typeface="Arial" panose="020B0604020202020204" pitchFamily="34" charset="0"/>
              <a:buChar char="•"/>
            </a:pPr>
            <a:r>
              <a:rPr lang="en-US" dirty="0"/>
              <a:t>Analog sensors allow precise measurement of environmental factors like temperature and pressure.</a:t>
            </a:r>
          </a:p>
          <a:p>
            <a:pPr>
              <a:buFont typeface="Arial" panose="020B0604020202020204" pitchFamily="34" charset="0"/>
              <a:buChar char="•"/>
            </a:pPr>
            <a:r>
              <a:rPr lang="en-US" dirty="0"/>
              <a:t>The combination of these sensors, hardware, and software enables automation and control of industrial processes.</a:t>
            </a:r>
          </a:p>
          <a:p>
            <a:pPr marL="457200" lvl="1" indent="0">
              <a:buNone/>
            </a:pPr>
            <a:endParaRPr lang="en-IN" dirty="0"/>
          </a:p>
        </p:txBody>
      </p:sp>
      <p:sp>
        <p:nvSpPr>
          <p:cNvPr id="3" name="TextBox 2">
            <a:extLst>
              <a:ext uri="{FF2B5EF4-FFF2-40B4-BE49-F238E27FC236}">
                <a16:creationId xmlns:a16="http://schemas.microsoft.com/office/drawing/2014/main" id="{A55A45D5-7D74-41D6-3590-1964D0818DB6}"/>
              </a:ext>
            </a:extLst>
          </p:cNvPr>
          <p:cNvSpPr txBox="1"/>
          <p:nvPr/>
        </p:nvSpPr>
        <p:spPr>
          <a:xfrm>
            <a:off x="2209800" y="685800"/>
            <a:ext cx="4419600" cy="369332"/>
          </a:xfrm>
          <a:prstGeom prst="rect">
            <a:avLst/>
          </a:prstGeom>
          <a:noFill/>
        </p:spPr>
        <p:txBody>
          <a:bodyPr wrap="square" rtlCol="0">
            <a:spAutoFit/>
          </a:bodyPr>
          <a:lstStyle/>
          <a:p>
            <a:r>
              <a:rPr lang="en-US" dirty="0"/>
              <a:t>RTD = Resistance Temperature Device	</a:t>
            </a:r>
            <a:endParaRPr lang="en-IN" dirty="0"/>
          </a:p>
        </p:txBody>
      </p:sp>
    </p:spTree>
    <p:extLst>
      <p:ext uri="{BB962C8B-B14F-4D97-AF65-F5344CB8AC3E}">
        <p14:creationId xmlns:p14="http://schemas.microsoft.com/office/powerpoint/2010/main" val="2456445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9DD40-1764-AC66-8721-FD48FFB1B903}"/>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195312C-9CF9-F6FB-7E8B-5C92805900CE}"/>
              </a:ext>
            </a:extLst>
          </p:cNvPr>
          <p:cNvSpPr>
            <a:spLocks noGrp="1"/>
          </p:cNvSpPr>
          <p:nvPr>
            <p:ph sz="quarter" idx="10"/>
          </p:nvPr>
        </p:nvSpPr>
        <p:spPr/>
        <p:txBody>
          <a:bodyPr/>
          <a:lstStyle/>
          <a:p>
            <a:r>
              <a:rPr lang="en-IN" dirty="0"/>
              <a:t>Sensors</a:t>
            </a:r>
          </a:p>
        </p:txBody>
      </p:sp>
      <p:sp>
        <p:nvSpPr>
          <p:cNvPr id="63" name="Content Placeholder 62">
            <a:extLst>
              <a:ext uri="{FF2B5EF4-FFF2-40B4-BE49-F238E27FC236}">
                <a16:creationId xmlns:a16="http://schemas.microsoft.com/office/drawing/2014/main" id="{DA2BB9C7-7D39-13AD-1250-A904BD9F0230}"/>
              </a:ext>
            </a:extLst>
          </p:cNvPr>
          <p:cNvSpPr>
            <a:spLocks noGrp="1"/>
          </p:cNvSpPr>
          <p:nvPr>
            <p:ph sz="quarter" idx="11"/>
          </p:nvPr>
        </p:nvSpPr>
        <p:spPr/>
        <p:txBody>
          <a:bodyPr/>
          <a:lstStyle/>
          <a:p>
            <a:endParaRPr lang="en-IN"/>
          </a:p>
        </p:txBody>
      </p:sp>
      <p:pic>
        <p:nvPicPr>
          <p:cNvPr id="6" name="Content Placeholder 5">
            <a:extLst>
              <a:ext uri="{FF2B5EF4-FFF2-40B4-BE49-F238E27FC236}">
                <a16:creationId xmlns:a16="http://schemas.microsoft.com/office/drawing/2014/main" id="{0C501D47-BE3B-4185-49C3-3149658A8C64}"/>
              </a:ext>
            </a:extLst>
          </p:cNvPr>
          <p:cNvPicPr>
            <a:picLocks noGrp="1" noChangeAspect="1"/>
          </p:cNvPicPr>
          <p:nvPr>
            <p:ph idx="1"/>
          </p:nvPr>
        </p:nvPicPr>
        <p:blipFill>
          <a:blip r:embed="rId2"/>
          <a:stretch>
            <a:fillRect/>
          </a:stretch>
        </p:blipFill>
        <p:spPr>
          <a:xfrm>
            <a:off x="1025128" y="1493837"/>
            <a:ext cx="7356872" cy="4904581"/>
          </a:xfrm>
        </p:spPr>
      </p:pic>
    </p:spTree>
    <p:extLst>
      <p:ext uri="{BB962C8B-B14F-4D97-AF65-F5344CB8AC3E}">
        <p14:creationId xmlns:p14="http://schemas.microsoft.com/office/powerpoint/2010/main" val="2799710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04800" y="152400"/>
            <a:ext cx="6324600" cy="1143000"/>
          </a:xfrm>
        </p:spPr>
        <p:txBody>
          <a:bodyPr anchor="ctr">
            <a:normAutofit/>
          </a:bodyPr>
          <a:lstStyle/>
          <a:p>
            <a:pPr>
              <a:spcAft>
                <a:spcPts val="600"/>
              </a:spcAft>
            </a:pPr>
            <a:r>
              <a:rPr lang="en-US"/>
              <a:t>IoT Sensors</a:t>
            </a:r>
          </a:p>
        </p:txBody>
      </p:sp>
      <p:sp>
        <p:nvSpPr>
          <p:cNvPr id="5" name="Slide Number Placeholder 4"/>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31</a:t>
            </a:fld>
            <a:endParaRPr lang="en-US"/>
          </a:p>
        </p:txBody>
      </p:sp>
      <p:sp>
        <p:nvSpPr>
          <p:cNvPr id="4" name="Content Placeholder 3">
            <a:extLst>
              <a:ext uri="{FF2B5EF4-FFF2-40B4-BE49-F238E27FC236}">
                <a16:creationId xmlns:a16="http://schemas.microsoft.com/office/drawing/2014/main" id="{8EB17A62-4175-A37C-F20E-4DFB8390BE99}"/>
              </a:ext>
            </a:extLst>
          </p:cNvPr>
          <p:cNvSpPr>
            <a:spLocks noGrp="1"/>
          </p:cNvSpPr>
          <p:nvPr>
            <p:ph idx="1"/>
          </p:nvPr>
        </p:nvSpPr>
        <p:spPr/>
        <p:txBody>
          <a:bodyPr>
            <a:normAutofit fontScale="55000" lnSpcReduction="20000"/>
          </a:bodyPr>
          <a:lstStyle/>
          <a:p>
            <a:r>
              <a:rPr lang="en-US" dirty="0"/>
              <a:t>15 IoT sensors used in Industry-&gt;</a:t>
            </a:r>
          </a:p>
          <a:p>
            <a:pPr>
              <a:buNone/>
            </a:pPr>
            <a:r>
              <a:rPr lang="en-US" b="1" dirty="0"/>
              <a:t>1. Temperature Sensors</a:t>
            </a:r>
          </a:p>
          <a:p>
            <a:pPr>
              <a:buNone/>
            </a:pPr>
            <a:r>
              <a:rPr lang="en-US" dirty="0"/>
              <a:t>Temperature sensors are designed to monitor the temperature of various devices, including smartphones, industrial machinery, and medical equipment. They help prevent overheating by providing real-time data for temperature regulation. These sensors use thermistors, thermocouples, or resistance temperature detectors (RTDs) to measure heat variations.</a:t>
            </a:r>
          </a:p>
          <a:p>
            <a:pPr>
              <a:buNone/>
            </a:pPr>
            <a:r>
              <a:rPr lang="en-US" b="1" dirty="0"/>
              <a:t>2. Proximity Sensors</a:t>
            </a:r>
          </a:p>
          <a:p>
            <a:pPr>
              <a:buNone/>
            </a:pPr>
            <a:r>
              <a:rPr lang="en-US" dirty="0"/>
              <a:t>Proximity sensors emit electromagnetic radiation or an infrared beam to detect the presence of nearby objects without physical contact. These are commonly used in touchscreens, automotive parking sensors, and industrial automation to detect objects' positions.</a:t>
            </a:r>
          </a:p>
          <a:p>
            <a:pPr>
              <a:buNone/>
            </a:pPr>
            <a:r>
              <a:rPr lang="en-US" b="1" dirty="0"/>
              <a:t>3. Pressure Sensors</a:t>
            </a:r>
          </a:p>
          <a:p>
            <a:pPr>
              <a:buNone/>
            </a:pPr>
            <a:r>
              <a:rPr lang="en-US" dirty="0"/>
              <a:t>Pressure sensors measure the pressure of gases or liquids and are also used to monitor the flow of fluids and gases. They find applications in automotive systems (e.g., tire pressure monitoring), industrial processes, and medical devices like blood pressure monitors.</a:t>
            </a:r>
          </a:p>
          <a:p>
            <a:pPr>
              <a:buNone/>
            </a:pPr>
            <a:r>
              <a:rPr lang="en-US" b="1" dirty="0"/>
              <a:t>4. Water Quality Sensors</a:t>
            </a:r>
          </a:p>
          <a:p>
            <a:pPr>
              <a:buNone/>
            </a:pPr>
            <a:r>
              <a:rPr lang="en-US" dirty="0"/>
              <a:t>Water quality sensors detect pH levels and other properties of water, making them useful for ion monitoring in environmental studies, water treatment plants, and laboratory research. They help ensure safe drinking water and maintain chemical balance in industrial processes.</a:t>
            </a:r>
          </a:p>
          <a:p>
            <a:pPr>
              <a:buNone/>
            </a:pPr>
            <a:r>
              <a:rPr lang="en-US" b="1" dirty="0"/>
              <a:t>5. Chemical Sensors</a:t>
            </a:r>
          </a:p>
          <a:p>
            <a:pPr>
              <a:buNone/>
            </a:pPr>
            <a:r>
              <a:rPr lang="en-US" dirty="0"/>
              <a:t>Chemical sensors identify changes in liquids to detect air chemical changes. These sensors are commonly used in industrial safety, environmental monitoring, and medical diagnostics, where they help detect pollutants, toxins, and other hazardous chemicals.</a:t>
            </a:r>
          </a:p>
          <a:p>
            <a:endParaRPr lang="en-IN" dirty="0"/>
          </a:p>
        </p:txBody>
      </p:sp>
    </p:spTree>
    <p:extLst>
      <p:ext uri="{BB962C8B-B14F-4D97-AF65-F5344CB8AC3E}">
        <p14:creationId xmlns:p14="http://schemas.microsoft.com/office/powerpoint/2010/main" val="3498724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E570E-7684-DA3F-16C8-D05476F5B8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E07B9C-EA80-5FC1-9BCD-DEF7578571A5}"/>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US"/>
              <a:t>IoT Sensors</a:t>
            </a:r>
          </a:p>
        </p:txBody>
      </p:sp>
      <p:sp>
        <p:nvSpPr>
          <p:cNvPr id="5" name="Slide Number Placeholder 4">
            <a:extLst>
              <a:ext uri="{FF2B5EF4-FFF2-40B4-BE49-F238E27FC236}">
                <a16:creationId xmlns:a16="http://schemas.microsoft.com/office/drawing/2014/main" id="{CC5D2724-69C6-9FB4-2A2C-6A6E9154A368}"/>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32</a:t>
            </a:fld>
            <a:endParaRPr lang="en-US"/>
          </a:p>
        </p:txBody>
      </p:sp>
      <p:sp>
        <p:nvSpPr>
          <p:cNvPr id="4" name="Content Placeholder 3">
            <a:extLst>
              <a:ext uri="{FF2B5EF4-FFF2-40B4-BE49-F238E27FC236}">
                <a16:creationId xmlns:a16="http://schemas.microsoft.com/office/drawing/2014/main" id="{E055DF3F-CC74-4D75-C636-C2E4707CEB62}"/>
              </a:ext>
            </a:extLst>
          </p:cNvPr>
          <p:cNvSpPr>
            <a:spLocks noGrp="1"/>
          </p:cNvSpPr>
          <p:nvPr>
            <p:ph idx="1"/>
          </p:nvPr>
        </p:nvSpPr>
        <p:spPr/>
        <p:txBody>
          <a:bodyPr>
            <a:normAutofit fontScale="62500" lnSpcReduction="20000"/>
          </a:bodyPr>
          <a:lstStyle/>
          <a:p>
            <a:pPr>
              <a:buNone/>
            </a:pPr>
            <a:r>
              <a:rPr lang="en-US" b="1" dirty="0"/>
              <a:t>6. Gas Sensors</a:t>
            </a:r>
          </a:p>
          <a:p>
            <a:pPr>
              <a:buNone/>
            </a:pPr>
            <a:r>
              <a:rPr lang="en-US" dirty="0"/>
              <a:t>Gas sensors function similarly to chemical sensors but specifically detect the presence and concentration of gases. They are widely used in industrial safety, air quality monitoring, and gas leakage detection to prevent hazardous situations.</a:t>
            </a:r>
          </a:p>
          <a:p>
            <a:pPr>
              <a:buNone/>
            </a:pPr>
            <a:r>
              <a:rPr lang="en-US" b="1" dirty="0"/>
              <a:t>7. Smoke Sensors</a:t>
            </a:r>
          </a:p>
          <a:p>
            <a:pPr>
              <a:buNone/>
            </a:pPr>
            <a:r>
              <a:rPr lang="en-US" dirty="0"/>
              <a:t>Smoke sensors detect airborne particulates and gases, making them essential components of fire detection systems. They are commonly found in residential and commercial fire alarms, using either ionization or photoelectric technology to detect smoke levels.</a:t>
            </a:r>
          </a:p>
          <a:p>
            <a:pPr>
              <a:buNone/>
            </a:pPr>
            <a:r>
              <a:rPr lang="en-US" b="1" dirty="0"/>
              <a:t>8. Infrared (IR) Sensors</a:t>
            </a:r>
          </a:p>
          <a:p>
            <a:pPr>
              <a:buNone/>
            </a:pPr>
            <a:r>
              <a:rPr lang="en-US" dirty="0"/>
              <a:t>Infrared sensors detect infrared radiation, which is emitted by objects based on their temperature. These sensors play a significant role in healthcare, especially in laparoscopic surgery, thermal imaging, and remote temperature monitoring.</a:t>
            </a:r>
          </a:p>
          <a:p>
            <a:pPr>
              <a:buNone/>
            </a:pPr>
            <a:r>
              <a:rPr lang="en-US" b="1" dirty="0"/>
              <a:t>9. Level Sensors</a:t>
            </a:r>
          </a:p>
          <a:p>
            <a:pPr>
              <a:buNone/>
            </a:pPr>
            <a:r>
              <a:rPr lang="en-US" dirty="0"/>
              <a:t>Level sensors are used to detect the level of fluids or other substances in tanks and reservoirs. They are widely used in hydraulic systems, fuel storage tanks, and industrial applications to monitor and control liquid levels.</a:t>
            </a:r>
          </a:p>
          <a:p>
            <a:pPr>
              <a:buNone/>
            </a:pPr>
            <a:r>
              <a:rPr lang="en-US" b="1" dirty="0"/>
              <a:t>10. Image Sensors</a:t>
            </a:r>
          </a:p>
          <a:p>
            <a:r>
              <a:rPr lang="en-US" dirty="0"/>
              <a:t>Image sensors convert optical images into electronic signals, enabling digital cameras and vision-based applications to capture and process images. They are used in smartphones, security cameras, medical imaging, and industrial automation.</a:t>
            </a:r>
          </a:p>
        </p:txBody>
      </p:sp>
    </p:spTree>
    <p:extLst>
      <p:ext uri="{BB962C8B-B14F-4D97-AF65-F5344CB8AC3E}">
        <p14:creationId xmlns:p14="http://schemas.microsoft.com/office/powerpoint/2010/main" val="3307050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65F76-E086-E131-582C-B2A973FAA1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E3B53C-CE20-19E5-CF97-28C06E029994}"/>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US"/>
              <a:t>IoT Sensors</a:t>
            </a:r>
          </a:p>
        </p:txBody>
      </p:sp>
      <p:sp>
        <p:nvSpPr>
          <p:cNvPr id="5" name="Slide Number Placeholder 4">
            <a:extLst>
              <a:ext uri="{FF2B5EF4-FFF2-40B4-BE49-F238E27FC236}">
                <a16:creationId xmlns:a16="http://schemas.microsoft.com/office/drawing/2014/main" id="{7139B1D1-5059-34AA-C454-0D95E7986C91}"/>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33</a:t>
            </a:fld>
            <a:endParaRPr lang="en-US"/>
          </a:p>
        </p:txBody>
      </p:sp>
      <p:sp>
        <p:nvSpPr>
          <p:cNvPr id="4" name="Content Placeholder 3">
            <a:extLst>
              <a:ext uri="{FF2B5EF4-FFF2-40B4-BE49-F238E27FC236}">
                <a16:creationId xmlns:a16="http://schemas.microsoft.com/office/drawing/2014/main" id="{E4596101-A42B-FEF7-C944-5AE93DF680B0}"/>
              </a:ext>
            </a:extLst>
          </p:cNvPr>
          <p:cNvSpPr>
            <a:spLocks noGrp="1"/>
          </p:cNvSpPr>
          <p:nvPr>
            <p:ph idx="1"/>
          </p:nvPr>
        </p:nvSpPr>
        <p:spPr/>
        <p:txBody>
          <a:bodyPr>
            <a:normAutofit fontScale="62500" lnSpcReduction="20000"/>
          </a:bodyPr>
          <a:lstStyle/>
          <a:p>
            <a:pPr>
              <a:buNone/>
            </a:pPr>
            <a:r>
              <a:rPr lang="en-US" b="1" dirty="0"/>
              <a:t>11. Motion Detectors</a:t>
            </a:r>
          </a:p>
          <a:p>
            <a:pPr>
              <a:buNone/>
            </a:pPr>
            <a:r>
              <a:rPr lang="en-US" dirty="0"/>
              <a:t>Motion detectors sense movement using various technologies, including microwave, infrared, and ultrasonic waves. They are used in security systems, automatic doors, smart lighting, and other applications that require movement detection.</a:t>
            </a:r>
          </a:p>
          <a:p>
            <a:pPr>
              <a:buNone/>
            </a:pPr>
            <a:r>
              <a:rPr lang="en-US" b="1" dirty="0"/>
              <a:t>12. Accelerometer Sensors</a:t>
            </a:r>
          </a:p>
          <a:p>
            <a:pPr>
              <a:buNone/>
            </a:pPr>
            <a:r>
              <a:rPr lang="en-US" dirty="0"/>
              <a:t>Accelerometer sensors measure acceleration forces, which may be static (gravity) or dynamic (movement). Their adoption in defense applications has significantly increased, particularly in the development of small-diameter missiles, as well as in smartphones and fitness tracking devices.</a:t>
            </a:r>
          </a:p>
          <a:p>
            <a:pPr>
              <a:buNone/>
            </a:pPr>
            <a:r>
              <a:rPr lang="en-US" b="1" dirty="0"/>
              <a:t>13. Gyroscope Sensors</a:t>
            </a:r>
          </a:p>
          <a:p>
            <a:pPr>
              <a:buNone/>
            </a:pPr>
            <a:r>
              <a:rPr lang="en-US" dirty="0"/>
              <a:t>Gyroscope sensors detect angular velocity and orientation, making them essential for navigation purposes. These sensors are widely used in smartphones, gaming controllers, aerospace systems, and navigation apps.</a:t>
            </a:r>
          </a:p>
          <a:p>
            <a:pPr>
              <a:buNone/>
            </a:pPr>
            <a:r>
              <a:rPr lang="en-US" b="1" dirty="0"/>
              <a:t>14. Humidity Sensors</a:t>
            </a:r>
          </a:p>
          <a:p>
            <a:pPr>
              <a:buNone/>
            </a:pPr>
            <a:r>
              <a:rPr lang="en-US" dirty="0"/>
              <a:t>Humidity sensors measure moisture levels in the air and are primarily used in heating, ventilation, and air conditioning (HVAC) systems. They help regulate indoor air quality, prevent mold growth, and optimize industrial drying processes.</a:t>
            </a:r>
          </a:p>
          <a:p>
            <a:pPr>
              <a:buNone/>
            </a:pPr>
            <a:r>
              <a:rPr lang="en-US" b="1" dirty="0"/>
              <a:t>15. Optical Sensors</a:t>
            </a:r>
          </a:p>
          <a:p>
            <a:r>
              <a:rPr lang="en-US" dirty="0"/>
              <a:t>Optical sensors detect light rays and convert them into electrical signals for electronic devices. They are widely used in fiber optics, automatic lighting systems, medical diagnostics, and barcode scanning technology.</a:t>
            </a:r>
          </a:p>
        </p:txBody>
      </p:sp>
    </p:spTree>
    <p:extLst>
      <p:ext uri="{BB962C8B-B14F-4D97-AF65-F5344CB8AC3E}">
        <p14:creationId xmlns:p14="http://schemas.microsoft.com/office/powerpoint/2010/main" val="655780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Wireless Sensor Networks are networks that consists of sensors which are distributed in an ad hoc manner.</a:t>
            </a:r>
          </a:p>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These sensors work with each other to sense some physical phenomenon and then the information gathered is processed to get relevant results.</a:t>
            </a:r>
          </a:p>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Wireless sensor networks consists of </a:t>
            </a:r>
            <a:r>
              <a:rPr kumimoji="0" lang="en-US" altLang="zh-TW" sz="2800" b="0" i="0" u="none" strike="noStrike" kern="1200" cap="none" spc="0" normalizeH="0" baseline="0" noProof="0" dirty="0">
                <a:ln>
                  <a:noFill/>
                </a:ln>
                <a:solidFill>
                  <a:prstClr val="black"/>
                </a:solidFill>
                <a:effectLst/>
                <a:uLnTx/>
                <a:uFillTx/>
                <a:latin typeface="Gill Sans MT"/>
                <a:ea typeface="新細明體" pitchFamily="18" charset="-120"/>
                <a:cs typeface="+mn-cs"/>
              </a:rPr>
              <a:t>protocols and algorithms with self-organizing capabilities.</a:t>
            </a:r>
            <a:endParaRPr kumimoji="0" lang="en-US" sz="2800" b="0" i="0" u="none" strike="noStrike" kern="1200" cap="none" spc="0" normalizeH="0" baseline="0" noProof="0" dirty="0">
              <a:ln>
                <a:noFill/>
              </a:ln>
              <a:solidFill>
                <a:prstClr val="black"/>
              </a:solidFill>
              <a:effectLst/>
              <a:uLnTx/>
              <a:uFillTx/>
              <a:latin typeface="Gill Sans MT"/>
              <a:ea typeface="+mn-ea"/>
              <a:cs typeface="+mn-cs"/>
            </a:endParaRPr>
          </a:p>
          <a:p>
            <a:endParaRPr lang="en-US" dirty="0"/>
          </a:p>
        </p:txBody>
      </p:sp>
      <p:sp>
        <p:nvSpPr>
          <p:cNvPr id="3" name="Content Placeholder 2"/>
          <p:cNvSpPr>
            <a:spLocks noGrp="1"/>
          </p:cNvSpPr>
          <p:nvPr>
            <p:ph sz="quarter" idx="10"/>
          </p:nvPr>
        </p:nvSpPr>
        <p:spPr/>
        <p:txBody>
          <a:bodyPr/>
          <a:lstStyle/>
          <a:p>
            <a:r>
              <a:rPr lang="en-US" dirty="0">
                <a:latin typeface="Times New Roman" pitchFamily="18" charset="0"/>
                <a:cs typeface="Times New Roman" pitchFamily="18" charset="0"/>
              </a:rPr>
              <a:t>Wireless Sensor Networks</a:t>
            </a:r>
          </a:p>
        </p:txBody>
      </p:sp>
      <p:sp>
        <p:nvSpPr>
          <p:cNvPr id="5" name="Slide Number Placeholder 4"/>
          <p:cNvSpPr>
            <a:spLocks noGrp="1"/>
          </p:cNvSpPr>
          <p:nvPr>
            <p:ph type="sldNum" sz="quarter" idx="14"/>
          </p:nvPr>
        </p:nvSpPr>
        <p:spPr/>
        <p:txBody>
          <a:bodyPr/>
          <a:lstStyle/>
          <a:p>
            <a:fld id="{BC8D7E44-7D4F-4942-A8C9-2DF6BF8399E8}" type="slidenum">
              <a:rPr lang="en-US" smtClean="0"/>
              <a:pPr/>
              <a:t>34</a:t>
            </a:fld>
            <a:endParaRPr lang="en-US" dirty="0"/>
          </a:p>
        </p:txBody>
      </p:sp>
    </p:spTree>
    <p:extLst>
      <p:ext uri="{BB962C8B-B14F-4D97-AF65-F5344CB8AC3E}">
        <p14:creationId xmlns:p14="http://schemas.microsoft.com/office/powerpoint/2010/main" val="3498724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D4CEB-0CE4-9223-9D39-C5731BDD28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468F98-959E-F448-A371-057B32049F09}"/>
              </a:ext>
            </a:extLst>
          </p:cNvPr>
          <p:cNvSpPr>
            <a:spLocks noGrp="1"/>
          </p:cNvSpPr>
          <p:nvPr>
            <p:ph idx="1"/>
          </p:nvPr>
        </p:nvSpPr>
        <p:spPr/>
        <p:txBody>
          <a:bodyPr>
            <a:normAutofit fontScale="85000" lnSpcReduction="10000"/>
          </a:bodyPr>
          <a:lstStyle/>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r>
              <a:rPr lang="en-US" sz="2000" dirty="0"/>
              <a:t>Wireless Sensor Networks (WSNs) are networks composed of spatially distributed sensors that </a:t>
            </a:r>
            <a:r>
              <a:rPr lang="en-US" sz="2000" b="1" dirty="0"/>
              <a:t>collect, process, and transmit data</a:t>
            </a:r>
            <a:r>
              <a:rPr lang="en-US" sz="2000" dirty="0"/>
              <a:t> wirelessly. These sensors communicate with each other to monitor and analyze environmental or physical conditions such as temperature, humidity, pressure, motion, and pollutants.</a:t>
            </a:r>
          </a:p>
          <a:p>
            <a:pPr>
              <a:buNone/>
            </a:pPr>
            <a:r>
              <a:rPr lang="en-US" b="1" dirty="0"/>
              <a:t>2. Key Characteristics of WSNs</a:t>
            </a:r>
          </a:p>
          <a:p>
            <a:pPr>
              <a:buFont typeface="Arial" panose="020B0604020202020204" pitchFamily="34" charset="0"/>
              <a:buChar char="•"/>
            </a:pPr>
            <a:r>
              <a:rPr lang="en-US" b="1" dirty="0"/>
              <a:t>Ad hoc Deployment</a:t>
            </a:r>
            <a:r>
              <a:rPr lang="en-US" dirty="0"/>
              <a:t>: Sensors are randomly deployed without a fixed infrastructure.</a:t>
            </a:r>
          </a:p>
          <a:p>
            <a:pPr>
              <a:buFont typeface="Arial" panose="020B0604020202020204" pitchFamily="34" charset="0"/>
              <a:buChar char="•"/>
            </a:pPr>
            <a:r>
              <a:rPr lang="en-US" b="1" dirty="0"/>
              <a:t>Self-Organizing</a:t>
            </a:r>
            <a:r>
              <a:rPr lang="en-US" dirty="0"/>
              <a:t>: Nodes (sensors) autonomously form a network, adjusting to changes dynamically.</a:t>
            </a:r>
          </a:p>
          <a:p>
            <a:pPr>
              <a:buFont typeface="Arial" panose="020B0604020202020204" pitchFamily="34" charset="0"/>
              <a:buChar char="•"/>
            </a:pPr>
            <a:r>
              <a:rPr lang="en-US" b="1" dirty="0"/>
              <a:t>Energy Efficiency</a:t>
            </a:r>
            <a:r>
              <a:rPr lang="en-US" dirty="0"/>
              <a:t>: Since sensors run on limited battery power, energy-efficient communication and processing are crucial.</a:t>
            </a:r>
          </a:p>
          <a:p>
            <a:pPr>
              <a:buFont typeface="Arial" panose="020B0604020202020204" pitchFamily="34" charset="0"/>
              <a:buChar char="•"/>
            </a:pPr>
            <a:r>
              <a:rPr lang="en-US" b="1" dirty="0"/>
              <a:t>Scalability</a:t>
            </a:r>
            <a:r>
              <a:rPr lang="en-US" dirty="0"/>
              <a:t>: Can support a large number of sensor nodes.</a:t>
            </a:r>
          </a:p>
          <a:p>
            <a:pPr>
              <a:buFont typeface="Arial" panose="020B0604020202020204" pitchFamily="34" charset="0"/>
              <a:buChar char="•"/>
            </a:pPr>
            <a:r>
              <a:rPr lang="en-US" b="1" dirty="0"/>
              <a:t>Fault Tolerance</a:t>
            </a:r>
            <a:r>
              <a:rPr lang="en-US" dirty="0"/>
              <a:t>: The network continues functioning even if some sensors fail.</a:t>
            </a:r>
          </a:p>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endParaRPr lang="en-US" dirty="0"/>
          </a:p>
        </p:txBody>
      </p:sp>
      <p:sp>
        <p:nvSpPr>
          <p:cNvPr id="3" name="Content Placeholder 2">
            <a:extLst>
              <a:ext uri="{FF2B5EF4-FFF2-40B4-BE49-F238E27FC236}">
                <a16:creationId xmlns:a16="http://schemas.microsoft.com/office/drawing/2014/main" id="{AA1CBFF5-1A32-9CC1-EE71-FDA3A8847674}"/>
              </a:ext>
            </a:extLst>
          </p:cNvPr>
          <p:cNvSpPr>
            <a:spLocks noGrp="1"/>
          </p:cNvSpPr>
          <p:nvPr>
            <p:ph sz="quarter" idx="10"/>
          </p:nvPr>
        </p:nvSpPr>
        <p:spPr/>
        <p:txBody>
          <a:bodyPr/>
          <a:lstStyle/>
          <a:p>
            <a:r>
              <a:rPr lang="en-US" dirty="0">
                <a:latin typeface="Times New Roman" pitchFamily="18" charset="0"/>
                <a:cs typeface="Times New Roman" pitchFamily="18" charset="0"/>
              </a:rPr>
              <a:t>Wireless Sensor Networks</a:t>
            </a:r>
          </a:p>
        </p:txBody>
      </p:sp>
      <p:sp>
        <p:nvSpPr>
          <p:cNvPr id="5" name="Slide Number Placeholder 4">
            <a:extLst>
              <a:ext uri="{FF2B5EF4-FFF2-40B4-BE49-F238E27FC236}">
                <a16:creationId xmlns:a16="http://schemas.microsoft.com/office/drawing/2014/main" id="{31694723-1582-657D-E28E-90B6769F1099}"/>
              </a:ext>
            </a:extLst>
          </p:cNvPr>
          <p:cNvSpPr>
            <a:spLocks noGrp="1"/>
          </p:cNvSpPr>
          <p:nvPr>
            <p:ph type="sldNum" sz="quarter" idx="14"/>
          </p:nvPr>
        </p:nvSpPr>
        <p:spPr/>
        <p:txBody>
          <a:bodyPr/>
          <a:lstStyle/>
          <a:p>
            <a:fld id="{BC8D7E44-7D4F-4942-A8C9-2DF6BF8399E8}" type="slidenum">
              <a:rPr lang="en-US" smtClean="0"/>
              <a:pPr/>
              <a:t>35</a:t>
            </a:fld>
            <a:endParaRPr lang="en-US" dirty="0"/>
          </a:p>
        </p:txBody>
      </p:sp>
    </p:spTree>
    <p:extLst>
      <p:ext uri="{BB962C8B-B14F-4D97-AF65-F5344CB8AC3E}">
        <p14:creationId xmlns:p14="http://schemas.microsoft.com/office/powerpoint/2010/main" val="3764182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8FCB7-DC00-0C9A-5538-9BB163B25218}"/>
              </a:ext>
            </a:extLst>
          </p:cNvPr>
          <p:cNvSpPr>
            <a:spLocks noGrp="1"/>
          </p:cNvSpPr>
          <p:nvPr>
            <p:ph sz="quarter" idx="10"/>
          </p:nvPr>
        </p:nvSpPr>
        <p:spPr/>
        <p:txBody>
          <a:bodyPr/>
          <a:lstStyle/>
          <a:p>
            <a:r>
              <a:rPr lang="en-IN" dirty="0"/>
              <a:t>Wireless Sensor Network</a:t>
            </a:r>
          </a:p>
        </p:txBody>
      </p:sp>
      <p:sp>
        <p:nvSpPr>
          <p:cNvPr id="5" name="Slide Number Placeholder 4">
            <a:extLst>
              <a:ext uri="{FF2B5EF4-FFF2-40B4-BE49-F238E27FC236}">
                <a16:creationId xmlns:a16="http://schemas.microsoft.com/office/drawing/2014/main" id="{708D1555-1695-CCFB-2174-41D022E5543F}"/>
              </a:ext>
            </a:extLst>
          </p:cNvPr>
          <p:cNvSpPr>
            <a:spLocks noGrp="1"/>
          </p:cNvSpPr>
          <p:nvPr>
            <p:ph type="sldNum" sz="quarter" idx="14"/>
          </p:nvPr>
        </p:nvSpPr>
        <p:spPr/>
        <p:txBody>
          <a:bodyPr/>
          <a:lstStyle/>
          <a:p>
            <a:fld id="{BC8D7E44-7D4F-4942-A8C9-2DF6BF8399E8}" type="slidenum">
              <a:rPr lang="en-US" smtClean="0"/>
              <a:pPr/>
              <a:t>36</a:t>
            </a:fld>
            <a:endParaRPr lang="en-US" dirty="0"/>
          </a:p>
        </p:txBody>
      </p:sp>
      <p:grpSp>
        <p:nvGrpSpPr>
          <p:cNvPr id="18" name="Group 17">
            <a:extLst>
              <a:ext uri="{FF2B5EF4-FFF2-40B4-BE49-F238E27FC236}">
                <a16:creationId xmlns:a16="http://schemas.microsoft.com/office/drawing/2014/main" id="{891EC644-695D-D246-2EDE-0E52D6271289}"/>
              </a:ext>
            </a:extLst>
          </p:cNvPr>
          <p:cNvGrpSpPr>
            <a:grpSpLocks/>
          </p:cNvGrpSpPr>
          <p:nvPr/>
        </p:nvGrpSpPr>
        <p:grpSpPr bwMode="auto">
          <a:xfrm>
            <a:off x="1368259" y="1553136"/>
            <a:ext cx="6407483" cy="3751728"/>
            <a:chOff x="0" y="-1"/>
            <a:chExt cx="7000014" cy="3928284"/>
          </a:xfrm>
        </p:grpSpPr>
        <p:grpSp>
          <p:nvGrpSpPr>
            <p:cNvPr id="19" name="Group 18">
              <a:extLst>
                <a:ext uri="{FF2B5EF4-FFF2-40B4-BE49-F238E27FC236}">
                  <a16:creationId xmlns:a16="http://schemas.microsoft.com/office/drawing/2014/main" id="{2A8AA6FA-6C50-8A33-C512-D41413F82487}"/>
                </a:ext>
              </a:extLst>
            </p:cNvPr>
            <p:cNvGrpSpPr>
              <a:grpSpLocks/>
            </p:cNvGrpSpPr>
            <p:nvPr/>
          </p:nvGrpSpPr>
          <p:grpSpPr bwMode="auto">
            <a:xfrm>
              <a:off x="0" y="-1"/>
              <a:ext cx="7000014" cy="3778711"/>
              <a:chOff x="-1" y="-1"/>
              <a:chExt cx="7000015" cy="3778711"/>
            </a:xfrm>
          </p:grpSpPr>
          <p:pic>
            <p:nvPicPr>
              <p:cNvPr id="21" name="Picture 20">
                <a:extLst>
                  <a:ext uri="{FF2B5EF4-FFF2-40B4-BE49-F238E27FC236}">
                    <a16:creationId xmlns:a16="http://schemas.microsoft.com/office/drawing/2014/main" id="{551483B8-0C15-4A25-EC62-69231B6A6264}"/>
                  </a:ext>
                </a:extLst>
              </p:cNvPr>
              <p:cNvPicPr>
                <a:picLocks noChangeAspect="1"/>
              </p:cNvPicPr>
              <p:nvPr/>
            </p:nvPicPr>
            <p:blipFill>
              <a:blip r:embed="rId2" cstate="email">
                <a:extLst>
                  <a:ext uri="{28A0092B-C50C-407E-A947-70E740481C1C}">
                    <a14:useLocalDpi xmlns:a14="http://schemas.microsoft.com/office/drawing/2010/main" val="0"/>
                  </a:ext>
                </a:extLst>
              </a:blip>
              <a:srcRect l="28745" b="23166"/>
              <a:stretch>
                <a:fillRect/>
              </a:stretch>
            </p:blipFill>
            <p:spPr bwMode="auto">
              <a:xfrm>
                <a:off x="541866" y="-1"/>
                <a:ext cx="6458148" cy="3290102"/>
              </a:xfrm>
              <a:prstGeom prst="rect">
                <a:avLst/>
              </a:prstGeom>
              <a:noFill/>
              <a:ln>
                <a:noFill/>
              </a:ln>
              <a:effectLst/>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xmlns:lc="http://schemas.openxmlformats.org/drawingml/2006/lockedCanvas">
                    <a:effectLst>
                      <a:outerShdw blurRad="63500" dist="38099" dir="2700000" algn="ctr" rotWithShape="0">
                        <a:srgbClr val="000000">
                          <a:alpha val="74998"/>
                        </a:srgbClr>
                      </a:outerShdw>
                    </a:effectLst>
                  </a14:hiddenEffects>
                </a:ext>
              </a:extLst>
            </p:spPr>
          </p:pic>
          <p:pic>
            <p:nvPicPr>
              <p:cNvPr id="22" name="Picture 21">
                <a:extLst>
                  <a:ext uri="{FF2B5EF4-FFF2-40B4-BE49-F238E27FC236}">
                    <a16:creationId xmlns:a16="http://schemas.microsoft.com/office/drawing/2014/main" id="{FD031D9D-91EF-B130-0C47-4C78FC403867}"/>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 y="2618896"/>
                <a:ext cx="1650910" cy="1159814"/>
              </a:xfrm>
              <a:prstGeom prst="rect">
                <a:avLst/>
              </a:prstGeom>
              <a:noFill/>
              <a:ln>
                <a:noFill/>
              </a:ln>
              <a:effectLst/>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12700" cap="flat" cmpd="sng">
                    <a:solidFill>
                      <a:srgbClr val="000000"/>
                    </a:solidFill>
                    <a:prstDash val="solid"/>
                    <a:miter lim="0"/>
                    <a:headEnd type="none" w="med" len="med"/>
                    <a:tailEnd type="none" w="med" len="med"/>
                  </a14:hiddenLine>
                </a:ext>
                <a:ext uri="{AF507438-7753-43e0-B8FC-AC1667EBCBE1}">
                  <a14:hiddenEffects xmlns="" xmlns:a14="http://schemas.microsoft.com/office/drawing/2010/main" xmlns:lc="http://schemas.openxmlformats.org/drawingml/2006/lockedCanvas">
                    <a:effectLst>
                      <a:outerShdw blurRad="63500" dist="38099" dir="2700000" algn="ctr" rotWithShape="0">
                        <a:srgbClr val="000000">
                          <a:alpha val="74998"/>
                        </a:srgbClr>
                      </a:outerShdw>
                    </a:effectLst>
                  </a14:hiddenEffects>
                </a:ext>
              </a:extLst>
            </p:spPr>
          </p:pic>
          <p:sp>
            <p:nvSpPr>
              <p:cNvPr id="23" name="Line 7">
                <a:extLst>
                  <a:ext uri="{FF2B5EF4-FFF2-40B4-BE49-F238E27FC236}">
                    <a16:creationId xmlns:a16="http://schemas.microsoft.com/office/drawing/2014/main" id="{82BB1C70-A41B-A0F6-F165-D6AD4E7CAEDD}"/>
                  </a:ext>
                </a:extLst>
              </p:cNvPr>
              <p:cNvSpPr>
                <a:spLocks noChangeShapeType="1"/>
              </p:cNvSpPr>
              <p:nvPr/>
            </p:nvSpPr>
            <p:spPr bwMode="auto">
              <a:xfrm flipH="1">
                <a:off x="1408854" y="2331237"/>
                <a:ext cx="433493" cy="479432"/>
              </a:xfrm>
              <a:prstGeom prst="line">
                <a:avLst/>
              </a:prstGeom>
              <a:noFill/>
              <a:ln w="38100" cap="flat" cmpd="sng">
                <a:solidFill>
                  <a:srgbClr val="000000"/>
                </a:solidFill>
                <a:prstDash val="solid"/>
                <a:round/>
                <a:headEnd/>
                <a:tailEnd type="triangle" w="med" len="med"/>
              </a:ln>
              <a:effectLst/>
              <a:extLst>
                <a:ext uri="{909E8E84-426E-40dd-AFC4-6F175D3DCCD1}">
                  <a14:hiddenFill xmlns="" xmlns:a14="http://schemas.microsoft.com/office/drawing/2010/main" xmlns:lc="http://schemas.openxmlformats.org/drawingml/2006/lockedCanvas">
                    <a:noFill/>
                  </a14:hiddenFill>
                </a:ext>
                <a:ext uri="{AF507438-7753-43e0-B8FC-AC1667EBCBE1}">
                  <a14:hiddenEffects xmlns="" xmlns:a14="http://schemas.microsoft.com/office/drawing/2010/main" xmlns:lc="http://schemas.openxmlformats.org/drawingml/2006/lockedCanvas">
                    <a:effectLst>
                      <a:outerShdw blurRad="63500" dist="38099" dir="2700000" algn="ctr" rotWithShape="0">
                        <a:srgbClr val="000000">
                          <a:alpha val="74998"/>
                        </a:srgbClr>
                      </a:outerShdw>
                    </a:effectLst>
                  </a14:hiddenEffects>
                </a:ext>
              </a:extLst>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321457"/>
                <a:endParaRPr lang="en-US" sz="1100">
                  <a:latin typeface="Helvetica" charset="0"/>
                  <a:cs typeface="Helvetica" charset="0"/>
                  <a:sym typeface="Helvetica" charset="0"/>
                </a:endParaRPr>
              </a:p>
            </p:txBody>
          </p:sp>
        </p:grpSp>
        <p:sp>
          <p:nvSpPr>
            <p:cNvPr id="20" name="AutoShape 8">
              <a:extLst>
                <a:ext uri="{FF2B5EF4-FFF2-40B4-BE49-F238E27FC236}">
                  <a16:creationId xmlns:a16="http://schemas.microsoft.com/office/drawing/2014/main" id="{2BA4CD65-39FC-883C-57BE-F07F106B8FDE}"/>
                </a:ext>
              </a:extLst>
            </p:cNvPr>
            <p:cNvSpPr>
              <a:spLocks/>
            </p:cNvSpPr>
            <p:nvPr/>
          </p:nvSpPr>
          <p:spPr bwMode="auto">
            <a:xfrm>
              <a:off x="0" y="3610782"/>
              <a:ext cx="1905564" cy="31750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xmlns:lc="http://schemas.openxmlformats.org/drawingml/2006/lockedCanvas">
                  <a:solidFill>
                    <a:srgbClr val="FFFFFF"/>
                  </a:solidFill>
                </a14:hiddenFill>
              </a:ext>
              <a:ext uri="{91240B29-F687-4f45-9708-019B960494DF}">
                <a14:hiddenLine xmlns="" xmlns:a14="http://schemas.microsoft.com/office/drawing/2010/main" xmlns:lc="http://schemas.openxmlformats.org/drawingml/2006/lockedCanvas" w="12700" cap="flat" cmpd="sng">
                  <a:solidFill>
                    <a:srgbClr val="000000"/>
                  </a:solidFill>
                  <a:prstDash val="solid"/>
                  <a:miter lim="0"/>
                  <a:headEnd/>
                  <a:tailEnd/>
                </a14:hiddenLine>
              </a:ext>
              <a:ext uri="{AF507438-7753-43e0-B8FC-AC1667EBCBE1}">
                <a14:hiddenEffects xmlns="" xmlns:a14="http://schemas.microsoft.com/office/drawing/2010/main" xmlns:lc="http://schemas.openxmlformats.org/drawingml/2006/lockedCanvas">
                  <a:effectLst>
                    <a:outerShdw blurRad="63500" dist="38099" dir="2700000" algn="ctr" rotWithShape="0">
                      <a:srgbClr val="000000">
                        <a:alpha val="74998"/>
                      </a:srgbClr>
                    </a:outerShdw>
                  </a:effectLst>
                </a14:hiddenEffects>
              </a:ext>
            </a:extLst>
          </p:spPr>
          <p:txBody>
            <a:bodyPr lIns="50800" tIns="50800" rIns="50800" bIns="508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703"/>
                </a:spcBef>
              </a:pPr>
              <a:r>
                <a:rPr lang="en-US" sz="1000"/>
                <a:t>Base station </a:t>
              </a:r>
              <a:endParaRPr lang="en-US"/>
            </a:p>
          </p:txBody>
        </p:sp>
      </p:grpSp>
      <p:sp>
        <p:nvSpPr>
          <p:cNvPr id="24" name="TextBox 23">
            <a:extLst>
              <a:ext uri="{FF2B5EF4-FFF2-40B4-BE49-F238E27FC236}">
                <a16:creationId xmlns:a16="http://schemas.microsoft.com/office/drawing/2014/main" id="{AA34D860-B2B2-A8C3-AA3A-F3A387CD4C02}"/>
              </a:ext>
            </a:extLst>
          </p:cNvPr>
          <p:cNvSpPr txBox="1"/>
          <p:nvPr/>
        </p:nvSpPr>
        <p:spPr>
          <a:xfrm>
            <a:off x="838200" y="5712094"/>
            <a:ext cx="7620000" cy="646331"/>
          </a:xfrm>
          <a:prstGeom prst="rect">
            <a:avLst/>
          </a:prstGeom>
          <a:noFill/>
        </p:spPr>
        <p:txBody>
          <a:bodyPr wrap="square" rtlCol="0">
            <a:spAutoFit/>
          </a:bodyPr>
          <a:lstStyle/>
          <a:p>
            <a:pPr>
              <a:buSzPct val="75000"/>
            </a:pPr>
            <a:r>
              <a:rPr lang="en-US" sz="1800">
                <a:solidFill>
                  <a:srgbClr val="000000"/>
                </a:solidFill>
              </a:rPr>
              <a:t>A sensor network is a wireless network that consists of thousands of very small nodes called </a:t>
            </a:r>
            <a:r>
              <a:rPr lang="en-US" sz="1800" i="1">
                <a:solidFill>
                  <a:srgbClr val="000000"/>
                </a:solidFill>
              </a:rPr>
              <a:t>sensors</a:t>
            </a:r>
            <a:r>
              <a:rPr lang="en-US" sz="1800">
                <a:solidFill>
                  <a:srgbClr val="000000"/>
                </a:solidFill>
              </a:rPr>
              <a:t>. </a:t>
            </a:r>
            <a:endParaRPr lang="en-US" sz="1800" dirty="0">
              <a:solidFill>
                <a:srgbClr val="000000"/>
              </a:solidFill>
            </a:endParaRPr>
          </a:p>
        </p:txBody>
      </p:sp>
    </p:spTree>
    <p:extLst>
      <p:ext uri="{BB962C8B-B14F-4D97-AF65-F5344CB8AC3E}">
        <p14:creationId xmlns:p14="http://schemas.microsoft.com/office/powerpoint/2010/main" val="26379130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8FCB7-DC00-0C9A-5538-9BB163B25218}"/>
              </a:ext>
            </a:extLst>
          </p:cNvPr>
          <p:cNvSpPr>
            <a:spLocks noGrp="1"/>
          </p:cNvSpPr>
          <p:nvPr>
            <p:ph sz="quarter" idx="10"/>
          </p:nvPr>
        </p:nvSpPr>
        <p:spPr/>
        <p:txBody>
          <a:bodyPr/>
          <a:lstStyle/>
          <a:p>
            <a:r>
              <a:rPr lang="en-IN"/>
              <a:t>Wireless Sensor Network</a:t>
            </a:r>
            <a:endParaRPr lang="en-IN" dirty="0"/>
          </a:p>
        </p:txBody>
      </p:sp>
      <p:sp>
        <p:nvSpPr>
          <p:cNvPr id="5" name="Slide Number Placeholder 4">
            <a:extLst>
              <a:ext uri="{FF2B5EF4-FFF2-40B4-BE49-F238E27FC236}">
                <a16:creationId xmlns:a16="http://schemas.microsoft.com/office/drawing/2014/main" id="{708D1555-1695-CCFB-2174-41D022E5543F}"/>
              </a:ext>
            </a:extLst>
          </p:cNvPr>
          <p:cNvSpPr>
            <a:spLocks noGrp="1"/>
          </p:cNvSpPr>
          <p:nvPr>
            <p:ph type="sldNum" sz="quarter" idx="14"/>
          </p:nvPr>
        </p:nvSpPr>
        <p:spPr/>
        <p:txBody>
          <a:bodyPr/>
          <a:lstStyle/>
          <a:p>
            <a:fld id="{BC8D7E44-7D4F-4942-A8C9-2DF6BF8399E8}" type="slidenum">
              <a:rPr lang="en-US" smtClean="0"/>
              <a:pPr/>
              <a:t>37</a:t>
            </a:fld>
            <a:endParaRPr lang="en-US" dirty="0"/>
          </a:p>
        </p:txBody>
      </p:sp>
      <p:sp>
        <p:nvSpPr>
          <p:cNvPr id="24" name="TextBox 23">
            <a:extLst>
              <a:ext uri="{FF2B5EF4-FFF2-40B4-BE49-F238E27FC236}">
                <a16:creationId xmlns:a16="http://schemas.microsoft.com/office/drawing/2014/main" id="{AA34D860-B2B2-A8C3-AA3A-F3A387CD4C02}"/>
              </a:ext>
            </a:extLst>
          </p:cNvPr>
          <p:cNvSpPr txBox="1"/>
          <p:nvPr/>
        </p:nvSpPr>
        <p:spPr>
          <a:xfrm>
            <a:off x="838200" y="5712094"/>
            <a:ext cx="7620000" cy="646331"/>
          </a:xfrm>
          <a:prstGeom prst="rect">
            <a:avLst/>
          </a:prstGeom>
          <a:noFill/>
        </p:spPr>
        <p:txBody>
          <a:bodyPr wrap="square" rtlCol="0">
            <a:spAutoFit/>
          </a:bodyPr>
          <a:lstStyle/>
          <a:p>
            <a:pPr>
              <a:buSzPct val="75000"/>
            </a:pPr>
            <a:r>
              <a:rPr lang="en-US" sz="1800" dirty="0">
                <a:solidFill>
                  <a:srgbClr val="000000"/>
                </a:solidFill>
              </a:rPr>
              <a:t>WSN </a:t>
            </a:r>
            <a:r>
              <a:rPr lang="en-US" sz="1800" b="1" dirty="0">
                <a:solidFill>
                  <a:srgbClr val="000000"/>
                </a:solidFill>
              </a:rPr>
              <a:t>Sensors</a:t>
            </a:r>
            <a:r>
              <a:rPr lang="en-US" sz="1800" dirty="0">
                <a:solidFill>
                  <a:srgbClr val="000000"/>
                </a:solidFill>
              </a:rPr>
              <a:t> are equipped with sensing, limited computation, and wireless communication capabilities.</a:t>
            </a:r>
          </a:p>
        </p:txBody>
      </p:sp>
      <p:pic>
        <p:nvPicPr>
          <p:cNvPr id="2" name="Picture 1">
            <a:extLst>
              <a:ext uri="{FF2B5EF4-FFF2-40B4-BE49-F238E27FC236}">
                <a16:creationId xmlns:a16="http://schemas.microsoft.com/office/drawing/2014/main" id="{5FC8FB5A-6121-F32D-76BF-EEC760C68F75}"/>
              </a:ext>
            </a:extLst>
          </p:cNvPr>
          <p:cNvPicPr/>
          <p:nvPr/>
        </p:nvPicPr>
        <p:blipFill>
          <a:blip r:embed="rId2" cstate="email"/>
          <a:srcRect/>
          <a:stretch>
            <a:fillRect/>
          </a:stretch>
        </p:blipFill>
        <p:spPr bwMode="auto">
          <a:xfrm>
            <a:off x="1752600" y="1761744"/>
            <a:ext cx="5638800" cy="3334512"/>
          </a:xfrm>
          <a:prstGeom prst="rect">
            <a:avLst/>
          </a:prstGeom>
          <a:noFill/>
          <a:ln w="9525">
            <a:noFill/>
            <a:miter lim="800000"/>
            <a:headEnd/>
            <a:tailEnd/>
          </a:ln>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296DD0D-BD2B-0CD1-42CC-2BD4C6E200D6}"/>
                  </a:ext>
                </a:extLst>
              </p14:cNvPr>
              <p14:cNvContentPartPr/>
              <p14:nvPr/>
            </p14:nvContentPartPr>
            <p14:xfrm>
              <a:off x="15840" y="1027080"/>
              <a:ext cx="9128160" cy="4991400"/>
            </p14:xfrm>
          </p:contentPart>
        </mc:Choice>
        <mc:Fallback xmlns="">
          <p:pic>
            <p:nvPicPr>
              <p:cNvPr id="4" name="Ink 3">
                <a:extLst>
                  <a:ext uri="{FF2B5EF4-FFF2-40B4-BE49-F238E27FC236}">
                    <a16:creationId xmlns:a16="http://schemas.microsoft.com/office/drawing/2014/main" id="{C296DD0D-BD2B-0CD1-42CC-2BD4C6E200D6}"/>
                  </a:ext>
                </a:extLst>
              </p:cNvPr>
              <p:cNvPicPr/>
              <p:nvPr/>
            </p:nvPicPr>
            <p:blipFill>
              <a:blip r:embed="rId4"/>
              <a:stretch>
                <a:fillRect/>
              </a:stretch>
            </p:blipFill>
            <p:spPr>
              <a:xfrm>
                <a:off x="6480" y="1017720"/>
                <a:ext cx="9146880" cy="5010120"/>
              </a:xfrm>
              <a:prstGeom prst="rect">
                <a:avLst/>
              </a:prstGeom>
            </p:spPr>
          </p:pic>
        </mc:Fallback>
      </mc:AlternateContent>
    </p:spTree>
    <p:extLst>
      <p:ext uri="{BB962C8B-B14F-4D97-AF65-F5344CB8AC3E}">
        <p14:creationId xmlns:p14="http://schemas.microsoft.com/office/powerpoint/2010/main" val="3001625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5075D2-ACAB-7CE5-7A4F-5807BF7CF30A}"/>
              </a:ext>
            </a:extLst>
          </p:cNvPr>
          <p:cNvSpPr>
            <a:spLocks noGrp="1"/>
          </p:cNvSpPr>
          <p:nvPr>
            <p:ph idx="1"/>
          </p:nvPr>
        </p:nvSpPr>
        <p:spPr/>
        <p:txBody>
          <a:bodyPr/>
          <a:lstStyle/>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endParaRPr kumimoji="0" lang="en-US" altLang="zh-TW" sz="2600" b="0" i="0" u="none" strike="noStrike" kern="1200" cap="none" spc="0" normalizeH="0" baseline="0" noProof="0" dirty="0">
              <a:ln>
                <a:noFill/>
              </a:ln>
              <a:solidFill>
                <a:prstClr val="black"/>
              </a:solidFill>
              <a:effectLst/>
              <a:uLnTx/>
              <a:uFillTx/>
              <a:latin typeface="Gill Sans MT"/>
              <a:ea typeface="新細明體" pitchFamily="18" charset="-120"/>
              <a:cs typeface="+mn-cs"/>
            </a:endParaRPr>
          </a:p>
          <a:p>
            <a:pPr marL="548640" marR="0" lvl="1" indent="-274320" algn="l" defTabSz="914400" rtl="0" eaLnBrk="1" fontAlgn="auto" latinLnBrk="0" hangingPunct="1">
              <a:lnSpc>
                <a:spcPct val="100000"/>
              </a:lnSpc>
              <a:spcBef>
                <a:spcPts val="500"/>
              </a:spcBef>
              <a:spcAft>
                <a:spcPts val="0"/>
              </a:spcAft>
              <a:buClr>
                <a:srgbClr val="9FB8CD"/>
              </a:buClr>
              <a:buSzPct val="76000"/>
              <a:buFont typeface="Wingdings 3"/>
              <a:buChar char=""/>
              <a:tabLst/>
              <a:defRPr/>
            </a:pPr>
            <a:r>
              <a:rPr kumimoji="0" lang="en-US" altLang="zh-TW" sz="2300" b="0" i="0" u="none" strike="noStrike" kern="1200" cap="none" spc="0" normalizeH="0" baseline="0" noProof="0" dirty="0">
                <a:ln>
                  <a:noFill/>
                </a:ln>
                <a:solidFill>
                  <a:srgbClr val="464653"/>
                </a:solidFill>
                <a:effectLst/>
                <a:uLnTx/>
                <a:uFillTx/>
                <a:latin typeface="Gill Sans MT"/>
                <a:ea typeface="新細明體" pitchFamily="18" charset="-120"/>
                <a:cs typeface="+mn-cs"/>
              </a:rPr>
              <a:t>Wireless sensor networks mainly use </a:t>
            </a:r>
            <a:r>
              <a:rPr kumimoji="0" lang="en-US" altLang="zh-TW" sz="2300" b="1" i="0" u="none" strike="noStrike" kern="1200" cap="none" spc="0" normalizeH="0" baseline="0" noProof="0" dirty="0">
                <a:ln>
                  <a:noFill/>
                </a:ln>
                <a:solidFill>
                  <a:srgbClr val="464653"/>
                </a:solidFill>
                <a:effectLst/>
                <a:uLnTx/>
                <a:uFillTx/>
                <a:latin typeface="Gill Sans MT"/>
                <a:ea typeface="新細明體" pitchFamily="18" charset="-120"/>
                <a:cs typeface="+mn-cs"/>
              </a:rPr>
              <a:t>broadcast</a:t>
            </a:r>
            <a:r>
              <a:rPr kumimoji="0" lang="en-US" altLang="zh-TW" sz="2300" b="0" i="0" u="none" strike="noStrike" kern="1200" cap="none" spc="0" normalizeH="0" baseline="0" noProof="0" dirty="0">
                <a:ln>
                  <a:noFill/>
                </a:ln>
                <a:solidFill>
                  <a:srgbClr val="464653"/>
                </a:solidFill>
                <a:effectLst/>
                <a:uLnTx/>
                <a:uFillTx/>
                <a:latin typeface="Gill Sans MT"/>
                <a:ea typeface="新細明體" pitchFamily="18" charset="-120"/>
                <a:cs typeface="+mn-cs"/>
              </a:rPr>
              <a:t> communication while ad hoc networks use </a:t>
            </a:r>
            <a:r>
              <a:rPr kumimoji="0" lang="en-US" altLang="zh-TW" sz="2300" b="1" i="0" u="none" strike="noStrike" kern="1200" cap="none" spc="0" normalizeH="0" baseline="0" noProof="0" dirty="0">
                <a:ln>
                  <a:noFill/>
                </a:ln>
                <a:solidFill>
                  <a:srgbClr val="464653"/>
                </a:solidFill>
                <a:effectLst/>
                <a:uLnTx/>
                <a:uFillTx/>
                <a:latin typeface="Gill Sans MT"/>
                <a:ea typeface="新細明體" pitchFamily="18" charset="-120"/>
                <a:cs typeface="+mn-cs"/>
              </a:rPr>
              <a:t>point-to-point </a:t>
            </a:r>
            <a:r>
              <a:rPr kumimoji="0" lang="en-US" altLang="zh-TW" sz="2300" b="0" i="0" u="none" strike="noStrike" kern="1200" cap="none" spc="0" normalizeH="0" baseline="0" noProof="0" dirty="0">
                <a:ln>
                  <a:noFill/>
                </a:ln>
                <a:solidFill>
                  <a:srgbClr val="464653"/>
                </a:solidFill>
                <a:effectLst/>
                <a:uLnTx/>
                <a:uFillTx/>
                <a:latin typeface="Gill Sans MT"/>
                <a:ea typeface="新細明體" pitchFamily="18" charset="-120"/>
                <a:cs typeface="+mn-cs"/>
              </a:rPr>
              <a:t>communication.</a:t>
            </a:r>
          </a:p>
          <a:p>
            <a:pPr marL="548640" marR="0" lvl="1" indent="-274320" algn="l" defTabSz="914400" rtl="0" eaLnBrk="1" fontAlgn="auto" latinLnBrk="0" hangingPunct="1">
              <a:lnSpc>
                <a:spcPct val="100000"/>
              </a:lnSpc>
              <a:spcBef>
                <a:spcPts val="500"/>
              </a:spcBef>
              <a:spcAft>
                <a:spcPts val="0"/>
              </a:spcAft>
              <a:buClr>
                <a:srgbClr val="9FB8CD"/>
              </a:buClr>
              <a:buSzPct val="76000"/>
              <a:buFont typeface="Wingdings 3"/>
              <a:buChar char=""/>
              <a:tabLst/>
              <a:defRPr/>
            </a:pPr>
            <a:r>
              <a:rPr kumimoji="0" lang="en-US" altLang="zh-TW" sz="2300" b="0" i="0" u="none" strike="noStrike" kern="1200" cap="none" spc="0" normalizeH="0" baseline="0" noProof="0" dirty="0">
                <a:ln>
                  <a:noFill/>
                </a:ln>
                <a:solidFill>
                  <a:srgbClr val="464653"/>
                </a:solidFill>
                <a:effectLst/>
                <a:uLnTx/>
                <a:uFillTx/>
                <a:latin typeface="Gill Sans MT"/>
                <a:ea typeface="新細明體" pitchFamily="18" charset="-120"/>
                <a:cs typeface="+mn-cs"/>
              </a:rPr>
              <a:t>Unlike ad hoc networks wireless sensor networks are </a:t>
            </a:r>
            <a:r>
              <a:rPr kumimoji="0" lang="en-US" altLang="zh-TW" sz="2300" b="1" i="0" u="none" strike="noStrike" kern="1200" cap="none" spc="0" normalizeH="0" baseline="0" noProof="0" dirty="0">
                <a:ln>
                  <a:noFill/>
                </a:ln>
                <a:solidFill>
                  <a:srgbClr val="464653"/>
                </a:solidFill>
                <a:effectLst/>
                <a:uLnTx/>
                <a:uFillTx/>
                <a:latin typeface="Gill Sans MT"/>
                <a:ea typeface="新細明體" pitchFamily="18" charset="-120"/>
                <a:cs typeface="+mn-cs"/>
              </a:rPr>
              <a:t>limited by sensors</a:t>
            </a:r>
            <a:r>
              <a:rPr kumimoji="0" lang="en-US" altLang="zh-TW" sz="2300" b="0" i="0" u="none" strike="noStrike" kern="1200" cap="none" spc="0" normalizeH="0" baseline="0" noProof="0" dirty="0">
                <a:ln>
                  <a:noFill/>
                </a:ln>
                <a:solidFill>
                  <a:srgbClr val="464653"/>
                </a:solidFill>
                <a:effectLst/>
                <a:uLnTx/>
                <a:uFillTx/>
                <a:latin typeface="Gill Sans MT"/>
                <a:ea typeface="新細明體" pitchFamily="18" charset="-120"/>
                <a:cs typeface="+mn-cs"/>
              </a:rPr>
              <a:t> limited power, energy and computational capability.</a:t>
            </a:r>
          </a:p>
          <a:p>
            <a:pPr marL="548640" marR="0" lvl="1" indent="-274320" algn="l" defTabSz="914400" rtl="0" eaLnBrk="1" fontAlgn="auto" latinLnBrk="0" hangingPunct="1">
              <a:lnSpc>
                <a:spcPct val="100000"/>
              </a:lnSpc>
              <a:spcBef>
                <a:spcPts val="500"/>
              </a:spcBef>
              <a:spcAft>
                <a:spcPts val="0"/>
              </a:spcAft>
              <a:buClr>
                <a:srgbClr val="9FB8CD"/>
              </a:buClr>
              <a:buSzPct val="76000"/>
              <a:buFont typeface="Wingdings 3"/>
              <a:buChar char=""/>
              <a:tabLst/>
              <a:defRPr/>
            </a:pPr>
            <a:r>
              <a:rPr kumimoji="0" lang="en-US" altLang="zh-TW" sz="2300" b="0" i="0" u="none" strike="noStrike" kern="1200" cap="none" spc="0" normalizeH="0" baseline="0" noProof="0" dirty="0">
                <a:ln>
                  <a:noFill/>
                </a:ln>
                <a:solidFill>
                  <a:srgbClr val="464653"/>
                </a:solidFill>
                <a:effectLst/>
                <a:uLnTx/>
                <a:uFillTx/>
                <a:latin typeface="Gill Sans MT"/>
                <a:ea typeface="新細明體" pitchFamily="18" charset="-120"/>
                <a:cs typeface="+mn-cs"/>
              </a:rPr>
              <a:t>Sensor nodes may </a:t>
            </a:r>
            <a:r>
              <a:rPr kumimoji="0" lang="en-US" altLang="zh-TW" sz="2300" b="1" i="0" u="none" strike="noStrike" kern="1200" cap="none" spc="0" normalizeH="0" baseline="0" noProof="0" dirty="0">
                <a:ln>
                  <a:noFill/>
                </a:ln>
                <a:solidFill>
                  <a:srgbClr val="464653"/>
                </a:solidFill>
                <a:effectLst/>
                <a:uLnTx/>
                <a:uFillTx/>
                <a:latin typeface="Gill Sans MT"/>
                <a:ea typeface="新細明體" pitchFamily="18" charset="-120"/>
                <a:cs typeface="+mn-cs"/>
              </a:rPr>
              <a:t>not have global ID</a:t>
            </a:r>
            <a:r>
              <a:rPr kumimoji="0" lang="en-US" altLang="zh-TW" sz="2300" b="0" i="0" u="none" strike="noStrike" kern="1200" cap="none" spc="0" normalizeH="0" baseline="0" noProof="0" dirty="0">
                <a:ln>
                  <a:noFill/>
                </a:ln>
                <a:solidFill>
                  <a:srgbClr val="464653"/>
                </a:solidFill>
                <a:effectLst/>
                <a:uLnTx/>
                <a:uFillTx/>
                <a:latin typeface="Gill Sans MT"/>
                <a:ea typeface="新細明體" pitchFamily="18" charset="-120"/>
                <a:cs typeface="+mn-cs"/>
              </a:rPr>
              <a:t> because of the large amount of overhead and large number of sensors.</a:t>
            </a:r>
          </a:p>
          <a:p>
            <a:endParaRPr lang="en-IN" dirty="0"/>
          </a:p>
        </p:txBody>
      </p:sp>
      <p:sp>
        <p:nvSpPr>
          <p:cNvPr id="3" name="Content Placeholder 2">
            <a:extLst>
              <a:ext uri="{FF2B5EF4-FFF2-40B4-BE49-F238E27FC236}">
                <a16:creationId xmlns:a16="http://schemas.microsoft.com/office/drawing/2014/main" id="{66540908-459D-CDB9-EC01-A8C18BEA6DCA}"/>
              </a:ext>
            </a:extLst>
          </p:cNvPr>
          <p:cNvSpPr>
            <a:spLocks noGrp="1"/>
          </p:cNvSpPr>
          <p:nvPr>
            <p:ph sz="quarter" idx="10"/>
          </p:nvPr>
        </p:nvSpPr>
        <p:spPr/>
        <p:txBody>
          <a:bodyPr/>
          <a:lstStyle/>
          <a:p>
            <a:r>
              <a:rPr lang="en-IN" dirty="0"/>
              <a:t>WSN V/S Ad-Hoc network</a:t>
            </a:r>
          </a:p>
        </p:txBody>
      </p:sp>
      <p:sp>
        <p:nvSpPr>
          <p:cNvPr id="5" name="Slide Number Placeholder 4">
            <a:extLst>
              <a:ext uri="{FF2B5EF4-FFF2-40B4-BE49-F238E27FC236}">
                <a16:creationId xmlns:a16="http://schemas.microsoft.com/office/drawing/2014/main" id="{55A5DAD1-360B-DD1A-31C7-29D1E36258CC}"/>
              </a:ext>
            </a:extLst>
          </p:cNvPr>
          <p:cNvSpPr>
            <a:spLocks noGrp="1"/>
          </p:cNvSpPr>
          <p:nvPr>
            <p:ph type="sldNum" sz="quarter" idx="14"/>
          </p:nvPr>
        </p:nvSpPr>
        <p:spPr/>
        <p:txBody>
          <a:bodyPr/>
          <a:lstStyle/>
          <a:p>
            <a:fld id="{BC8D7E44-7D4F-4942-A8C9-2DF6BF8399E8}" type="slidenum">
              <a:rPr lang="en-US" smtClean="0"/>
              <a:pPr/>
              <a:t>38</a:t>
            </a:fld>
            <a:endParaRPr lang="en-US" dirty="0"/>
          </a:p>
        </p:txBody>
      </p:sp>
    </p:spTree>
    <p:extLst>
      <p:ext uri="{BB962C8B-B14F-4D97-AF65-F5344CB8AC3E}">
        <p14:creationId xmlns:p14="http://schemas.microsoft.com/office/powerpoint/2010/main" val="796772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C47EE-5442-4A04-05F3-53BCC1DB21D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B693A2-37E1-776E-1B6B-BB2B78E43A45}"/>
              </a:ext>
            </a:extLst>
          </p:cNvPr>
          <p:cNvSpPr>
            <a:spLocks noGrp="1"/>
          </p:cNvSpPr>
          <p:nvPr>
            <p:ph idx="1"/>
          </p:nvPr>
        </p:nvSpPr>
        <p:spPr/>
        <p:txBody>
          <a:bodyPr>
            <a:normAutofit fontScale="85000" lnSpcReduction="20000"/>
          </a:bodyPr>
          <a:lstStyle/>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r>
              <a:rPr lang="en-US" sz="2000" dirty="0"/>
              <a:t>Both </a:t>
            </a:r>
            <a:r>
              <a:rPr lang="en-US" sz="2000" b="1" dirty="0"/>
              <a:t>Wireless Sensor Networks (WSNs)</a:t>
            </a:r>
            <a:r>
              <a:rPr lang="en-US" sz="2000" dirty="0"/>
              <a:t> and </a:t>
            </a:r>
            <a:r>
              <a:rPr lang="en-US" sz="2000" b="1" dirty="0"/>
              <a:t>Ad-Hoc Networks</a:t>
            </a:r>
            <a:r>
              <a:rPr lang="en-US" sz="2000" dirty="0"/>
              <a:t> are decentralized networks that operate without a fixed infrastructure. However, they differ in communication methods, resource constraints, and network structure.</a:t>
            </a:r>
          </a:p>
          <a:p>
            <a:pPr>
              <a:buNone/>
            </a:pPr>
            <a:r>
              <a:rPr lang="en-US" b="1" dirty="0"/>
              <a:t>1. Communication Method</a:t>
            </a:r>
          </a:p>
          <a:p>
            <a:pPr>
              <a:buFont typeface="Arial" panose="020B0604020202020204" pitchFamily="34" charset="0"/>
              <a:buChar char="•"/>
            </a:pPr>
            <a:r>
              <a:rPr lang="en-US" b="1" dirty="0"/>
              <a:t>WSN:</a:t>
            </a:r>
            <a:r>
              <a:rPr lang="en-US" dirty="0"/>
              <a:t> Uses </a:t>
            </a:r>
            <a:r>
              <a:rPr lang="en-US" b="1" dirty="0"/>
              <a:t>broadcast communication</a:t>
            </a:r>
            <a:r>
              <a:rPr lang="en-US" dirty="0"/>
              <a:t>, where sensor nodes send data to multiple nodes in the network, typically to a central base station or sink node.</a:t>
            </a:r>
          </a:p>
          <a:p>
            <a:pPr>
              <a:buFont typeface="Arial" panose="020B0604020202020204" pitchFamily="34" charset="0"/>
              <a:buChar char="•"/>
            </a:pPr>
            <a:r>
              <a:rPr lang="en-US" b="1" dirty="0"/>
              <a:t>Ad-Hoc Networks:</a:t>
            </a:r>
            <a:r>
              <a:rPr lang="en-US" dirty="0"/>
              <a:t> Use </a:t>
            </a:r>
            <a:r>
              <a:rPr lang="en-US" b="1" dirty="0"/>
              <a:t>point-to-point communication</a:t>
            </a:r>
            <a:r>
              <a:rPr lang="en-US" dirty="0"/>
              <a:t>, where data is transmitted between specific nodes in a more structured routing manner.</a:t>
            </a:r>
          </a:p>
          <a:p>
            <a:pPr>
              <a:buNone/>
            </a:pPr>
            <a:r>
              <a:rPr lang="en-US" b="1" dirty="0"/>
              <a:t>2. Resource Constraints</a:t>
            </a:r>
          </a:p>
          <a:p>
            <a:pPr>
              <a:buFont typeface="Arial" panose="020B0604020202020204" pitchFamily="34" charset="0"/>
              <a:buChar char="•"/>
            </a:pPr>
            <a:r>
              <a:rPr lang="en-US" b="1" dirty="0"/>
              <a:t>WSN:</a:t>
            </a:r>
            <a:r>
              <a:rPr lang="en-US" dirty="0"/>
              <a:t> Nodes have </a:t>
            </a:r>
            <a:r>
              <a:rPr lang="en-US" b="1" dirty="0"/>
              <a:t>limited power, energy, and computational capacity</a:t>
            </a:r>
            <a:r>
              <a:rPr lang="en-US" dirty="0"/>
              <a:t> since they are small, battery-operated, and often deployed in remote areas.</a:t>
            </a:r>
          </a:p>
          <a:p>
            <a:pPr>
              <a:buFont typeface="Arial" panose="020B0604020202020204" pitchFamily="34" charset="0"/>
              <a:buChar char="•"/>
            </a:pPr>
            <a:r>
              <a:rPr lang="en-US" b="1" dirty="0"/>
              <a:t>Ad-Hoc Networks:</a:t>
            </a:r>
            <a:r>
              <a:rPr lang="en-US" dirty="0"/>
              <a:t> Devices (such as mobile phones or laptops) have </a:t>
            </a:r>
            <a:r>
              <a:rPr lang="en-US" b="1" dirty="0"/>
              <a:t>higher power and processing capabilities</a:t>
            </a:r>
            <a:r>
              <a:rPr lang="en-US" dirty="0"/>
              <a:t>, making them more suitable for direct communication.</a:t>
            </a:r>
          </a:p>
          <a:p>
            <a:pPr marL="0" marR="0" lvl="0" indent="0" algn="l" defTabSz="914400" rtl="0" eaLnBrk="1" fontAlgn="auto" latinLnBrk="0" hangingPunct="1">
              <a:lnSpc>
                <a:spcPct val="100000"/>
              </a:lnSpc>
              <a:spcBef>
                <a:spcPts val="600"/>
              </a:spcBef>
              <a:spcAft>
                <a:spcPts val="0"/>
              </a:spcAft>
              <a:buClr>
                <a:srgbClr val="727CA3"/>
              </a:buClr>
              <a:buSzPct val="76000"/>
              <a:tabLst/>
              <a:defRPr/>
            </a:pPr>
            <a:endParaRPr lang="en-IN" dirty="0"/>
          </a:p>
        </p:txBody>
      </p:sp>
      <p:sp>
        <p:nvSpPr>
          <p:cNvPr id="3" name="Content Placeholder 2">
            <a:extLst>
              <a:ext uri="{FF2B5EF4-FFF2-40B4-BE49-F238E27FC236}">
                <a16:creationId xmlns:a16="http://schemas.microsoft.com/office/drawing/2014/main" id="{216812DE-CF45-6EA1-208F-253A7DA04E3F}"/>
              </a:ext>
            </a:extLst>
          </p:cNvPr>
          <p:cNvSpPr>
            <a:spLocks noGrp="1"/>
          </p:cNvSpPr>
          <p:nvPr>
            <p:ph sz="quarter" idx="10"/>
          </p:nvPr>
        </p:nvSpPr>
        <p:spPr/>
        <p:txBody>
          <a:bodyPr/>
          <a:lstStyle/>
          <a:p>
            <a:r>
              <a:rPr lang="en-IN" dirty="0"/>
              <a:t>WSN V/S Ad-Hoc network</a:t>
            </a:r>
          </a:p>
        </p:txBody>
      </p:sp>
      <p:sp>
        <p:nvSpPr>
          <p:cNvPr id="5" name="Slide Number Placeholder 4">
            <a:extLst>
              <a:ext uri="{FF2B5EF4-FFF2-40B4-BE49-F238E27FC236}">
                <a16:creationId xmlns:a16="http://schemas.microsoft.com/office/drawing/2014/main" id="{9E08112B-5EC2-5C0F-D1C4-DBF9DC1DA57B}"/>
              </a:ext>
            </a:extLst>
          </p:cNvPr>
          <p:cNvSpPr>
            <a:spLocks noGrp="1"/>
          </p:cNvSpPr>
          <p:nvPr>
            <p:ph type="sldNum" sz="quarter" idx="14"/>
          </p:nvPr>
        </p:nvSpPr>
        <p:spPr/>
        <p:txBody>
          <a:bodyPr/>
          <a:lstStyle/>
          <a:p>
            <a:fld id="{BC8D7E44-7D4F-4942-A8C9-2DF6BF8399E8}" type="slidenum">
              <a:rPr lang="en-US" smtClean="0"/>
              <a:pPr/>
              <a:t>39</a:t>
            </a:fld>
            <a:endParaRPr lang="en-US" dirty="0"/>
          </a:p>
        </p:txBody>
      </p:sp>
    </p:spTree>
    <p:extLst>
      <p:ext uri="{BB962C8B-B14F-4D97-AF65-F5344CB8AC3E}">
        <p14:creationId xmlns:p14="http://schemas.microsoft.com/office/powerpoint/2010/main" val="17703315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12787-87C7-85AB-3FB8-451C5EAF030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30E97F-16C7-F967-6FD5-A7A10C858241}"/>
              </a:ext>
            </a:extLst>
          </p:cNvPr>
          <p:cNvSpPr>
            <a:spLocks noGrp="1"/>
          </p:cNvSpPr>
          <p:nvPr>
            <p:ph idx="1"/>
          </p:nvPr>
        </p:nvSpPr>
        <p:spPr/>
        <p:txBody>
          <a:bodyPr>
            <a:normAutofit/>
          </a:bodyPr>
          <a:lstStyle/>
          <a:p>
            <a:pPr>
              <a:buNone/>
            </a:pPr>
            <a:r>
              <a:rPr lang="en-US" sz="1600" b="1" dirty="0"/>
              <a:t>3. Node Identification</a:t>
            </a:r>
          </a:p>
          <a:p>
            <a:pPr>
              <a:buFont typeface="Arial" panose="020B0604020202020204" pitchFamily="34" charset="0"/>
              <a:buChar char="•"/>
            </a:pPr>
            <a:r>
              <a:rPr lang="en-US" sz="1600" b="1" dirty="0"/>
              <a:t>WSN:</a:t>
            </a:r>
            <a:r>
              <a:rPr lang="en-US" sz="1600" dirty="0"/>
              <a:t> Sensor nodes </a:t>
            </a:r>
            <a:r>
              <a:rPr lang="en-US" sz="1600" b="1" dirty="0"/>
              <a:t>may not have a global ID</a:t>
            </a:r>
            <a:r>
              <a:rPr lang="en-US" sz="1600" dirty="0"/>
              <a:t> because of the large number of nodes and the high communication overhead required to maintain unique identifiers.</a:t>
            </a:r>
          </a:p>
          <a:p>
            <a:pPr>
              <a:buFont typeface="Arial" panose="020B0604020202020204" pitchFamily="34" charset="0"/>
              <a:buChar char="•"/>
            </a:pPr>
            <a:r>
              <a:rPr lang="en-US" sz="1600" b="1" dirty="0"/>
              <a:t>Ad-Hoc Networks:</a:t>
            </a:r>
            <a:r>
              <a:rPr lang="en-US" sz="1600" dirty="0"/>
              <a:t> Nodes </a:t>
            </a:r>
            <a:r>
              <a:rPr lang="en-US" sz="1600" b="1" dirty="0"/>
              <a:t>usually have a global or unique ID</a:t>
            </a:r>
            <a:r>
              <a:rPr lang="en-US" sz="1600" dirty="0"/>
              <a:t>, making it easier to manage communication and routing.</a:t>
            </a:r>
          </a:p>
          <a:p>
            <a:pPr>
              <a:buNone/>
            </a:pPr>
            <a:r>
              <a:rPr lang="en-US" sz="1600" b="1" dirty="0"/>
              <a:t>4. Network Purpose</a:t>
            </a:r>
          </a:p>
          <a:p>
            <a:pPr>
              <a:buFont typeface="Arial" panose="020B0604020202020204" pitchFamily="34" charset="0"/>
              <a:buChar char="•"/>
            </a:pPr>
            <a:r>
              <a:rPr lang="en-US" sz="1600" b="1" dirty="0"/>
              <a:t>WSN:</a:t>
            </a:r>
            <a:r>
              <a:rPr lang="en-US" sz="1600" dirty="0"/>
              <a:t> Primarily designed for </a:t>
            </a:r>
            <a:r>
              <a:rPr lang="en-US" sz="1600" b="1" dirty="0"/>
              <a:t>data collection, environmental monitoring, and event detection</a:t>
            </a:r>
            <a:r>
              <a:rPr lang="en-US" sz="1600" dirty="0"/>
              <a:t>. The focus is on sensing and transmitting data efficiently.</a:t>
            </a:r>
          </a:p>
          <a:p>
            <a:pPr>
              <a:buFont typeface="Arial" panose="020B0604020202020204" pitchFamily="34" charset="0"/>
              <a:buChar char="•"/>
            </a:pPr>
            <a:r>
              <a:rPr lang="en-US" sz="1600" b="1" dirty="0"/>
              <a:t>Ad-Hoc Networks:</a:t>
            </a:r>
            <a:r>
              <a:rPr lang="en-US" sz="1600" dirty="0"/>
              <a:t> Designed for </a:t>
            </a:r>
            <a:r>
              <a:rPr lang="en-US" sz="1600" b="1" dirty="0"/>
              <a:t>general communication between devices</a:t>
            </a:r>
            <a:r>
              <a:rPr lang="en-US" sz="1600" dirty="0"/>
              <a:t>, such as military applications, emergency response, or mobile peer-to-peer networking.</a:t>
            </a:r>
          </a:p>
          <a:p>
            <a:pPr>
              <a:buNone/>
            </a:pPr>
            <a:r>
              <a:rPr lang="en-US" sz="1200" b="1" dirty="0"/>
              <a:t>5. Network Structure &amp; Scalability</a:t>
            </a:r>
          </a:p>
          <a:p>
            <a:pPr>
              <a:buFont typeface="Arial" panose="020B0604020202020204" pitchFamily="34" charset="0"/>
              <a:buChar char="•"/>
            </a:pPr>
            <a:r>
              <a:rPr lang="en-US" sz="1200" b="1" dirty="0"/>
              <a:t>WSN:</a:t>
            </a:r>
            <a:r>
              <a:rPr lang="en-US" sz="1200" dirty="0"/>
              <a:t> </a:t>
            </a:r>
            <a:r>
              <a:rPr lang="en-US" sz="1200" b="1" dirty="0"/>
              <a:t>Highly scalable</a:t>
            </a:r>
            <a:r>
              <a:rPr lang="en-US" sz="1200" dirty="0"/>
              <a:t> but lacks complex routing due to power constraints. Nodes communicate in a </a:t>
            </a:r>
            <a:r>
              <a:rPr lang="en-US" sz="1200" b="1" dirty="0"/>
              <a:t>multi-hop</a:t>
            </a:r>
            <a:r>
              <a:rPr lang="en-US" sz="1200" dirty="0"/>
              <a:t> fashion to forward data to a base station.</a:t>
            </a:r>
          </a:p>
          <a:p>
            <a:pPr>
              <a:buFont typeface="Arial" panose="020B0604020202020204" pitchFamily="34" charset="0"/>
              <a:buChar char="•"/>
            </a:pPr>
            <a:r>
              <a:rPr lang="en-US" sz="1200" b="1" dirty="0"/>
              <a:t>Ad-Hoc Networks:</a:t>
            </a:r>
            <a:r>
              <a:rPr lang="en-US" sz="1200" dirty="0"/>
              <a:t> May have a </a:t>
            </a:r>
            <a:r>
              <a:rPr lang="en-US" sz="1200" b="1" dirty="0"/>
              <a:t>structured routing</a:t>
            </a:r>
            <a:r>
              <a:rPr lang="en-US" sz="1200" dirty="0"/>
              <a:t> mechanism with predefined communication paths, but scalability is dependent on device capacity and network load.</a:t>
            </a:r>
          </a:p>
          <a:p>
            <a:pPr marL="0" indent="0"/>
            <a:endParaRPr lang="en-US" sz="1600" dirty="0"/>
          </a:p>
        </p:txBody>
      </p:sp>
      <p:sp>
        <p:nvSpPr>
          <p:cNvPr id="3" name="Content Placeholder 2">
            <a:extLst>
              <a:ext uri="{FF2B5EF4-FFF2-40B4-BE49-F238E27FC236}">
                <a16:creationId xmlns:a16="http://schemas.microsoft.com/office/drawing/2014/main" id="{D86D76C3-493D-0E7E-5855-172898070AEB}"/>
              </a:ext>
            </a:extLst>
          </p:cNvPr>
          <p:cNvSpPr>
            <a:spLocks noGrp="1"/>
          </p:cNvSpPr>
          <p:nvPr>
            <p:ph sz="quarter" idx="10"/>
          </p:nvPr>
        </p:nvSpPr>
        <p:spPr/>
        <p:txBody>
          <a:bodyPr/>
          <a:lstStyle/>
          <a:p>
            <a:r>
              <a:rPr lang="en-IN" dirty="0"/>
              <a:t>WSN V/S Ad-Hoc network</a:t>
            </a:r>
          </a:p>
        </p:txBody>
      </p:sp>
      <p:sp>
        <p:nvSpPr>
          <p:cNvPr id="5" name="Slide Number Placeholder 4">
            <a:extLst>
              <a:ext uri="{FF2B5EF4-FFF2-40B4-BE49-F238E27FC236}">
                <a16:creationId xmlns:a16="http://schemas.microsoft.com/office/drawing/2014/main" id="{C9AB66ED-1A1C-EE7A-72DB-633FDB6628FB}"/>
              </a:ext>
            </a:extLst>
          </p:cNvPr>
          <p:cNvSpPr>
            <a:spLocks noGrp="1"/>
          </p:cNvSpPr>
          <p:nvPr>
            <p:ph type="sldNum" sz="quarter" idx="14"/>
          </p:nvPr>
        </p:nvSpPr>
        <p:spPr/>
        <p:txBody>
          <a:bodyPr/>
          <a:lstStyle/>
          <a:p>
            <a:fld id="{BC8D7E44-7D4F-4942-A8C9-2DF6BF8399E8}" type="slidenum">
              <a:rPr lang="en-US" smtClean="0"/>
              <a:pPr/>
              <a:t>40</a:t>
            </a:fld>
            <a:endParaRPr lang="en-US" dirty="0"/>
          </a:p>
        </p:txBody>
      </p:sp>
    </p:spTree>
    <p:extLst>
      <p:ext uri="{BB962C8B-B14F-4D97-AF65-F5344CB8AC3E}">
        <p14:creationId xmlns:p14="http://schemas.microsoft.com/office/powerpoint/2010/main" val="13998991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DD16AC-23A0-0DFB-E369-98147978FB2E}"/>
              </a:ext>
            </a:extLst>
          </p:cNvPr>
          <p:cNvSpPr>
            <a:spLocks noGrp="1"/>
          </p:cNvSpPr>
          <p:nvPr>
            <p:ph idx="1"/>
          </p:nvPr>
        </p:nvSpPr>
        <p:spPr/>
        <p:txBody>
          <a:bodyPr/>
          <a:lstStyle/>
          <a:p>
            <a:pPr marL="274320" marR="0" lvl="0" indent="-274320" algn="l" defTabSz="914400" rtl="0" eaLnBrk="1" fontAlgn="auto" latinLnBrk="0" hangingPunct="1">
              <a:lnSpc>
                <a:spcPct val="80000"/>
              </a:lnSpc>
              <a:spcBef>
                <a:spcPts val="600"/>
              </a:spcBef>
              <a:spcAft>
                <a:spcPts val="0"/>
              </a:spcAft>
              <a:buClr>
                <a:srgbClr val="727CA3"/>
              </a:buClr>
              <a:buSzPct val="76000"/>
              <a:buFont typeface="Wingdings 3"/>
              <a:buChar char=""/>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mn-cs"/>
              </a:rPr>
              <a:t>Wireless Sensor Networks mainly consists of </a:t>
            </a:r>
            <a:r>
              <a:rPr kumimoji="0" lang="en-US" sz="2400" b="1" i="0" u="none" strike="noStrike" kern="1200" cap="none" spc="0" normalizeH="0" baseline="0" noProof="0" dirty="0">
                <a:ln>
                  <a:noFill/>
                </a:ln>
                <a:solidFill>
                  <a:prstClr val="black"/>
                </a:solidFill>
                <a:effectLst/>
                <a:uLnTx/>
                <a:uFillTx/>
                <a:latin typeface="Gill Sans MT"/>
                <a:ea typeface="+mn-ea"/>
                <a:cs typeface="+mn-cs"/>
              </a:rPr>
              <a:t>sensors. Sensors</a:t>
            </a:r>
            <a:r>
              <a:rPr kumimoji="0" lang="en-US" sz="2400" b="0" i="0" u="none" strike="noStrike" kern="1200" cap="none" spc="0" normalizeH="0" baseline="0" noProof="0" dirty="0">
                <a:ln>
                  <a:noFill/>
                </a:ln>
                <a:solidFill>
                  <a:prstClr val="black"/>
                </a:solidFill>
                <a:effectLst/>
                <a:uLnTx/>
                <a:uFillTx/>
                <a:latin typeface="Gill Sans MT"/>
                <a:ea typeface="+mn-ea"/>
                <a:cs typeface="+mn-cs"/>
              </a:rPr>
              <a:t> are -</a:t>
            </a:r>
          </a:p>
          <a:p>
            <a:pPr marL="548640" marR="0" lvl="1" indent="-274320" algn="l" defTabSz="914400" rtl="0" eaLnBrk="1" fontAlgn="auto" latinLnBrk="0" hangingPunct="1">
              <a:lnSpc>
                <a:spcPct val="80000"/>
              </a:lnSpc>
              <a:spcBef>
                <a:spcPts val="500"/>
              </a:spcBef>
              <a:spcAft>
                <a:spcPts val="0"/>
              </a:spcAft>
              <a:buClr>
                <a:srgbClr val="9FB8CD"/>
              </a:buClr>
              <a:buSzPct val="76000"/>
              <a:buFont typeface="Wingdings 3"/>
              <a:buChar char=""/>
              <a:tabLst/>
              <a:defRPr/>
            </a:pPr>
            <a:r>
              <a:rPr kumimoji="0" lang="en-US" sz="2400" b="0" i="0" u="none" strike="noStrike" kern="1200" cap="none" spc="0" normalizeH="0" baseline="0" noProof="0" dirty="0">
                <a:ln>
                  <a:noFill/>
                </a:ln>
                <a:solidFill>
                  <a:srgbClr val="464653"/>
                </a:solidFill>
                <a:effectLst/>
                <a:uLnTx/>
                <a:uFillTx/>
                <a:latin typeface="Gill Sans MT"/>
                <a:ea typeface="+mn-ea"/>
                <a:cs typeface="+mn-cs"/>
              </a:rPr>
              <a:t>low power</a:t>
            </a:r>
          </a:p>
          <a:p>
            <a:pPr marL="548640" marR="0" lvl="1" indent="-274320" algn="l" defTabSz="914400" rtl="0" eaLnBrk="1" fontAlgn="auto" latinLnBrk="0" hangingPunct="1">
              <a:lnSpc>
                <a:spcPct val="80000"/>
              </a:lnSpc>
              <a:spcBef>
                <a:spcPts val="500"/>
              </a:spcBef>
              <a:spcAft>
                <a:spcPts val="0"/>
              </a:spcAft>
              <a:buClr>
                <a:srgbClr val="9FB8CD"/>
              </a:buClr>
              <a:buSzPct val="76000"/>
              <a:buFont typeface="Wingdings 3"/>
              <a:buChar char=""/>
              <a:tabLst/>
              <a:defRPr/>
            </a:pPr>
            <a:r>
              <a:rPr kumimoji="0" lang="en-US" sz="2400" b="0" i="0" u="none" strike="noStrike" kern="1200" cap="none" spc="0" normalizeH="0" baseline="0" noProof="0" dirty="0">
                <a:ln>
                  <a:noFill/>
                </a:ln>
                <a:solidFill>
                  <a:srgbClr val="464653"/>
                </a:solidFill>
                <a:effectLst/>
                <a:uLnTx/>
                <a:uFillTx/>
                <a:latin typeface="Gill Sans MT"/>
                <a:ea typeface="+mn-ea"/>
                <a:cs typeface="+mn-cs"/>
              </a:rPr>
              <a:t>limited memory</a:t>
            </a:r>
          </a:p>
          <a:p>
            <a:pPr marL="548640" marR="0" lvl="1" indent="-274320" algn="l" defTabSz="914400" rtl="0" eaLnBrk="1" fontAlgn="auto" latinLnBrk="0" hangingPunct="1">
              <a:lnSpc>
                <a:spcPct val="80000"/>
              </a:lnSpc>
              <a:spcBef>
                <a:spcPts val="500"/>
              </a:spcBef>
              <a:spcAft>
                <a:spcPts val="0"/>
              </a:spcAft>
              <a:buClr>
                <a:srgbClr val="9FB8CD"/>
              </a:buClr>
              <a:buSzPct val="76000"/>
              <a:buFont typeface="Wingdings 3"/>
              <a:buChar char=""/>
              <a:tabLst/>
              <a:defRPr/>
            </a:pPr>
            <a:r>
              <a:rPr kumimoji="0" lang="en-US" sz="2400" b="0" i="0" u="none" strike="noStrike" kern="1200" cap="none" spc="0" normalizeH="0" baseline="0" noProof="0" dirty="0">
                <a:ln>
                  <a:noFill/>
                </a:ln>
                <a:solidFill>
                  <a:srgbClr val="464653"/>
                </a:solidFill>
                <a:effectLst/>
                <a:uLnTx/>
                <a:uFillTx/>
                <a:latin typeface="Gill Sans MT"/>
                <a:ea typeface="+mn-ea"/>
                <a:cs typeface="+mn-cs"/>
              </a:rPr>
              <a:t>energy constrained due to their small size.</a:t>
            </a:r>
          </a:p>
          <a:p>
            <a:pPr marL="548640" marR="0" lvl="1" indent="-274320" algn="l" defTabSz="914400" rtl="0" eaLnBrk="1" fontAlgn="auto" latinLnBrk="0" hangingPunct="1">
              <a:lnSpc>
                <a:spcPct val="80000"/>
              </a:lnSpc>
              <a:spcBef>
                <a:spcPts val="500"/>
              </a:spcBef>
              <a:spcAft>
                <a:spcPts val="0"/>
              </a:spcAft>
              <a:buClr>
                <a:srgbClr val="9FB8CD"/>
              </a:buClr>
              <a:buSzPct val="76000"/>
              <a:buFont typeface="Wingdings 3"/>
              <a:buChar char=""/>
              <a:tabLst/>
              <a:defRPr/>
            </a:pPr>
            <a:endParaRPr kumimoji="0" lang="en-US" sz="1100" b="0" i="0" u="none" strike="noStrike" kern="1200" cap="none" spc="0" normalizeH="0" baseline="0" noProof="0" dirty="0">
              <a:ln>
                <a:noFill/>
              </a:ln>
              <a:solidFill>
                <a:srgbClr val="464653"/>
              </a:solidFill>
              <a:effectLst/>
              <a:uLnTx/>
              <a:uFillTx/>
              <a:latin typeface="Gill Sans MT"/>
              <a:ea typeface="+mn-ea"/>
              <a:cs typeface="+mn-cs"/>
            </a:endParaRPr>
          </a:p>
          <a:p>
            <a:pPr marL="274320" marR="0" lvl="0" indent="-274320" algn="l" defTabSz="914400" rtl="0" eaLnBrk="1" fontAlgn="auto" latinLnBrk="0" hangingPunct="1">
              <a:lnSpc>
                <a:spcPct val="80000"/>
              </a:lnSpc>
              <a:spcBef>
                <a:spcPts val="600"/>
              </a:spcBef>
              <a:spcAft>
                <a:spcPts val="0"/>
              </a:spcAft>
              <a:buClr>
                <a:srgbClr val="727CA3"/>
              </a:buClr>
              <a:buSzPct val="76000"/>
              <a:buFont typeface="Wingdings 3"/>
              <a:buChar char=""/>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mn-cs"/>
              </a:rPr>
              <a:t>Wireless networks can also be deployed in </a:t>
            </a:r>
            <a:r>
              <a:rPr kumimoji="0" lang="en-US" sz="2400" b="1" i="0" u="none" strike="noStrike" kern="1200" cap="none" spc="0" normalizeH="0" baseline="0" noProof="0" dirty="0">
                <a:ln>
                  <a:noFill/>
                </a:ln>
                <a:solidFill>
                  <a:prstClr val="black"/>
                </a:solidFill>
                <a:effectLst/>
                <a:uLnTx/>
                <a:uFillTx/>
                <a:latin typeface="Gill Sans MT"/>
                <a:ea typeface="+mn-ea"/>
                <a:cs typeface="+mn-cs"/>
              </a:rPr>
              <a:t>extreme environmental</a:t>
            </a:r>
            <a:r>
              <a:rPr kumimoji="0" lang="en-US" sz="2400" b="0" i="0" u="none" strike="noStrike" kern="1200" cap="none" spc="0" normalizeH="0" baseline="0" noProof="0" dirty="0">
                <a:ln>
                  <a:noFill/>
                </a:ln>
                <a:solidFill>
                  <a:prstClr val="black"/>
                </a:solidFill>
                <a:effectLst/>
                <a:uLnTx/>
                <a:uFillTx/>
                <a:latin typeface="Gill Sans MT"/>
                <a:ea typeface="+mn-ea"/>
                <a:cs typeface="+mn-cs"/>
              </a:rPr>
              <a:t> conditions and may be prone to enemy attacks.</a:t>
            </a:r>
          </a:p>
          <a:p>
            <a:pPr marL="342900" marR="0" lvl="1" indent="-342900" algn="l" defTabSz="914400" rtl="0" eaLnBrk="1" fontAlgn="auto" latinLnBrk="0" hangingPunct="1">
              <a:lnSpc>
                <a:spcPct val="80000"/>
              </a:lnSpc>
              <a:spcBef>
                <a:spcPts val="500"/>
              </a:spcBef>
              <a:spcAft>
                <a:spcPts val="0"/>
              </a:spcAft>
              <a:buClr>
                <a:prstClr val="black"/>
              </a:buClr>
              <a:buSzPct val="70000"/>
              <a:buFont typeface="Wingdings" pitchFamily="2" charset="2"/>
              <a:buChar char="¢"/>
              <a:tabLst/>
              <a:defRPr/>
            </a:pPr>
            <a:endParaRPr kumimoji="0" lang="en-US" sz="1100" b="0" i="0" u="none" strike="noStrike" kern="1200" cap="none" spc="0" normalizeH="0" baseline="0" noProof="0" dirty="0">
              <a:ln>
                <a:noFill/>
              </a:ln>
              <a:solidFill>
                <a:srgbClr val="464653"/>
              </a:solidFill>
              <a:effectLst/>
              <a:uLnTx/>
              <a:uFillTx/>
              <a:latin typeface="Gill Sans MT"/>
              <a:ea typeface="+mn-ea"/>
              <a:cs typeface="+mn-cs"/>
            </a:endParaRPr>
          </a:p>
          <a:p>
            <a:pPr marL="274320" marR="0" lvl="0" indent="-274320" algn="l" defTabSz="914400" rtl="0" eaLnBrk="1" fontAlgn="auto" latinLnBrk="0" hangingPunct="1">
              <a:lnSpc>
                <a:spcPct val="80000"/>
              </a:lnSpc>
              <a:spcBef>
                <a:spcPts val="600"/>
              </a:spcBef>
              <a:spcAft>
                <a:spcPts val="0"/>
              </a:spcAft>
              <a:buClr>
                <a:srgbClr val="727CA3"/>
              </a:buClr>
              <a:buSzPct val="76000"/>
              <a:buFont typeface="Wingdings 3"/>
              <a:buChar char=""/>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mn-cs"/>
              </a:rPr>
              <a:t>Although deployed in an ad hoc manner they need to be </a:t>
            </a:r>
            <a:r>
              <a:rPr kumimoji="0" lang="en-US" sz="2400" b="1" i="0" u="none" strike="noStrike" kern="1200" cap="none" spc="0" normalizeH="0" baseline="0" noProof="0" dirty="0">
                <a:ln>
                  <a:noFill/>
                </a:ln>
                <a:solidFill>
                  <a:prstClr val="black"/>
                </a:solidFill>
                <a:effectLst/>
                <a:uLnTx/>
                <a:uFillTx/>
                <a:latin typeface="Gill Sans MT"/>
                <a:ea typeface="+mn-ea"/>
                <a:cs typeface="+mn-cs"/>
              </a:rPr>
              <a:t>self organized </a:t>
            </a:r>
            <a:r>
              <a:rPr kumimoji="0" lang="en-US" sz="2400" b="0" i="0" u="none" strike="noStrike" kern="1200" cap="none" spc="0" normalizeH="0" baseline="0" noProof="0" dirty="0">
                <a:ln>
                  <a:noFill/>
                </a:ln>
                <a:solidFill>
                  <a:prstClr val="black"/>
                </a:solidFill>
                <a:effectLst/>
                <a:uLnTx/>
                <a:uFillTx/>
                <a:latin typeface="Gill Sans MT"/>
                <a:ea typeface="+mn-ea"/>
                <a:cs typeface="+mn-cs"/>
              </a:rPr>
              <a:t>and</a:t>
            </a:r>
            <a:r>
              <a:rPr kumimoji="0" lang="en-US" sz="2400" b="1" i="0" u="none" strike="noStrike" kern="1200" cap="none" spc="0" normalizeH="0" baseline="0" noProof="0" dirty="0">
                <a:ln>
                  <a:noFill/>
                </a:ln>
                <a:solidFill>
                  <a:prstClr val="black"/>
                </a:solidFill>
                <a:effectLst/>
                <a:uLnTx/>
                <a:uFillTx/>
                <a:latin typeface="Gill Sans MT"/>
                <a:ea typeface="+mn-ea"/>
                <a:cs typeface="+mn-cs"/>
              </a:rPr>
              <a:t> self healing</a:t>
            </a:r>
            <a:r>
              <a:rPr kumimoji="0" lang="en-US" sz="2400" b="0" i="0" u="none" strike="noStrike" kern="1200" cap="none" spc="0" normalizeH="0" baseline="0" noProof="0" dirty="0">
                <a:ln>
                  <a:noFill/>
                </a:ln>
                <a:solidFill>
                  <a:prstClr val="black"/>
                </a:solidFill>
                <a:effectLst/>
                <a:uLnTx/>
                <a:uFillTx/>
                <a:latin typeface="Gill Sans MT"/>
                <a:ea typeface="+mn-ea"/>
                <a:cs typeface="+mn-cs"/>
              </a:rPr>
              <a:t> and can face constant reconfiguration.</a:t>
            </a:r>
          </a:p>
          <a:p>
            <a:pPr marL="274320" marR="0" lvl="0" indent="-274320" algn="l" defTabSz="914400" rtl="0" eaLnBrk="1" fontAlgn="auto" latinLnBrk="0" hangingPunct="1">
              <a:lnSpc>
                <a:spcPct val="80000"/>
              </a:lnSpc>
              <a:spcBef>
                <a:spcPts val="600"/>
              </a:spcBef>
              <a:spcAft>
                <a:spcPts val="0"/>
              </a:spcAft>
              <a:buClr>
                <a:srgbClr val="727CA3"/>
              </a:buClr>
              <a:buSzPct val="76000"/>
              <a:buFont typeface="Wingdings 3"/>
              <a:buChar char=""/>
              <a:tabLst/>
              <a:defRPr/>
            </a:pPr>
            <a:endParaRPr kumimoji="0" lang="en-US" sz="2400" b="0" i="0" u="none" strike="noStrike" kern="1200" cap="none" spc="0" normalizeH="0" baseline="0" noProof="0" dirty="0">
              <a:ln>
                <a:noFill/>
              </a:ln>
              <a:solidFill>
                <a:prstClr val="black"/>
              </a:solidFill>
              <a:effectLst/>
              <a:uLnTx/>
              <a:uFillTx/>
              <a:latin typeface="Gill Sans MT"/>
              <a:ea typeface="+mn-ea"/>
              <a:cs typeface="+mn-cs"/>
            </a:endParaRPr>
          </a:p>
          <a:p>
            <a:endParaRPr lang="en-IN" dirty="0"/>
          </a:p>
        </p:txBody>
      </p:sp>
      <p:sp>
        <p:nvSpPr>
          <p:cNvPr id="3" name="Content Placeholder 2">
            <a:extLst>
              <a:ext uri="{FF2B5EF4-FFF2-40B4-BE49-F238E27FC236}">
                <a16:creationId xmlns:a16="http://schemas.microsoft.com/office/drawing/2014/main" id="{E2C5FA5E-8AFA-F3DF-C61B-DB64E677EDDD}"/>
              </a:ext>
            </a:extLst>
          </p:cNvPr>
          <p:cNvSpPr>
            <a:spLocks noGrp="1"/>
          </p:cNvSpPr>
          <p:nvPr>
            <p:ph sz="quarter" idx="10"/>
          </p:nvPr>
        </p:nvSpPr>
        <p:spPr/>
        <p:txBody>
          <a:bodyPr/>
          <a:lstStyle/>
          <a:p>
            <a:r>
              <a:rPr lang="en-IN" dirty="0"/>
              <a:t>Characteristics of WSN</a:t>
            </a:r>
          </a:p>
        </p:txBody>
      </p:sp>
      <p:sp>
        <p:nvSpPr>
          <p:cNvPr id="4" name="Content Placeholder 3">
            <a:extLst>
              <a:ext uri="{FF2B5EF4-FFF2-40B4-BE49-F238E27FC236}">
                <a16:creationId xmlns:a16="http://schemas.microsoft.com/office/drawing/2014/main" id="{6F30A20C-D324-84C9-9CA7-F68037007861}"/>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D1102AE7-8FBA-4F55-157F-D0AE3588BA59}"/>
              </a:ext>
            </a:extLst>
          </p:cNvPr>
          <p:cNvSpPr>
            <a:spLocks noGrp="1"/>
          </p:cNvSpPr>
          <p:nvPr>
            <p:ph type="sldNum" sz="quarter" idx="14"/>
          </p:nvPr>
        </p:nvSpPr>
        <p:spPr/>
        <p:txBody>
          <a:bodyPr/>
          <a:lstStyle/>
          <a:p>
            <a:fld id="{BC8D7E44-7D4F-4942-A8C9-2DF6BF8399E8}" type="slidenum">
              <a:rPr lang="en-US" smtClean="0"/>
              <a:pPr/>
              <a:t>41</a:t>
            </a:fld>
            <a:endParaRPr lang="en-US" dirty="0"/>
          </a:p>
        </p:txBody>
      </p:sp>
    </p:spTree>
    <p:extLst>
      <p:ext uri="{BB962C8B-B14F-4D97-AF65-F5344CB8AC3E}">
        <p14:creationId xmlns:p14="http://schemas.microsoft.com/office/powerpoint/2010/main" val="5993417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CE11A-3874-7206-4635-00B5D518ADD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59B384-A883-501B-DCB6-7397AFC4F6E0}"/>
              </a:ext>
            </a:extLst>
          </p:cNvPr>
          <p:cNvSpPr>
            <a:spLocks noGrp="1"/>
          </p:cNvSpPr>
          <p:nvPr>
            <p:ph idx="1"/>
          </p:nvPr>
        </p:nvSpPr>
        <p:spPr/>
        <p:txBody>
          <a:bodyPr>
            <a:normAutofit fontScale="77500" lnSpcReduction="20000"/>
          </a:bodyPr>
          <a:lstStyle/>
          <a:p>
            <a:pPr>
              <a:buNone/>
            </a:pPr>
            <a:r>
              <a:rPr lang="en-US" sz="2000" b="1" dirty="0"/>
              <a:t>Design Challenges in Wireless Sensor Networks (WSN)</a:t>
            </a:r>
          </a:p>
          <a:p>
            <a:pPr>
              <a:buNone/>
            </a:pPr>
            <a:r>
              <a:rPr lang="en-US" sz="2000" dirty="0"/>
              <a:t>Wireless Sensor Networks (WSNs) face several challenges due to their unique structure, resource constraints, and operational requirements. Below are some key challenges:</a:t>
            </a:r>
          </a:p>
          <a:p>
            <a:pPr>
              <a:buNone/>
            </a:pPr>
            <a:r>
              <a:rPr lang="en-US" sz="2000" b="1" dirty="0"/>
              <a:t>1. Heterogeneity</a:t>
            </a:r>
          </a:p>
          <a:p>
            <a:pPr>
              <a:buFont typeface="Arial" panose="020B0604020202020204" pitchFamily="34" charset="0"/>
              <a:buChar char="•"/>
            </a:pPr>
            <a:r>
              <a:rPr lang="en-US" sz="2000" dirty="0"/>
              <a:t>The devices deployed may belong to different types, manufacturers, or have varied hardware and software configurations.</a:t>
            </a:r>
          </a:p>
          <a:p>
            <a:pPr>
              <a:buFont typeface="Arial" panose="020B0604020202020204" pitchFamily="34" charset="0"/>
              <a:buChar char="•"/>
            </a:pPr>
            <a:r>
              <a:rPr lang="en-US" sz="2000" dirty="0"/>
              <a:t>These diverse devices need to collaborate efficiently to form a functional network.</a:t>
            </a:r>
          </a:p>
          <a:p>
            <a:pPr>
              <a:buNone/>
            </a:pPr>
            <a:r>
              <a:rPr lang="en-US" sz="2000" b="1" dirty="0"/>
              <a:t>2. Distributed Processing</a:t>
            </a:r>
          </a:p>
          <a:p>
            <a:pPr>
              <a:buFont typeface="Arial" panose="020B0604020202020204" pitchFamily="34" charset="0"/>
              <a:buChar char="•"/>
            </a:pPr>
            <a:r>
              <a:rPr lang="en-US" sz="2000" dirty="0"/>
              <a:t>Unlike traditional networks, processing in WSNs is distributed across multiple sensor nodes.</a:t>
            </a:r>
          </a:p>
          <a:p>
            <a:pPr>
              <a:buFont typeface="Arial" panose="020B0604020202020204" pitchFamily="34" charset="0"/>
              <a:buChar char="•"/>
            </a:pPr>
            <a:r>
              <a:rPr lang="en-US" sz="2000" dirty="0"/>
              <a:t>Algorithms must ensure data processing is efficient while minimizing power consumption.</a:t>
            </a:r>
          </a:p>
          <a:p>
            <a:pPr>
              <a:buNone/>
            </a:pPr>
            <a:r>
              <a:rPr lang="en-US" sz="2000" b="1" dirty="0"/>
              <a:t>3. Low Bandwidth Communication</a:t>
            </a:r>
          </a:p>
          <a:p>
            <a:pPr>
              <a:buFont typeface="Arial" panose="020B0604020202020204" pitchFamily="34" charset="0"/>
              <a:buChar char="•"/>
            </a:pPr>
            <a:r>
              <a:rPr lang="en-US" sz="2000" dirty="0"/>
              <a:t>Wireless sensors operate on limited bandwidth, making data transmission a challenge.</a:t>
            </a:r>
          </a:p>
          <a:p>
            <a:pPr>
              <a:buFont typeface="Arial" panose="020B0604020202020204" pitchFamily="34" charset="0"/>
              <a:buChar char="•"/>
            </a:pPr>
            <a:r>
              <a:rPr lang="en-US" sz="2000" dirty="0"/>
              <a:t>Efficient data compression and aggregation techniques are needed to optimize communication.</a:t>
            </a:r>
          </a:p>
        </p:txBody>
      </p:sp>
      <p:sp>
        <p:nvSpPr>
          <p:cNvPr id="3" name="Content Placeholder 2">
            <a:extLst>
              <a:ext uri="{FF2B5EF4-FFF2-40B4-BE49-F238E27FC236}">
                <a16:creationId xmlns:a16="http://schemas.microsoft.com/office/drawing/2014/main" id="{201067FA-0A9A-47A5-FFE5-B7EB7A820129}"/>
              </a:ext>
            </a:extLst>
          </p:cNvPr>
          <p:cNvSpPr>
            <a:spLocks noGrp="1"/>
          </p:cNvSpPr>
          <p:nvPr>
            <p:ph sz="quarter" idx="10"/>
          </p:nvPr>
        </p:nvSpPr>
        <p:spPr/>
        <p:txBody>
          <a:bodyPr/>
          <a:lstStyle/>
          <a:p>
            <a:r>
              <a:rPr lang="en-IN" dirty="0"/>
              <a:t>Design Challenges</a:t>
            </a:r>
          </a:p>
        </p:txBody>
      </p:sp>
      <p:sp>
        <p:nvSpPr>
          <p:cNvPr id="4" name="Content Placeholder 3">
            <a:extLst>
              <a:ext uri="{FF2B5EF4-FFF2-40B4-BE49-F238E27FC236}">
                <a16:creationId xmlns:a16="http://schemas.microsoft.com/office/drawing/2014/main" id="{22781597-E3EF-DF3B-15C5-31B7FB459E5A}"/>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F7E9E806-5CE3-7610-9A16-24466815F6BE}"/>
              </a:ext>
            </a:extLst>
          </p:cNvPr>
          <p:cNvSpPr>
            <a:spLocks noGrp="1"/>
          </p:cNvSpPr>
          <p:nvPr>
            <p:ph type="sldNum" sz="quarter" idx="14"/>
          </p:nvPr>
        </p:nvSpPr>
        <p:spPr/>
        <p:txBody>
          <a:bodyPr/>
          <a:lstStyle/>
          <a:p>
            <a:fld id="{BC8D7E44-7D4F-4942-A8C9-2DF6BF8399E8}" type="slidenum">
              <a:rPr lang="en-US" smtClean="0"/>
              <a:pPr/>
              <a:t>42</a:t>
            </a:fld>
            <a:endParaRPr lang="en-US" dirty="0"/>
          </a:p>
        </p:txBody>
      </p:sp>
    </p:spTree>
    <p:extLst>
      <p:ext uri="{BB962C8B-B14F-4D97-AF65-F5344CB8AC3E}">
        <p14:creationId xmlns:p14="http://schemas.microsoft.com/office/powerpoint/2010/main" val="36958117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4D8CF4-EF63-F61B-5714-3A22CD5B210E}"/>
              </a:ext>
            </a:extLst>
          </p:cNvPr>
          <p:cNvSpPr>
            <a:spLocks noGrp="1"/>
          </p:cNvSpPr>
          <p:nvPr>
            <p:ph idx="1"/>
          </p:nvPr>
        </p:nvSpPr>
        <p:spPr/>
        <p:txBody>
          <a:bodyPr/>
          <a:lstStyle/>
          <a:p>
            <a:pPr eaLnBrk="1" hangingPunct="1">
              <a:lnSpc>
                <a:spcPct val="90000"/>
              </a:lnSpc>
            </a:pPr>
            <a:r>
              <a:rPr lang="en-US" sz="2600" b="1" dirty="0"/>
              <a:t>Large Scale Coordination</a:t>
            </a:r>
          </a:p>
          <a:p>
            <a:pPr lvl="1" eaLnBrk="1" hangingPunct="1">
              <a:lnSpc>
                <a:spcPct val="90000"/>
              </a:lnSpc>
            </a:pPr>
            <a:r>
              <a:rPr lang="en-US" sz="2400" dirty="0"/>
              <a:t>The sensors need to coordinate with each other to produce required results.</a:t>
            </a:r>
          </a:p>
          <a:p>
            <a:pPr eaLnBrk="1" hangingPunct="1">
              <a:lnSpc>
                <a:spcPct val="90000"/>
              </a:lnSpc>
            </a:pPr>
            <a:r>
              <a:rPr lang="en-US" sz="2600" b="1" dirty="0"/>
              <a:t>Utilization of Sensors</a:t>
            </a:r>
          </a:p>
          <a:p>
            <a:pPr lvl="1" eaLnBrk="1" hangingPunct="1">
              <a:lnSpc>
                <a:spcPct val="90000"/>
              </a:lnSpc>
            </a:pPr>
            <a:r>
              <a:rPr lang="en-US" sz="2400" dirty="0"/>
              <a:t>The sensors should be utilized in a ways that produce the maximum performance and use less energy.</a:t>
            </a:r>
          </a:p>
          <a:p>
            <a:pPr eaLnBrk="1" hangingPunct="1">
              <a:lnSpc>
                <a:spcPct val="90000"/>
              </a:lnSpc>
            </a:pPr>
            <a:r>
              <a:rPr lang="en-US" sz="2600" b="1" dirty="0"/>
              <a:t>Real Time Computation</a:t>
            </a:r>
          </a:p>
          <a:p>
            <a:pPr lvl="1" eaLnBrk="1" hangingPunct="1">
              <a:lnSpc>
                <a:spcPct val="90000"/>
              </a:lnSpc>
            </a:pPr>
            <a:r>
              <a:rPr lang="en-US" sz="2400" dirty="0"/>
              <a:t>The computation should be done quickly as new data is always being generated.</a:t>
            </a:r>
          </a:p>
          <a:p>
            <a:endParaRPr lang="en-IN" dirty="0"/>
          </a:p>
        </p:txBody>
      </p:sp>
      <p:sp>
        <p:nvSpPr>
          <p:cNvPr id="3" name="Content Placeholder 2">
            <a:extLst>
              <a:ext uri="{FF2B5EF4-FFF2-40B4-BE49-F238E27FC236}">
                <a16:creationId xmlns:a16="http://schemas.microsoft.com/office/drawing/2014/main" id="{E26983B1-1AAC-14FF-C907-9A510912EE6E}"/>
              </a:ext>
            </a:extLst>
          </p:cNvPr>
          <p:cNvSpPr>
            <a:spLocks noGrp="1"/>
          </p:cNvSpPr>
          <p:nvPr>
            <p:ph sz="quarter" idx="10"/>
          </p:nvPr>
        </p:nvSpPr>
        <p:spPr/>
        <p:txBody>
          <a:bodyPr/>
          <a:lstStyle/>
          <a:p>
            <a:r>
              <a:rPr lang="en-IN" dirty="0"/>
              <a:t>Design Challenges…</a:t>
            </a:r>
          </a:p>
        </p:txBody>
      </p:sp>
      <p:sp>
        <p:nvSpPr>
          <p:cNvPr id="4" name="Content Placeholder 3">
            <a:extLst>
              <a:ext uri="{FF2B5EF4-FFF2-40B4-BE49-F238E27FC236}">
                <a16:creationId xmlns:a16="http://schemas.microsoft.com/office/drawing/2014/main" id="{C2AEC4D3-12B1-5EE9-BA57-23F2FF3C287B}"/>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C9ADF2E6-F53D-7114-6444-64E5A856D204}"/>
              </a:ext>
            </a:extLst>
          </p:cNvPr>
          <p:cNvSpPr>
            <a:spLocks noGrp="1"/>
          </p:cNvSpPr>
          <p:nvPr>
            <p:ph type="sldNum" sz="quarter" idx="14"/>
          </p:nvPr>
        </p:nvSpPr>
        <p:spPr/>
        <p:txBody>
          <a:bodyPr/>
          <a:lstStyle/>
          <a:p>
            <a:fld id="{BC8D7E44-7D4F-4942-A8C9-2DF6BF8399E8}" type="slidenum">
              <a:rPr lang="en-US" smtClean="0"/>
              <a:pPr/>
              <a:t>43</a:t>
            </a:fld>
            <a:endParaRPr lang="en-US" dirty="0"/>
          </a:p>
        </p:txBody>
      </p:sp>
    </p:spTree>
    <p:extLst>
      <p:ext uri="{BB962C8B-B14F-4D97-AF65-F5344CB8AC3E}">
        <p14:creationId xmlns:p14="http://schemas.microsoft.com/office/powerpoint/2010/main" val="14136854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077D4-D636-FCB8-C621-6D572E8201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75F25A-B3BA-BAD3-703B-85A16CBFD9D6}"/>
              </a:ext>
            </a:extLst>
          </p:cNvPr>
          <p:cNvSpPr>
            <a:spLocks noGrp="1"/>
          </p:cNvSpPr>
          <p:nvPr>
            <p:ph idx="1"/>
          </p:nvPr>
        </p:nvSpPr>
        <p:spPr/>
        <p:txBody>
          <a:bodyPr>
            <a:normAutofit lnSpcReduction="10000"/>
          </a:bodyPr>
          <a:lstStyle/>
          <a:p>
            <a:pPr>
              <a:buNone/>
            </a:pPr>
            <a:r>
              <a:rPr lang="en-US" sz="1600" b="1" dirty="0"/>
              <a:t>8. Security &amp; Privacy</a:t>
            </a:r>
          </a:p>
          <a:p>
            <a:pPr>
              <a:buFont typeface="Arial" panose="020B0604020202020204" pitchFamily="34" charset="0"/>
              <a:buChar char="•"/>
            </a:pPr>
            <a:r>
              <a:rPr lang="en-US" sz="1600" dirty="0"/>
              <a:t>WSNs are vulnerable to attacks such as eavesdropping, data tampering, and node compromise.</a:t>
            </a:r>
          </a:p>
          <a:p>
            <a:pPr>
              <a:buFont typeface="Arial" panose="020B0604020202020204" pitchFamily="34" charset="0"/>
              <a:buChar char="•"/>
            </a:pPr>
            <a:r>
              <a:rPr lang="en-US" sz="1600" dirty="0"/>
              <a:t>Secure communication protocols are required to protect data integrity and confidentiality.</a:t>
            </a:r>
          </a:p>
          <a:p>
            <a:pPr>
              <a:buNone/>
            </a:pPr>
            <a:r>
              <a:rPr lang="en-US" sz="1600" b="1" dirty="0"/>
              <a:t>9. Fault Tolerance &amp; Scalability</a:t>
            </a:r>
          </a:p>
          <a:p>
            <a:pPr>
              <a:buFont typeface="Arial" panose="020B0604020202020204" pitchFamily="34" charset="0"/>
              <a:buChar char="•"/>
            </a:pPr>
            <a:r>
              <a:rPr lang="en-US" sz="1600" dirty="0"/>
              <a:t>Nodes in WSNs may fail due to battery depletion or harsh environmental conditions.</a:t>
            </a:r>
          </a:p>
          <a:p>
            <a:pPr>
              <a:buFont typeface="Arial" panose="020B0604020202020204" pitchFamily="34" charset="0"/>
              <a:buChar char="•"/>
            </a:pPr>
            <a:r>
              <a:rPr lang="en-US" sz="1600" dirty="0"/>
              <a:t>The network should be resilient and adaptive to node failures while maintaining functionality.</a:t>
            </a:r>
          </a:p>
          <a:p>
            <a:pPr>
              <a:buNone/>
            </a:pPr>
            <a:r>
              <a:rPr lang="en-US" sz="1600" b="1" dirty="0"/>
              <a:t>10. Data Redundancy &amp; Aggregation</a:t>
            </a:r>
          </a:p>
          <a:p>
            <a:pPr>
              <a:buFont typeface="Arial" panose="020B0604020202020204" pitchFamily="34" charset="0"/>
              <a:buChar char="•"/>
            </a:pPr>
            <a:r>
              <a:rPr lang="en-US" sz="1600" dirty="0"/>
              <a:t>Sensors often generate overlapping data, leading to redundancy.</a:t>
            </a:r>
          </a:p>
          <a:p>
            <a:pPr>
              <a:buFont typeface="Arial" panose="020B0604020202020204" pitchFamily="34" charset="0"/>
              <a:buChar char="•"/>
            </a:pPr>
            <a:r>
              <a:rPr lang="en-US" sz="1600" dirty="0"/>
              <a:t>Data aggregation techniques help reduce redundancy and improve efficiency.</a:t>
            </a:r>
          </a:p>
          <a:p>
            <a:pPr>
              <a:buNone/>
            </a:pPr>
            <a:endParaRPr lang="en-US" sz="1600" b="1" dirty="0"/>
          </a:p>
          <a:p>
            <a:r>
              <a:rPr lang="en-US" sz="1600" dirty="0"/>
              <a:t>Addressing these challenges requires innovative solutions in network design, routing, energy management, and security. By overcoming these limitations, WSNs can be effectively deployed for applications like smart cities, healthcare monitoring, industrial automation, and environmental sensing.</a:t>
            </a:r>
          </a:p>
        </p:txBody>
      </p:sp>
      <p:sp>
        <p:nvSpPr>
          <p:cNvPr id="3" name="Content Placeholder 2">
            <a:extLst>
              <a:ext uri="{FF2B5EF4-FFF2-40B4-BE49-F238E27FC236}">
                <a16:creationId xmlns:a16="http://schemas.microsoft.com/office/drawing/2014/main" id="{73F94A59-0C8F-914F-6978-B6C52A545F25}"/>
              </a:ext>
            </a:extLst>
          </p:cNvPr>
          <p:cNvSpPr>
            <a:spLocks noGrp="1"/>
          </p:cNvSpPr>
          <p:nvPr>
            <p:ph sz="quarter" idx="10"/>
          </p:nvPr>
        </p:nvSpPr>
        <p:spPr/>
        <p:txBody>
          <a:bodyPr/>
          <a:lstStyle/>
          <a:p>
            <a:r>
              <a:rPr lang="en-IN" dirty="0"/>
              <a:t>Design Challenges…</a:t>
            </a:r>
          </a:p>
        </p:txBody>
      </p:sp>
      <p:sp>
        <p:nvSpPr>
          <p:cNvPr id="4" name="Content Placeholder 3">
            <a:extLst>
              <a:ext uri="{FF2B5EF4-FFF2-40B4-BE49-F238E27FC236}">
                <a16:creationId xmlns:a16="http://schemas.microsoft.com/office/drawing/2014/main" id="{2C5E093E-EF37-6C4E-6C93-19F69473794D}"/>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26344647-21C1-70EC-8227-52B044BAC118}"/>
              </a:ext>
            </a:extLst>
          </p:cNvPr>
          <p:cNvSpPr>
            <a:spLocks noGrp="1"/>
          </p:cNvSpPr>
          <p:nvPr>
            <p:ph type="sldNum" sz="quarter" idx="14"/>
          </p:nvPr>
        </p:nvSpPr>
        <p:spPr/>
        <p:txBody>
          <a:bodyPr/>
          <a:lstStyle/>
          <a:p>
            <a:fld id="{BC8D7E44-7D4F-4942-A8C9-2DF6BF8399E8}" type="slidenum">
              <a:rPr lang="en-US" smtClean="0"/>
              <a:pPr/>
              <a:t>44</a:t>
            </a:fld>
            <a:endParaRPr lang="en-US" dirty="0"/>
          </a:p>
        </p:txBody>
      </p:sp>
    </p:spTree>
    <p:extLst>
      <p:ext uri="{BB962C8B-B14F-4D97-AF65-F5344CB8AC3E}">
        <p14:creationId xmlns:p14="http://schemas.microsoft.com/office/powerpoint/2010/main" val="13122913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B6F21-4B31-2DF7-3D94-9545899466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8F8B94-3B34-93E8-0886-A643F500A62E}"/>
              </a:ext>
            </a:extLst>
          </p:cNvPr>
          <p:cNvSpPr>
            <a:spLocks noGrp="1"/>
          </p:cNvSpPr>
          <p:nvPr>
            <p:ph idx="1"/>
          </p:nvPr>
        </p:nvSpPr>
        <p:spPr/>
        <p:txBody>
          <a:bodyPr>
            <a:normAutofit fontScale="85000" lnSpcReduction="20000"/>
          </a:bodyPr>
          <a:lstStyle/>
          <a:p>
            <a:pPr>
              <a:buNone/>
            </a:pPr>
            <a:r>
              <a:rPr lang="en-US" sz="2000" b="1" dirty="0"/>
              <a:t>Operational Challenges in Wireless Sensor Networks (WSN)</a:t>
            </a:r>
          </a:p>
          <a:p>
            <a:pPr>
              <a:buNone/>
            </a:pPr>
            <a:r>
              <a:rPr lang="en-US" sz="2000" dirty="0"/>
              <a:t>Wireless Sensor Networks (WSNs) face several operational challenges due to their limited resources and harsh deployment environments. Below are key challenges:</a:t>
            </a:r>
          </a:p>
          <a:p>
            <a:pPr>
              <a:buNone/>
            </a:pPr>
            <a:r>
              <a:rPr lang="en-US" sz="2000" b="1" dirty="0"/>
              <a:t>1. Energy Efficiency</a:t>
            </a:r>
          </a:p>
          <a:p>
            <a:pPr>
              <a:buFont typeface="Arial" panose="020B0604020202020204" pitchFamily="34" charset="0"/>
              <a:buChar char="•"/>
            </a:pPr>
            <a:r>
              <a:rPr lang="en-US" sz="2000" dirty="0"/>
              <a:t>Sensor nodes have limited battery power, and replacing or recharging them is difficult.</a:t>
            </a:r>
          </a:p>
          <a:p>
            <a:pPr>
              <a:buFont typeface="Arial" panose="020B0604020202020204" pitchFamily="34" charset="0"/>
              <a:buChar char="•"/>
            </a:pPr>
            <a:r>
              <a:rPr lang="en-US" sz="2000" dirty="0"/>
              <a:t>Energy-efficient communication protocols and duty-cycling mechanisms are essential.</a:t>
            </a:r>
          </a:p>
          <a:p>
            <a:pPr>
              <a:buNone/>
            </a:pPr>
            <a:r>
              <a:rPr lang="en-US" sz="2000" b="1" dirty="0"/>
              <a:t>2. Limited Storage and Computation</a:t>
            </a:r>
          </a:p>
          <a:p>
            <a:pPr>
              <a:buFont typeface="Arial" panose="020B0604020202020204" pitchFamily="34" charset="0"/>
              <a:buChar char="•"/>
            </a:pPr>
            <a:r>
              <a:rPr lang="en-US" sz="2000" dirty="0"/>
              <a:t>Sensor nodes have restricted memory and processing power.</a:t>
            </a:r>
          </a:p>
          <a:p>
            <a:pPr>
              <a:buFont typeface="Arial" panose="020B0604020202020204" pitchFamily="34" charset="0"/>
              <a:buChar char="•"/>
            </a:pPr>
            <a:r>
              <a:rPr lang="en-US" sz="2000" dirty="0"/>
              <a:t>Optimization techniques are needed to handle data efficiently with minimal processing.</a:t>
            </a:r>
          </a:p>
          <a:p>
            <a:pPr>
              <a:buNone/>
            </a:pPr>
            <a:r>
              <a:rPr lang="en-US" sz="2000" b="1" dirty="0"/>
              <a:t>3. Low Bandwidth and High Error Rates</a:t>
            </a:r>
          </a:p>
          <a:p>
            <a:pPr>
              <a:buFont typeface="Arial" panose="020B0604020202020204" pitchFamily="34" charset="0"/>
              <a:buChar char="•"/>
            </a:pPr>
            <a:r>
              <a:rPr lang="en-US" sz="2000" dirty="0"/>
              <a:t>Wireless communication in WSNs often operates at low bandwidth, limiting data transfer rates.</a:t>
            </a:r>
          </a:p>
          <a:p>
            <a:pPr>
              <a:buFont typeface="Arial" panose="020B0604020202020204" pitchFamily="34" charset="0"/>
              <a:buChar char="•"/>
            </a:pPr>
            <a:r>
              <a:rPr lang="en-US" sz="2000" dirty="0"/>
              <a:t>High error rates occur due to interference, congestion, and weak signals.</a:t>
            </a:r>
          </a:p>
        </p:txBody>
      </p:sp>
      <p:sp>
        <p:nvSpPr>
          <p:cNvPr id="3" name="Content Placeholder 2">
            <a:extLst>
              <a:ext uri="{FF2B5EF4-FFF2-40B4-BE49-F238E27FC236}">
                <a16:creationId xmlns:a16="http://schemas.microsoft.com/office/drawing/2014/main" id="{A96DD7F2-0CC1-0F7C-C070-E21ACEBF2333}"/>
              </a:ext>
            </a:extLst>
          </p:cNvPr>
          <p:cNvSpPr>
            <a:spLocks noGrp="1"/>
          </p:cNvSpPr>
          <p:nvPr>
            <p:ph sz="quarter" idx="10"/>
          </p:nvPr>
        </p:nvSpPr>
        <p:spPr/>
        <p:txBody>
          <a:bodyPr/>
          <a:lstStyle/>
          <a:p>
            <a:r>
              <a:rPr lang="en-IN" dirty="0"/>
              <a:t>Operational Challenges</a:t>
            </a:r>
          </a:p>
        </p:txBody>
      </p:sp>
      <p:sp>
        <p:nvSpPr>
          <p:cNvPr id="5" name="Slide Number Placeholder 4">
            <a:extLst>
              <a:ext uri="{FF2B5EF4-FFF2-40B4-BE49-F238E27FC236}">
                <a16:creationId xmlns:a16="http://schemas.microsoft.com/office/drawing/2014/main" id="{9ABF4376-2227-AD4B-70D5-74F8E3D8879B}"/>
              </a:ext>
            </a:extLst>
          </p:cNvPr>
          <p:cNvSpPr>
            <a:spLocks noGrp="1"/>
          </p:cNvSpPr>
          <p:nvPr>
            <p:ph type="sldNum" sz="quarter" idx="14"/>
          </p:nvPr>
        </p:nvSpPr>
        <p:spPr/>
        <p:txBody>
          <a:bodyPr/>
          <a:lstStyle/>
          <a:p>
            <a:fld id="{BC8D7E44-7D4F-4942-A8C9-2DF6BF8399E8}" type="slidenum">
              <a:rPr lang="en-US" smtClean="0"/>
              <a:pPr/>
              <a:t>45</a:t>
            </a:fld>
            <a:endParaRPr lang="en-US" dirty="0"/>
          </a:p>
        </p:txBody>
      </p:sp>
    </p:spTree>
    <p:extLst>
      <p:ext uri="{BB962C8B-B14F-4D97-AF65-F5344CB8AC3E}">
        <p14:creationId xmlns:p14="http://schemas.microsoft.com/office/powerpoint/2010/main" val="33341303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3E7FC-5F10-DA0E-74C2-66CB0334076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1EA841-C68D-6144-CC19-A9694A39F6A6}"/>
              </a:ext>
            </a:extLst>
          </p:cNvPr>
          <p:cNvSpPr>
            <a:spLocks noGrp="1"/>
          </p:cNvSpPr>
          <p:nvPr>
            <p:ph idx="1"/>
          </p:nvPr>
        </p:nvSpPr>
        <p:spPr/>
        <p:txBody>
          <a:bodyPr>
            <a:normAutofit/>
          </a:bodyPr>
          <a:lstStyle/>
          <a:p>
            <a:pPr>
              <a:buNone/>
            </a:pPr>
            <a:r>
              <a:rPr lang="en-US" sz="1600" b="1" dirty="0"/>
              <a:t>4. Errors in Data Collection</a:t>
            </a:r>
          </a:p>
          <a:p>
            <a:pPr>
              <a:buFont typeface="Arial" panose="020B0604020202020204" pitchFamily="34" charset="0"/>
              <a:buChar char="•"/>
            </a:pPr>
            <a:r>
              <a:rPr lang="en-US" sz="1600" b="1" dirty="0"/>
              <a:t>Wireless Communication Errors:</a:t>
            </a:r>
            <a:r>
              <a:rPr lang="en-US" sz="1600" dirty="0"/>
              <a:t> Packet loss and delays due to weak signals.</a:t>
            </a:r>
          </a:p>
          <a:p>
            <a:pPr>
              <a:buFont typeface="Arial" panose="020B0604020202020204" pitchFamily="34" charset="0"/>
              <a:buChar char="•"/>
            </a:pPr>
            <a:r>
              <a:rPr lang="en-US" sz="1600" b="1" dirty="0"/>
              <a:t>Noisy Measurements:</a:t>
            </a:r>
            <a:r>
              <a:rPr lang="en-US" sz="1600" dirty="0"/>
              <a:t> Sensor readings can be inaccurate due to environmental factors.</a:t>
            </a:r>
          </a:p>
          <a:p>
            <a:pPr>
              <a:buFont typeface="Arial" panose="020B0604020202020204" pitchFamily="34" charset="0"/>
              <a:buChar char="•"/>
            </a:pPr>
            <a:r>
              <a:rPr lang="en-US" sz="1600" b="1" dirty="0"/>
              <a:t>Node Failures:</a:t>
            </a:r>
            <a:r>
              <a:rPr lang="en-US" sz="1600" dirty="0"/>
              <a:t> Sensor nodes may fail due to battery depletion or hardware issues.</a:t>
            </a:r>
          </a:p>
          <a:p>
            <a:pPr>
              <a:buNone/>
            </a:pPr>
            <a:r>
              <a:rPr lang="en-US" sz="1600" b="1" dirty="0"/>
              <a:t>5. Scalability Challenges</a:t>
            </a:r>
          </a:p>
          <a:p>
            <a:pPr>
              <a:buFont typeface="Arial" panose="020B0604020202020204" pitchFamily="34" charset="0"/>
              <a:buChar char="•"/>
            </a:pPr>
            <a:r>
              <a:rPr lang="en-US" sz="1600" dirty="0"/>
              <a:t>WSNs need to support a large number of nodes while maintaining efficiency.</a:t>
            </a:r>
          </a:p>
          <a:p>
            <a:pPr>
              <a:buFont typeface="Arial" panose="020B0604020202020204" pitchFamily="34" charset="0"/>
              <a:buChar char="•"/>
            </a:pPr>
            <a:r>
              <a:rPr lang="en-US" sz="1600" dirty="0"/>
              <a:t>Managing data flow and routing becomes complex as the network size grows.</a:t>
            </a:r>
          </a:p>
          <a:p>
            <a:pPr>
              <a:buNone/>
            </a:pPr>
            <a:r>
              <a:rPr lang="en-US" sz="1600" b="1" dirty="0"/>
              <a:t>6. Survivability in Harsh Environments</a:t>
            </a:r>
          </a:p>
          <a:p>
            <a:pPr>
              <a:buFont typeface="Arial" panose="020B0604020202020204" pitchFamily="34" charset="0"/>
              <a:buChar char="•"/>
            </a:pPr>
            <a:r>
              <a:rPr lang="en-US" sz="1600" dirty="0"/>
              <a:t>Many WSNs are deployed in extreme conditions (e.g., industrial sites, underwater, or disaster zones).</a:t>
            </a:r>
          </a:p>
          <a:p>
            <a:pPr>
              <a:buFont typeface="Arial" panose="020B0604020202020204" pitchFamily="34" charset="0"/>
              <a:buChar char="•"/>
            </a:pPr>
            <a:r>
              <a:rPr lang="en-US" sz="1600" dirty="0"/>
              <a:t>The network must withstand temperature variations, moisture, and physical damage.</a:t>
            </a:r>
          </a:p>
          <a:p>
            <a:pPr>
              <a:buNone/>
            </a:pPr>
            <a:r>
              <a:rPr lang="en-US" sz="1200" b="1" dirty="0"/>
              <a:t>7. Time- and Space-Intensive Experimentation</a:t>
            </a:r>
          </a:p>
          <a:p>
            <a:pPr>
              <a:buFont typeface="Arial" panose="020B0604020202020204" pitchFamily="34" charset="0"/>
              <a:buChar char="•"/>
            </a:pPr>
            <a:r>
              <a:rPr lang="en-US" sz="1200" dirty="0"/>
              <a:t>Real-world testing of WSNs requires significant time and physical deployment space.</a:t>
            </a:r>
          </a:p>
          <a:p>
            <a:pPr>
              <a:buFont typeface="Arial" panose="020B0604020202020204" pitchFamily="34" charset="0"/>
              <a:buChar char="•"/>
            </a:pPr>
            <a:r>
              <a:rPr lang="en-US" sz="1200" dirty="0"/>
              <a:t>Simulations and testbeds are often used but may not fully replicate real conditions.</a:t>
            </a:r>
          </a:p>
          <a:p>
            <a:pPr marL="0" indent="0"/>
            <a:endParaRPr lang="en-US" sz="1600" dirty="0"/>
          </a:p>
        </p:txBody>
      </p:sp>
      <p:sp>
        <p:nvSpPr>
          <p:cNvPr id="3" name="Content Placeholder 2">
            <a:extLst>
              <a:ext uri="{FF2B5EF4-FFF2-40B4-BE49-F238E27FC236}">
                <a16:creationId xmlns:a16="http://schemas.microsoft.com/office/drawing/2014/main" id="{396AD7CE-7666-259B-67EF-9B76CF9EBDDA}"/>
              </a:ext>
            </a:extLst>
          </p:cNvPr>
          <p:cNvSpPr>
            <a:spLocks noGrp="1"/>
          </p:cNvSpPr>
          <p:nvPr>
            <p:ph sz="quarter" idx="10"/>
          </p:nvPr>
        </p:nvSpPr>
        <p:spPr/>
        <p:txBody>
          <a:bodyPr/>
          <a:lstStyle/>
          <a:p>
            <a:r>
              <a:rPr lang="en-IN" dirty="0"/>
              <a:t>Operational Challenges</a:t>
            </a:r>
          </a:p>
        </p:txBody>
      </p:sp>
      <p:sp>
        <p:nvSpPr>
          <p:cNvPr id="5" name="Slide Number Placeholder 4">
            <a:extLst>
              <a:ext uri="{FF2B5EF4-FFF2-40B4-BE49-F238E27FC236}">
                <a16:creationId xmlns:a16="http://schemas.microsoft.com/office/drawing/2014/main" id="{FA7D0E90-C92D-7247-D6A7-2C208E737EC6}"/>
              </a:ext>
            </a:extLst>
          </p:cNvPr>
          <p:cNvSpPr>
            <a:spLocks noGrp="1"/>
          </p:cNvSpPr>
          <p:nvPr>
            <p:ph type="sldNum" sz="quarter" idx="14"/>
          </p:nvPr>
        </p:nvSpPr>
        <p:spPr/>
        <p:txBody>
          <a:bodyPr/>
          <a:lstStyle/>
          <a:p>
            <a:fld id="{BC8D7E44-7D4F-4942-A8C9-2DF6BF8399E8}" type="slidenum">
              <a:rPr lang="en-US" smtClean="0"/>
              <a:pPr/>
              <a:t>46</a:t>
            </a:fld>
            <a:endParaRPr lang="en-US" dirty="0"/>
          </a:p>
        </p:txBody>
      </p:sp>
    </p:spTree>
    <p:extLst>
      <p:ext uri="{BB962C8B-B14F-4D97-AF65-F5344CB8AC3E}">
        <p14:creationId xmlns:p14="http://schemas.microsoft.com/office/powerpoint/2010/main" val="21289201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20F87-80EB-CE67-BFDA-F06605E0A0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5AE65D-251D-F0A2-63A6-A1EBBBA64857}"/>
              </a:ext>
            </a:extLst>
          </p:cNvPr>
          <p:cNvSpPr>
            <a:spLocks noGrp="1"/>
          </p:cNvSpPr>
          <p:nvPr>
            <p:ph idx="1"/>
          </p:nvPr>
        </p:nvSpPr>
        <p:spPr/>
        <p:txBody>
          <a:bodyPr>
            <a:normAutofit/>
          </a:bodyPr>
          <a:lstStyle/>
          <a:p>
            <a:pPr>
              <a:buNone/>
            </a:pPr>
            <a:r>
              <a:rPr lang="en-US" sz="1200" b="1" dirty="0"/>
              <a:t>8. Security and Privacy Risks</a:t>
            </a:r>
          </a:p>
          <a:p>
            <a:pPr>
              <a:buFont typeface="Arial" panose="020B0604020202020204" pitchFamily="34" charset="0"/>
              <a:buChar char="•"/>
            </a:pPr>
            <a:r>
              <a:rPr lang="en-US" sz="1200" dirty="0"/>
              <a:t>WSNs are vulnerable to eavesdropping, jamming, and node compromise.</a:t>
            </a:r>
          </a:p>
          <a:p>
            <a:pPr>
              <a:buFont typeface="Arial" panose="020B0604020202020204" pitchFamily="34" charset="0"/>
              <a:buChar char="•"/>
            </a:pPr>
            <a:r>
              <a:rPr lang="en-US" sz="1200" dirty="0"/>
              <a:t>Secure authentication and encryption methods must be implemented.</a:t>
            </a:r>
          </a:p>
          <a:p>
            <a:pPr>
              <a:buNone/>
            </a:pPr>
            <a:r>
              <a:rPr lang="en-US" sz="1200" b="1" dirty="0"/>
              <a:t>9. Network Latency and Synchronization</a:t>
            </a:r>
          </a:p>
          <a:p>
            <a:pPr>
              <a:buFont typeface="Arial" panose="020B0604020202020204" pitchFamily="34" charset="0"/>
              <a:buChar char="•"/>
            </a:pPr>
            <a:r>
              <a:rPr lang="en-US" sz="1200" dirty="0"/>
              <a:t>Due to low processing power and wireless interference, delays in data transmission can occur.</a:t>
            </a:r>
          </a:p>
          <a:p>
            <a:pPr>
              <a:buFont typeface="Arial" panose="020B0604020202020204" pitchFamily="34" charset="0"/>
              <a:buChar char="•"/>
            </a:pPr>
            <a:r>
              <a:rPr lang="en-US" sz="1200" dirty="0"/>
              <a:t>Synchronizing nodes efficiently is a challenge, especially in time-sensitive applications.</a:t>
            </a:r>
          </a:p>
          <a:p>
            <a:pPr>
              <a:buNone/>
            </a:pPr>
            <a:endParaRPr lang="en-US" sz="1200" b="1" dirty="0"/>
          </a:p>
          <a:p>
            <a:r>
              <a:rPr lang="en-US" sz="1200" dirty="0"/>
              <a:t>Addressing these operational challenges requires innovative solutions in network architecture, power management, error detection, and security. Continuous research and development are essential to enhance the reliability and efficiency of WSNs in real-world applications.</a:t>
            </a:r>
          </a:p>
        </p:txBody>
      </p:sp>
      <p:sp>
        <p:nvSpPr>
          <p:cNvPr id="3" name="Content Placeholder 2">
            <a:extLst>
              <a:ext uri="{FF2B5EF4-FFF2-40B4-BE49-F238E27FC236}">
                <a16:creationId xmlns:a16="http://schemas.microsoft.com/office/drawing/2014/main" id="{D4D3E693-1384-AD62-A661-80E8385E6FCF}"/>
              </a:ext>
            </a:extLst>
          </p:cNvPr>
          <p:cNvSpPr>
            <a:spLocks noGrp="1"/>
          </p:cNvSpPr>
          <p:nvPr>
            <p:ph sz="quarter" idx="10"/>
          </p:nvPr>
        </p:nvSpPr>
        <p:spPr/>
        <p:txBody>
          <a:bodyPr/>
          <a:lstStyle/>
          <a:p>
            <a:r>
              <a:rPr lang="en-IN" dirty="0"/>
              <a:t>Operational Challenges</a:t>
            </a:r>
          </a:p>
        </p:txBody>
      </p:sp>
      <p:sp>
        <p:nvSpPr>
          <p:cNvPr id="5" name="Slide Number Placeholder 4">
            <a:extLst>
              <a:ext uri="{FF2B5EF4-FFF2-40B4-BE49-F238E27FC236}">
                <a16:creationId xmlns:a16="http://schemas.microsoft.com/office/drawing/2014/main" id="{9633B7A6-9C2F-8A5B-86B3-E1D6BC60D586}"/>
              </a:ext>
            </a:extLst>
          </p:cNvPr>
          <p:cNvSpPr>
            <a:spLocks noGrp="1"/>
          </p:cNvSpPr>
          <p:nvPr>
            <p:ph type="sldNum" sz="quarter" idx="14"/>
          </p:nvPr>
        </p:nvSpPr>
        <p:spPr/>
        <p:txBody>
          <a:bodyPr/>
          <a:lstStyle/>
          <a:p>
            <a:fld id="{BC8D7E44-7D4F-4942-A8C9-2DF6BF8399E8}" type="slidenum">
              <a:rPr lang="en-US" smtClean="0"/>
              <a:pPr/>
              <a:t>47</a:t>
            </a:fld>
            <a:endParaRPr lang="en-US" dirty="0"/>
          </a:p>
        </p:txBody>
      </p:sp>
    </p:spTree>
    <p:extLst>
      <p:ext uri="{BB962C8B-B14F-4D97-AF65-F5344CB8AC3E}">
        <p14:creationId xmlns:p14="http://schemas.microsoft.com/office/powerpoint/2010/main" val="3914002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5E13F9-CF17-BCF6-C154-B973CFB8D152}"/>
              </a:ext>
            </a:extLst>
          </p:cNvPr>
          <p:cNvSpPr>
            <a:spLocks noGrp="1"/>
          </p:cNvSpPr>
          <p:nvPr>
            <p:ph sz="quarter" idx="10"/>
          </p:nvPr>
        </p:nvSpPr>
        <p:spPr/>
        <p:txBody>
          <a:bodyPr/>
          <a:lstStyle/>
          <a:p>
            <a:r>
              <a:rPr lang="en-IN" dirty="0"/>
              <a:t>WSN Enablers</a:t>
            </a:r>
          </a:p>
        </p:txBody>
      </p:sp>
      <p:sp>
        <p:nvSpPr>
          <p:cNvPr id="4" name="Content Placeholder 3">
            <a:extLst>
              <a:ext uri="{FF2B5EF4-FFF2-40B4-BE49-F238E27FC236}">
                <a16:creationId xmlns:a16="http://schemas.microsoft.com/office/drawing/2014/main" id="{7DA5E662-176A-BF6F-6835-7D5EB5CE038F}"/>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C4EDA8A5-1EF1-48E0-4C21-48E3A701519F}"/>
              </a:ext>
            </a:extLst>
          </p:cNvPr>
          <p:cNvSpPr>
            <a:spLocks noGrp="1"/>
          </p:cNvSpPr>
          <p:nvPr>
            <p:ph type="sldNum" sz="quarter" idx="14"/>
          </p:nvPr>
        </p:nvSpPr>
        <p:spPr/>
        <p:txBody>
          <a:bodyPr/>
          <a:lstStyle/>
          <a:p>
            <a:fld id="{BC8D7E44-7D4F-4942-A8C9-2DF6BF8399E8}" type="slidenum">
              <a:rPr lang="en-US" smtClean="0"/>
              <a:pPr/>
              <a:t>48</a:t>
            </a:fld>
            <a:endParaRPr lang="en-US" dirty="0"/>
          </a:p>
        </p:txBody>
      </p:sp>
      <p:grpSp>
        <p:nvGrpSpPr>
          <p:cNvPr id="6" name="Group 5">
            <a:extLst>
              <a:ext uri="{FF2B5EF4-FFF2-40B4-BE49-F238E27FC236}">
                <a16:creationId xmlns:a16="http://schemas.microsoft.com/office/drawing/2014/main" id="{4D59D783-717B-CD28-DEAD-E655CDE4ACA4}"/>
              </a:ext>
            </a:extLst>
          </p:cNvPr>
          <p:cNvGrpSpPr/>
          <p:nvPr/>
        </p:nvGrpSpPr>
        <p:grpSpPr>
          <a:xfrm>
            <a:off x="304800" y="1676400"/>
            <a:ext cx="8686800" cy="4511675"/>
            <a:chOff x="304800" y="1676400"/>
            <a:chExt cx="8686800" cy="4511675"/>
          </a:xfrm>
        </p:grpSpPr>
        <p:sp>
          <p:nvSpPr>
            <p:cNvPr id="7" name="Oval 3">
              <a:extLst>
                <a:ext uri="{FF2B5EF4-FFF2-40B4-BE49-F238E27FC236}">
                  <a16:creationId xmlns:a16="http://schemas.microsoft.com/office/drawing/2014/main" id="{4F9F4E5B-6F47-E2AD-3D21-C4AD94EA2339}"/>
                </a:ext>
              </a:extLst>
            </p:cNvPr>
            <p:cNvSpPr>
              <a:spLocks noChangeAspect="1" noChangeArrowheads="1"/>
            </p:cNvSpPr>
            <p:nvPr/>
          </p:nvSpPr>
          <p:spPr bwMode="auto">
            <a:xfrm>
              <a:off x="1752600" y="2438400"/>
              <a:ext cx="4006850" cy="2498725"/>
            </a:xfrm>
            <a:prstGeom prst="ellipse">
              <a:avLst/>
            </a:prstGeom>
            <a:solidFill>
              <a:srgbClr val="339966"/>
            </a:solidFill>
            <a:ln w="9525">
              <a:noFill/>
              <a:round/>
              <a:headEnd/>
              <a:tailEnd/>
            </a:ln>
            <a:effectLst>
              <a:prstShdw prst="shdw17" dist="17961" dir="13500000">
                <a:srgbClr val="1F5C3D"/>
              </a:prstShdw>
            </a:effectLst>
          </p:spPr>
          <p:txBody>
            <a:bodyPr wrap="none" anchor="ctr"/>
            <a:lstStyle/>
            <a:p>
              <a:endParaRPr lang="en-US"/>
            </a:p>
          </p:txBody>
        </p:sp>
        <p:sp>
          <p:nvSpPr>
            <p:cNvPr id="8" name="Oval 4">
              <a:extLst>
                <a:ext uri="{FF2B5EF4-FFF2-40B4-BE49-F238E27FC236}">
                  <a16:creationId xmlns:a16="http://schemas.microsoft.com/office/drawing/2014/main" id="{4C28C996-7195-0101-52B7-943E42924258}"/>
                </a:ext>
              </a:extLst>
            </p:cNvPr>
            <p:cNvSpPr>
              <a:spLocks noChangeAspect="1" noChangeArrowheads="1"/>
            </p:cNvSpPr>
            <p:nvPr/>
          </p:nvSpPr>
          <p:spPr bwMode="auto">
            <a:xfrm>
              <a:off x="4724400" y="2362200"/>
              <a:ext cx="3457575" cy="2209800"/>
            </a:xfrm>
            <a:prstGeom prst="ellipse">
              <a:avLst/>
            </a:prstGeom>
            <a:solidFill>
              <a:srgbClr val="33CCCC"/>
            </a:solidFill>
            <a:ln w="9525">
              <a:solidFill>
                <a:schemeClr val="tx1"/>
              </a:solidFill>
              <a:round/>
              <a:headEnd/>
              <a:tailEnd/>
            </a:ln>
            <a:effectLst>
              <a:outerShdw dist="35921" dir="2700000" algn="ctr" rotWithShape="0">
                <a:schemeClr val="bg2"/>
              </a:outerShdw>
            </a:effectLst>
          </p:spPr>
          <p:txBody>
            <a:bodyPr wrap="none" anchor="ctr"/>
            <a:lstStyle/>
            <a:p>
              <a:pPr>
                <a:defRPr/>
              </a:pPr>
              <a:endParaRPr lang="en-US"/>
            </a:p>
          </p:txBody>
        </p:sp>
        <p:sp>
          <p:nvSpPr>
            <p:cNvPr id="9" name="Oval 5">
              <a:extLst>
                <a:ext uri="{FF2B5EF4-FFF2-40B4-BE49-F238E27FC236}">
                  <a16:creationId xmlns:a16="http://schemas.microsoft.com/office/drawing/2014/main" id="{B0195BB3-D0AA-2B18-917C-8696C2AA9A24}"/>
                </a:ext>
              </a:extLst>
            </p:cNvPr>
            <p:cNvSpPr>
              <a:spLocks noChangeAspect="1" noChangeArrowheads="1"/>
            </p:cNvSpPr>
            <p:nvPr/>
          </p:nvSpPr>
          <p:spPr bwMode="auto">
            <a:xfrm>
              <a:off x="2971800" y="3657600"/>
              <a:ext cx="3505200" cy="2178050"/>
            </a:xfrm>
            <a:prstGeom prst="ellipse">
              <a:avLst/>
            </a:prstGeom>
            <a:solidFill>
              <a:schemeClr val="accent2"/>
            </a:solidFill>
            <a:ln w="9525">
              <a:solidFill>
                <a:schemeClr val="tx1"/>
              </a:solidFill>
              <a:round/>
              <a:headEnd/>
              <a:tailEnd/>
            </a:ln>
            <a:effectLst>
              <a:outerShdw dist="35921" dir="2700000" algn="ctr" rotWithShape="0">
                <a:schemeClr val="bg2"/>
              </a:outerShdw>
            </a:effectLst>
          </p:spPr>
          <p:txBody>
            <a:bodyPr wrap="none" anchor="ctr"/>
            <a:lstStyle/>
            <a:p>
              <a:pPr algn="ctr">
                <a:defRPr/>
              </a:pPr>
              <a:endParaRPr lang="en-US" sz="2400">
                <a:solidFill>
                  <a:schemeClr val="accent2"/>
                </a:solidFill>
                <a:latin typeface="Times" pitchFamily="18" charset="0"/>
              </a:endParaRPr>
            </a:p>
          </p:txBody>
        </p:sp>
        <p:sp>
          <p:nvSpPr>
            <p:cNvPr id="10" name="Text Box 6">
              <a:extLst>
                <a:ext uri="{FF2B5EF4-FFF2-40B4-BE49-F238E27FC236}">
                  <a16:creationId xmlns:a16="http://schemas.microsoft.com/office/drawing/2014/main" id="{69746344-8E71-5DE1-3272-E2D39DA4C01D}"/>
                </a:ext>
              </a:extLst>
            </p:cNvPr>
            <p:cNvSpPr txBox="1">
              <a:spLocks noChangeArrowheads="1"/>
            </p:cNvSpPr>
            <p:nvPr/>
          </p:nvSpPr>
          <p:spPr bwMode="auto">
            <a:xfrm>
              <a:off x="457200" y="5318125"/>
              <a:ext cx="184150" cy="457200"/>
            </a:xfrm>
            <a:prstGeom prst="rect">
              <a:avLst/>
            </a:prstGeom>
            <a:noFill/>
            <a:ln w="9525">
              <a:noFill/>
              <a:miter lim="800000"/>
              <a:headEnd/>
              <a:tailEnd/>
            </a:ln>
          </p:spPr>
          <p:txBody>
            <a:bodyPr wrap="none">
              <a:spAutoFit/>
            </a:bodyPr>
            <a:lstStyle/>
            <a:p>
              <a:endParaRPr lang="en-US" sz="2400">
                <a:latin typeface="Times" pitchFamily="18" charset="0"/>
              </a:endParaRPr>
            </a:p>
          </p:txBody>
        </p:sp>
        <p:sp>
          <p:nvSpPr>
            <p:cNvPr id="11" name="Text Box 7">
              <a:extLst>
                <a:ext uri="{FF2B5EF4-FFF2-40B4-BE49-F238E27FC236}">
                  <a16:creationId xmlns:a16="http://schemas.microsoft.com/office/drawing/2014/main" id="{CEEFB2AA-84F5-C111-119F-07AC60D5D344}"/>
                </a:ext>
              </a:extLst>
            </p:cNvPr>
            <p:cNvSpPr txBox="1">
              <a:spLocks noChangeArrowheads="1"/>
            </p:cNvSpPr>
            <p:nvPr/>
          </p:nvSpPr>
          <p:spPr bwMode="auto">
            <a:xfrm>
              <a:off x="2971800" y="2514600"/>
              <a:ext cx="1741488" cy="457200"/>
            </a:xfrm>
            <a:prstGeom prst="rect">
              <a:avLst/>
            </a:prstGeom>
            <a:noFill/>
            <a:ln w="9525">
              <a:noFill/>
              <a:miter lim="800000"/>
              <a:headEnd/>
              <a:tailEnd/>
            </a:ln>
          </p:spPr>
          <p:txBody>
            <a:bodyPr wrap="none">
              <a:spAutoFit/>
            </a:bodyPr>
            <a:lstStyle/>
            <a:p>
              <a:r>
                <a:rPr lang="en-US" sz="2400" b="1"/>
                <a:t>Embedded</a:t>
              </a:r>
              <a:endParaRPr lang="en-US" sz="2400" b="1">
                <a:latin typeface="Times" pitchFamily="18" charset="0"/>
              </a:endParaRPr>
            </a:p>
          </p:txBody>
        </p:sp>
        <p:sp>
          <p:nvSpPr>
            <p:cNvPr id="12" name="Text Box 8">
              <a:extLst>
                <a:ext uri="{FF2B5EF4-FFF2-40B4-BE49-F238E27FC236}">
                  <a16:creationId xmlns:a16="http://schemas.microsoft.com/office/drawing/2014/main" id="{91A4B90F-356B-61CE-7733-97160DD6D62C}"/>
                </a:ext>
              </a:extLst>
            </p:cNvPr>
            <p:cNvSpPr txBox="1">
              <a:spLocks noChangeArrowheads="1"/>
            </p:cNvSpPr>
            <p:nvPr/>
          </p:nvSpPr>
          <p:spPr bwMode="auto">
            <a:xfrm>
              <a:off x="5562600" y="2667000"/>
              <a:ext cx="1743075" cy="457200"/>
            </a:xfrm>
            <a:prstGeom prst="rect">
              <a:avLst/>
            </a:prstGeom>
            <a:noFill/>
            <a:ln w="9525">
              <a:noFill/>
              <a:miter lim="800000"/>
              <a:headEnd/>
              <a:tailEnd/>
            </a:ln>
          </p:spPr>
          <p:txBody>
            <a:bodyPr wrap="none">
              <a:spAutoFit/>
            </a:bodyPr>
            <a:lstStyle/>
            <a:p>
              <a:r>
                <a:rPr lang="en-US" sz="2400" b="1"/>
                <a:t>Networked</a:t>
              </a:r>
              <a:endParaRPr lang="en-US" sz="2400" b="1">
                <a:latin typeface="Times" pitchFamily="18" charset="0"/>
              </a:endParaRPr>
            </a:p>
          </p:txBody>
        </p:sp>
        <p:sp>
          <p:nvSpPr>
            <p:cNvPr id="13" name="Text Box 9">
              <a:extLst>
                <a:ext uri="{FF2B5EF4-FFF2-40B4-BE49-F238E27FC236}">
                  <a16:creationId xmlns:a16="http://schemas.microsoft.com/office/drawing/2014/main" id="{551ECA94-0C1A-965D-5F77-660736752A42}"/>
                </a:ext>
              </a:extLst>
            </p:cNvPr>
            <p:cNvSpPr txBox="1">
              <a:spLocks noChangeArrowheads="1"/>
            </p:cNvSpPr>
            <p:nvPr/>
          </p:nvSpPr>
          <p:spPr bwMode="auto">
            <a:xfrm>
              <a:off x="3886200" y="3962400"/>
              <a:ext cx="1368425" cy="457200"/>
            </a:xfrm>
            <a:prstGeom prst="rect">
              <a:avLst/>
            </a:prstGeom>
            <a:noFill/>
            <a:ln w="9525">
              <a:noFill/>
              <a:miter lim="800000"/>
              <a:headEnd/>
              <a:tailEnd/>
            </a:ln>
          </p:spPr>
          <p:txBody>
            <a:bodyPr wrap="none">
              <a:spAutoFit/>
            </a:bodyPr>
            <a:lstStyle/>
            <a:p>
              <a:r>
                <a:rPr lang="en-US" sz="2400" b="1"/>
                <a:t>Sensing</a:t>
              </a:r>
              <a:endParaRPr lang="en-US" sz="2400" b="1">
                <a:latin typeface="Times" pitchFamily="18" charset="0"/>
              </a:endParaRPr>
            </a:p>
          </p:txBody>
        </p:sp>
        <p:sp>
          <p:nvSpPr>
            <p:cNvPr id="14" name="Text Box 10">
              <a:extLst>
                <a:ext uri="{FF2B5EF4-FFF2-40B4-BE49-F238E27FC236}">
                  <a16:creationId xmlns:a16="http://schemas.microsoft.com/office/drawing/2014/main" id="{727221DD-3EE6-95DD-D54B-4F5053E8A2C0}"/>
                </a:ext>
              </a:extLst>
            </p:cNvPr>
            <p:cNvSpPr txBox="1">
              <a:spLocks noChangeArrowheads="1"/>
            </p:cNvSpPr>
            <p:nvPr/>
          </p:nvSpPr>
          <p:spPr bwMode="auto">
            <a:xfrm>
              <a:off x="2133600" y="3048000"/>
              <a:ext cx="2133600" cy="1190625"/>
            </a:xfrm>
            <a:prstGeom prst="rect">
              <a:avLst/>
            </a:prstGeom>
            <a:noFill/>
            <a:ln w="9525">
              <a:noFill/>
              <a:miter lim="800000"/>
              <a:headEnd/>
              <a:tailEnd/>
            </a:ln>
          </p:spPr>
          <p:txBody>
            <a:bodyPr>
              <a:spAutoFit/>
            </a:bodyPr>
            <a:lstStyle/>
            <a:p>
              <a:r>
                <a:rPr lang="en-US" sz="1600" b="1"/>
                <a:t>Control system w/</a:t>
              </a:r>
            </a:p>
            <a:p>
              <a:r>
                <a:rPr lang="en-US" sz="1600" b="1"/>
                <a:t>Small form factor</a:t>
              </a:r>
            </a:p>
            <a:p>
              <a:r>
                <a:rPr lang="en-US" sz="1600" b="1"/>
                <a:t>Untethered nodes</a:t>
              </a:r>
            </a:p>
            <a:p>
              <a:endParaRPr lang="en-US" sz="2400" b="1">
                <a:latin typeface="Times" pitchFamily="18" charset="0"/>
              </a:endParaRPr>
            </a:p>
          </p:txBody>
        </p:sp>
        <p:sp>
          <p:nvSpPr>
            <p:cNvPr id="15" name="Text Box 11">
              <a:extLst>
                <a:ext uri="{FF2B5EF4-FFF2-40B4-BE49-F238E27FC236}">
                  <a16:creationId xmlns:a16="http://schemas.microsoft.com/office/drawing/2014/main" id="{2406C49A-1F1A-455A-9B16-4241C4F0F521}"/>
                </a:ext>
              </a:extLst>
            </p:cNvPr>
            <p:cNvSpPr txBox="1">
              <a:spLocks noChangeArrowheads="1"/>
            </p:cNvSpPr>
            <p:nvPr/>
          </p:nvSpPr>
          <p:spPr bwMode="auto">
            <a:xfrm>
              <a:off x="5943600" y="3276600"/>
              <a:ext cx="1685925" cy="825500"/>
            </a:xfrm>
            <a:prstGeom prst="rect">
              <a:avLst/>
            </a:prstGeom>
            <a:noFill/>
            <a:ln w="9525">
              <a:noFill/>
              <a:miter lim="800000"/>
              <a:headEnd/>
              <a:tailEnd/>
            </a:ln>
          </p:spPr>
          <p:txBody>
            <a:bodyPr wrap="none">
              <a:spAutoFit/>
            </a:bodyPr>
            <a:lstStyle/>
            <a:p>
              <a:r>
                <a:rPr lang="en-US" sz="1600" b="1"/>
                <a:t>Exploit</a:t>
              </a:r>
              <a:br>
                <a:rPr lang="en-US" sz="1600" b="1"/>
              </a:br>
              <a:r>
                <a:rPr lang="en-US" sz="1600" b="1"/>
                <a:t>collaborative</a:t>
              </a:r>
            </a:p>
            <a:p>
              <a:r>
                <a:rPr lang="en-US" sz="1600" b="1"/>
                <a:t>Sensing, action</a:t>
              </a:r>
              <a:endParaRPr lang="en-US" sz="1600" b="1">
                <a:solidFill>
                  <a:schemeClr val="bg2"/>
                </a:solidFill>
              </a:endParaRPr>
            </a:p>
          </p:txBody>
        </p:sp>
        <p:sp>
          <p:nvSpPr>
            <p:cNvPr id="16" name="Text Box 12">
              <a:extLst>
                <a:ext uri="{FF2B5EF4-FFF2-40B4-BE49-F238E27FC236}">
                  <a16:creationId xmlns:a16="http://schemas.microsoft.com/office/drawing/2014/main" id="{C713C181-3AFB-D2FD-D302-5C7A7E33C798}"/>
                </a:ext>
              </a:extLst>
            </p:cNvPr>
            <p:cNvSpPr txBox="1">
              <a:spLocks noChangeArrowheads="1"/>
            </p:cNvSpPr>
            <p:nvPr/>
          </p:nvSpPr>
          <p:spPr bwMode="auto">
            <a:xfrm>
              <a:off x="3048000" y="4495800"/>
              <a:ext cx="3429000" cy="336550"/>
            </a:xfrm>
            <a:prstGeom prst="rect">
              <a:avLst/>
            </a:prstGeom>
            <a:noFill/>
            <a:ln w="9525">
              <a:noFill/>
              <a:miter lim="800000"/>
              <a:headEnd/>
              <a:tailEnd/>
            </a:ln>
          </p:spPr>
          <p:txBody>
            <a:bodyPr>
              <a:spAutoFit/>
            </a:bodyPr>
            <a:lstStyle/>
            <a:p>
              <a:r>
                <a:rPr lang="en-US" sz="1600" b="1"/>
                <a:t>Tightly coupled to physical world</a:t>
              </a:r>
              <a:endParaRPr lang="en-US" sz="1600" b="1">
                <a:solidFill>
                  <a:schemeClr val="bg2"/>
                </a:solidFill>
              </a:endParaRPr>
            </a:p>
          </p:txBody>
        </p:sp>
        <p:sp>
          <p:nvSpPr>
            <p:cNvPr id="17" name="Text Box 13">
              <a:extLst>
                <a:ext uri="{FF2B5EF4-FFF2-40B4-BE49-F238E27FC236}">
                  <a16:creationId xmlns:a16="http://schemas.microsoft.com/office/drawing/2014/main" id="{653F9A97-7143-4B00-75FC-65B344F0F180}"/>
                </a:ext>
              </a:extLst>
            </p:cNvPr>
            <p:cNvSpPr txBox="1">
              <a:spLocks noChangeArrowheads="1"/>
            </p:cNvSpPr>
            <p:nvPr/>
          </p:nvSpPr>
          <p:spPr bwMode="auto">
            <a:xfrm>
              <a:off x="304800" y="1676400"/>
              <a:ext cx="3810000" cy="1006475"/>
            </a:xfrm>
            <a:prstGeom prst="rect">
              <a:avLst/>
            </a:prstGeom>
            <a:noFill/>
            <a:ln w="9525">
              <a:noFill/>
              <a:miter lim="800000"/>
              <a:headEnd/>
              <a:tailEnd/>
            </a:ln>
          </p:spPr>
          <p:txBody>
            <a:bodyPr>
              <a:spAutoFit/>
            </a:bodyPr>
            <a:lstStyle/>
            <a:p>
              <a:r>
                <a:rPr lang="en-US" sz="2000" dirty="0">
                  <a:solidFill>
                    <a:schemeClr val="tx2"/>
                  </a:solidFill>
                </a:rPr>
                <a:t>Embed numerous distributed devices to monitor and interact with physical world</a:t>
              </a:r>
            </a:p>
          </p:txBody>
        </p:sp>
        <p:sp>
          <p:nvSpPr>
            <p:cNvPr id="18" name="Text Box 14">
              <a:extLst>
                <a:ext uri="{FF2B5EF4-FFF2-40B4-BE49-F238E27FC236}">
                  <a16:creationId xmlns:a16="http://schemas.microsoft.com/office/drawing/2014/main" id="{56884EEB-EC7F-B5AD-3A7F-52CF9FD0170A}"/>
                </a:ext>
              </a:extLst>
            </p:cNvPr>
            <p:cNvSpPr txBox="1">
              <a:spLocks noChangeArrowheads="1"/>
            </p:cNvSpPr>
            <p:nvPr/>
          </p:nvSpPr>
          <p:spPr bwMode="auto">
            <a:xfrm>
              <a:off x="5105400" y="1676400"/>
              <a:ext cx="3886200" cy="701675"/>
            </a:xfrm>
            <a:prstGeom prst="rect">
              <a:avLst/>
            </a:prstGeom>
            <a:noFill/>
            <a:ln w="9525">
              <a:noFill/>
              <a:miter lim="800000"/>
              <a:headEnd/>
              <a:tailEnd/>
            </a:ln>
          </p:spPr>
          <p:txBody>
            <a:bodyPr>
              <a:spAutoFit/>
            </a:bodyPr>
            <a:lstStyle/>
            <a:p>
              <a:r>
                <a:rPr lang="en-US" sz="2000">
                  <a:solidFill>
                    <a:schemeClr val="tx2"/>
                  </a:solidFill>
                </a:rPr>
                <a:t>Network devices to coordinate and perform higher-level tasks</a:t>
              </a:r>
            </a:p>
          </p:txBody>
        </p:sp>
        <p:sp>
          <p:nvSpPr>
            <p:cNvPr id="19" name="Text Box 15">
              <a:extLst>
                <a:ext uri="{FF2B5EF4-FFF2-40B4-BE49-F238E27FC236}">
                  <a16:creationId xmlns:a16="http://schemas.microsoft.com/office/drawing/2014/main" id="{E4304586-A3A4-D56B-DFB8-37896CC9AC71}"/>
                </a:ext>
              </a:extLst>
            </p:cNvPr>
            <p:cNvSpPr txBox="1">
              <a:spLocks noChangeArrowheads="1"/>
            </p:cNvSpPr>
            <p:nvPr/>
          </p:nvSpPr>
          <p:spPr bwMode="auto">
            <a:xfrm>
              <a:off x="685800" y="5791200"/>
              <a:ext cx="8001000" cy="396875"/>
            </a:xfrm>
            <a:prstGeom prst="rect">
              <a:avLst/>
            </a:prstGeom>
            <a:noFill/>
            <a:ln w="9525">
              <a:noFill/>
              <a:miter lim="800000"/>
              <a:headEnd/>
              <a:tailEnd/>
            </a:ln>
          </p:spPr>
          <p:txBody>
            <a:bodyPr>
              <a:spAutoFit/>
            </a:bodyPr>
            <a:lstStyle/>
            <a:p>
              <a:r>
                <a:rPr lang="en-US" sz="2000">
                  <a:solidFill>
                    <a:schemeClr val="tx2"/>
                  </a:solidFill>
                </a:rPr>
                <a:t>Exploit spatially and temporally dense, in situ, sensing and actuation</a:t>
              </a:r>
            </a:p>
          </p:txBody>
        </p:sp>
      </p:grpSp>
    </p:spTree>
    <p:extLst>
      <p:ext uri="{BB962C8B-B14F-4D97-AF65-F5344CB8AC3E}">
        <p14:creationId xmlns:p14="http://schemas.microsoft.com/office/powerpoint/2010/main" val="25105939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6EC4F-FD27-544C-B547-171F26523E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CA5EF2-04F4-9EA4-B91A-000101C19EED}"/>
              </a:ext>
            </a:extLst>
          </p:cNvPr>
          <p:cNvSpPr>
            <a:spLocks noGrp="1"/>
          </p:cNvSpPr>
          <p:nvPr>
            <p:ph sz="quarter" idx="10"/>
          </p:nvPr>
        </p:nvSpPr>
        <p:spPr/>
        <p:txBody>
          <a:bodyPr/>
          <a:lstStyle/>
          <a:p>
            <a:r>
              <a:rPr lang="en-IN" dirty="0"/>
              <a:t>WSN Enablers</a:t>
            </a:r>
          </a:p>
        </p:txBody>
      </p:sp>
      <p:sp>
        <p:nvSpPr>
          <p:cNvPr id="4" name="Content Placeholder 3">
            <a:extLst>
              <a:ext uri="{FF2B5EF4-FFF2-40B4-BE49-F238E27FC236}">
                <a16:creationId xmlns:a16="http://schemas.microsoft.com/office/drawing/2014/main" id="{F078F84E-0A11-6688-206A-908D6693A853}"/>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4D46E963-C092-895C-1EDB-C5158A5548B6}"/>
              </a:ext>
            </a:extLst>
          </p:cNvPr>
          <p:cNvSpPr>
            <a:spLocks noGrp="1"/>
          </p:cNvSpPr>
          <p:nvPr>
            <p:ph type="sldNum" sz="quarter" idx="14"/>
          </p:nvPr>
        </p:nvSpPr>
        <p:spPr/>
        <p:txBody>
          <a:bodyPr/>
          <a:lstStyle/>
          <a:p>
            <a:fld id="{BC8D7E44-7D4F-4942-A8C9-2DF6BF8399E8}" type="slidenum">
              <a:rPr lang="en-US" smtClean="0"/>
              <a:pPr/>
              <a:t>49</a:t>
            </a:fld>
            <a:endParaRPr lang="en-US" dirty="0"/>
          </a:p>
        </p:txBody>
      </p:sp>
      <p:sp>
        <p:nvSpPr>
          <p:cNvPr id="2" name="TextBox 1">
            <a:extLst>
              <a:ext uri="{FF2B5EF4-FFF2-40B4-BE49-F238E27FC236}">
                <a16:creationId xmlns:a16="http://schemas.microsoft.com/office/drawing/2014/main" id="{713CD162-88F1-C2EB-ABDF-A175CF99EC8B}"/>
              </a:ext>
            </a:extLst>
          </p:cNvPr>
          <p:cNvSpPr txBox="1"/>
          <p:nvPr/>
        </p:nvSpPr>
        <p:spPr>
          <a:xfrm>
            <a:off x="76200" y="1447801"/>
            <a:ext cx="8915400" cy="1754326"/>
          </a:xfrm>
          <a:prstGeom prst="rect">
            <a:avLst/>
          </a:prstGeom>
          <a:noFill/>
        </p:spPr>
        <p:txBody>
          <a:bodyPr wrap="square" rtlCol="0">
            <a:spAutoFit/>
          </a:bodyPr>
          <a:lstStyle/>
          <a:p>
            <a:pPr>
              <a:buNone/>
            </a:pPr>
            <a:r>
              <a:rPr lang="en-US" b="1" dirty="0"/>
              <a:t>Key Benefits of WSN Enablers</a:t>
            </a:r>
          </a:p>
          <a:p>
            <a:pPr>
              <a:buNone/>
            </a:pPr>
            <a:r>
              <a:rPr lang="en-US" dirty="0"/>
              <a:t>✔ </a:t>
            </a:r>
            <a:r>
              <a:rPr lang="en-US" b="1" dirty="0"/>
              <a:t>Real-time monitoring</a:t>
            </a:r>
            <a:r>
              <a:rPr lang="en-US" dirty="0"/>
              <a:t> of environmental and industrial conditions.</a:t>
            </a:r>
            <a:br>
              <a:rPr lang="en-US" dirty="0"/>
            </a:br>
            <a:r>
              <a:rPr lang="en-US" dirty="0"/>
              <a:t>✔ </a:t>
            </a:r>
            <a:r>
              <a:rPr lang="en-US" b="1" dirty="0"/>
              <a:t>Scalability</a:t>
            </a:r>
            <a:r>
              <a:rPr lang="en-US" dirty="0"/>
              <a:t> for large deployments in IoT, healthcare, smart cities, and industrial automation.</a:t>
            </a:r>
            <a:br>
              <a:rPr lang="en-US" dirty="0"/>
            </a:br>
            <a:r>
              <a:rPr lang="en-US" dirty="0"/>
              <a:t>✔ </a:t>
            </a:r>
            <a:r>
              <a:rPr lang="en-US" b="1" dirty="0"/>
              <a:t>Energy-efficient designs</a:t>
            </a:r>
            <a:r>
              <a:rPr lang="en-US" dirty="0"/>
              <a:t> to ensure long-term operation with minimal maintenance.</a:t>
            </a:r>
          </a:p>
          <a:p>
            <a:r>
              <a:rPr lang="en-US" dirty="0"/>
              <a:t>By integrating these enablers, WSNs enhance automation, precision monitoring, and efficient decision-making across various applications.</a:t>
            </a:r>
          </a:p>
        </p:txBody>
      </p:sp>
    </p:spTree>
    <p:extLst>
      <p:ext uri="{BB962C8B-B14F-4D97-AF65-F5344CB8AC3E}">
        <p14:creationId xmlns:p14="http://schemas.microsoft.com/office/powerpoint/2010/main" val="39631796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3632AF-7B57-B509-8275-ED349A2307C7}"/>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WSN Application</a:t>
            </a:r>
            <a:endParaRPr lang="en-IN"/>
          </a:p>
        </p:txBody>
      </p:sp>
      <p:sp>
        <p:nvSpPr>
          <p:cNvPr id="5" name="Slide Number Placeholder 4">
            <a:extLst>
              <a:ext uri="{FF2B5EF4-FFF2-40B4-BE49-F238E27FC236}">
                <a16:creationId xmlns:a16="http://schemas.microsoft.com/office/drawing/2014/main" id="{A9274D8B-78E0-B30C-BCA2-93A77CD02FD4}"/>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50</a:t>
            </a:fld>
            <a:endParaRPr lang="en-US"/>
          </a:p>
        </p:txBody>
      </p:sp>
      <p:sp>
        <p:nvSpPr>
          <p:cNvPr id="4" name="Content Placeholder 3">
            <a:extLst>
              <a:ext uri="{FF2B5EF4-FFF2-40B4-BE49-F238E27FC236}">
                <a16:creationId xmlns:a16="http://schemas.microsoft.com/office/drawing/2014/main" id="{F2F0D5F3-9B5C-1A58-38BE-D6B67E71C1EA}"/>
              </a:ext>
            </a:extLst>
          </p:cNvPr>
          <p:cNvSpPr>
            <a:spLocks noGrp="1"/>
          </p:cNvSpPr>
          <p:nvPr>
            <p:ph idx="1"/>
          </p:nvPr>
        </p:nvSpPr>
        <p:spPr/>
        <p:txBody>
          <a:bodyPr>
            <a:normAutofit fontScale="70000" lnSpcReduction="20000"/>
          </a:bodyPr>
          <a:lstStyle/>
          <a:p>
            <a:pPr>
              <a:buNone/>
            </a:pPr>
            <a:r>
              <a:rPr lang="en-US" b="1" dirty="0"/>
              <a:t>Wireless Sensor Network (WSN) Applications</a:t>
            </a:r>
          </a:p>
          <a:p>
            <a:pPr>
              <a:buNone/>
            </a:pPr>
            <a:r>
              <a:rPr lang="en-US" dirty="0"/>
              <a:t>Wireless Sensor Networks (WSNs) have a wide range of applications across different domains due to their ability to collect, process, and transmit data efficiently. Some of the key applications include:</a:t>
            </a:r>
          </a:p>
          <a:p>
            <a:pPr>
              <a:buNone/>
            </a:pPr>
            <a:r>
              <a:rPr lang="en-US" b="1" dirty="0"/>
              <a:t>1. Environmental Monitoring</a:t>
            </a:r>
          </a:p>
          <a:p>
            <a:pPr>
              <a:buFont typeface="Arial" panose="020B0604020202020204" pitchFamily="34" charset="0"/>
              <a:buChar char="•"/>
            </a:pPr>
            <a:r>
              <a:rPr lang="en-US" b="1" dirty="0"/>
              <a:t>Weather forecasting</a:t>
            </a:r>
            <a:r>
              <a:rPr lang="en-US" dirty="0"/>
              <a:t>: Monitoring temperature, humidity, and air pressure.</a:t>
            </a:r>
          </a:p>
          <a:p>
            <a:pPr>
              <a:buFont typeface="Arial" panose="020B0604020202020204" pitchFamily="34" charset="0"/>
              <a:buChar char="•"/>
            </a:pPr>
            <a:r>
              <a:rPr lang="en-US" b="1" dirty="0"/>
              <a:t>Disaster detection</a:t>
            </a:r>
            <a:r>
              <a:rPr lang="en-US" dirty="0"/>
              <a:t>: Early warning systems for earthquakes, landslides, and floods.</a:t>
            </a:r>
          </a:p>
          <a:p>
            <a:pPr>
              <a:buFont typeface="Arial" panose="020B0604020202020204" pitchFamily="34" charset="0"/>
              <a:buChar char="•"/>
            </a:pPr>
            <a:r>
              <a:rPr lang="en-US" b="1" dirty="0"/>
              <a:t>Air and water quality monitoring</a:t>
            </a:r>
            <a:r>
              <a:rPr lang="en-US" dirty="0"/>
              <a:t>: Detecting pollution levels in urban areas.</a:t>
            </a:r>
          </a:p>
          <a:p>
            <a:pPr>
              <a:buNone/>
            </a:pPr>
            <a:r>
              <a:rPr lang="en-US" b="1" dirty="0"/>
              <a:t>2. Industrial Automation</a:t>
            </a:r>
          </a:p>
          <a:p>
            <a:pPr>
              <a:buFont typeface="Arial" panose="020B0604020202020204" pitchFamily="34" charset="0"/>
              <a:buChar char="•"/>
            </a:pPr>
            <a:r>
              <a:rPr lang="en-US" b="1" dirty="0"/>
              <a:t>Smart factories</a:t>
            </a:r>
            <a:r>
              <a:rPr lang="en-US" dirty="0"/>
              <a:t>: Real-time machine monitoring and predictive maintenance.</a:t>
            </a:r>
          </a:p>
          <a:p>
            <a:pPr>
              <a:buFont typeface="Arial" panose="020B0604020202020204" pitchFamily="34" charset="0"/>
              <a:buChar char="•"/>
            </a:pPr>
            <a:r>
              <a:rPr lang="en-US" b="1" dirty="0"/>
              <a:t>Supply chain management</a:t>
            </a:r>
            <a:r>
              <a:rPr lang="en-US" dirty="0"/>
              <a:t>: Tracking goods and assets using RFID sensors.</a:t>
            </a:r>
          </a:p>
          <a:p>
            <a:pPr>
              <a:buFont typeface="Arial" panose="020B0604020202020204" pitchFamily="34" charset="0"/>
              <a:buChar char="•"/>
            </a:pPr>
            <a:r>
              <a:rPr lang="en-US" b="1" dirty="0"/>
              <a:t>Energy efficiency</a:t>
            </a:r>
            <a:r>
              <a:rPr lang="en-US" dirty="0"/>
              <a:t>: Automated lighting, heating, and power management.</a:t>
            </a:r>
          </a:p>
          <a:p>
            <a:pPr>
              <a:buNone/>
            </a:pPr>
            <a:r>
              <a:rPr lang="en-US" b="1" dirty="0"/>
              <a:t>3. Smart Cities &amp; Infrastructure</a:t>
            </a:r>
          </a:p>
          <a:p>
            <a:pPr>
              <a:buFont typeface="Arial" panose="020B0604020202020204" pitchFamily="34" charset="0"/>
              <a:buChar char="•"/>
            </a:pPr>
            <a:r>
              <a:rPr lang="en-US" b="1" dirty="0"/>
              <a:t>Traffic management</a:t>
            </a:r>
            <a:r>
              <a:rPr lang="en-US" dirty="0"/>
              <a:t>: Intelligent transportation systems for optimizing routes.</a:t>
            </a:r>
          </a:p>
          <a:p>
            <a:pPr>
              <a:buFont typeface="Arial" panose="020B0604020202020204" pitchFamily="34" charset="0"/>
              <a:buChar char="•"/>
            </a:pPr>
            <a:r>
              <a:rPr lang="en-US" b="1" dirty="0"/>
              <a:t>Smart grids</a:t>
            </a:r>
            <a:r>
              <a:rPr lang="en-US" dirty="0"/>
              <a:t>: Efficient power distribution and fault detection.</a:t>
            </a:r>
          </a:p>
          <a:p>
            <a:pPr>
              <a:buFont typeface="Arial" panose="020B0604020202020204" pitchFamily="34" charset="0"/>
              <a:buChar char="•"/>
            </a:pPr>
            <a:r>
              <a:rPr lang="en-US" b="1" dirty="0"/>
              <a:t>Building automation</a:t>
            </a:r>
            <a:r>
              <a:rPr lang="en-US" dirty="0"/>
              <a:t>: Smart HVAC (heating, ventilation, and air conditioning).</a:t>
            </a:r>
          </a:p>
          <a:p>
            <a:endParaRPr lang="en-IN" dirty="0"/>
          </a:p>
        </p:txBody>
      </p:sp>
    </p:spTree>
    <p:extLst>
      <p:ext uri="{BB962C8B-B14F-4D97-AF65-F5344CB8AC3E}">
        <p14:creationId xmlns:p14="http://schemas.microsoft.com/office/powerpoint/2010/main" val="685607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60897-1605-91D9-78B4-67C1B3F2C4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E9E580-BE73-3C87-7555-2299445B0005}"/>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WSN Application</a:t>
            </a:r>
            <a:endParaRPr lang="en-IN"/>
          </a:p>
        </p:txBody>
      </p:sp>
      <p:sp>
        <p:nvSpPr>
          <p:cNvPr id="5" name="Slide Number Placeholder 4">
            <a:extLst>
              <a:ext uri="{FF2B5EF4-FFF2-40B4-BE49-F238E27FC236}">
                <a16:creationId xmlns:a16="http://schemas.microsoft.com/office/drawing/2014/main" id="{5158B6A3-39D6-E3C8-50F2-595509D1AE34}"/>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51</a:t>
            </a:fld>
            <a:endParaRPr lang="en-US"/>
          </a:p>
        </p:txBody>
      </p:sp>
      <p:sp>
        <p:nvSpPr>
          <p:cNvPr id="4" name="Content Placeholder 3">
            <a:extLst>
              <a:ext uri="{FF2B5EF4-FFF2-40B4-BE49-F238E27FC236}">
                <a16:creationId xmlns:a16="http://schemas.microsoft.com/office/drawing/2014/main" id="{5DAECA01-9E83-4125-56B9-7F1D1F47FB75}"/>
              </a:ext>
            </a:extLst>
          </p:cNvPr>
          <p:cNvSpPr>
            <a:spLocks noGrp="1"/>
          </p:cNvSpPr>
          <p:nvPr>
            <p:ph idx="1"/>
          </p:nvPr>
        </p:nvSpPr>
        <p:spPr/>
        <p:txBody>
          <a:bodyPr>
            <a:normAutofit fontScale="77500" lnSpcReduction="20000"/>
          </a:bodyPr>
          <a:lstStyle/>
          <a:p>
            <a:pPr>
              <a:buNone/>
            </a:pPr>
            <a:r>
              <a:rPr lang="en-US" b="1" dirty="0"/>
              <a:t>4. Healthcare &amp; Wearables</a:t>
            </a:r>
          </a:p>
          <a:p>
            <a:pPr>
              <a:buFont typeface="Arial" panose="020B0604020202020204" pitchFamily="34" charset="0"/>
              <a:buChar char="•"/>
            </a:pPr>
            <a:r>
              <a:rPr lang="en-US" b="1" dirty="0"/>
              <a:t>Patient monitoring</a:t>
            </a:r>
            <a:r>
              <a:rPr lang="en-US" dirty="0"/>
              <a:t>: Wireless biosensors for tracking vitals like heart rate and glucose levels.</a:t>
            </a:r>
          </a:p>
          <a:p>
            <a:pPr>
              <a:buFont typeface="Arial" panose="020B0604020202020204" pitchFamily="34" charset="0"/>
              <a:buChar char="•"/>
            </a:pPr>
            <a:r>
              <a:rPr lang="en-US" b="1" dirty="0"/>
              <a:t>Smart prosthetics</a:t>
            </a:r>
            <a:r>
              <a:rPr lang="en-US" dirty="0"/>
              <a:t>: Wearable sensor technology for rehabilitation.</a:t>
            </a:r>
          </a:p>
          <a:p>
            <a:pPr>
              <a:buFont typeface="Arial" panose="020B0604020202020204" pitchFamily="34" charset="0"/>
              <a:buChar char="•"/>
            </a:pPr>
            <a:r>
              <a:rPr lang="en-US" b="1" dirty="0"/>
              <a:t>Remote health monitoring</a:t>
            </a:r>
            <a:r>
              <a:rPr lang="en-US" dirty="0"/>
              <a:t>: Assisting elderly and disabled individuals.</a:t>
            </a:r>
          </a:p>
          <a:p>
            <a:pPr>
              <a:buNone/>
            </a:pPr>
            <a:r>
              <a:rPr lang="en-US" b="1" dirty="0"/>
              <a:t>5. Agriculture &amp; Precision Farming</a:t>
            </a:r>
          </a:p>
          <a:p>
            <a:pPr>
              <a:buFont typeface="Arial" panose="020B0604020202020204" pitchFamily="34" charset="0"/>
              <a:buChar char="•"/>
            </a:pPr>
            <a:r>
              <a:rPr lang="en-US" b="1" dirty="0"/>
              <a:t>Soil and crop monitoring</a:t>
            </a:r>
            <a:r>
              <a:rPr lang="en-US" dirty="0"/>
              <a:t>: Measuring moisture, nutrients, and pest detection.</a:t>
            </a:r>
          </a:p>
          <a:p>
            <a:pPr>
              <a:buFont typeface="Arial" panose="020B0604020202020204" pitchFamily="34" charset="0"/>
              <a:buChar char="•"/>
            </a:pPr>
            <a:r>
              <a:rPr lang="en-US" b="1" dirty="0"/>
              <a:t>Livestock tracking</a:t>
            </a:r>
            <a:r>
              <a:rPr lang="en-US" dirty="0"/>
              <a:t>: Monitoring health and movement of animals.</a:t>
            </a:r>
          </a:p>
          <a:p>
            <a:pPr>
              <a:buFont typeface="Arial" panose="020B0604020202020204" pitchFamily="34" charset="0"/>
              <a:buChar char="•"/>
            </a:pPr>
            <a:r>
              <a:rPr lang="en-US" b="1" dirty="0"/>
              <a:t>Automated irrigation</a:t>
            </a:r>
            <a:r>
              <a:rPr lang="en-US" dirty="0"/>
              <a:t>: Efficient water usage based on real-time soil conditions.</a:t>
            </a:r>
          </a:p>
          <a:p>
            <a:pPr>
              <a:buNone/>
            </a:pPr>
            <a:r>
              <a:rPr lang="en-US" b="1" dirty="0"/>
              <a:t>6. Defense &amp; Surveillance</a:t>
            </a:r>
          </a:p>
          <a:p>
            <a:pPr>
              <a:buFont typeface="Arial" panose="020B0604020202020204" pitchFamily="34" charset="0"/>
              <a:buChar char="•"/>
            </a:pPr>
            <a:r>
              <a:rPr lang="en-US" b="1" dirty="0"/>
              <a:t>Border security</a:t>
            </a:r>
            <a:r>
              <a:rPr lang="en-US" dirty="0"/>
              <a:t>: Wireless sensors for intrusion detection.</a:t>
            </a:r>
          </a:p>
          <a:p>
            <a:pPr>
              <a:buFont typeface="Arial" panose="020B0604020202020204" pitchFamily="34" charset="0"/>
              <a:buChar char="•"/>
            </a:pPr>
            <a:r>
              <a:rPr lang="en-US" b="1" dirty="0"/>
              <a:t>Battlefield monitoring</a:t>
            </a:r>
            <a:r>
              <a:rPr lang="en-US" dirty="0"/>
              <a:t>: Real-time soldier health and environmental analysis.</a:t>
            </a:r>
          </a:p>
          <a:p>
            <a:pPr>
              <a:buFont typeface="Arial" panose="020B0604020202020204" pitchFamily="34" charset="0"/>
              <a:buChar char="•"/>
            </a:pPr>
            <a:r>
              <a:rPr lang="en-US" b="1" dirty="0"/>
              <a:t>Drone surveillance</a:t>
            </a:r>
            <a:r>
              <a:rPr lang="en-US" dirty="0"/>
              <a:t>: Coordinated aerial monitoring of critical areas.</a:t>
            </a:r>
          </a:p>
        </p:txBody>
      </p:sp>
    </p:spTree>
    <p:extLst>
      <p:ext uri="{BB962C8B-B14F-4D97-AF65-F5344CB8AC3E}">
        <p14:creationId xmlns:p14="http://schemas.microsoft.com/office/powerpoint/2010/main" val="193935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335D1-2BBF-DC6D-CD0A-19B40E8967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EEE39D-5C14-FDCB-B22F-35D2E202B386}"/>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WSN Application</a:t>
            </a:r>
            <a:endParaRPr lang="en-IN"/>
          </a:p>
        </p:txBody>
      </p:sp>
      <p:sp>
        <p:nvSpPr>
          <p:cNvPr id="5" name="Slide Number Placeholder 4">
            <a:extLst>
              <a:ext uri="{FF2B5EF4-FFF2-40B4-BE49-F238E27FC236}">
                <a16:creationId xmlns:a16="http://schemas.microsoft.com/office/drawing/2014/main" id="{728E456F-1B6F-3C4C-A4C0-73A4FB7EDFEF}"/>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52</a:t>
            </a:fld>
            <a:endParaRPr lang="en-US"/>
          </a:p>
        </p:txBody>
      </p:sp>
      <p:sp>
        <p:nvSpPr>
          <p:cNvPr id="4" name="Content Placeholder 3">
            <a:extLst>
              <a:ext uri="{FF2B5EF4-FFF2-40B4-BE49-F238E27FC236}">
                <a16:creationId xmlns:a16="http://schemas.microsoft.com/office/drawing/2014/main" id="{8ADD5803-B23A-BFE9-6F5B-E3668E4311E4}"/>
              </a:ext>
            </a:extLst>
          </p:cNvPr>
          <p:cNvSpPr>
            <a:spLocks noGrp="1"/>
          </p:cNvSpPr>
          <p:nvPr>
            <p:ph idx="1"/>
          </p:nvPr>
        </p:nvSpPr>
        <p:spPr/>
        <p:txBody>
          <a:bodyPr>
            <a:normAutofit fontScale="92500" lnSpcReduction="10000"/>
          </a:bodyPr>
          <a:lstStyle/>
          <a:p>
            <a:pPr>
              <a:buNone/>
            </a:pPr>
            <a:r>
              <a:rPr lang="en-US" b="1" dirty="0"/>
              <a:t>7. Home Automation &amp; IoT</a:t>
            </a:r>
          </a:p>
          <a:p>
            <a:pPr>
              <a:buFont typeface="Arial" panose="020B0604020202020204" pitchFamily="34" charset="0"/>
              <a:buChar char="•"/>
            </a:pPr>
            <a:r>
              <a:rPr lang="en-US" b="1" dirty="0"/>
              <a:t>Smart homes</a:t>
            </a:r>
            <a:r>
              <a:rPr lang="en-US" dirty="0"/>
              <a:t>: Automated security, lighting, and appliances.</a:t>
            </a:r>
          </a:p>
          <a:p>
            <a:pPr>
              <a:buFont typeface="Arial" panose="020B0604020202020204" pitchFamily="34" charset="0"/>
              <a:buChar char="•"/>
            </a:pPr>
            <a:r>
              <a:rPr lang="en-US" b="1" dirty="0"/>
              <a:t>Voice-assisted systems</a:t>
            </a:r>
            <a:r>
              <a:rPr lang="en-US" dirty="0"/>
              <a:t>: Integration with AI-based home assistants.</a:t>
            </a:r>
          </a:p>
          <a:p>
            <a:pPr>
              <a:buFont typeface="Arial" panose="020B0604020202020204" pitchFamily="34" charset="0"/>
              <a:buChar char="•"/>
            </a:pPr>
            <a:r>
              <a:rPr lang="en-US" b="1" dirty="0"/>
              <a:t>Energy conservation</a:t>
            </a:r>
            <a:r>
              <a:rPr lang="en-US" dirty="0"/>
              <a:t>: Real-time usage tracking for better efficiency.</a:t>
            </a:r>
          </a:p>
          <a:p>
            <a:pPr>
              <a:buNone/>
            </a:pPr>
            <a:r>
              <a:rPr lang="en-US" b="1" dirty="0"/>
              <a:t>Key Benefits of WSN Applications</a:t>
            </a:r>
          </a:p>
          <a:p>
            <a:pPr>
              <a:buNone/>
            </a:pPr>
            <a:r>
              <a:rPr lang="en-US" dirty="0"/>
              <a:t>✔ </a:t>
            </a:r>
            <a:r>
              <a:rPr lang="en-US" b="1" dirty="0"/>
              <a:t>Real-time decision making</a:t>
            </a:r>
            <a:r>
              <a:rPr lang="en-US" dirty="0"/>
              <a:t> with automated data collection.</a:t>
            </a:r>
            <a:br>
              <a:rPr lang="en-US" dirty="0"/>
            </a:br>
            <a:r>
              <a:rPr lang="en-US" dirty="0"/>
              <a:t>✔ </a:t>
            </a:r>
            <a:r>
              <a:rPr lang="en-US" b="1" dirty="0"/>
              <a:t>Cost-effective solutions</a:t>
            </a:r>
            <a:r>
              <a:rPr lang="en-US" dirty="0"/>
              <a:t> for large-scale monitoring.</a:t>
            </a:r>
            <a:br>
              <a:rPr lang="en-US" dirty="0"/>
            </a:br>
            <a:r>
              <a:rPr lang="en-US" dirty="0"/>
              <a:t>✔ </a:t>
            </a:r>
            <a:r>
              <a:rPr lang="en-US" b="1" dirty="0"/>
              <a:t>Scalability and adaptability</a:t>
            </a:r>
            <a:r>
              <a:rPr lang="en-US" dirty="0"/>
              <a:t> for various industries.</a:t>
            </a:r>
          </a:p>
          <a:p>
            <a:r>
              <a:rPr lang="en-US" dirty="0"/>
              <a:t>WSNs are revolutionizing how we interact with technology, making systems more intelligent, efficient, and responsive to real-world challenges.</a:t>
            </a:r>
          </a:p>
          <a:p>
            <a:pPr marL="0" indent="0"/>
            <a:endParaRPr lang="en-US" dirty="0"/>
          </a:p>
        </p:txBody>
      </p:sp>
    </p:spTree>
    <p:extLst>
      <p:ext uri="{BB962C8B-B14F-4D97-AF65-F5344CB8AC3E}">
        <p14:creationId xmlns:p14="http://schemas.microsoft.com/office/powerpoint/2010/main" val="42191708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7818A3-4C9B-39FF-10B3-B431C4E116B0}"/>
              </a:ext>
            </a:extLst>
          </p:cNvPr>
          <p:cNvSpPr>
            <a:spLocks noGrp="1"/>
          </p:cNvSpPr>
          <p:nvPr>
            <p:ph idx="1"/>
          </p:nvPr>
        </p:nvSpPr>
        <p:spPr/>
        <p:txBody>
          <a:bodyPr/>
          <a:lstStyle/>
          <a:p>
            <a:pPr marL="609600" indent="-609600" eaLnBrk="1" hangingPunct="1">
              <a:buFont typeface="Wingdings" pitchFamily="2" charset="2"/>
              <a:buNone/>
            </a:pPr>
            <a:r>
              <a:rPr lang="en-US" dirty="0"/>
              <a:t>The applications can be divided in three categories:</a:t>
            </a:r>
          </a:p>
          <a:p>
            <a:pPr marL="609600" indent="-609600" eaLnBrk="1" hangingPunct="1">
              <a:buFont typeface="Arial" charset="0"/>
              <a:buAutoNum type="arabicPeriod"/>
            </a:pPr>
            <a:r>
              <a:rPr lang="en-US" dirty="0"/>
              <a:t>Monitoring of objects.</a:t>
            </a:r>
          </a:p>
          <a:p>
            <a:pPr marL="609600" indent="-609600" eaLnBrk="1" hangingPunct="1">
              <a:buFont typeface="Arial" charset="0"/>
              <a:buAutoNum type="arabicPeriod"/>
            </a:pPr>
            <a:r>
              <a:rPr lang="en-US" dirty="0"/>
              <a:t>Monitoring of an area.</a:t>
            </a:r>
          </a:p>
          <a:p>
            <a:pPr marL="609600" indent="-609600" eaLnBrk="1" hangingPunct="1">
              <a:buFont typeface="Arial" charset="0"/>
              <a:buAutoNum type="arabicPeriod"/>
            </a:pPr>
            <a:r>
              <a:rPr lang="en-US" dirty="0"/>
              <a:t>Monitoring of both area and objects.</a:t>
            </a:r>
          </a:p>
          <a:p>
            <a:endParaRPr lang="en-IN" dirty="0"/>
          </a:p>
        </p:txBody>
      </p:sp>
      <p:sp>
        <p:nvSpPr>
          <p:cNvPr id="3" name="Content Placeholder 2">
            <a:extLst>
              <a:ext uri="{FF2B5EF4-FFF2-40B4-BE49-F238E27FC236}">
                <a16:creationId xmlns:a16="http://schemas.microsoft.com/office/drawing/2014/main" id="{99C65271-46CF-3DF5-927D-031DC333BCD0}"/>
              </a:ext>
            </a:extLst>
          </p:cNvPr>
          <p:cNvSpPr>
            <a:spLocks noGrp="1"/>
          </p:cNvSpPr>
          <p:nvPr>
            <p:ph sz="quarter" idx="10"/>
          </p:nvPr>
        </p:nvSpPr>
        <p:spPr/>
        <p:txBody>
          <a:bodyPr/>
          <a:lstStyle/>
          <a:p>
            <a:r>
              <a:rPr lang="en-IN" dirty="0"/>
              <a:t>WSN Applications…</a:t>
            </a:r>
          </a:p>
        </p:txBody>
      </p:sp>
      <p:sp>
        <p:nvSpPr>
          <p:cNvPr id="5" name="Slide Number Placeholder 4">
            <a:extLst>
              <a:ext uri="{FF2B5EF4-FFF2-40B4-BE49-F238E27FC236}">
                <a16:creationId xmlns:a16="http://schemas.microsoft.com/office/drawing/2014/main" id="{BF9F9FC2-1C7B-BEE4-C51F-D0E5B7A401E1}"/>
              </a:ext>
            </a:extLst>
          </p:cNvPr>
          <p:cNvSpPr>
            <a:spLocks noGrp="1"/>
          </p:cNvSpPr>
          <p:nvPr>
            <p:ph type="sldNum" sz="quarter" idx="14"/>
          </p:nvPr>
        </p:nvSpPr>
        <p:spPr/>
        <p:txBody>
          <a:bodyPr/>
          <a:lstStyle/>
          <a:p>
            <a:fld id="{BC8D7E44-7D4F-4942-A8C9-2DF6BF8399E8}" type="slidenum">
              <a:rPr lang="en-US" smtClean="0"/>
              <a:pPr/>
              <a:t>53</a:t>
            </a:fld>
            <a:endParaRPr lang="en-US" dirty="0"/>
          </a:p>
        </p:txBody>
      </p:sp>
    </p:spTree>
    <p:extLst>
      <p:ext uri="{BB962C8B-B14F-4D97-AF65-F5344CB8AC3E}">
        <p14:creationId xmlns:p14="http://schemas.microsoft.com/office/powerpoint/2010/main" val="33698124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43407-5046-D4F7-E70C-FBCE7AAEF0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D1AE43-FE73-2288-6955-77C5401ABC34}"/>
              </a:ext>
            </a:extLst>
          </p:cNvPr>
          <p:cNvSpPr>
            <a:spLocks noGrp="1"/>
          </p:cNvSpPr>
          <p:nvPr>
            <p:ph idx="1"/>
          </p:nvPr>
        </p:nvSpPr>
        <p:spPr/>
        <p:txBody>
          <a:bodyPr>
            <a:normAutofit fontScale="92500" lnSpcReduction="20000"/>
          </a:bodyPr>
          <a:lstStyle/>
          <a:p>
            <a:pPr>
              <a:buNone/>
            </a:pPr>
            <a:r>
              <a:rPr lang="en-IN" b="1" dirty="0"/>
              <a:t>Area Monitoring Using WSN</a:t>
            </a:r>
          </a:p>
          <a:p>
            <a:pPr>
              <a:buNone/>
            </a:pPr>
            <a:r>
              <a:rPr lang="en-IN" dirty="0"/>
              <a:t>Wireless Sensor Networks (WSNs) are widely used for </a:t>
            </a:r>
            <a:r>
              <a:rPr lang="en-IN" b="1" dirty="0"/>
              <a:t>area monitoring</a:t>
            </a:r>
            <a:r>
              <a:rPr lang="en-IN" dirty="0"/>
              <a:t> in various fields:</a:t>
            </a:r>
          </a:p>
          <a:p>
            <a:pPr>
              <a:buFont typeface="+mj-lt"/>
              <a:buAutoNum type="arabicPeriod"/>
            </a:pPr>
            <a:r>
              <a:rPr lang="en-IN" b="1" dirty="0"/>
              <a:t>Environmental and Habitat Monitoring</a:t>
            </a:r>
            <a:endParaRPr lang="en-IN" dirty="0"/>
          </a:p>
          <a:p>
            <a:pPr marL="742950" lvl="1" indent="-285750">
              <a:buFont typeface="+mj-lt"/>
              <a:buAutoNum type="arabicPeriod"/>
            </a:pPr>
            <a:r>
              <a:rPr lang="en-IN" dirty="0"/>
              <a:t>Detects changes in ecosystems, wildlife </a:t>
            </a:r>
            <a:r>
              <a:rPr lang="en-IN" dirty="0" err="1"/>
              <a:t>behavior</a:t>
            </a:r>
            <a:r>
              <a:rPr lang="en-IN" dirty="0"/>
              <a:t>, and pollution levels.</a:t>
            </a:r>
          </a:p>
          <a:p>
            <a:pPr marL="742950" lvl="1" indent="-285750">
              <a:buFont typeface="+mj-lt"/>
              <a:buAutoNum type="arabicPeriod"/>
            </a:pPr>
            <a:r>
              <a:rPr lang="en-IN" dirty="0"/>
              <a:t>Helps in biodiversity conservation and early disaster warnings.</a:t>
            </a:r>
          </a:p>
          <a:p>
            <a:pPr>
              <a:buFont typeface="+mj-lt"/>
              <a:buAutoNum type="arabicPeriod"/>
            </a:pPr>
            <a:r>
              <a:rPr lang="en-IN" b="1" dirty="0"/>
              <a:t>Precision Agriculture</a:t>
            </a:r>
            <a:endParaRPr lang="en-IN" dirty="0"/>
          </a:p>
          <a:p>
            <a:pPr marL="742950" lvl="1" indent="-285750">
              <a:buFont typeface="+mj-lt"/>
              <a:buAutoNum type="arabicPeriod"/>
            </a:pPr>
            <a:r>
              <a:rPr lang="en-IN" dirty="0"/>
              <a:t>Monitors soil moisture, temperature, and nutrient levels.</a:t>
            </a:r>
          </a:p>
          <a:p>
            <a:pPr marL="742950" lvl="1" indent="-285750">
              <a:buFont typeface="+mj-lt"/>
              <a:buAutoNum type="arabicPeriod"/>
            </a:pPr>
            <a:r>
              <a:rPr lang="en-IN" dirty="0"/>
              <a:t>Optimizes irrigation and fertilizer use to improve crop yield.</a:t>
            </a:r>
          </a:p>
          <a:p>
            <a:pPr>
              <a:buFont typeface="+mj-lt"/>
              <a:buAutoNum type="arabicPeriod"/>
            </a:pPr>
            <a:r>
              <a:rPr lang="en-IN" b="1" dirty="0"/>
              <a:t>Indoor Climate Control</a:t>
            </a:r>
            <a:endParaRPr lang="en-IN" dirty="0"/>
          </a:p>
          <a:p>
            <a:pPr marL="742950" lvl="1" indent="-285750">
              <a:buFont typeface="+mj-lt"/>
              <a:buAutoNum type="arabicPeriod"/>
            </a:pPr>
            <a:r>
              <a:rPr lang="en-IN" dirty="0"/>
              <a:t>Regulates temperature, humidity, and air quality in smart buildings.</a:t>
            </a:r>
          </a:p>
          <a:p>
            <a:pPr marL="742950" lvl="1" indent="-285750">
              <a:buFont typeface="+mj-lt"/>
              <a:buAutoNum type="arabicPeriod"/>
            </a:pPr>
            <a:r>
              <a:rPr lang="en-IN" dirty="0"/>
              <a:t>Enhances energy efficiency and occupant comfort.</a:t>
            </a:r>
          </a:p>
          <a:p>
            <a:pPr>
              <a:buFont typeface="+mj-lt"/>
              <a:buAutoNum type="arabicPeriod"/>
            </a:pPr>
            <a:r>
              <a:rPr lang="en-IN" b="1" dirty="0"/>
              <a:t>Military Surveillance</a:t>
            </a:r>
            <a:endParaRPr lang="en-IN" dirty="0"/>
          </a:p>
          <a:p>
            <a:pPr marL="742950" lvl="1" indent="-285750">
              <a:buFont typeface="+mj-lt"/>
              <a:buAutoNum type="arabicPeriod"/>
            </a:pPr>
            <a:r>
              <a:rPr lang="en-IN" dirty="0"/>
              <a:t>Deploys sensors for perimeter security and enemy movement detection.</a:t>
            </a:r>
          </a:p>
          <a:p>
            <a:pPr marL="742950" lvl="1" indent="-285750">
              <a:buFont typeface="+mj-lt"/>
              <a:buAutoNum type="arabicPeriod"/>
            </a:pPr>
            <a:r>
              <a:rPr lang="en-IN" dirty="0"/>
              <a:t>Enables real-time battlefield monitoring and intelligence gathering.</a:t>
            </a:r>
          </a:p>
        </p:txBody>
      </p:sp>
      <p:sp>
        <p:nvSpPr>
          <p:cNvPr id="3" name="Content Placeholder 2">
            <a:extLst>
              <a:ext uri="{FF2B5EF4-FFF2-40B4-BE49-F238E27FC236}">
                <a16:creationId xmlns:a16="http://schemas.microsoft.com/office/drawing/2014/main" id="{07C9F091-6300-2CD3-56F3-EBA1F4E3FAFA}"/>
              </a:ext>
            </a:extLst>
          </p:cNvPr>
          <p:cNvSpPr>
            <a:spLocks noGrp="1"/>
          </p:cNvSpPr>
          <p:nvPr>
            <p:ph sz="quarter" idx="10"/>
          </p:nvPr>
        </p:nvSpPr>
        <p:spPr/>
        <p:txBody>
          <a:bodyPr/>
          <a:lstStyle/>
          <a:p>
            <a:r>
              <a:rPr lang="en-IN" dirty="0"/>
              <a:t>Area Monitoring</a:t>
            </a:r>
          </a:p>
        </p:txBody>
      </p:sp>
      <p:sp>
        <p:nvSpPr>
          <p:cNvPr id="4" name="Content Placeholder 3">
            <a:extLst>
              <a:ext uri="{FF2B5EF4-FFF2-40B4-BE49-F238E27FC236}">
                <a16:creationId xmlns:a16="http://schemas.microsoft.com/office/drawing/2014/main" id="{F34221BB-F0A9-928F-07E2-3DAB670105C6}"/>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4395C3ED-4866-B395-403A-72663C1BE8A2}"/>
              </a:ext>
            </a:extLst>
          </p:cNvPr>
          <p:cNvSpPr>
            <a:spLocks noGrp="1"/>
          </p:cNvSpPr>
          <p:nvPr>
            <p:ph type="sldNum" sz="quarter" idx="14"/>
          </p:nvPr>
        </p:nvSpPr>
        <p:spPr/>
        <p:txBody>
          <a:bodyPr/>
          <a:lstStyle/>
          <a:p>
            <a:fld id="{BC8D7E44-7D4F-4942-A8C9-2DF6BF8399E8}" type="slidenum">
              <a:rPr lang="en-US" smtClean="0"/>
              <a:pPr/>
              <a:t>54</a:t>
            </a:fld>
            <a:endParaRPr lang="en-US" dirty="0"/>
          </a:p>
        </p:txBody>
      </p:sp>
    </p:spTree>
    <p:extLst>
      <p:ext uri="{BB962C8B-B14F-4D97-AF65-F5344CB8AC3E}">
        <p14:creationId xmlns:p14="http://schemas.microsoft.com/office/powerpoint/2010/main" val="28096303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AEC3D-89BC-1245-F872-8ACE7D08837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79F896-07C7-C3AE-F959-3FFB39B4EB27}"/>
              </a:ext>
            </a:extLst>
          </p:cNvPr>
          <p:cNvSpPr>
            <a:spLocks noGrp="1"/>
          </p:cNvSpPr>
          <p:nvPr>
            <p:ph idx="1"/>
          </p:nvPr>
        </p:nvSpPr>
        <p:spPr/>
        <p:txBody>
          <a:bodyPr>
            <a:normAutofit/>
          </a:bodyPr>
          <a:lstStyle/>
          <a:p>
            <a:pPr>
              <a:buFont typeface="+mj-lt"/>
              <a:buAutoNum type="arabicPeriod"/>
            </a:pPr>
            <a:endParaRPr lang="en-US" dirty="0"/>
          </a:p>
          <a:p>
            <a:pPr marL="0" indent="0"/>
            <a:r>
              <a:rPr lang="en-US" b="1" dirty="0"/>
              <a:t>5. Treaty Verification</a:t>
            </a:r>
            <a:endParaRPr lang="en-US" dirty="0"/>
          </a:p>
          <a:p>
            <a:pPr marL="742950" lvl="1" indent="-285750">
              <a:buFont typeface="+mj-lt"/>
              <a:buAutoNum type="arabicPeriod"/>
            </a:pPr>
            <a:r>
              <a:rPr lang="en-US" dirty="0"/>
              <a:t>Ensures compliance with arms control and disarmament agreements.</a:t>
            </a:r>
          </a:p>
          <a:p>
            <a:pPr marL="742950" lvl="1" indent="-285750">
              <a:buFont typeface="+mj-lt"/>
              <a:buAutoNum type="arabicPeriod"/>
            </a:pPr>
            <a:r>
              <a:rPr lang="en-US" dirty="0"/>
              <a:t>Detects unauthorized activities in restricted areas.</a:t>
            </a:r>
          </a:p>
          <a:p>
            <a:pPr marL="0" indent="0"/>
            <a:r>
              <a:rPr lang="en-US" b="1" dirty="0"/>
              <a:t>6. Intelligent Alarms</a:t>
            </a:r>
            <a:endParaRPr lang="en-US" dirty="0"/>
          </a:p>
          <a:p>
            <a:pPr marL="742950" lvl="1" indent="-285750">
              <a:buFont typeface="+mj-lt"/>
              <a:buAutoNum type="arabicPeriod"/>
            </a:pPr>
            <a:r>
              <a:rPr lang="en-US" dirty="0"/>
              <a:t>Uses sensor-based alerts for fire, gas leaks, or intrusion detection.</a:t>
            </a:r>
          </a:p>
          <a:p>
            <a:pPr marL="742950" lvl="1" indent="-285750">
              <a:buFont typeface="+mj-lt"/>
              <a:buAutoNum type="arabicPeriod"/>
            </a:pPr>
            <a:r>
              <a:rPr lang="en-US" dirty="0"/>
              <a:t>Enhances safety in industrial, residential, and commercial spaces.</a:t>
            </a:r>
          </a:p>
          <a:p>
            <a:endParaRPr lang="en-US" dirty="0"/>
          </a:p>
          <a:p>
            <a:r>
              <a:rPr lang="en-US" dirty="0"/>
              <a:t>WSNs make area monitoring </a:t>
            </a:r>
            <a:r>
              <a:rPr lang="en-US" b="1" dirty="0"/>
              <a:t>cost-effective, scalable, and efficient</a:t>
            </a:r>
            <a:r>
              <a:rPr lang="en-US" dirty="0"/>
              <a:t>, enabling </a:t>
            </a:r>
            <a:r>
              <a:rPr lang="en-US" b="1" dirty="0"/>
              <a:t>real-time data collection and automated responses</a:t>
            </a:r>
            <a:r>
              <a:rPr lang="en-US" dirty="0"/>
              <a:t> across different applications.</a:t>
            </a:r>
          </a:p>
        </p:txBody>
      </p:sp>
      <p:sp>
        <p:nvSpPr>
          <p:cNvPr id="3" name="Content Placeholder 2">
            <a:extLst>
              <a:ext uri="{FF2B5EF4-FFF2-40B4-BE49-F238E27FC236}">
                <a16:creationId xmlns:a16="http://schemas.microsoft.com/office/drawing/2014/main" id="{98D76BA9-0C0A-0696-EA10-3AE3E3E919BF}"/>
              </a:ext>
            </a:extLst>
          </p:cNvPr>
          <p:cNvSpPr>
            <a:spLocks noGrp="1"/>
          </p:cNvSpPr>
          <p:nvPr>
            <p:ph sz="quarter" idx="10"/>
          </p:nvPr>
        </p:nvSpPr>
        <p:spPr/>
        <p:txBody>
          <a:bodyPr/>
          <a:lstStyle/>
          <a:p>
            <a:r>
              <a:rPr lang="en-IN" dirty="0"/>
              <a:t>Area Monitoring</a:t>
            </a:r>
          </a:p>
        </p:txBody>
      </p:sp>
      <p:sp>
        <p:nvSpPr>
          <p:cNvPr id="4" name="Content Placeholder 3">
            <a:extLst>
              <a:ext uri="{FF2B5EF4-FFF2-40B4-BE49-F238E27FC236}">
                <a16:creationId xmlns:a16="http://schemas.microsoft.com/office/drawing/2014/main" id="{237AB86B-11DC-5BEB-2EA7-0406B94B781D}"/>
              </a:ext>
            </a:extLst>
          </p:cNvPr>
          <p:cNvSpPr>
            <a:spLocks noGrp="1"/>
          </p:cNvSpPr>
          <p:nvPr>
            <p:ph sz="quarter" idx="11"/>
          </p:nvPr>
        </p:nvSpPr>
        <p:spPr/>
        <p:txBody>
          <a:bodyPr/>
          <a:lstStyle/>
          <a:p>
            <a:endParaRPr lang="en-IN"/>
          </a:p>
        </p:txBody>
      </p:sp>
      <p:sp>
        <p:nvSpPr>
          <p:cNvPr id="5" name="Slide Number Placeholder 4">
            <a:extLst>
              <a:ext uri="{FF2B5EF4-FFF2-40B4-BE49-F238E27FC236}">
                <a16:creationId xmlns:a16="http://schemas.microsoft.com/office/drawing/2014/main" id="{4840492D-3B8E-5C7F-A495-23C223728D5F}"/>
              </a:ext>
            </a:extLst>
          </p:cNvPr>
          <p:cNvSpPr>
            <a:spLocks noGrp="1"/>
          </p:cNvSpPr>
          <p:nvPr>
            <p:ph type="sldNum" sz="quarter" idx="14"/>
          </p:nvPr>
        </p:nvSpPr>
        <p:spPr/>
        <p:txBody>
          <a:bodyPr/>
          <a:lstStyle/>
          <a:p>
            <a:fld id="{BC8D7E44-7D4F-4942-A8C9-2DF6BF8399E8}" type="slidenum">
              <a:rPr lang="en-US" smtClean="0"/>
              <a:pPr/>
              <a:t>55</a:t>
            </a:fld>
            <a:endParaRPr lang="en-US" dirty="0"/>
          </a:p>
        </p:txBody>
      </p:sp>
    </p:spTree>
    <p:extLst>
      <p:ext uri="{BB962C8B-B14F-4D97-AF65-F5344CB8AC3E}">
        <p14:creationId xmlns:p14="http://schemas.microsoft.com/office/powerpoint/2010/main" val="21688658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2" descr="phytech-main">
            <a:extLst>
              <a:ext uri="{FF2B5EF4-FFF2-40B4-BE49-F238E27FC236}">
                <a16:creationId xmlns:a16="http://schemas.microsoft.com/office/drawing/2014/main" id="{AD508F6E-DFE4-D492-C787-9A79E4A4F5EE}"/>
              </a:ext>
            </a:extLst>
          </p:cNvPr>
          <p:cNvPicPr>
            <a:picLocks noChangeAspect="1" noChangeArrowheads="1"/>
          </p:cNvPicPr>
          <p:nvPr/>
        </p:nvPicPr>
        <p:blipFill>
          <a:blip r:embed="rId2" cstate="email"/>
          <a:stretch>
            <a:fillRect/>
          </a:stretch>
        </p:blipFill>
        <p:spPr>
          <a:xfrm>
            <a:off x="457200" y="2514273"/>
            <a:ext cx="4038600" cy="2697817"/>
          </a:xfrm>
          <a:prstGeom prst="rect">
            <a:avLst/>
          </a:prstGeom>
          <a:noFill/>
        </p:spPr>
      </p:pic>
      <p:sp>
        <p:nvSpPr>
          <p:cNvPr id="11" name="Text Placeholder 2">
            <a:extLst>
              <a:ext uri="{FF2B5EF4-FFF2-40B4-BE49-F238E27FC236}">
                <a16:creationId xmlns:a16="http://schemas.microsoft.com/office/drawing/2014/main" id="{5CE8F6DE-DC97-07D4-57DB-A8C11377B5AC}"/>
              </a:ext>
            </a:extLst>
          </p:cNvPr>
          <p:cNvSpPr>
            <a:spLocks noGrp="1"/>
          </p:cNvSpPr>
          <p:nvPr>
            <p:ph sz="half" idx="2"/>
          </p:nvPr>
        </p:nvSpPr>
        <p:spPr>
          <a:xfrm>
            <a:off x="4953000" y="1600200"/>
            <a:ext cx="4038600" cy="4525963"/>
          </a:xfrm>
        </p:spPr>
        <p:txBody>
          <a:bodyPr>
            <a:normAutofit/>
          </a:bodyPr>
          <a:lstStyle/>
          <a:p>
            <a:pPr marL="342900" indent="-342900">
              <a:lnSpc>
                <a:spcPct val="90000"/>
              </a:lnSpc>
              <a:buFontTx/>
              <a:buChar char="•"/>
            </a:pPr>
            <a:r>
              <a:rPr lang="en-US" sz="2400" dirty="0">
                <a:solidFill>
                  <a:srgbClr val="101141"/>
                </a:solidFill>
              </a:rPr>
              <a:t>Precision agriculture aims at making cultural operations more efficient, while reducing environmental impact.</a:t>
            </a:r>
          </a:p>
          <a:p>
            <a:pPr marL="342900" indent="-342900">
              <a:lnSpc>
                <a:spcPct val="90000"/>
              </a:lnSpc>
              <a:buFontTx/>
              <a:buChar char="•"/>
            </a:pPr>
            <a:r>
              <a:rPr lang="en-US" sz="2400" dirty="0">
                <a:solidFill>
                  <a:srgbClr val="101141"/>
                </a:solidFill>
              </a:rPr>
              <a:t>The information collected from sensors is used to  evaluate optimum sowing density, estimate fertilizers and other input needs, and to more accurately predict crop yields. </a:t>
            </a:r>
          </a:p>
          <a:p>
            <a:pPr>
              <a:lnSpc>
                <a:spcPct val="90000"/>
              </a:lnSpc>
            </a:pPr>
            <a:endParaRPr lang="en-US" sz="2400" dirty="0">
              <a:solidFill>
                <a:srgbClr val="101141"/>
              </a:solidFill>
            </a:endParaRPr>
          </a:p>
        </p:txBody>
      </p:sp>
      <p:sp>
        <p:nvSpPr>
          <p:cNvPr id="3" name="Content Placeholder 2">
            <a:extLst>
              <a:ext uri="{FF2B5EF4-FFF2-40B4-BE49-F238E27FC236}">
                <a16:creationId xmlns:a16="http://schemas.microsoft.com/office/drawing/2014/main" id="{1EB4ABA6-BF64-C95C-4CA5-116919C2329B}"/>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Area monitoring Example</a:t>
            </a:r>
            <a:endParaRPr lang="en-IN"/>
          </a:p>
        </p:txBody>
      </p:sp>
      <p:sp>
        <p:nvSpPr>
          <p:cNvPr id="5" name="Slide Number Placeholder 4">
            <a:extLst>
              <a:ext uri="{FF2B5EF4-FFF2-40B4-BE49-F238E27FC236}">
                <a16:creationId xmlns:a16="http://schemas.microsoft.com/office/drawing/2014/main" id="{7D877973-EFE6-6E3D-D525-C007A704AE8F}"/>
              </a:ext>
            </a:extLst>
          </p:cNvPr>
          <p:cNvSpPr>
            <a:spLocks noGrp="1"/>
          </p:cNvSpPr>
          <p:nvPr>
            <p:ph type="sldNum" sz="quarter" idx="13"/>
          </p:nvPr>
        </p:nvSpPr>
        <p:spPr>
          <a:xfrm>
            <a:off x="6972300" y="6142574"/>
            <a:ext cx="2133600" cy="403541"/>
          </a:xfrm>
        </p:spPr>
        <p:txBody>
          <a:bodyPr anchor="ctr">
            <a:normAutofit/>
          </a:bodyPr>
          <a:lstStyle/>
          <a:p>
            <a:pPr>
              <a:spcAft>
                <a:spcPts val="600"/>
              </a:spcAft>
            </a:pPr>
            <a:fld id="{BC8D7E44-7D4F-4942-A8C9-2DF6BF8399E8}" type="slidenum">
              <a:rPr lang="en-US" smtClean="0"/>
              <a:pPr>
                <a:spcAft>
                  <a:spcPts val="600"/>
                </a:spcAft>
              </a:pPr>
              <a:t>56</a:t>
            </a:fld>
            <a:endParaRPr lang="en-US"/>
          </a:p>
        </p:txBody>
      </p:sp>
    </p:spTree>
    <p:extLst>
      <p:ext uri="{BB962C8B-B14F-4D97-AF65-F5344CB8AC3E}">
        <p14:creationId xmlns:p14="http://schemas.microsoft.com/office/powerpoint/2010/main" val="36237002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1D7D9-EC7D-E114-B84F-AB6A94FFDE2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C968BCC-59DD-AA4F-FB1E-8C07B1DE4D32}"/>
              </a:ext>
            </a:extLst>
          </p:cNvPr>
          <p:cNvSpPr>
            <a:spLocks noGrp="1"/>
          </p:cNvSpPr>
          <p:nvPr>
            <p:ph idx="1"/>
          </p:nvPr>
        </p:nvSpPr>
        <p:spPr/>
        <p:txBody>
          <a:bodyPr>
            <a:normAutofit fontScale="85000" lnSpcReduction="10000"/>
          </a:bodyPr>
          <a:lstStyle/>
          <a:p>
            <a:pPr>
              <a:buNone/>
            </a:pPr>
            <a:r>
              <a:rPr lang="en-US" sz="2000" b="1" dirty="0"/>
              <a:t>Monitoring Objects</a:t>
            </a:r>
          </a:p>
          <a:p>
            <a:pPr>
              <a:buNone/>
            </a:pPr>
            <a:r>
              <a:rPr lang="en-US" sz="2000" dirty="0"/>
              <a:t>Monitoring objects refer to various domains where continuous observation, data collection, and analysis are performed to ensure safety, efficiency, and performance. The key areas of monitoring include:</a:t>
            </a:r>
          </a:p>
          <a:p>
            <a:pPr>
              <a:buFont typeface="+mj-lt"/>
              <a:buAutoNum type="arabicPeriod"/>
            </a:pPr>
            <a:r>
              <a:rPr lang="en-US" sz="2000" b="1" dirty="0"/>
              <a:t>Structural Monitoring</a:t>
            </a:r>
            <a:br>
              <a:rPr lang="en-US" sz="2000" dirty="0"/>
            </a:br>
            <a:r>
              <a:rPr lang="en-US" sz="2000" dirty="0"/>
              <a:t>Structural monitoring involves tracking the health and stability of infrastructure such as bridges, buildings, and dams. Sensors are used to detect stress, vibrations, and possible damages to prevent failures and ensure safety.</a:t>
            </a:r>
          </a:p>
          <a:p>
            <a:pPr>
              <a:buFont typeface="+mj-lt"/>
              <a:buAutoNum type="arabicPeriod"/>
            </a:pPr>
            <a:r>
              <a:rPr lang="en-US" sz="2000" b="1" dirty="0"/>
              <a:t>Eco-physiology</a:t>
            </a:r>
            <a:br>
              <a:rPr lang="en-US" sz="2000" dirty="0"/>
            </a:br>
            <a:r>
              <a:rPr lang="en-US" sz="2000" dirty="0"/>
              <a:t>This field focuses on studying the physiological responses of living organisms to environmental conditions. It helps in understanding how plants and animals adapt to climate changes, pollution, and other ecological factors.</a:t>
            </a:r>
          </a:p>
          <a:p>
            <a:pPr>
              <a:buFont typeface="+mj-lt"/>
              <a:buAutoNum type="arabicPeriod"/>
            </a:pPr>
            <a:r>
              <a:rPr lang="en-US" sz="2000" b="1" dirty="0"/>
              <a:t>Condition-based Maintenance</a:t>
            </a:r>
            <a:br>
              <a:rPr lang="en-US" sz="2000" dirty="0"/>
            </a:br>
            <a:r>
              <a:rPr lang="en-US" sz="2000" dirty="0"/>
              <a:t>Condition-based maintenance is a proactive approach where machinery and equipment are continuously monitored to predict failures before they occur. This technique improves efficiency, reduces unexpected breakdowns, and minimizes maintenance costs.</a:t>
            </a:r>
          </a:p>
        </p:txBody>
      </p:sp>
      <p:sp>
        <p:nvSpPr>
          <p:cNvPr id="7" name="Content Placeholder 6">
            <a:extLst>
              <a:ext uri="{FF2B5EF4-FFF2-40B4-BE49-F238E27FC236}">
                <a16:creationId xmlns:a16="http://schemas.microsoft.com/office/drawing/2014/main" id="{D921310E-AD46-21AA-124E-FC385519A162}"/>
              </a:ext>
            </a:extLst>
          </p:cNvPr>
          <p:cNvSpPr>
            <a:spLocks noGrp="1"/>
          </p:cNvSpPr>
          <p:nvPr>
            <p:ph sz="quarter" idx="10"/>
          </p:nvPr>
        </p:nvSpPr>
        <p:spPr/>
        <p:txBody>
          <a:bodyPr/>
          <a:lstStyle/>
          <a:p>
            <a:r>
              <a:rPr lang="en-IN" dirty="0"/>
              <a:t>Monitoring Objects</a:t>
            </a:r>
          </a:p>
        </p:txBody>
      </p:sp>
      <p:sp>
        <p:nvSpPr>
          <p:cNvPr id="5" name="Slide Number Placeholder 4">
            <a:extLst>
              <a:ext uri="{FF2B5EF4-FFF2-40B4-BE49-F238E27FC236}">
                <a16:creationId xmlns:a16="http://schemas.microsoft.com/office/drawing/2014/main" id="{3C17F241-445C-4563-7D8F-16A1DCC516BA}"/>
              </a:ext>
            </a:extLst>
          </p:cNvPr>
          <p:cNvSpPr>
            <a:spLocks noGrp="1"/>
          </p:cNvSpPr>
          <p:nvPr>
            <p:ph type="sldNum" sz="quarter" idx="14"/>
          </p:nvPr>
        </p:nvSpPr>
        <p:spPr/>
        <p:txBody>
          <a:bodyPr/>
          <a:lstStyle/>
          <a:p>
            <a:fld id="{BC8D7E44-7D4F-4942-A8C9-2DF6BF8399E8}" type="slidenum">
              <a:rPr lang="en-US" smtClean="0"/>
              <a:pPr/>
              <a:t>57</a:t>
            </a:fld>
            <a:endParaRPr lang="en-US" dirty="0"/>
          </a:p>
        </p:txBody>
      </p:sp>
    </p:spTree>
    <p:extLst>
      <p:ext uri="{BB962C8B-B14F-4D97-AF65-F5344CB8AC3E}">
        <p14:creationId xmlns:p14="http://schemas.microsoft.com/office/powerpoint/2010/main" val="18450436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7363C-46E9-D93F-2FA8-C269FB75AAC1}"/>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3FC18ED-0058-DE81-2013-3975DA8F7CBD}"/>
              </a:ext>
            </a:extLst>
          </p:cNvPr>
          <p:cNvSpPr>
            <a:spLocks noGrp="1"/>
          </p:cNvSpPr>
          <p:nvPr>
            <p:ph idx="1"/>
          </p:nvPr>
        </p:nvSpPr>
        <p:spPr/>
        <p:txBody>
          <a:bodyPr>
            <a:normAutofit/>
          </a:bodyPr>
          <a:lstStyle/>
          <a:p>
            <a:pPr marL="0" indent="0"/>
            <a:r>
              <a:rPr lang="en-US" sz="1600" b="1" dirty="0"/>
              <a:t>4. Medical Diagnostics</a:t>
            </a:r>
            <a:br>
              <a:rPr lang="en-US" sz="1600" dirty="0"/>
            </a:br>
            <a:r>
              <a:rPr lang="en-US" sz="1600" dirty="0"/>
              <a:t>Medical diagnostics involve using monitoring technologies like wearable devices, imaging systems, and biosensors to track vital signs, detect diseases, and assist in early diagnosis. This plays a crucial role in improving patient care and treatment outcomes.</a:t>
            </a:r>
          </a:p>
          <a:p>
            <a:pPr marL="0" indent="0"/>
            <a:r>
              <a:rPr lang="en-US" sz="1600" b="1" dirty="0"/>
              <a:t>5. Urban Terrain Mapping</a:t>
            </a:r>
            <a:br>
              <a:rPr lang="en-US" sz="1600" dirty="0"/>
            </a:br>
            <a:r>
              <a:rPr lang="en-US" sz="1600" dirty="0"/>
              <a:t>Urban terrain mapping involves the use of technologies like LiDAR, satellite imagery, and GIS (Geographic Information Systems) to analyze and map urban areas. It is widely used in urban planning, disaster management, and infrastructure development.</a:t>
            </a:r>
          </a:p>
          <a:p>
            <a:endParaRPr lang="en-US" sz="1600" dirty="0"/>
          </a:p>
          <a:p>
            <a:r>
              <a:rPr lang="en-US" sz="1600" dirty="0"/>
              <a:t>Monitoring objects play a crucial role in various fields by providing real-time data, improving efficiency, and enhancing decision-making processes.</a:t>
            </a:r>
          </a:p>
        </p:txBody>
      </p:sp>
      <p:sp>
        <p:nvSpPr>
          <p:cNvPr id="7" name="Content Placeholder 6">
            <a:extLst>
              <a:ext uri="{FF2B5EF4-FFF2-40B4-BE49-F238E27FC236}">
                <a16:creationId xmlns:a16="http://schemas.microsoft.com/office/drawing/2014/main" id="{028FC460-D8AF-1E27-D463-1B01506A8169}"/>
              </a:ext>
            </a:extLst>
          </p:cNvPr>
          <p:cNvSpPr>
            <a:spLocks noGrp="1"/>
          </p:cNvSpPr>
          <p:nvPr>
            <p:ph sz="quarter" idx="10"/>
          </p:nvPr>
        </p:nvSpPr>
        <p:spPr/>
        <p:txBody>
          <a:bodyPr/>
          <a:lstStyle/>
          <a:p>
            <a:r>
              <a:rPr lang="en-IN" dirty="0"/>
              <a:t>Monitoring Objects</a:t>
            </a:r>
          </a:p>
        </p:txBody>
      </p:sp>
      <p:sp>
        <p:nvSpPr>
          <p:cNvPr id="5" name="Slide Number Placeholder 4">
            <a:extLst>
              <a:ext uri="{FF2B5EF4-FFF2-40B4-BE49-F238E27FC236}">
                <a16:creationId xmlns:a16="http://schemas.microsoft.com/office/drawing/2014/main" id="{E140F799-610E-1EAD-3D35-9839756A638E}"/>
              </a:ext>
            </a:extLst>
          </p:cNvPr>
          <p:cNvSpPr>
            <a:spLocks noGrp="1"/>
          </p:cNvSpPr>
          <p:nvPr>
            <p:ph type="sldNum" sz="quarter" idx="14"/>
          </p:nvPr>
        </p:nvSpPr>
        <p:spPr/>
        <p:txBody>
          <a:bodyPr/>
          <a:lstStyle/>
          <a:p>
            <a:fld id="{BC8D7E44-7D4F-4942-A8C9-2DF6BF8399E8}" type="slidenum">
              <a:rPr lang="en-US" smtClean="0"/>
              <a:pPr/>
              <a:t>58</a:t>
            </a:fld>
            <a:endParaRPr lang="en-US" dirty="0"/>
          </a:p>
        </p:txBody>
      </p:sp>
    </p:spTree>
    <p:extLst>
      <p:ext uri="{BB962C8B-B14F-4D97-AF65-F5344CB8AC3E}">
        <p14:creationId xmlns:p14="http://schemas.microsoft.com/office/powerpoint/2010/main" val="23790522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9D9A7-451B-14C2-E6D4-1E4DEFC0BC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BB9024-0249-8A80-4B6D-E144D58AF8A5}"/>
              </a:ext>
            </a:extLst>
          </p:cNvPr>
          <p:cNvSpPr>
            <a:spLocks noGrp="1"/>
          </p:cNvSpPr>
          <p:nvPr>
            <p:ph idx="1"/>
          </p:nvPr>
        </p:nvSpPr>
        <p:spPr/>
        <p:txBody>
          <a:bodyPr>
            <a:normAutofit fontScale="92500" lnSpcReduction="20000"/>
          </a:bodyPr>
          <a:lstStyle/>
          <a:p>
            <a:pPr>
              <a:buNone/>
            </a:pPr>
            <a:r>
              <a:rPr lang="en-US" sz="2000" b="1" dirty="0"/>
              <a:t>Monitoring Interactions between Objects and Space</a:t>
            </a:r>
          </a:p>
          <a:p>
            <a:pPr>
              <a:buNone/>
            </a:pPr>
            <a:r>
              <a:rPr lang="en-US" sz="2000" dirty="0"/>
              <a:t>Monitoring interactions between objects and space refers to tracking and analyzing how different entities interact with their environment. This monitoring is crucial for improving safety, efficiency, and decision-making in various fields. The key areas include:</a:t>
            </a:r>
          </a:p>
          <a:p>
            <a:pPr>
              <a:buFont typeface="+mj-lt"/>
              <a:buAutoNum type="arabicPeriod"/>
            </a:pPr>
            <a:r>
              <a:rPr lang="en-US" sz="2000" b="1" dirty="0"/>
              <a:t>Wildlife Habitats</a:t>
            </a:r>
            <a:br>
              <a:rPr lang="en-US" sz="2000" dirty="0"/>
            </a:br>
            <a:r>
              <a:rPr lang="en-US" sz="2000" dirty="0"/>
              <a:t>Monitoring wildlife habitats helps track animal movements, population changes, and environmental conditions. It aids in conservation efforts, studying biodiversity, and preventing human-wildlife conflicts.</a:t>
            </a:r>
          </a:p>
          <a:p>
            <a:pPr>
              <a:buFont typeface="+mj-lt"/>
              <a:buAutoNum type="arabicPeriod"/>
            </a:pPr>
            <a:r>
              <a:rPr lang="en-US" sz="2000" b="1" dirty="0"/>
              <a:t>Disaster Management</a:t>
            </a:r>
            <a:br>
              <a:rPr lang="en-US" sz="2000" dirty="0"/>
            </a:br>
            <a:r>
              <a:rPr lang="en-US" sz="2000" dirty="0"/>
              <a:t>This involves monitoring natural disasters like earthquakes, floods, and hurricanes using sensors and satellite data. It helps in early warning systems, risk assessment, and efficient disaster response.</a:t>
            </a:r>
          </a:p>
          <a:p>
            <a:pPr>
              <a:buFont typeface="+mj-lt"/>
              <a:buAutoNum type="arabicPeriod"/>
            </a:pPr>
            <a:r>
              <a:rPr lang="en-US" sz="2000" b="1" dirty="0"/>
              <a:t>Emergency Response</a:t>
            </a:r>
            <a:br>
              <a:rPr lang="en-US" sz="2000" dirty="0"/>
            </a:br>
            <a:r>
              <a:rPr lang="en-US" sz="2000" dirty="0"/>
              <a:t>Emergency response monitoring ensures quick and effective actions during critical situations such as accidents, medical emergencies, or fire outbreaks. Technologies like GPS tracking and real-time communication enhance response efficiency.</a:t>
            </a:r>
          </a:p>
        </p:txBody>
      </p:sp>
      <p:sp>
        <p:nvSpPr>
          <p:cNvPr id="3" name="Content Placeholder 2">
            <a:extLst>
              <a:ext uri="{FF2B5EF4-FFF2-40B4-BE49-F238E27FC236}">
                <a16:creationId xmlns:a16="http://schemas.microsoft.com/office/drawing/2014/main" id="{3AE45576-793C-B7E5-FBD5-BB0C47E96B5B}"/>
              </a:ext>
            </a:extLst>
          </p:cNvPr>
          <p:cNvSpPr>
            <a:spLocks noGrp="1"/>
          </p:cNvSpPr>
          <p:nvPr>
            <p:ph sz="quarter" idx="10"/>
          </p:nvPr>
        </p:nvSpPr>
        <p:spPr/>
        <p:txBody>
          <a:bodyPr/>
          <a:lstStyle/>
          <a:p>
            <a:r>
              <a:rPr lang="en-US" sz="3600" dirty="0"/>
              <a:t>Monitoring Interactions between Objects and Space</a:t>
            </a:r>
            <a:endParaRPr lang="en-IN" dirty="0"/>
          </a:p>
        </p:txBody>
      </p:sp>
      <p:sp>
        <p:nvSpPr>
          <p:cNvPr id="5" name="Slide Number Placeholder 4">
            <a:extLst>
              <a:ext uri="{FF2B5EF4-FFF2-40B4-BE49-F238E27FC236}">
                <a16:creationId xmlns:a16="http://schemas.microsoft.com/office/drawing/2014/main" id="{63CD1466-958A-B842-9E05-70756A79D9B3}"/>
              </a:ext>
            </a:extLst>
          </p:cNvPr>
          <p:cNvSpPr>
            <a:spLocks noGrp="1"/>
          </p:cNvSpPr>
          <p:nvPr>
            <p:ph type="sldNum" sz="quarter" idx="14"/>
          </p:nvPr>
        </p:nvSpPr>
        <p:spPr/>
        <p:txBody>
          <a:bodyPr/>
          <a:lstStyle/>
          <a:p>
            <a:fld id="{BC8D7E44-7D4F-4942-A8C9-2DF6BF8399E8}" type="slidenum">
              <a:rPr lang="en-US" smtClean="0"/>
              <a:pPr/>
              <a:t>59</a:t>
            </a:fld>
            <a:endParaRPr lang="en-US" dirty="0"/>
          </a:p>
        </p:txBody>
      </p:sp>
    </p:spTree>
    <p:extLst>
      <p:ext uri="{BB962C8B-B14F-4D97-AF65-F5344CB8AC3E}">
        <p14:creationId xmlns:p14="http://schemas.microsoft.com/office/powerpoint/2010/main" val="24215587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67198-9245-E1D5-8441-B9B57C44F09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6885A2-727C-5F36-7D29-67C580B9B830}"/>
              </a:ext>
            </a:extLst>
          </p:cNvPr>
          <p:cNvSpPr>
            <a:spLocks noGrp="1"/>
          </p:cNvSpPr>
          <p:nvPr>
            <p:ph idx="1"/>
          </p:nvPr>
        </p:nvSpPr>
        <p:spPr/>
        <p:txBody>
          <a:bodyPr>
            <a:normAutofit lnSpcReduction="10000"/>
          </a:bodyPr>
          <a:lstStyle/>
          <a:p>
            <a:pPr>
              <a:buNone/>
            </a:pPr>
            <a:r>
              <a:rPr lang="en-US" sz="1600" b="1" dirty="0"/>
              <a:t>4. Ubiquitous Computing</a:t>
            </a:r>
            <a:br>
              <a:rPr lang="en-US" sz="1600" dirty="0"/>
            </a:br>
            <a:r>
              <a:rPr lang="en-US" sz="1600" dirty="0"/>
              <a:t>Ubiquitous computing refers to embedding computing devices in everyday objects to enable continuous monitoring. Examples include smart homes, wearable technology, and IoT-based automation.</a:t>
            </a:r>
          </a:p>
          <a:p>
            <a:pPr>
              <a:buNone/>
            </a:pPr>
            <a:r>
              <a:rPr lang="en-US" sz="1600" b="1" dirty="0"/>
              <a:t>5. Asset Tracking</a:t>
            </a:r>
            <a:br>
              <a:rPr lang="en-US" sz="1600" dirty="0"/>
            </a:br>
            <a:r>
              <a:rPr lang="en-US" sz="1600" dirty="0"/>
              <a:t>Asset tracking involves monitoring the location and status of valuable resources, such as vehicles, equipment, or shipments. RFID, GPS, and IoT sensors are commonly used for real-time tracking and inventory management.</a:t>
            </a:r>
          </a:p>
          <a:p>
            <a:pPr>
              <a:buNone/>
            </a:pPr>
            <a:r>
              <a:rPr lang="en-US" sz="1600" dirty="0"/>
              <a:t>6. </a:t>
            </a:r>
            <a:r>
              <a:rPr lang="en-US" sz="1600" b="1" dirty="0"/>
              <a:t>Health Care</a:t>
            </a:r>
            <a:br>
              <a:rPr lang="en-US" sz="1600" dirty="0"/>
            </a:br>
            <a:r>
              <a:rPr lang="en-US" sz="1600" dirty="0"/>
              <a:t>Healthcare monitoring includes tracking patient health through wearable devices, remote monitoring systems, and smart medical equipment. It improves diagnosis, treatment, and personalized healthcare services.</a:t>
            </a:r>
          </a:p>
          <a:p>
            <a:pPr>
              <a:buNone/>
            </a:pPr>
            <a:r>
              <a:rPr lang="en-US" sz="1600" dirty="0"/>
              <a:t>7. </a:t>
            </a:r>
            <a:r>
              <a:rPr lang="en-US" sz="1600" b="1" dirty="0"/>
              <a:t>Manufacturing Process Flows</a:t>
            </a:r>
            <a:br>
              <a:rPr lang="en-US" sz="1600" dirty="0"/>
            </a:br>
            <a:r>
              <a:rPr lang="en-US" sz="1600" dirty="0"/>
              <a:t>In manufacturing, monitoring process flows helps optimize production efficiency, detect defects, and ensure quality control. Technologies like automation, sensors, and AI-driven analytics enhance productivity and reduce downtime.</a:t>
            </a:r>
          </a:p>
          <a:p>
            <a:pPr>
              <a:buNone/>
            </a:pPr>
            <a:endParaRPr lang="en-US" sz="1600" dirty="0"/>
          </a:p>
          <a:p>
            <a:pPr>
              <a:buNone/>
            </a:pPr>
            <a:r>
              <a:rPr lang="en-US" sz="1600" dirty="0"/>
              <a:t>Monitoring these interactions enables better decision-making, increased efficiency, and improved safety across various domains.</a:t>
            </a:r>
            <a:endParaRPr lang="en-US" sz="2000" dirty="0"/>
          </a:p>
        </p:txBody>
      </p:sp>
      <p:sp>
        <p:nvSpPr>
          <p:cNvPr id="3" name="Content Placeholder 2">
            <a:extLst>
              <a:ext uri="{FF2B5EF4-FFF2-40B4-BE49-F238E27FC236}">
                <a16:creationId xmlns:a16="http://schemas.microsoft.com/office/drawing/2014/main" id="{24D55B48-79AD-4737-3C6B-325D9993DDBD}"/>
              </a:ext>
            </a:extLst>
          </p:cNvPr>
          <p:cNvSpPr>
            <a:spLocks noGrp="1"/>
          </p:cNvSpPr>
          <p:nvPr>
            <p:ph sz="quarter" idx="10"/>
          </p:nvPr>
        </p:nvSpPr>
        <p:spPr/>
        <p:txBody>
          <a:bodyPr/>
          <a:lstStyle/>
          <a:p>
            <a:r>
              <a:rPr lang="en-US" sz="3600" dirty="0"/>
              <a:t>Monitoring Interactions between Objects and Space</a:t>
            </a:r>
            <a:endParaRPr lang="en-IN" dirty="0"/>
          </a:p>
        </p:txBody>
      </p:sp>
      <p:sp>
        <p:nvSpPr>
          <p:cNvPr id="5" name="Slide Number Placeholder 4">
            <a:extLst>
              <a:ext uri="{FF2B5EF4-FFF2-40B4-BE49-F238E27FC236}">
                <a16:creationId xmlns:a16="http://schemas.microsoft.com/office/drawing/2014/main" id="{2971F9DF-0CB3-2EEC-2873-9B7AED3ECA59}"/>
              </a:ext>
            </a:extLst>
          </p:cNvPr>
          <p:cNvSpPr>
            <a:spLocks noGrp="1"/>
          </p:cNvSpPr>
          <p:nvPr>
            <p:ph type="sldNum" sz="quarter" idx="14"/>
          </p:nvPr>
        </p:nvSpPr>
        <p:spPr/>
        <p:txBody>
          <a:bodyPr/>
          <a:lstStyle/>
          <a:p>
            <a:fld id="{BC8D7E44-7D4F-4942-A8C9-2DF6BF8399E8}" type="slidenum">
              <a:rPr lang="en-US" smtClean="0"/>
              <a:pPr/>
              <a:t>60</a:t>
            </a:fld>
            <a:endParaRPr lang="en-US" dirty="0"/>
          </a:p>
        </p:txBody>
      </p:sp>
    </p:spTree>
    <p:extLst>
      <p:ext uri="{BB962C8B-B14F-4D97-AF65-F5344CB8AC3E}">
        <p14:creationId xmlns:p14="http://schemas.microsoft.com/office/powerpoint/2010/main" val="16116075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0C646B-A83F-BE38-B14F-1ED1432A643D}"/>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Example</a:t>
            </a:r>
            <a:endParaRPr lang="en-IN"/>
          </a:p>
        </p:txBody>
      </p:sp>
      <p:sp>
        <p:nvSpPr>
          <p:cNvPr id="5" name="Slide Number Placeholder 4">
            <a:extLst>
              <a:ext uri="{FF2B5EF4-FFF2-40B4-BE49-F238E27FC236}">
                <a16:creationId xmlns:a16="http://schemas.microsoft.com/office/drawing/2014/main" id="{D35F404E-CD24-1127-A4A0-D9EDE2525C45}"/>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61</a:t>
            </a:fld>
            <a:endParaRPr lang="en-US"/>
          </a:p>
        </p:txBody>
      </p:sp>
      <p:sp>
        <p:nvSpPr>
          <p:cNvPr id="4" name="Content Placeholder 3">
            <a:extLst>
              <a:ext uri="{FF2B5EF4-FFF2-40B4-BE49-F238E27FC236}">
                <a16:creationId xmlns:a16="http://schemas.microsoft.com/office/drawing/2014/main" id="{5A9F60DB-1BD6-DD81-9A7D-406D4EF7D12B}"/>
              </a:ext>
            </a:extLst>
          </p:cNvPr>
          <p:cNvSpPr>
            <a:spLocks noGrp="1"/>
          </p:cNvSpPr>
          <p:nvPr>
            <p:ph idx="1"/>
          </p:nvPr>
        </p:nvSpPr>
        <p:spPr/>
        <p:txBody>
          <a:bodyPr>
            <a:normAutofit lnSpcReduction="10000"/>
          </a:bodyPr>
          <a:lstStyle/>
          <a:p>
            <a:pPr>
              <a:buNone/>
            </a:pPr>
            <a:r>
              <a:rPr lang="en-US" b="1" dirty="0"/>
              <a:t>1. Car-to-X Communication</a:t>
            </a:r>
          </a:p>
          <a:p>
            <a:pPr>
              <a:buNone/>
            </a:pPr>
            <a:r>
              <a:rPr lang="en-US" dirty="0"/>
              <a:t>Car-to-X (C2X) communication is an advanced vehicle communication technology that extends the capabilities of traditional onboard sensors. Unlike conventional sensors that detect obstacles within a limited range, Car-to-X allows vehicles to exchange information in real time. This means that vehicles can share data about road conditions, traffic congestion, accidents, or hazards ahead, improving road safety and driving efficiency.</a:t>
            </a:r>
          </a:p>
          <a:p>
            <a:r>
              <a:rPr lang="en-US" dirty="0"/>
              <a:t>For example, if a car detects slippery roads due to ice, it can transmit this information to other vehicles approaching the same route, allowing them to slow down or take necessary precautions in advance.</a:t>
            </a:r>
          </a:p>
          <a:p>
            <a:endParaRPr lang="en-IN" dirty="0"/>
          </a:p>
        </p:txBody>
      </p:sp>
    </p:spTree>
    <p:extLst>
      <p:ext uri="{BB962C8B-B14F-4D97-AF65-F5344CB8AC3E}">
        <p14:creationId xmlns:p14="http://schemas.microsoft.com/office/powerpoint/2010/main" val="8164393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C8663-D6FC-3CDB-C2FF-8905B38B445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5EF9AB-3D3B-2954-5B38-9D98A944E1C6}"/>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Example</a:t>
            </a:r>
            <a:endParaRPr lang="en-IN"/>
          </a:p>
        </p:txBody>
      </p:sp>
      <p:sp>
        <p:nvSpPr>
          <p:cNvPr id="5" name="Slide Number Placeholder 4">
            <a:extLst>
              <a:ext uri="{FF2B5EF4-FFF2-40B4-BE49-F238E27FC236}">
                <a16:creationId xmlns:a16="http://schemas.microsoft.com/office/drawing/2014/main" id="{EC3D5B7B-CA9B-D142-2FDB-E330430FE04B}"/>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62</a:t>
            </a:fld>
            <a:endParaRPr lang="en-US"/>
          </a:p>
        </p:txBody>
      </p:sp>
      <p:sp>
        <p:nvSpPr>
          <p:cNvPr id="4" name="Content Placeholder 3">
            <a:extLst>
              <a:ext uri="{FF2B5EF4-FFF2-40B4-BE49-F238E27FC236}">
                <a16:creationId xmlns:a16="http://schemas.microsoft.com/office/drawing/2014/main" id="{778C1668-C6E3-AD12-246E-1BB0E3C4741B}"/>
              </a:ext>
            </a:extLst>
          </p:cNvPr>
          <p:cNvSpPr>
            <a:spLocks noGrp="1"/>
          </p:cNvSpPr>
          <p:nvPr>
            <p:ph idx="1"/>
          </p:nvPr>
        </p:nvSpPr>
        <p:spPr/>
        <p:txBody>
          <a:bodyPr>
            <a:normAutofit lnSpcReduction="10000"/>
          </a:bodyPr>
          <a:lstStyle/>
          <a:p>
            <a:pPr>
              <a:buNone/>
            </a:pPr>
            <a:r>
              <a:rPr lang="en-US" b="1" dirty="0"/>
              <a:t>2. Cellular Network-Based Technology</a:t>
            </a:r>
          </a:p>
          <a:p>
            <a:pPr>
              <a:buNone/>
            </a:pPr>
            <a:r>
              <a:rPr lang="en-US" dirty="0"/>
              <a:t>This system operates over a </a:t>
            </a:r>
            <a:r>
              <a:rPr lang="en-US" b="1" dirty="0"/>
              <a:t>cellular communication network</a:t>
            </a:r>
            <a:r>
              <a:rPr lang="en-US" dirty="0"/>
              <a:t>, such as </a:t>
            </a:r>
            <a:r>
              <a:rPr lang="en-US" b="1" dirty="0"/>
              <a:t>4G or 5G</a:t>
            </a:r>
            <a:r>
              <a:rPr lang="en-US" dirty="0"/>
              <a:t>, to ensure a seamless exchange of information between vehicles. Unlike traditional Vehicle-to-Vehicle (V2V) systems, which may rely on short-range wireless communication, cellular-based Car-to-X technology enables broader coverage, allowing cars to receive alerts even from vehicles that are not directly nearby.</a:t>
            </a:r>
          </a:p>
          <a:p>
            <a:r>
              <a:rPr lang="en-US" dirty="0"/>
              <a:t>For instance, if an accident occurs a few kilometers ahead, a connected vehicle will receive an alert in real-time through the cellular network, helping the driver take necessary actions beforehand.</a:t>
            </a:r>
          </a:p>
        </p:txBody>
      </p:sp>
    </p:spTree>
    <p:extLst>
      <p:ext uri="{BB962C8B-B14F-4D97-AF65-F5344CB8AC3E}">
        <p14:creationId xmlns:p14="http://schemas.microsoft.com/office/powerpoint/2010/main" val="31600514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44F42-4E69-DD68-9907-0E87642B37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052619-211F-B95D-80AD-488AA5FC0FFE}"/>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Example</a:t>
            </a:r>
            <a:endParaRPr lang="en-IN"/>
          </a:p>
        </p:txBody>
      </p:sp>
      <p:sp>
        <p:nvSpPr>
          <p:cNvPr id="5" name="Slide Number Placeholder 4">
            <a:extLst>
              <a:ext uri="{FF2B5EF4-FFF2-40B4-BE49-F238E27FC236}">
                <a16:creationId xmlns:a16="http://schemas.microsoft.com/office/drawing/2014/main" id="{2B64119D-37DA-D2ED-8B0A-87016B82BD56}"/>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63</a:t>
            </a:fld>
            <a:endParaRPr lang="en-US"/>
          </a:p>
        </p:txBody>
      </p:sp>
      <p:sp>
        <p:nvSpPr>
          <p:cNvPr id="4" name="Content Placeholder 3">
            <a:extLst>
              <a:ext uri="{FF2B5EF4-FFF2-40B4-BE49-F238E27FC236}">
                <a16:creationId xmlns:a16="http://schemas.microsoft.com/office/drawing/2014/main" id="{F87F9973-4EDB-8EE6-051A-89FF0A2227E3}"/>
              </a:ext>
            </a:extLst>
          </p:cNvPr>
          <p:cNvSpPr>
            <a:spLocks noGrp="1"/>
          </p:cNvSpPr>
          <p:nvPr>
            <p:ph idx="1"/>
          </p:nvPr>
        </p:nvSpPr>
        <p:spPr/>
        <p:txBody>
          <a:bodyPr>
            <a:normAutofit fontScale="92500" lnSpcReduction="20000"/>
          </a:bodyPr>
          <a:lstStyle/>
          <a:p>
            <a:pPr>
              <a:buNone/>
            </a:pPr>
            <a:r>
              <a:rPr lang="en-US" b="1" dirty="0"/>
              <a:t>3. Vehicle as Transmitter and Receiver</a:t>
            </a:r>
          </a:p>
          <a:p>
            <a:pPr>
              <a:buNone/>
            </a:pPr>
            <a:r>
              <a:rPr lang="en-US" dirty="0"/>
              <a:t>A key aspect of Car-to-X technology is that a vehicle does not only </a:t>
            </a:r>
            <a:r>
              <a:rPr lang="en-US" b="1" dirty="0"/>
              <a:t>receive</a:t>
            </a:r>
            <a:r>
              <a:rPr lang="en-US" dirty="0"/>
              <a:t> information but also </a:t>
            </a:r>
            <a:r>
              <a:rPr lang="en-US" b="1" dirty="0"/>
              <a:t>transmits</a:t>
            </a:r>
            <a:r>
              <a:rPr lang="en-US" dirty="0"/>
              <a:t> it. Every vehicle in the network acts as both a </a:t>
            </a:r>
            <a:r>
              <a:rPr lang="en-US" b="1" dirty="0"/>
              <a:t>sensor</a:t>
            </a:r>
            <a:r>
              <a:rPr lang="en-US" dirty="0"/>
              <a:t> and a </a:t>
            </a:r>
            <a:r>
              <a:rPr lang="en-US" b="1" dirty="0"/>
              <a:t>data source</a:t>
            </a:r>
            <a:r>
              <a:rPr lang="en-US" dirty="0"/>
              <a:t>, making the system more effective in detecting and preventing road hazards.</a:t>
            </a:r>
          </a:p>
          <a:p>
            <a:pPr>
              <a:buNone/>
            </a:pPr>
            <a:r>
              <a:rPr lang="en-US" dirty="0"/>
              <a:t>For example:</a:t>
            </a:r>
          </a:p>
          <a:p>
            <a:pPr>
              <a:buFont typeface="Arial" panose="020B0604020202020204" pitchFamily="34" charset="0"/>
              <a:buChar char="•"/>
            </a:pPr>
            <a:r>
              <a:rPr lang="en-US" dirty="0"/>
              <a:t>If a vehicle detects </a:t>
            </a:r>
            <a:r>
              <a:rPr lang="en-US" b="1" dirty="0"/>
              <a:t>fog</a:t>
            </a:r>
            <a:r>
              <a:rPr lang="en-US" dirty="0"/>
              <a:t> or </a:t>
            </a:r>
            <a:r>
              <a:rPr lang="en-US" b="1" dirty="0"/>
              <a:t>heavy rain</a:t>
            </a:r>
            <a:r>
              <a:rPr lang="en-US" dirty="0"/>
              <a:t>, it can send a warning to nearby vehicles.</a:t>
            </a:r>
          </a:p>
          <a:p>
            <a:pPr>
              <a:buFont typeface="Arial" panose="020B0604020202020204" pitchFamily="34" charset="0"/>
              <a:buChar char="•"/>
            </a:pPr>
            <a:r>
              <a:rPr lang="en-US" dirty="0"/>
              <a:t>Similarly, if a driver experiences a </a:t>
            </a:r>
            <a:r>
              <a:rPr lang="en-US" b="1" dirty="0"/>
              <a:t>breakdown</a:t>
            </a:r>
            <a:r>
              <a:rPr lang="en-US" dirty="0"/>
              <a:t>, their car can send an automatic alert to other road users to warn them of a potential obstruction.</a:t>
            </a:r>
          </a:p>
          <a:p>
            <a:r>
              <a:rPr lang="en-US" dirty="0"/>
              <a:t>This interconnected network ensures that real-time data is shared efficiently, reducing accidents and improving traffic flow.</a:t>
            </a:r>
          </a:p>
        </p:txBody>
      </p:sp>
    </p:spTree>
    <p:extLst>
      <p:ext uri="{BB962C8B-B14F-4D97-AF65-F5344CB8AC3E}">
        <p14:creationId xmlns:p14="http://schemas.microsoft.com/office/powerpoint/2010/main" val="4517278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B12EA-E21A-E9C3-6292-1E96052A41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855983-0DCE-4827-3913-B0D0BB6BCA29}"/>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Example</a:t>
            </a:r>
            <a:endParaRPr lang="en-IN"/>
          </a:p>
        </p:txBody>
      </p:sp>
      <p:sp>
        <p:nvSpPr>
          <p:cNvPr id="5" name="Slide Number Placeholder 4">
            <a:extLst>
              <a:ext uri="{FF2B5EF4-FFF2-40B4-BE49-F238E27FC236}">
                <a16:creationId xmlns:a16="http://schemas.microsoft.com/office/drawing/2014/main" id="{B4ABEE4D-678D-FC98-2553-1399BBC840FE}"/>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64</a:t>
            </a:fld>
            <a:endParaRPr lang="en-US"/>
          </a:p>
        </p:txBody>
      </p:sp>
      <p:sp>
        <p:nvSpPr>
          <p:cNvPr id="4" name="Content Placeholder 3">
            <a:extLst>
              <a:ext uri="{FF2B5EF4-FFF2-40B4-BE49-F238E27FC236}">
                <a16:creationId xmlns:a16="http://schemas.microsoft.com/office/drawing/2014/main" id="{1DEDB187-569D-600E-6D60-5976174CC8BC}"/>
              </a:ext>
            </a:extLst>
          </p:cNvPr>
          <p:cNvSpPr>
            <a:spLocks noGrp="1"/>
          </p:cNvSpPr>
          <p:nvPr>
            <p:ph idx="1"/>
          </p:nvPr>
        </p:nvSpPr>
        <p:spPr/>
        <p:txBody>
          <a:bodyPr>
            <a:normAutofit fontScale="85000" lnSpcReduction="20000"/>
          </a:bodyPr>
          <a:lstStyle/>
          <a:p>
            <a:pPr>
              <a:buNone/>
            </a:pPr>
            <a:r>
              <a:rPr lang="en-US" b="1" dirty="0"/>
              <a:t>4. Cloud-Based Data Exchange</a:t>
            </a:r>
          </a:p>
          <a:p>
            <a:pPr>
              <a:buNone/>
            </a:pPr>
            <a:r>
              <a:rPr lang="en-US" dirty="0"/>
              <a:t>To ensure seamless communication, detected hazards are uploaded to a </a:t>
            </a:r>
            <a:r>
              <a:rPr lang="en-US" b="1" dirty="0"/>
              <a:t>cloud server</a:t>
            </a:r>
            <a:r>
              <a:rPr lang="en-US" dirty="0"/>
              <a:t> (such as the </a:t>
            </a:r>
            <a:r>
              <a:rPr lang="en-US" b="1" dirty="0"/>
              <a:t>Mercedes-Benz cloud</a:t>
            </a:r>
            <a:r>
              <a:rPr lang="en-US" dirty="0"/>
              <a:t> in this case). The cloud acts as a central data repository where all warning messages and road condition reports are stored and distributed to other vehicles in the network.</a:t>
            </a:r>
          </a:p>
          <a:p>
            <a:pPr>
              <a:buNone/>
            </a:pPr>
            <a:r>
              <a:rPr lang="en-US" dirty="0"/>
              <a:t>Advantages of cloud integration:</a:t>
            </a:r>
          </a:p>
          <a:p>
            <a:pPr>
              <a:buFont typeface="Arial" panose="020B0604020202020204" pitchFamily="34" charset="0"/>
              <a:buChar char="•"/>
            </a:pPr>
            <a:r>
              <a:rPr lang="en-US" b="1" dirty="0"/>
              <a:t>Faster communication</a:t>
            </a:r>
            <a:r>
              <a:rPr lang="en-US" dirty="0"/>
              <a:t>: Vehicles do not need to be directly connected; they can access hazard information from any connected car via the cloud.</a:t>
            </a:r>
          </a:p>
          <a:p>
            <a:pPr>
              <a:buFont typeface="Arial" panose="020B0604020202020204" pitchFamily="34" charset="0"/>
              <a:buChar char="•"/>
            </a:pPr>
            <a:r>
              <a:rPr lang="en-US" b="1" dirty="0"/>
              <a:t>Data persistence</a:t>
            </a:r>
            <a:r>
              <a:rPr lang="en-US" dirty="0"/>
              <a:t>: Important data (such as accident reports) remains available for a longer duration, even if the original sender moves away.</a:t>
            </a:r>
          </a:p>
          <a:p>
            <a:pPr>
              <a:buFont typeface="Arial" panose="020B0604020202020204" pitchFamily="34" charset="0"/>
              <a:buChar char="•"/>
            </a:pPr>
            <a:r>
              <a:rPr lang="en-US" b="1" dirty="0"/>
              <a:t>Scalability</a:t>
            </a:r>
            <a:r>
              <a:rPr lang="en-US" dirty="0"/>
              <a:t>: The cloud can aggregate data from multiple sources, including other vehicles, </a:t>
            </a:r>
            <a:r>
              <a:rPr lang="en-US" b="1" dirty="0"/>
              <a:t>traffic management centers</a:t>
            </a:r>
            <a:r>
              <a:rPr lang="en-US" dirty="0"/>
              <a:t>, and weather stations.</a:t>
            </a:r>
          </a:p>
        </p:txBody>
      </p:sp>
    </p:spTree>
    <p:extLst>
      <p:ext uri="{BB962C8B-B14F-4D97-AF65-F5344CB8AC3E}">
        <p14:creationId xmlns:p14="http://schemas.microsoft.com/office/powerpoint/2010/main" val="17341903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D421A-15CF-5232-D762-1C577E5293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5AA2C4-503F-9915-1BD2-F9D639C27622}"/>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Example</a:t>
            </a:r>
            <a:endParaRPr lang="en-IN"/>
          </a:p>
        </p:txBody>
      </p:sp>
      <p:sp>
        <p:nvSpPr>
          <p:cNvPr id="5" name="Slide Number Placeholder 4">
            <a:extLst>
              <a:ext uri="{FF2B5EF4-FFF2-40B4-BE49-F238E27FC236}">
                <a16:creationId xmlns:a16="http://schemas.microsoft.com/office/drawing/2014/main" id="{3BEED8CB-82BE-4350-FA04-AD2680DCF674}"/>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65</a:t>
            </a:fld>
            <a:endParaRPr lang="en-US"/>
          </a:p>
        </p:txBody>
      </p:sp>
      <p:sp>
        <p:nvSpPr>
          <p:cNvPr id="4" name="Content Placeholder 3">
            <a:extLst>
              <a:ext uri="{FF2B5EF4-FFF2-40B4-BE49-F238E27FC236}">
                <a16:creationId xmlns:a16="http://schemas.microsoft.com/office/drawing/2014/main" id="{68DF07C9-8BA9-A70E-673B-24EE399C654D}"/>
              </a:ext>
            </a:extLst>
          </p:cNvPr>
          <p:cNvSpPr>
            <a:spLocks noGrp="1"/>
          </p:cNvSpPr>
          <p:nvPr>
            <p:ph idx="1"/>
          </p:nvPr>
        </p:nvSpPr>
        <p:spPr/>
        <p:txBody>
          <a:bodyPr>
            <a:normAutofit fontScale="92500" lnSpcReduction="10000"/>
          </a:bodyPr>
          <a:lstStyle/>
          <a:p>
            <a:pPr>
              <a:buNone/>
            </a:pPr>
            <a:r>
              <a:rPr lang="en-US" b="1" dirty="0"/>
              <a:t>5. Navigation and Voice Alerts</a:t>
            </a:r>
          </a:p>
          <a:p>
            <a:pPr>
              <a:buNone/>
            </a:pPr>
            <a:r>
              <a:rPr lang="en-US" dirty="0"/>
              <a:t>To assist drivers, warning messages are displayed directly on the </a:t>
            </a:r>
            <a:r>
              <a:rPr lang="en-US" b="1" dirty="0"/>
              <a:t>navigation system’s map</a:t>
            </a:r>
            <a:r>
              <a:rPr lang="en-US" dirty="0"/>
              <a:t>. This allows drivers to visually see the location of reported hazards, helping them make informed decisions about their route.</a:t>
            </a:r>
          </a:p>
          <a:p>
            <a:pPr>
              <a:buNone/>
            </a:pPr>
            <a:r>
              <a:rPr lang="en-US" dirty="0"/>
              <a:t>Additionally, some warnings are provided via </a:t>
            </a:r>
            <a:r>
              <a:rPr lang="en-US" b="1" dirty="0"/>
              <a:t>voice output</a:t>
            </a:r>
            <a:r>
              <a:rPr lang="en-US" dirty="0"/>
              <a:t> to minimize distraction while driving. This is particularly useful in situations where the driver needs to focus on the road, such as in </a:t>
            </a:r>
            <a:r>
              <a:rPr lang="en-US" b="1" dirty="0"/>
              <a:t>foggy conditions</a:t>
            </a:r>
            <a:r>
              <a:rPr lang="en-US" dirty="0"/>
              <a:t> or when navigating </a:t>
            </a:r>
            <a:r>
              <a:rPr lang="en-US" b="1" dirty="0"/>
              <a:t>sharp turns</a:t>
            </a:r>
            <a:r>
              <a:rPr lang="en-US" dirty="0"/>
              <a:t> where visibility is low.</a:t>
            </a:r>
          </a:p>
          <a:p>
            <a:r>
              <a:rPr lang="en-US" dirty="0"/>
              <a:t>For example, if there is an accident </a:t>
            </a:r>
            <a:r>
              <a:rPr lang="en-US" b="1" dirty="0"/>
              <a:t>around a blind curve</a:t>
            </a:r>
            <a:r>
              <a:rPr lang="en-US" dirty="0"/>
              <a:t>, the system will warn the driver using voice alerts before they reach the hazard.</a:t>
            </a:r>
          </a:p>
        </p:txBody>
      </p:sp>
    </p:spTree>
    <p:extLst>
      <p:ext uri="{BB962C8B-B14F-4D97-AF65-F5344CB8AC3E}">
        <p14:creationId xmlns:p14="http://schemas.microsoft.com/office/powerpoint/2010/main" val="32559126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99916-E01F-9F15-5031-FFA910E016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CDC582-4E44-E6F9-3EB3-9271419F0B6F}"/>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Example</a:t>
            </a:r>
            <a:endParaRPr lang="en-IN"/>
          </a:p>
        </p:txBody>
      </p:sp>
      <p:sp>
        <p:nvSpPr>
          <p:cNvPr id="5" name="Slide Number Placeholder 4">
            <a:extLst>
              <a:ext uri="{FF2B5EF4-FFF2-40B4-BE49-F238E27FC236}">
                <a16:creationId xmlns:a16="http://schemas.microsoft.com/office/drawing/2014/main" id="{5169ACB0-5FB5-B972-00D6-3EB7FC96A43C}"/>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66</a:t>
            </a:fld>
            <a:endParaRPr lang="en-US"/>
          </a:p>
        </p:txBody>
      </p:sp>
      <p:sp>
        <p:nvSpPr>
          <p:cNvPr id="4" name="Content Placeholder 3">
            <a:extLst>
              <a:ext uri="{FF2B5EF4-FFF2-40B4-BE49-F238E27FC236}">
                <a16:creationId xmlns:a16="http://schemas.microsoft.com/office/drawing/2014/main" id="{21C3C732-6DCD-0497-2B58-003D360382E2}"/>
              </a:ext>
            </a:extLst>
          </p:cNvPr>
          <p:cNvSpPr>
            <a:spLocks noGrp="1"/>
          </p:cNvSpPr>
          <p:nvPr>
            <p:ph idx="1"/>
          </p:nvPr>
        </p:nvSpPr>
        <p:spPr/>
        <p:txBody>
          <a:bodyPr>
            <a:normAutofit fontScale="85000" lnSpcReduction="20000"/>
          </a:bodyPr>
          <a:lstStyle/>
          <a:p>
            <a:pPr>
              <a:buNone/>
            </a:pPr>
            <a:r>
              <a:rPr lang="en-US" b="1" dirty="0"/>
              <a:t>6. Hazard Detection and Reporting</a:t>
            </a:r>
          </a:p>
          <a:p>
            <a:pPr>
              <a:buNone/>
            </a:pPr>
            <a:r>
              <a:rPr lang="en-US" dirty="0"/>
              <a:t>One of the most critical applications of Car-to-X technology is automatic </a:t>
            </a:r>
            <a:r>
              <a:rPr lang="en-US" b="1" dirty="0"/>
              <a:t>hazard detection</a:t>
            </a:r>
            <a:r>
              <a:rPr lang="en-US" dirty="0"/>
              <a:t>. The system is designed to detect various road hazards, including:</a:t>
            </a:r>
          </a:p>
          <a:p>
            <a:pPr>
              <a:buFont typeface="Arial" panose="020B0604020202020204" pitchFamily="34" charset="0"/>
              <a:buChar char="•"/>
            </a:pPr>
            <a:r>
              <a:rPr lang="en-US" b="1" dirty="0"/>
              <a:t>Accidents</a:t>
            </a:r>
            <a:r>
              <a:rPr lang="en-US" dirty="0"/>
              <a:t> (e.g., a car crash ahead)</a:t>
            </a:r>
          </a:p>
          <a:p>
            <a:pPr>
              <a:buFont typeface="Arial" panose="020B0604020202020204" pitchFamily="34" charset="0"/>
              <a:buChar char="•"/>
            </a:pPr>
            <a:r>
              <a:rPr lang="en-US" b="1" dirty="0"/>
              <a:t>Weather hazards</a:t>
            </a:r>
            <a:r>
              <a:rPr lang="en-US" dirty="0"/>
              <a:t> (e.g., ice, fog, or heavy rain)</a:t>
            </a:r>
          </a:p>
          <a:p>
            <a:pPr>
              <a:buFont typeface="Arial" panose="020B0604020202020204" pitchFamily="34" charset="0"/>
              <a:buChar char="•"/>
            </a:pPr>
            <a:r>
              <a:rPr lang="en-US" b="1" dirty="0"/>
              <a:t>Traffic issues</a:t>
            </a:r>
            <a:r>
              <a:rPr lang="en-US" dirty="0"/>
              <a:t> (e.g., stalled vehicles or sudden slowdowns)</a:t>
            </a:r>
          </a:p>
          <a:p>
            <a:pPr>
              <a:buNone/>
            </a:pPr>
            <a:r>
              <a:rPr lang="en-US" dirty="0"/>
              <a:t>Additionally, the system can incorporate data from </a:t>
            </a:r>
            <a:r>
              <a:rPr lang="en-US" b="1" dirty="0"/>
              <a:t>external sources</a:t>
            </a:r>
            <a:r>
              <a:rPr lang="en-US" dirty="0"/>
              <a:t>, such as:</a:t>
            </a:r>
          </a:p>
          <a:p>
            <a:pPr>
              <a:buFont typeface="Arial" panose="020B0604020202020204" pitchFamily="34" charset="0"/>
              <a:buChar char="•"/>
            </a:pPr>
            <a:r>
              <a:rPr lang="en-US" b="1" dirty="0"/>
              <a:t>Road construction agencies</a:t>
            </a:r>
            <a:r>
              <a:rPr lang="en-US" dirty="0"/>
              <a:t> (to provide real-time information on mobile road works).</a:t>
            </a:r>
          </a:p>
          <a:p>
            <a:pPr>
              <a:buFont typeface="Arial" panose="020B0604020202020204" pitchFamily="34" charset="0"/>
              <a:buChar char="•"/>
            </a:pPr>
            <a:r>
              <a:rPr lang="en-US" b="1" dirty="0"/>
              <a:t>Traffic control centers</a:t>
            </a:r>
            <a:r>
              <a:rPr lang="en-US" dirty="0"/>
              <a:t> (to update drivers on detours or lane closures).</a:t>
            </a:r>
          </a:p>
          <a:p>
            <a:r>
              <a:rPr lang="en-US" dirty="0"/>
              <a:t>This feature ensures that drivers are not only warned about </a:t>
            </a:r>
            <a:r>
              <a:rPr lang="en-US" b="1" dirty="0"/>
              <a:t>natural hazards</a:t>
            </a:r>
            <a:r>
              <a:rPr lang="en-US" dirty="0"/>
              <a:t> but also about </a:t>
            </a:r>
            <a:r>
              <a:rPr lang="en-US" b="1" dirty="0"/>
              <a:t>human-made disruptions</a:t>
            </a:r>
            <a:r>
              <a:rPr lang="en-US" dirty="0"/>
              <a:t> on the road, improving travel efficiency and safety.</a:t>
            </a:r>
          </a:p>
        </p:txBody>
      </p:sp>
    </p:spTree>
    <p:extLst>
      <p:ext uri="{BB962C8B-B14F-4D97-AF65-F5344CB8AC3E}">
        <p14:creationId xmlns:p14="http://schemas.microsoft.com/office/powerpoint/2010/main" val="36761338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03CCB-2245-CF98-DA3B-9F75249972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BF181A-2A8F-7D79-6F15-F645823A07B3}"/>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Example</a:t>
            </a:r>
            <a:endParaRPr lang="en-IN"/>
          </a:p>
        </p:txBody>
      </p:sp>
      <p:sp>
        <p:nvSpPr>
          <p:cNvPr id="5" name="Slide Number Placeholder 4">
            <a:extLst>
              <a:ext uri="{FF2B5EF4-FFF2-40B4-BE49-F238E27FC236}">
                <a16:creationId xmlns:a16="http://schemas.microsoft.com/office/drawing/2014/main" id="{53F724A1-8231-A002-0940-C9515D20B027}"/>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67</a:t>
            </a:fld>
            <a:endParaRPr lang="en-US"/>
          </a:p>
        </p:txBody>
      </p:sp>
      <p:sp>
        <p:nvSpPr>
          <p:cNvPr id="4" name="Content Placeholder 3">
            <a:extLst>
              <a:ext uri="{FF2B5EF4-FFF2-40B4-BE49-F238E27FC236}">
                <a16:creationId xmlns:a16="http://schemas.microsoft.com/office/drawing/2014/main" id="{F811781E-9B0E-8113-8A1E-227615944330}"/>
              </a:ext>
            </a:extLst>
          </p:cNvPr>
          <p:cNvSpPr>
            <a:spLocks noGrp="1"/>
          </p:cNvSpPr>
          <p:nvPr>
            <p:ph idx="1"/>
          </p:nvPr>
        </p:nvSpPr>
        <p:spPr/>
        <p:txBody>
          <a:bodyPr>
            <a:normAutofit/>
          </a:bodyPr>
          <a:lstStyle/>
          <a:p>
            <a:pPr>
              <a:buNone/>
            </a:pPr>
            <a:r>
              <a:rPr lang="en-US" dirty="0"/>
              <a:t>Car-to-X communication is a perfect example of </a:t>
            </a:r>
            <a:r>
              <a:rPr lang="en-US" b="1" dirty="0"/>
              <a:t>Network Embedded Applications</a:t>
            </a:r>
            <a:r>
              <a:rPr lang="en-US" dirty="0"/>
              <a:t> in action. It integrates </a:t>
            </a:r>
            <a:r>
              <a:rPr lang="en-US" b="1" dirty="0"/>
              <a:t>real-time networking, cloud computing, and embedded sensor technologies</a:t>
            </a:r>
            <a:r>
              <a:rPr lang="en-US" dirty="0"/>
              <a:t> to improve road safety and driving efficiency. The combination of </a:t>
            </a:r>
            <a:r>
              <a:rPr lang="en-US" b="1" dirty="0"/>
              <a:t>cellular networks, cloud-based data exchange, onboard sensors, and hazard reporting</a:t>
            </a:r>
            <a:r>
              <a:rPr lang="en-US" dirty="0"/>
              <a:t> creates a smarter, more connected transportation system.</a:t>
            </a:r>
          </a:p>
        </p:txBody>
      </p:sp>
    </p:spTree>
    <p:extLst>
      <p:ext uri="{BB962C8B-B14F-4D97-AF65-F5344CB8AC3E}">
        <p14:creationId xmlns:p14="http://schemas.microsoft.com/office/powerpoint/2010/main" val="25689470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D9D8A4-EC66-8AC2-5A24-8EFE21AE546F}"/>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err="1"/>
              <a:t>LoRaWAN</a:t>
            </a:r>
            <a:endParaRPr lang="en-IN"/>
          </a:p>
        </p:txBody>
      </p:sp>
      <p:sp>
        <p:nvSpPr>
          <p:cNvPr id="11" name="Content Placeholder 3">
            <a:extLst>
              <a:ext uri="{FF2B5EF4-FFF2-40B4-BE49-F238E27FC236}">
                <a16:creationId xmlns:a16="http://schemas.microsoft.com/office/drawing/2014/main" id="{2F5840FB-EAD9-84B3-F8C9-2FB0827B0E11}"/>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BDBB9E69-2988-0A4B-550F-A28B5F060E62}"/>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68</a:t>
            </a:fld>
            <a:endParaRPr lang="en-US"/>
          </a:p>
        </p:txBody>
      </p:sp>
      <p:sp>
        <p:nvSpPr>
          <p:cNvPr id="4" name="Content Placeholder 3">
            <a:extLst>
              <a:ext uri="{FF2B5EF4-FFF2-40B4-BE49-F238E27FC236}">
                <a16:creationId xmlns:a16="http://schemas.microsoft.com/office/drawing/2014/main" id="{5857D2ED-7DE4-50FF-49F2-E1B525CEF0B7}"/>
              </a:ext>
            </a:extLst>
          </p:cNvPr>
          <p:cNvSpPr>
            <a:spLocks noGrp="1"/>
          </p:cNvSpPr>
          <p:nvPr>
            <p:ph idx="1"/>
          </p:nvPr>
        </p:nvSpPr>
        <p:spPr/>
        <p:txBody>
          <a:bodyPr>
            <a:normAutofit lnSpcReduction="10000"/>
          </a:bodyPr>
          <a:lstStyle/>
          <a:p>
            <a:pPr>
              <a:buNone/>
            </a:pPr>
            <a:r>
              <a:rPr lang="en-US" b="1" dirty="0"/>
              <a:t>1. </a:t>
            </a:r>
            <a:r>
              <a:rPr lang="en-US" b="1" dirty="0" err="1"/>
              <a:t>LoRaWAN</a:t>
            </a:r>
            <a:r>
              <a:rPr lang="en-US" b="1" dirty="0"/>
              <a:t> and the Internet of Things (IoT)</a:t>
            </a:r>
          </a:p>
          <a:p>
            <a:pPr>
              <a:buNone/>
            </a:pPr>
            <a:r>
              <a:rPr lang="en-US" dirty="0" err="1"/>
              <a:t>LoRaWAN</a:t>
            </a:r>
            <a:r>
              <a:rPr lang="en-US" dirty="0"/>
              <a:t> (Long Range Wide Area Network) is a key </a:t>
            </a:r>
            <a:r>
              <a:rPr lang="en-US" b="1" dirty="0"/>
              <a:t>networking standard</a:t>
            </a:r>
            <a:r>
              <a:rPr lang="en-US" dirty="0"/>
              <a:t> that enables the Internet of Things (IoT). The goal of IoT is to create </a:t>
            </a:r>
            <a:r>
              <a:rPr lang="en-US" b="1" dirty="0"/>
              <a:t>smarter, more efficient choices</a:t>
            </a:r>
            <a:r>
              <a:rPr lang="en-US" dirty="0"/>
              <a:t> that contribute to sustainability in areas such as </a:t>
            </a:r>
            <a:r>
              <a:rPr lang="en-US" b="1" dirty="0"/>
              <a:t>environmental monitoring, healthcare, and social well-being</a:t>
            </a:r>
            <a:r>
              <a:rPr lang="en-US" dirty="0"/>
              <a:t>.</a:t>
            </a:r>
          </a:p>
          <a:p>
            <a:r>
              <a:rPr lang="en-US" dirty="0"/>
              <a:t>However, implementing IoT solutions requires </a:t>
            </a:r>
            <a:r>
              <a:rPr lang="en-US" b="1" dirty="0"/>
              <a:t>efficient sensor communication</a:t>
            </a:r>
            <a:r>
              <a:rPr lang="en-US" dirty="0"/>
              <a:t>, which is where </a:t>
            </a:r>
            <a:r>
              <a:rPr lang="en-US" b="1" dirty="0"/>
              <a:t>LoRa technology</a:t>
            </a:r>
            <a:r>
              <a:rPr lang="en-US" dirty="0"/>
              <a:t> plays a critical role. LoRa allows devices to communicate over </a:t>
            </a:r>
            <a:r>
              <a:rPr lang="en-US" b="1" dirty="0"/>
              <a:t>long distances with minimal power consumption</a:t>
            </a:r>
            <a:r>
              <a:rPr lang="en-US" dirty="0"/>
              <a:t>, making IoT networks </a:t>
            </a:r>
            <a:r>
              <a:rPr lang="en-US" b="1" dirty="0"/>
              <a:t>scalable, cost-effective, and energy-efficient</a:t>
            </a:r>
            <a:r>
              <a:rPr lang="en-US" dirty="0"/>
              <a:t>.</a:t>
            </a:r>
          </a:p>
          <a:p>
            <a:endParaRPr lang="en-IN" dirty="0"/>
          </a:p>
        </p:txBody>
      </p:sp>
    </p:spTree>
    <p:extLst>
      <p:ext uri="{BB962C8B-B14F-4D97-AF65-F5344CB8AC3E}">
        <p14:creationId xmlns:p14="http://schemas.microsoft.com/office/powerpoint/2010/main" val="18872089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A98ED-C122-193F-E285-844C007D39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C76A3D-4D70-A802-D875-9EBEF17B1296}"/>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err="1"/>
              <a:t>LoRaWAN</a:t>
            </a:r>
            <a:endParaRPr lang="en-IN"/>
          </a:p>
        </p:txBody>
      </p:sp>
      <p:sp>
        <p:nvSpPr>
          <p:cNvPr id="11" name="Content Placeholder 3">
            <a:extLst>
              <a:ext uri="{FF2B5EF4-FFF2-40B4-BE49-F238E27FC236}">
                <a16:creationId xmlns:a16="http://schemas.microsoft.com/office/drawing/2014/main" id="{5214CBDB-11DE-EBE5-6B17-5B925C79B6B6}"/>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606AF3BD-5B9B-9237-1783-9F3C2C53571E}"/>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69</a:t>
            </a:fld>
            <a:endParaRPr lang="en-US"/>
          </a:p>
        </p:txBody>
      </p:sp>
      <p:sp>
        <p:nvSpPr>
          <p:cNvPr id="4" name="Content Placeholder 3">
            <a:extLst>
              <a:ext uri="{FF2B5EF4-FFF2-40B4-BE49-F238E27FC236}">
                <a16:creationId xmlns:a16="http://schemas.microsoft.com/office/drawing/2014/main" id="{D7BA42B4-0DA1-7F21-4ED7-BA998335FEDE}"/>
              </a:ext>
            </a:extLst>
          </p:cNvPr>
          <p:cNvSpPr>
            <a:spLocks noGrp="1"/>
          </p:cNvSpPr>
          <p:nvPr>
            <p:ph idx="1"/>
          </p:nvPr>
        </p:nvSpPr>
        <p:spPr/>
        <p:txBody>
          <a:bodyPr>
            <a:normAutofit fontScale="92500"/>
          </a:bodyPr>
          <a:lstStyle/>
          <a:p>
            <a:pPr>
              <a:buNone/>
            </a:pPr>
            <a:r>
              <a:rPr lang="en-US" b="1" dirty="0"/>
              <a:t>2. LoRa Technology for Sensor Communication</a:t>
            </a:r>
          </a:p>
          <a:p>
            <a:pPr>
              <a:buNone/>
            </a:pPr>
            <a:r>
              <a:rPr lang="en-US" dirty="0"/>
              <a:t>Every IoT system consists of three core components:</a:t>
            </a:r>
          </a:p>
          <a:p>
            <a:pPr>
              <a:buFont typeface="+mj-lt"/>
              <a:buAutoNum type="arabicPeriod"/>
            </a:pPr>
            <a:r>
              <a:rPr lang="en-US" b="1" dirty="0"/>
              <a:t>Sensors</a:t>
            </a:r>
            <a:r>
              <a:rPr lang="en-US" dirty="0"/>
              <a:t>: Collect real-world data (e.g., temperature, air quality, or movement).</a:t>
            </a:r>
          </a:p>
          <a:p>
            <a:pPr>
              <a:buFont typeface="+mj-lt"/>
              <a:buAutoNum type="arabicPeriod"/>
            </a:pPr>
            <a:r>
              <a:rPr lang="en-US" b="1" dirty="0"/>
              <a:t>Network</a:t>
            </a:r>
            <a:r>
              <a:rPr lang="en-US" dirty="0"/>
              <a:t>: Transmits the collected data to a central system.</a:t>
            </a:r>
          </a:p>
          <a:p>
            <a:pPr>
              <a:buFont typeface="+mj-lt"/>
              <a:buAutoNum type="arabicPeriod"/>
            </a:pPr>
            <a:r>
              <a:rPr lang="en-US" b="1" dirty="0"/>
              <a:t>Data Processing</a:t>
            </a:r>
            <a:r>
              <a:rPr lang="en-US" dirty="0"/>
              <a:t>: Converts raw sensor data into actionable insights.</a:t>
            </a:r>
          </a:p>
          <a:p>
            <a:r>
              <a:rPr lang="en-US" dirty="0"/>
              <a:t>LoRa technology enables sensors to communicate wirelessly over </a:t>
            </a:r>
            <a:r>
              <a:rPr lang="en-US" b="1" dirty="0"/>
              <a:t>long distances</a:t>
            </a:r>
            <a:r>
              <a:rPr lang="en-US" dirty="0"/>
              <a:t> while consuming </a:t>
            </a:r>
            <a:r>
              <a:rPr lang="en-US" b="1" dirty="0"/>
              <a:t>very little power</a:t>
            </a:r>
            <a:r>
              <a:rPr lang="en-US" dirty="0"/>
              <a:t>. This makes LoRa the preferred choice for IoT applications where battery life and coverage area are critical.</a:t>
            </a:r>
          </a:p>
        </p:txBody>
      </p:sp>
    </p:spTree>
    <p:extLst>
      <p:ext uri="{BB962C8B-B14F-4D97-AF65-F5344CB8AC3E}">
        <p14:creationId xmlns:p14="http://schemas.microsoft.com/office/powerpoint/2010/main" val="33342812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110D1-519F-037B-7BFD-52333918900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5C290F-9979-2DA9-AA39-FC45A5FFE92C}"/>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err="1"/>
              <a:t>LoRaWAN</a:t>
            </a:r>
            <a:endParaRPr lang="en-IN"/>
          </a:p>
        </p:txBody>
      </p:sp>
      <p:sp>
        <p:nvSpPr>
          <p:cNvPr id="11" name="Content Placeholder 3">
            <a:extLst>
              <a:ext uri="{FF2B5EF4-FFF2-40B4-BE49-F238E27FC236}">
                <a16:creationId xmlns:a16="http://schemas.microsoft.com/office/drawing/2014/main" id="{016C29A0-9C56-7F4C-EAF7-8BCFCA781D6C}"/>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84A7D8BA-26A0-E28F-EE3D-A3076C77EBBD}"/>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70</a:t>
            </a:fld>
            <a:endParaRPr lang="en-US"/>
          </a:p>
        </p:txBody>
      </p:sp>
      <p:sp>
        <p:nvSpPr>
          <p:cNvPr id="4" name="Content Placeholder 3">
            <a:extLst>
              <a:ext uri="{FF2B5EF4-FFF2-40B4-BE49-F238E27FC236}">
                <a16:creationId xmlns:a16="http://schemas.microsoft.com/office/drawing/2014/main" id="{483C30F9-B816-8BB7-BDC8-0E5CCB503E68}"/>
              </a:ext>
            </a:extLst>
          </p:cNvPr>
          <p:cNvSpPr>
            <a:spLocks noGrp="1"/>
          </p:cNvSpPr>
          <p:nvPr>
            <p:ph idx="1"/>
          </p:nvPr>
        </p:nvSpPr>
        <p:spPr/>
        <p:txBody>
          <a:bodyPr>
            <a:normAutofit fontScale="85000" lnSpcReduction="10000"/>
          </a:bodyPr>
          <a:lstStyle/>
          <a:p>
            <a:pPr>
              <a:buNone/>
            </a:pPr>
            <a:r>
              <a:rPr lang="en-US" b="1" dirty="0"/>
              <a:t>3. </a:t>
            </a:r>
            <a:r>
              <a:rPr lang="en-US" b="1" dirty="0" err="1"/>
              <a:t>LoRaWAN</a:t>
            </a:r>
            <a:r>
              <a:rPr lang="en-US" b="1" dirty="0"/>
              <a:t> as a Global Standard</a:t>
            </a:r>
          </a:p>
          <a:p>
            <a:pPr>
              <a:buNone/>
            </a:pPr>
            <a:r>
              <a:rPr lang="en-US" dirty="0" err="1"/>
              <a:t>LoRaWAN</a:t>
            </a:r>
            <a:r>
              <a:rPr lang="en-US" dirty="0"/>
              <a:t> is an </a:t>
            </a:r>
            <a:r>
              <a:rPr lang="en-US" b="1" dirty="0"/>
              <a:t>open standard</a:t>
            </a:r>
            <a:r>
              <a:rPr lang="en-US" dirty="0"/>
              <a:t> recognized by the </a:t>
            </a:r>
            <a:r>
              <a:rPr lang="en-US" b="1" dirty="0"/>
              <a:t>International Telecommunication Union (ITU)</a:t>
            </a:r>
            <a:r>
              <a:rPr lang="en-US" dirty="0"/>
              <a:t> and operates on an </a:t>
            </a:r>
            <a:r>
              <a:rPr lang="en-US" b="1" dirty="0"/>
              <a:t>unlicensed radio spectrum</a:t>
            </a:r>
            <a:r>
              <a:rPr lang="en-US" dirty="0"/>
              <a:t>. This means businesses and individuals can </a:t>
            </a:r>
            <a:r>
              <a:rPr lang="en-US" b="1" dirty="0"/>
              <a:t>deploy their own LoRa networks</a:t>
            </a:r>
            <a:r>
              <a:rPr lang="en-US" dirty="0"/>
              <a:t> without requiring a government license or relying on commercial network providers.</a:t>
            </a:r>
          </a:p>
          <a:p>
            <a:pPr>
              <a:buNone/>
            </a:pPr>
            <a:r>
              <a:rPr lang="en-US" dirty="0"/>
              <a:t>Key benefits include:</a:t>
            </a:r>
          </a:p>
          <a:p>
            <a:pPr>
              <a:buFont typeface="Arial" panose="020B0604020202020204" pitchFamily="34" charset="0"/>
              <a:buChar char="•"/>
            </a:pPr>
            <a:r>
              <a:rPr lang="en-US" b="1" dirty="0"/>
              <a:t>Global Adoption</a:t>
            </a:r>
            <a:r>
              <a:rPr lang="en-US" dirty="0"/>
              <a:t>: Over </a:t>
            </a:r>
            <a:r>
              <a:rPr lang="en-US" b="1" dirty="0"/>
              <a:t>160 network operators</a:t>
            </a:r>
            <a:r>
              <a:rPr lang="en-US" dirty="0"/>
              <a:t> and </a:t>
            </a:r>
            <a:r>
              <a:rPr lang="en-US" b="1" dirty="0"/>
              <a:t>3 million+ LoRa gateways</a:t>
            </a:r>
            <a:r>
              <a:rPr lang="en-US" dirty="0"/>
              <a:t> are deployed worldwide.</a:t>
            </a:r>
          </a:p>
          <a:p>
            <a:pPr>
              <a:buFont typeface="Arial" panose="020B0604020202020204" pitchFamily="34" charset="0"/>
              <a:buChar char="•"/>
            </a:pPr>
            <a:r>
              <a:rPr lang="en-US" b="1" dirty="0"/>
              <a:t>Scalability</a:t>
            </a:r>
            <a:r>
              <a:rPr lang="en-US" dirty="0"/>
              <a:t>: </a:t>
            </a:r>
            <a:r>
              <a:rPr lang="en-US" dirty="0" err="1"/>
              <a:t>LoRaWAN</a:t>
            </a:r>
            <a:r>
              <a:rPr lang="en-US" dirty="0"/>
              <a:t> can support </a:t>
            </a:r>
            <a:r>
              <a:rPr lang="en-US" b="1" dirty="0"/>
              <a:t>up to 5 billion connected devices</a:t>
            </a:r>
            <a:r>
              <a:rPr lang="en-US" dirty="0"/>
              <a:t>, making it ideal for large-scale IoT deployments.</a:t>
            </a:r>
          </a:p>
          <a:p>
            <a:r>
              <a:rPr lang="en-US" dirty="0"/>
              <a:t>Unlike </a:t>
            </a:r>
            <a:r>
              <a:rPr lang="en-US" b="1" dirty="0"/>
              <a:t>Wi-Fi</a:t>
            </a:r>
            <a:r>
              <a:rPr lang="en-US" dirty="0"/>
              <a:t>, which has a limited range, and </a:t>
            </a:r>
            <a:r>
              <a:rPr lang="en-US" b="1" dirty="0"/>
              <a:t>cellular networks</a:t>
            </a:r>
            <a:r>
              <a:rPr lang="en-US" dirty="0"/>
              <a:t>, which require high power consumption and costly provider services, </a:t>
            </a:r>
            <a:r>
              <a:rPr lang="en-US" dirty="0" err="1"/>
              <a:t>LoRaWAN</a:t>
            </a:r>
            <a:r>
              <a:rPr lang="en-US" dirty="0"/>
              <a:t> enables </a:t>
            </a:r>
            <a:r>
              <a:rPr lang="en-US" b="1" dirty="0"/>
              <a:t>wide coverage with low power consumption</a:t>
            </a:r>
            <a:r>
              <a:rPr lang="en-US" dirty="0"/>
              <a:t>, making it ideal for IoT networks.</a:t>
            </a:r>
          </a:p>
        </p:txBody>
      </p:sp>
    </p:spTree>
    <p:extLst>
      <p:ext uri="{BB962C8B-B14F-4D97-AF65-F5344CB8AC3E}">
        <p14:creationId xmlns:p14="http://schemas.microsoft.com/office/powerpoint/2010/main" val="20849159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2C177-AA36-EB69-F8C1-EF8F83FAFA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41924B-13DF-5BA2-EA9B-50542AC08C5D}"/>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err="1"/>
              <a:t>LoRaWAN</a:t>
            </a:r>
            <a:endParaRPr lang="en-IN"/>
          </a:p>
        </p:txBody>
      </p:sp>
      <p:sp>
        <p:nvSpPr>
          <p:cNvPr id="11" name="Content Placeholder 3">
            <a:extLst>
              <a:ext uri="{FF2B5EF4-FFF2-40B4-BE49-F238E27FC236}">
                <a16:creationId xmlns:a16="http://schemas.microsoft.com/office/drawing/2014/main" id="{6E96C43D-F95B-BA4A-D5A1-8B0BCF0C93C9}"/>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CD288323-D30C-D512-F242-95142E31554B}"/>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71</a:t>
            </a:fld>
            <a:endParaRPr lang="en-US"/>
          </a:p>
        </p:txBody>
      </p:sp>
      <p:sp>
        <p:nvSpPr>
          <p:cNvPr id="4" name="Content Placeholder 3">
            <a:extLst>
              <a:ext uri="{FF2B5EF4-FFF2-40B4-BE49-F238E27FC236}">
                <a16:creationId xmlns:a16="http://schemas.microsoft.com/office/drawing/2014/main" id="{3C763C21-3D6C-5C43-DA6E-D3E5DF4EB4D8}"/>
              </a:ext>
            </a:extLst>
          </p:cNvPr>
          <p:cNvSpPr>
            <a:spLocks noGrp="1"/>
          </p:cNvSpPr>
          <p:nvPr>
            <p:ph idx="1"/>
          </p:nvPr>
        </p:nvSpPr>
        <p:spPr/>
        <p:txBody>
          <a:bodyPr>
            <a:normAutofit fontScale="70000" lnSpcReduction="20000"/>
          </a:bodyPr>
          <a:lstStyle/>
          <a:p>
            <a:pPr>
              <a:buNone/>
            </a:pPr>
            <a:r>
              <a:rPr lang="en-US" b="1" dirty="0"/>
              <a:t>4. LoRa for Asset Tracking</a:t>
            </a:r>
          </a:p>
          <a:p>
            <a:pPr>
              <a:buNone/>
            </a:pPr>
            <a:r>
              <a:rPr lang="en-US" dirty="0"/>
              <a:t>One of the most practical applications of </a:t>
            </a:r>
            <a:r>
              <a:rPr lang="en-US" dirty="0" err="1"/>
              <a:t>LoRaWAN</a:t>
            </a:r>
            <a:r>
              <a:rPr lang="en-US" dirty="0"/>
              <a:t> is </a:t>
            </a:r>
            <a:r>
              <a:rPr lang="en-US" b="1" dirty="0"/>
              <a:t>asset tracking</a:t>
            </a:r>
            <a:r>
              <a:rPr lang="en-US" dirty="0"/>
              <a:t>. Many businesses need to monitor the </a:t>
            </a:r>
            <a:r>
              <a:rPr lang="en-US" b="1" dirty="0"/>
              <a:t>location and condition</a:t>
            </a:r>
            <a:r>
              <a:rPr lang="en-US" dirty="0"/>
              <a:t> of their assets in </a:t>
            </a:r>
            <a:r>
              <a:rPr lang="en-US" b="1" dirty="0"/>
              <a:t>supply chains, warehouses, and industrial operations</a:t>
            </a:r>
            <a:r>
              <a:rPr lang="en-US" dirty="0"/>
              <a:t>.</a:t>
            </a:r>
          </a:p>
          <a:p>
            <a:pPr>
              <a:buNone/>
            </a:pPr>
            <a:r>
              <a:rPr lang="en-US" dirty="0"/>
              <a:t>Challenges with existing technologies:</a:t>
            </a:r>
          </a:p>
          <a:p>
            <a:pPr>
              <a:buFont typeface="Arial" panose="020B0604020202020204" pitchFamily="34" charset="0"/>
              <a:buChar char="•"/>
            </a:pPr>
            <a:r>
              <a:rPr lang="en-US" b="1" dirty="0"/>
              <a:t>Wi-Fi</a:t>
            </a:r>
            <a:r>
              <a:rPr lang="en-US" dirty="0"/>
              <a:t>: Short range, not suitable for large-scale tracking.</a:t>
            </a:r>
          </a:p>
          <a:p>
            <a:pPr>
              <a:buFont typeface="Arial" panose="020B0604020202020204" pitchFamily="34" charset="0"/>
              <a:buChar char="•"/>
            </a:pPr>
            <a:r>
              <a:rPr lang="en-US" b="1" dirty="0"/>
              <a:t>Cellular networks</a:t>
            </a:r>
            <a:r>
              <a:rPr lang="en-US" dirty="0"/>
              <a:t>: Higher power consumption and dependency on mobile network providers.</a:t>
            </a:r>
          </a:p>
          <a:p>
            <a:pPr>
              <a:buNone/>
            </a:pPr>
            <a:r>
              <a:rPr lang="en-US" b="1" dirty="0"/>
              <a:t>LoRa solves these issues</a:t>
            </a:r>
            <a:r>
              <a:rPr lang="en-US" dirty="0"/>
              <a:t> by providing:</a:t>
            </a:r>
          </a:p>
          <a:p>
            <a:pPr>
              <a:buFont typeface="Arial" panose="020B0604020202020204" pitchFamily="34" charset="0"/>
              <a:buChar char="•"/>
            </a:pPr>
            <a:r>
              <a:rPr lang="en-US" b="1" dirty="0"/>
              <a:t>Long-range communication</a:t>
            </a:r>
            <a:r>
              <a:rPr lang="en-US" dirty="0"/>
              <a:t> (even in remote areas).</a:t>
            </a:r>
          </a:p>
          <a:p>
            <a:pPr>
              <a:buFont typeface="Arial" panose="020B0604020202020204" pitchFamily="34" charset="0"/>
              <a:buChar char="•"/>
            </a:pPr>
            <a:r>
              <a:rPr lang="en-US" b="1" dirty="0"/>
              <a:t>Low power consumption</a:t>
            </a:r>
            <a:r>
              <a:rPr lang="en-US" dirty="0"/>
              <a:t>, allowing sensors to last for years on a single battery.</a:t>
            </a:r>
          </a:p>
          <a:p>
            <a:pPr>
              <a:buFont typeface="Arial" panose="020B0604020202020204" pitchFamily="34" charset="0"/>
              <a:buChar char="•"/>
            </a:pPr>
            <a:r>
              <a:rPr lang="en-US" b="1" dirty="0"/>
              <a:t>GPS-free geolocation</a:t>
            </a:r>
            <a:r>
              <a:rPr lang="en-US" dirty="0"/>
              <a:t>, enabling tracking without using energy-intensive GPS technology.</a:t>
            </a:r>
          </a:p>
          <a:p>
            <a:r>
              <a:rPr lang="en-US" dirty="0"/>
              <a:t>Example: A small business owner can </a:t>
            </a:r>
            <a:r>
              <a:rPr lang="en-US" b="1" dirty="0"/>
              <a:t>attach LoRa-based sensors</a:t>
            </a:r>
            <a:r>
              <a:rPr lang="en-US" dirty="0"/>
              <a:t> to their products to track them </a:t>
            </a:r>
            <a:r>
              <a:rPr lang="en-US" b="1" dirty="0"/>
              <a:t>without needing expensive cellular connectivity</a:t>
            </a:r>
            <a:r>
              <a:rPr lang="en-US" dirty="0"/>
              <a:t>.</a:t>
            </a:r>
          </a:p>
        </p:txBody>
      </p:sp>
    </p:spTree>
    <p:extLst>
      <p:ext uri="{BB962C8B-B14F-4D97-AF65-F5344CB8AC3E}">
        <p14:creationId xmlns:p14="http://schemas.microsoft.com/office/powerpoint/2010/main" val="28760299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9CC09-DAF4-5BE4-3F75-0BA8F2B418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82FD4C-9C5C-1E0B-A929-6BEE53B07C94}"/>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err="1"/>
              <a:t>LoRaWAN</a:t>
            </a:r>
            <a:endParaRPr lang="en-IN"/>
          </a:p>
        </p:txBody>
      </p:sp>
      <p:sp>
        <p:nvSpPr>
          <p:cNvPr id="11" name="Content Placeholder 3">
            <a:extLst>
              <a:ext uri="{FF2B5EF4-FFF2-40B4-BE49-F238E27FC236}">
                <a16:creationId xmlns:a16="http://schemas.microsoft.com/office/drawing/2014/main" id="{205615EB-9839-95FE-4E3F-07113BC4B632}"/>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5BD966B7-F056-943D-6F86-97DCD3465E88}"/>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72</a:t>
            </a:fld>
            <a:endParaRPr lang="en-US"/>
          </a:p>
        </p:txBody>
      </p:sp>
      <p:sp>
        <p:nvSpPr>
          <p:cNvPr id="4" name="Content Placeholder 3">
            <a:extLst>
              <a:ext uri="{FF2B5EF4-FFF2-40B4-BE49-F238E27FC236}">
                <a16:creationId xmlns:a16="http://schemas.microsoft.com/office/drawing/2014/main" id="{6A1439F1-B78D-D4A4-CD56-7490C74601A2}"/>
              </a:ext>
            </a:extLst>
          </p:cNvPr>
          <p:cNvSpPr>
            <a:spLocks noGrp="1"/>
          </p:cNvSpPr>
          <p:nvPr>
            <p:ph idx="1"/>
          </p:nvPr>
        </p:nvSpPr>
        <p:spPr/>
        <p:txBody>
          <a:bodyPr>
            <a:normAutofit fontScale="55000" lnSpcReduction="20000"/>
          </a:bodyPr>
          <a:lstStyle/>
          <a:p>
            <a:pPr>
              <a:buNone/>
            </a:pPr>
            <a:r>
              <a:rPr lang="en-US" b="1" dirty="0"/>
              <a:t>5. LoRa’s Applications in Different Industries</a:t>
            </a:r>
          </a:p>
          <a:p>
            <a:pPr>
              <a:buNone/>
            </a:pPr>
            <a:r>
              <a:rPr lang="en-US" dirty="0"/>
              <a:t>LoRa technology is already being used in various industries to improve efficiency and sustainability.</a:t>
            </a:r>
          </a:p>
          <a:p>
            <a:pPr>
              <a:buNone/>
            </a:pPr>
            <a:r>
              <a:rPr lang="en-US" dirty="0"/>
              <a:t>✔ </a:t>
            </a:r>
            <a:r>
              <a:rPr lang="en-US" b="1" dirty="0"/>
              <a:t>Environmental Monitoring</a:t>
            </a:r>
            <a:endParaRPr lang="en-US" dirty="0"/>
          </a:p>
          <a:p>
            <a:pPr>
              <a:buFont typeface="Arial" panose="020B0604020202020204" pitchFamily="34" charset="0"/>
              <a:buChar char="•"/>
            </a:pPr>
            <a:r>
              <a:rPr lang="en-US" dirty="0"/>
              <a:t>Helps monitor </a:t>
            </a:r>
            <a:r>
              <a:rPr lang="en-US" b="1" dirty="0"/>
              <a:t>water systems</a:t>
            </a:r>
            <a:r>
              <a:rPr lang="en-US" dirty="0"/>
              <a:t> to detect </a:t>
            </a:r>
            <a:r>
              <a:rPr lang="en-US" b="1" dirty="0"/>
              <a:t>shortages, floods, and compliance with regulations</a:t>
            </a:r>
            <a:r>
              <a:rPr lang="en-US" dirty="0"/>
              <a:t>.</a:t>
            </a:r>
          </a:p>
          <a:p>
            <a:pPr>
              <a:buFont typeface="Arial" panose="020B0604020202020204" pitchFamily="34" charset="0"/>
              <a:buChar char="•"/>
            </a:pPr>
            <a:r>
              <a:rPr lang="en-US" dirty="0"/>
              <a:t>Supports </a:t>
            </a:r>
            <a:r>
              <a:rPr lang="en-US" b="1" dirty="0"/>
              <a:t>smart agriculture</a:t>
            </a:r>
            <a:r>
              <a:rPr lang="en-US" dirty="0"/>
              <a:t>, where sensors track </a:t>
            </a:r>
            <a:r>
              <a:rPr lang="en-US" b="1" dirty="0"/>
              <a:t>soil moisture, weather conditions, and irrigation efficiency</a:t>
            </a:r>
            <a:r>
              <a:rPr lang="en-US" dirty="0"/>
              <a:t>.</a:t>
            </a:r>
          </a:p>
          <a:p>
            <a:pPr>
              <a:buNone/>
            </a:pPr>
            <a:r>
              <a:rPr lang="en-US" dirty="0"/>
              <a:t>✔ </a:t>
            </a:r>
            <a:r>
              <a:rPr lang="en-US" b="1" dirty="0"/>
              <a:t>Healthcare</a:t>
            </a:r>
            <a:endParaRPr lang="en-US" dirty="0"/>
          </a:p>
          <a:p>
            <a:pPr>
              <a:buFont typeface="Arial" panose="020B0604020202020204" pitchFamily="34" charset="0"/>
              <a:buChar char="•"/>
            </a:pPr>
            <a:r>
              <a:rPr lang="en-US" dirty="0"/>
              <a:t>Provides </a:t>
            </a:r>
            <a:r>
              <a:rPr lang="en-US" b="1" dirty="0"/>
              <a:t>real-time alerts</a:t>
            </a:r>
            <a:r>
              <a:rPr lang="en-US" dirty="0"/>
              <a:t> for </a:t>
            </a:r>
            <a:r>
              <a:rPr lang="en-US" b="1" dirty="0"/>
              <a:t>Alzheimer’s patients</a:t>
            </a:r>
            <a:r>
              <a:rPr lang="en-US" dirty="0"/>
              <a:t> who wander outside designated safe zones, ensuring their safety.</a:t>
            </a:r>
          </a:p>
          <a:p>
            <a:pPr>
              <a:buFont typeface="Arial" panose="020B0604020202020204" pitchFamily="34" charset="0"/>
              <a:buChar char="•"/>
            </a:pPr>
            <a:r>
              <a:rPr lang="en-US" dirty="0"/>
              <a:t>Enables </a:t>
            </a:r>
            <a:r>
              <a:rPr lang="en-US" b="1" dirty="0"/>
              <a:t>remote health monitoring</a:t>
            </a:r>
            <a:r>
              <a:rPr lang="en-US" dirty="0"/>
              <a:t> for </a:t>
            </a:r>
            <a:r>
              <a:rPr lang="en-US" b="1" dirty="0"/>
              <a:t>elderly and at-risk patients</a:t>
            </a:r>
            <a:r>
              <a:rPr lang="en-US" dirty="0"/>
              <a:t>.</a:t>
            </a:r>
          </a:p>
          <a:p>
            <a:pPr>
              <a:buNone/>
            </a:pPr>
            <a:r>
              <a:rPr lang="en-US" dirty="0"/>
              <a:t>✔ </a:t>
            </a:r>
            <a:r>
              <a:rPr lang="en-US" b="1" dirty="0"/>
              <a:t>Smart Cities &amp; Infrastructure</a:t>
            </a:r>
            <a:endParaRPr lang="en-US" dirty="0"/>
          </a:p>
          <a:p>
            <a:pPr>
              <a:buFont typeface="Arial" panose="020B0604020202020204" pitchFamily="34" charset="0"/>
              <a:buChar char="•"/>
            </a:pPr>
            <a:r>
              <a:rPr lang="en-US" dirty="0"/>
              <a:t>Used in </a:t>
            </a:r>
            <a:r>
              <a:rPr lang="en-US" b="1" dirty="0"/>
              <a:t>waste management systems</a:t>
            </a:r>
            <a:r>
              <a:rPr lang="en-US" dirty="0"/>
              <a:t> to optimize garbage collection routes.</a:t>
            </a:r>
          </a:p>
          <a:p>
            <a:pPr>
              <a:buFont typeface="Arial" panose="020B0604020202020204" pitchFamily="34" charset="0"/>
              <a:buChar char="•"/>
            </a:pPr>
            <a:r>
              <a:rPr lang="en-US" dirty="0"/>
              <a:t>Helps </a:t>
            </a:r>
            <a:r>
              <a:rPr lang="en-US" b="1" dirty="0"/>
              <a:t>reduce food waste</a:t>
            </a:r>
            <a:r>
              <a:rPr lang="en-US" dirty="0"/>
              <a:t> in restaurants by </a:t>
            </a:r>
            <a:r>
              <a:rPr lang="en-US" b="1" dirty="0"/>
              <a:t>monitoring storage conditions</a:t>
            </a:r>
            <a:r>
              <a:rPr lang="en-US" dirty="0"/>
              <a:t> and minimizing spoilage.</a:t>
            </a:r>
          </a:p>
          <a:p>
            <a:pPr>
              <a:buNone/>
            </a:pPr>
            <a:r>
              <a:rPr lang="en-US" dirty="0"/>
              <a:t>✔ </a:t>
            </a:r>
            <a:r>
              <a:rPr lang="en-US" b="1" dirty="0"/>
              <a:t>Industrial IoT &amp; Smart Manufacturing</a:t>
            </a:r>
            <a:endParaRPr lang="en-US" dirty="0"/>
          </a:p>
          <a:p>
            <a:pPr>
              <a:buFont typeface="Arial" panose="020B0604020202020204" pitchFamily="34" charset="0"/>
              <a:buChar char="•"/>
            </a:pPr>
            <a:r>
              <a:rPr lang="en-US" dirty="0"/>
              <a:t>Used for </a:t>
            </a:r>
            <a:r>
              <a:rPr lang="en-US" b="1" dirty="0"/>
              <a:t>predictive maintenance</a:t>
            </a:r>
            <a:r>
              <a:rPr lang="en-US" dirty="0"/>
              <a:t>, where machines </a:t>
            </a:r>
            <a:r>
              <a:rPr lang="en-US" b="1" dirty="0"/>
              <a:t>detect faults before they fail</a:t>
            </a:r>
            <a:r>
              <a:rPr lang="en-US" dirty="0"/>
              <a:t>, reducing downtime.</a:t>
            </a:r>
          </a:p>
          <a:p>
            <a:pPr>
              <a:buFont typeface="Arial" panose="020B0604020202020204" pitchFamily="34" charset="0"/>
              <a:buChar char="•"/>
            </a:pPr>
            <a:r>
              <a:rPr lang="en-US" dirty="0"/>
              <a:t>Enables </a:t>
            </a:r>
            <a:r>
              <a:rPr lang="en-US" b="1" dirty="0"/>
              <a:t>warehouse automation</a:t>
            </a:r>
            <a:r>
              <a:rPr lang="en-US" dirty="0"/>
              <a:t>, where sensors track inventory levels and optimize supply chains.</a:t>
            </a:r>
          </a:p>
        </p:txBody>
      </p:sp>
    </p:spTree>
    <p:extLst>
      <p:ext uri="{BB962C8B-B14F-4D97-AF65-F5344CB8AC3E}">
        <p14:creationId xmlns:p14="http://schemas.microsoft.com/office/powerpoint/2010/main" val="23573162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D70298-EF39-1178-22C0-2CF52ABC6EAD}"/>
              </a:ext>
            </a:extLst>
          </p:cNvPr>
          <p:cNvSpPr>
            <a:spLocks noGrp="1"/>
          </p:cNvSpPr>
          <p:nvPr>
            <p:ph sz="half" idx="1"/>
          </p:nvPr>
        </p:nvSpPr>
        <p:spPr>
          <a:xfrm>
            <a:off x="457200" y="1600200"/>
            <a:ext cx="4038600" cy="4525963"/>
          </a:xfrm>
        </p:spPr>
        <p:txBody>
          <a:bodyPr>
            <a:normAutofit/>
          </a:bodyPr>
          <a:lstStyle/>
          <a:p>
            <a:pPr eaLnBrk="1" hangingPunct="1"/>
            <a:r>
              <a:rPr lang="en-US" sz="2400">
                <a:solidFill>
                  <a:srgbClr val="101141"/>
                </a:solidFill>
              </a:rPr>
              <a:t>Health Monitors</a:t>
            </a:r>
          </a:p>
          <a:p>
            <a:pPr lvl="1" eaLnBrk="1" hangingPunct="1"/>
            <a:r>
              <a:rPr lang="en-US" sz="2400">
                <a:solidFill>
                  <a:srgbClr val="101141"/>
                </a:solidFill>
              </a:rPr>
              <a:t>Glucose</a:t>
            </a:r>
          </a:p>
          <a:p>
            <a:pPr lvl="1" eaLnBrk="1" hangingPunct="1"/>
            <a:r>
              <a:rPr lang="en-US" sz="2400">
                <a:solidFill>
                  <a:srgbClr val="101141"/>
                </a:solidFill>
              </a:rPr>
              <a:t>Heart rate</a:t>
            </a:r>
          </a:p>
          <a:p>
            <a:pPr lvl="1" eaLnBrk="1" hangingPunct="1"/>
            <a:r>
              <a:rPr lang="en-US" sz="2400">
                <a:solidFill>
                  <a:srgbClr val="101141"/>
                </a:solidFill>
              </a:rPr>
              <a:t>Cancer detection</a:t>
            </a:r>
          </a:p>
          <a:p>
            <a:pPr eaLnBrk="1" hangingPunct="1"/>
            <a:r>
              <a:rPr lang="en-US" sz="2400">
                <a:solidFill>
                  <a:srgbClr val="101141"/>
                </a:solidFill>
              </a:rPr>
              <a:t>Chronic Diseases</a:t>
            </a:r>
          </a:p>
          <a:p>
            <a:pPr lvl="1" eaLnBrk="1" hangingPunct="1"/>
            <a:r>
              <a:rPr lang="en-US" sz="2400">
                <a:solidFill>
                  <a:srgbClr val="101141"/>
                </a:solidFill>
              </a:rPr>
              <a:t>Artificial retina</a:t>
            </a:r>
          </a:p>
          <a:p>
            <a:pPr lvl="1" eaLnBrk="1" hangingPunct="1"/>
            <a:r>
              <a:rPr lang="en-US" sz="2400">
                <a:solidFill>
                  <a:srgbClr val="101141"/>
                </a:solidFill>
              </a:rPr>
              <a:t>Cochlear implants</a:t>
            </a:r>
          </a:p>
          <a:p>
            <a:pPr eaLnBrk="1" hangingPunct="1"/>
            <a:r>
              <a:rPr lang="en-US" sz="2400">
                <a:solidFill>
                  <a:srgbClr val="101141"/>
                </a:solidFill>
              </a:rPr>
              <a:t>Hospital Sensors</a:t>
            </a:r>
          </a:p>
          <a:p>
            <a:pPr lvl="1" eaLnBrk="1" hangingPunct="1"/>
            <a:r>
              <a:rPr lang="en-US" sz="2400">
                <a:solidFill>
                  <a:srgbClr val="101141"/>
                </a:solidFill>
              </a:rPr>
              <a:t>Monitor vital signs</a:t>
            </a:r>
          </a:p>
          <a:p>
            <a:pPr lvl="1" eaLnBrk="1" hangingPunct="1"/>
            <a:r>
              <a:rPr lang="en-US" sz="2400">
                <a:solidFill>
                  <a:srgbClr val="101141"/>
                </a:solidFill>
              </a:rPr>
              <a:t>Record anomalies</a:t>
            </a:r>
          </a:p>
        </p:txBody>
      </p:sp>
      <p:pic>
        <p:nvPicPr>
          <p:cNvPr id="8" name="Picture 2" descr="Diagram&#10;&#10;Description automatically generated">
            <a:extLst>
              <a:ext uri="{FF2B5EF4-FFF2-40B4-BE49-F238E27FC236}">
                <a16:creationId xmlns:a16="http://schemas.microsoft.com/office/drawing/2014/main" id="{79480360-2170-1B71-FB32-8C49797687D1}"/>
              </a:ext>
            </a:extLst>
          </p:cNvPr>
          <p:cNvPicPr>
            <a:picLocks noChangeAspect="1" noChangeArrowheads="1"/>
          </p:cNvPicPr>
          <p:nvPr/>
        </p:nvPicPr>
        <p:blipFill>
          <a:blip r:embed="rId2" cstate="email"/>
          <a:stretch>
            <a:fillRect/>
          </a:stretch>
        </p:blipFill>
        <p:spPr bwMode="auto">
          <a:xfrm>
            <a:off x="4953000" y="1828622"/>
            <a:ext cx="4038600" cy="4069118"/>
          </a:xfrm>
          <a:prstGeom prst="rect">
            <a:avLst/>
          </a:prstGeom>
          <a:noFill/>
          <a:effectLst>
            <a:outerShdw dist="107763" dir="2700000" algn="ctr" rotWithShape="0">
              <a:srgbClr val="808080"/>
            </a:outerShdw>
          </a:effectLst>
        </p:spPr>
      </p:pic>
      <p:sp>
        <p:nvSpPr>
          <p:cNvPr id="7" name="Content Placeholder 6">
            <a:extLst>
              <a:ext uri="{FF2B5EF4-FFF2-40B4-BE49-F238E27FC236}">
                <a16:creationId xmlns:a16="http://schemas.microsoft.com/office/drawing/2014/main" id="{3B22261B-3CB9-4ECF-0F7D-E026783AEF9B}"/>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Biomedical</a:t>
            </a:r>
            <a:endParaRPr lang="en-IN"/>
          </a:p>
        </p:txBody>
      </p:sp>
      <p:sp>
        <p:nvSpPr>
          <p:cNvPr id="5" name="Slide Number Placeholder 4">
            <a:extLst>
              <a:ext uri="{FF2B5EF4-FFF2-40B4-BE49-F238E27FC236}">
                <a16:creationId xmlns:a16="http://schemas.microsoft.com/office/drawing/2014/main" id="{0EEF2A15-73B5-B47B-D97E-63C11E2DD319}"/>
              </a:ext>
            </a:extLst>
          </p:cNvPr>
          <p:cNvSpPr>
            <a:spLocks noGrp="1"/>
          </p:cNvSpPr>
          <p:nvPr>
            <p:ph type="sldNum" sz="quarter" idx="13"/>
          </p:nvPr>
        </p:nvSpPr>
        <p:spPr>
          <a:xfrm>
            <a:off x="6972300" y="6142574"/>
            <a:ext cx="2133600" cy="403541"/>
          </a:xfrm>
        </p:spPr>
        <p:txBody>
          <a:bodyPr anchor="ctr">
            <a:normAutofit/>
          </a:bodyPr>
          <a:lstStyle/>
          <a:p>
            <a:pPr>
              <a:spcAft>
                <a:spcPts val="600"/>
              </a:spcAft>
            </a:pPr>
            <a:fld id="{BC8D7E44-7D4F-4942-A8C9-2DF6BF8399E8}" type="slidenum">
              <a:rPr lang="en-US" smtClean="0"/>
              <a:pPr>
                <a:spcAft>
                  <a:spcPts val="600"/>
                </a:spcAft>
              </a:pPr>
              <a:t>73</a:t>
            </a:fld>
            <a:endParaRPr lang="en-US"/>
          </a:p>
        </p:txBody>
      </p:sp>
    </p:spTree>
    <p:extLst>
      <p:ext uri="{BB962C8B-B14F-4D97-AF65-F5344CB8AC3E}">
        <p14:creationId xmlns:p14="http://schemas.microsoft.com/office/powerpoint/2010/main" val="27573740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978F-DEA6-D063-CFD8-44D01CD9FF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A74276-021D-5546-836F-A65C91F90440}"/>
              </a:ext>
            </a:extLst>
          </p:cNvPr>
          <p:cNvSpPr>
            <a:spLocks noGrp="1"/>
          </p:cNvSpPr>
          <p:nvPr>
            <p:ph sz="half" idx="1"/>
          </p:nvPr>
        </p:nvSpPr>
        <p:spPr>
          <a:xfrm>
            <a:off x="457200" y="1600201"/>
            <a:ext cx="8648700" cy="4191000"/>
          </a:xfrm>
        </p:spPr>
        <p:txBody>
          <a:bodyPr>
            <a:normAutofit fontScale="77500" lnSpcReduction="20000"/>
          </a:bodyPr>
          <a:lstStyle/>
          <a:p>
            <a:pPr>
              <a:buNone/>
            </a:pPr>
            <a:r>
              <a:rPr lang="en-US" b="1" dirty="0"/>
              <a:t>Biomedical Monitoring</a:t>
            </a:r>
          </a:p>
          <a:p>
            <a:pPr>
              <a:buNone/>
            </a:pPr>
            <a:r>
              <a:rPr lang="en-US" dirty="0"/>
              <a:t>Biomedical monitoring involves the use of technology to track and improve human health. It plays a crucial role in diagnosing diseases, managing chronic conditions, and enhancing hospital care. The key areas covered in the slide are:</a:t>
            </a:r>
          </a:p>
          <a:p>
            <a:pPr>
              <a:buFont typeface="+mj-lt"/>
              <a:buAutoNum type="arabicPeriod"/>
            </a:pPr>
            <a:r>
              <a:rPr lang="en-US" b="1" dirty="0"/>
              <a:t>Health Monitors</a:t>
            </a:r>
            <a:endParaRPr lang="en-US" dirty="0"/>
          </a:p>
          <a:p>
            <a:pPr marL="742950" lvl="1" indent="-285750">
              <a:buFont typeface="+mj-lt"/>
              <a:buAutoNum type="arabicPeriod"/>
            </a:pPr>
            <a:r>
              <a:rPr lang="en-US" b="1" dirty="0"/>
              <a:t>Glucose Monitoring</a:t>
            </a:r>
            <a:r>
              <a:rPr lang="en-US" dirty="0"/>
              <a:t>: Devices that track blood sugar levels for diabetic patients, ensuring proper management and timely interventions.</a:t>
            </a:r>
          </a:p>
          <a:p>
            <a:pPr marL="742950" lvl="1" indent="-285750">
              <a:buFont typeface="+mj-lt"/>
              <a:buAutoNum type="arabicPeriod"/>
            </a:pPr>
            <a:r>
              <a:rPr lang="en-US" b="1" dirty="0"/>
              <a:t>Heart Rate Monitoring</a:t>
            </a:r>
            <a:r>
              <a:rPr lang="en-US" dirty="0"/>
              <a:t>: Wearable devices and medical equipment that continuously measure heart rate to detect irregularities and cardiovascular risks.</a:t>
            </a:r>
          </a:p>
          <a:p>
            <a:pPr marL="742950" lvl="1" indent="-285750">
              <a:buFont typeface="+mj-lt"/>
              <a:buAutoNum type="arabicPeriod"/>
            </a:pPr>
            <a:r>
              <a:rPr lang="en-US" b="1" dirty="0"/>
              <a:t>Cancer Detection</a:t>
            </a:r>
            <a:r>
              <a:rPr lang="en-US" dirty="0"/>
              <a:t>: Advanced imaging techniques and biosensors used for early diagnosis and monitoring of cancer progression.</a:t>
            </a:r>
          </a:p>
          <a:p>
            <a:pPr>
              <a:buFont typeface="+mj-lt"/>
              <a:buAutoNum type="arabicPeriod"/>
            </a:pPr>
            <a:r>
              <a:rPr lang="en-US" b="1" dirty="0"/>
              <a:t>Chronic Diseases</a:t>
            </a:r>
            <a:endParaRPr lang="en-US" dirty="0"/>
          </a:p>
          <a:p>
            <a:pPr marL="742950" lvl="1" indent="-285750">
              <a:buFont typeface="+mj-lt"/>
              <a:buAutoNum type="arabicPeriod"/>
            </a:pPr>
            <a:r>
              <a:rPr lang="en-US" b="1" dirty="0"/>
              <a:t>Artificial Retina</a:t>
            </a:r>
            <a:r>
              <a:rPr lang="en-US" dirty="0"/>
              <a:t>: A retinal prosthesis chip that helps restore vision in visually impaired individuals by replacing damaged photoreceptor cells.</a:t>
            </a:r>
          </a:p>
          <a:p>
            <a:pPr marL="742950" lvl="1" indent="-285750">
              <a:buFont typeface="+mj-lt"/>
              <a:buAutoNum type="arabicPeriod"/>
            </a:pPr>
            <a:r>
              <a:rPr lang="en-US" b="1" dirty="0"/>
              <a:t>Cochlear Implants</a:t>
            </a:r>
            <a:r>
              <a:rPr lang="en-US" dirty="0"/>
              <a:t>: Electronic devices that aid hearing by directly stimulating the auditory nerve, benefiting people with severe hearing loss.</a:t>
            </a:r>
          </a:p>
        </p:txBody>
      </p:sp>
      <p:sp>
        <p:nvSpPr>
          <p:cNvPr id="7" name="Content Placeholder 6">
            <a:extLst>
              <a:ext uri="{FF2B5EF4-FFF2-40B4-BE49-F238E27FC236}">
                <a16:creationId xmlns:a16="http://schemas.microsoft.com/office/drawing/2014/main" id="{F795143E-ECD4-A07F-2B26-A594AFBFED11}"/>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Biomedical</a:t>
            </a:r>
            <a:endParaRPr lang="en-IN"/>
          </a:p>
        </p:txBody>
      </p:sp>
      <p:sp>
        <p:nvSpPr>
          <p:cNvPr id="5" name="Slide Number Placeholder 4">
            <a:extLst>
              <a:ext uri="{FF2B5EF4-FFF2-40B4-BE49-F238E27FC236}">
                <a16:creationId xmlns:a16="http://schemas.microsoft.com/office/drawing/2014/main" id="{7647ED77-A145-85BB-230C-D180A16FF686}"/>
              </a:ext>
            </a:extLst>
          </p:cNvPr>
          <p:cNvSpPr>
            <a:spLocks noGrp="1"/>
          </p:cNvSpPr>
          <p:nvPr>
            <p:ph type="sldNum" sz="quarter" idx="13"/>
          </p:nvPr>
        </p:nvSpPr>
        <p:spPr>
          <a:xfrm>
            <a:off x="6972300" y="6142574"/>
            <a:ext cx="2133600" cy="403541"/>
          </a:xfrm>
        </p:spPr>
        <p:txBody>
          <a:bodyPr anchor="ctr">
            <a:normAutofit/>
          </a:bodyPr>
          <a:lstStyle/>
          <a:p>
            <a:pPr>
              <a:spcAft>
                <a:spcPts val="600"/>
              </a:spcAft>
            </a:pPr>
            <a:fld id="{BC8D7E44-7D4F-4942-A8C9-2DF6BF8399E8}" type="slidenum">
              <a:rPr lang="en-US" smtClean="0"/>
              <a:pPr>
                <a:spcAft>
                  <a:spcPts val="600"/>
                </a:spcAft>
              </a:pPr>
              <a:t>74</a:t>
            </a:fld>
            <a:endParaRPr lang="en-US"/>
          </a:p>
        </p:txBody>
      </p:sp>
    </p:spTree>
    <p:extLst>
      <p:ext uri="{BB962C8B-B14F-4D97-AF65-F5344CB8AC3E}">
        <p14:creationId xmlns:p14="http://schemas.microsoft.com/office/powerpoint/2010/main" val="22021688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3A3FD59-52D2-C9F2-BE0A-1946DC3BAA69}"/>
              </a:ext>
            </a:extLst>
          </p:cNvPr>
          <p:cNvSpPr>
            <a:spLocks noGrp="1"/>
          </p:cNvSpPr>
          <p:nvPr>
            <p:ph sz="quarter" idx="10"/>
          </p:nvPr>
        </p:nvSpPr>
        <p:spPr/>
        <p:txBody>
          <a:bodyPr/>
          <a:lstStyle/>
          <a:p>
            <a:r>
              <a:rPr lang="en-IN" dirty="0"/>
              <a:t>Military</a:t>
            </a:r>
          </a:p>
        </p:txBody>
      </p:sp>
      <p:sp>
        <p:nvSpPr>
          <p:cNvPr id="5" name="Slide Number Placeholder 4">
            <a:extLst>
              <a:ext uri="{FF2B5EF4-FFF2-40B4-BE49-F238E27FC236}">
                <a16:creationId xmlns:a16="http://schemas.microsoft.com/office/drawing/2014/main" id="{DA7D17F5-10E7-E0DF-8B8F-0B9FEAABF606}"/>
              </a:ext>
            </a:extLst>
          </p:cNvPr>
          <p:cNvSpPr>
            <a:spLocks noGrp="1"/>
          </p:cNvSpPr>
          <p:nvPr>
            <p:ph type="sldNum" sz="quarter" idx="13"/>
          </p:nvPr>
        </p:nvSpPr>
        <p:spPr/>
        <p:txBody>
          <a:bodyPr/>
          <a:lstStyle/>
          <a:p>
            <a:fld id="{BC8D7E44-7D4F-4942-A8C9-2DF6BF8399E8}" type="slidenum">
              <a:rPr lang="en-US" smtClean="0"/>
              <a:pPr/>
              <a:t>75</a:t>
            </a:fld>
            <a:endParaRPr lang="en-US" dirty="0"/>
          </a:p>
        </p:txBody>
      </p:sp>
      <p:grpSp>
        <p:nvGrpSpPr>
          <p:cNvPr id="6" name="Group 5">
            <a:extLst>
              <a:ext uri="{FF2B5EF4-FFF2-40B4-BE49-F238E27FC236}">
                <a16:creationId xmlns:a16="http://schemas.microsoft.com/office/drawing/2014/main" id="{12DD3633-E32A-126F-7DC3-CB3381CF08F5}"/>
              </a:ext>
            </a:extLst>
          </p:cNvPr>
          <p:cNvGrpSpPr/>
          <p:nvPr/>
        </p:nvGrpSpPr>
        <p:grpSpPr>
          <a:xfrm>
            <a:off x="1143000" y="1600200"/>
            <a:ext cx="6858000" cy="4419600"/>
            <a:chOff x="1905000" y="1828800"/>
            <a:chExt cx="6858000" cy="4419600"/>
          </a:xfrm>
        </p:grpSpPr>
        <p:pic>
          <p:nvPicPr>
            <p:cNvPr id="7" name="Picture 3" descr="Spyplane">
              <a:extLst>
                <a:ext uri="{FF2B5EF4-FFF2-40B4-BE49-F238E27FC236}">
                  <a16:creationId xmlns:a16="http://schemas.microsoft.com/office/drawing/2014/main" id="{BEB16130-4DCC-4B40-9C3D-3DBA5CEAC246}"/>
                </a:ext>
              </a:extLst>
            </p:cNvPr>
            <p:cNvPicPr>
              <a:picLocks noChangeAspect="1" noChangeArrowheads="1"/>
            </p:cNvPicPr>
            <p:nvPr/>
          </p:nvPicPr>
          <p:blipFill>
            <a:blip r:embed="rId2" cstate="email">
              <a:clrChange>
                <a:clrFrom>
                  <a:srgbClr val="FFFFFF"/>
                </a:clrFrom>
                <a:clrTo>
                  <a:srgbClr val="FFFFFF">
                    <a:alpha val="0"/>
                  </a:srgbClr>
                </a:clrTo>
              </a:clrChange>
            </a:blip>
            <a:srcRect/>
            <a:stretch>
              <a:fillRect/>
            </a:stretch>
          </p:blipFill>
          <p:spPr bwMode="auto">
            <a:xfrm>
              <a:off x="2057400" y="2085975"/>
              <a:ext cx="1524000" cy="962025"/>
            </a:xfrm>
            <a:prstGeom prst="rect">
              <a:avLst/>
            </a:prstGeom>
            <a:noFill/>
            <a:ln w="9525">
              <a:noFill/>
              <a:miter lim="800000"/>
              <a:headEnd/>
              <a:tailEnd/>
            </a:ln>
          </p:spPr>
        </p:pic>
        <p:grpSp>
          <p:nvGrpSpPr>
            <p:cNvPr id="8" name="Group 4">
              <a:extLst>
                <a:ext uri="{FF2B5EF4-FFF2-40B4-BE49-F238E27FC236}">
                  <a16:creationId xmlns:a16="http://schemas.microsoft.com/office/drawing/2014/main" id="{0DC9117B-51FC-5AE0-85EF-173921223123}"/>
                </a:ext>
              </a:extLst>
            </p:cNvPr>
            <p:cNvGrpSpPr>
              <a:grpSpLocks/>
            </p:cNvGrpSpPr>
            <p:nvPr/>
          </p:nvGrpSpPr>
          <p:grpSpPr bwMode="auto">
            <a:xfrm>
              <a:off x="1905000" y="3473450"/>
              <a:ext cx="255588" cy="215900"/>
              <a:chOff x="1200" y="2188"/>
              <a:chExt cx="161" cy="136"/>
            </a:xfrm>
          </p:grpSpPr>
          <p:sp>
            <p:nvSpPr>
              <p:cNvPr id="60" name="Oval 5">
                <a:extLst>
                  <a:ext uri="{FF2B5EF4-FFF2-40B4-BE49-F238E27FC236}">
                    <a16:creationId xmlns:a16="http://schemas.microsoft.com/office/drawing/2014/main" id="{348F558A-EF36-D546-B6EA-EC3D74FD8992}"/>
                  </a:ext>
                </a:extLst>
              </p:cNvPr>
              <p:cNvSpPr>
                <a:spLocks noChangeArrowheads="1"/>
              </p:cNvSpPr>
              <p:nvPr/>
            </p:nvSpPr>
            <p:spPr bwMode="auto">
              <a:xfrm>
                <a:off x="1231" y="2188"/>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61" name="Oval 6">
                <a:extLst>
                  <a:ext uri="{FF2B5EF4-FFF2-40B4-BE49-F238E27FC236}">
                    <a16:creationId xmlns:a16="http://schemas.microsoft.com/office/drawing/2014/main" id="{E3952FC4-AFF8-9E36-32BD-99EA166B0032}"/>
                  </a:ext>
                </a:extLst>
              </p:cNvPr>
              <p:cNvSpPr>
                <a:spLocks noChangeArrowheads="1"/>
              </p:cNvSpPr>
              <p:nvPr/>
            </p:nvSpPr>
            <p:spPr bwMode="auto">
              <a:xfrm>
                <a:off x="1200" y="2256"/>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62" name="Oval 7">
                <a:extLst>
                  <a:ext uri="{FF2B5EF4-FFF2-40B4-BE49-F238E27FC236}">
                    <a16:creationId xmlns:a16="http://schemas.microsoft.com/office/drawing/2014/main" id="{D4BA3655-8BBC-BEC8-E754-72D71D06C0BF}"/>
                  </a:ext>
                </a:extLst>
              </p:cNvPr>
              <p:cNvSpPr>
                <a:spLocks noChangeArrowheads="1"/>
              </p:cNvSpPr>
              <p:nvPr/>
            </p:nvSpPr>
            <p:spPr bwMode="auto">
              <a:xfrm>
                <a:off x="1296" y="2208"/>
                <a:ext cx="65" cy="68"/>
              </a:xfrm>
              <a:prstGeom prst="ellipse">
                <a:avLst/>
              </a:prstGeom>
              <a:solidFill>
                <a:srgbClr val="C0C0C0"/>
              </a:solidFill>
              <a:ln w="9525">
                <a:solidFill>
                  <a:schemeClr val="tx1"/>
                </a:solidFill>
                <a:round/>
                <a:headEnd/>
                <a:tailEnd/>
              </a:ln>
            </p:spPr>
            <p:txBody>
              <a:bodyPr wrap="none" anchor="ctr"/>
              <a:lstStyle/>
              <a:p>
                <a:endParaRPr lang="en-US"/>
              </a:p>
            </p:txBody>
          </p:sp>
        </p:grpSp>
        <p:grpSp>
          <p:nvGrpSpPr>
            <p:cNvPr id="9" name="Group 8">
              <a:extLst>
                <a:ext uri="{FF2B5EF4-FFF2-40B4-BE49-F238E27FC236}">
                  <a16:creationId xmlns:a16="http://schemas.microsoft.com/office/drawing/2014/main" id="{AFD34B0F-3853-4FC9-50CE-3AD1B4DB80AF}"/>
                </a:ext>
              </a:extLst>
            </p:cNvPr>
            <p:cNvGrpSpPr>
              <a:grpSpLocks/>
            </p:cNvGrpSpPr>
            <p:nvPr/>
          </p:nvGrpSpPr>
          <p:grpSpPr bwMode="auto">
            <a:xfrm>
              <a:off x="2563813" y="3778250"/>
              <a:ext cx="255587" cy="336550"/>
              <a:chOff x="1615" y="2380"/>
              <a:chExt cx="161" cy="212"/>
            </a:xfrm>
          </p:grpSpPr>
          <p:sp>
            <p:nvSpPr>
              <p:cNvPr id="56" name="Oval 9">
                <a:extLst>
                  <a:ext uri="{FF2B5EF4-FFF2-40B4-BE49-F238E27FC236}">
                    <a16:creationId xmlns:a16="http://schemas.microsoft.com/office/drawing/2014/main" id="{E7264AB4-8A5F-16EB-2F67-D89EA19E8448}"/>
                  </a:ext>
                </a:extLst>
              </p:cNvPr>
              <p:cNvSpPr>
                <a:spLocks noChangeArrowheads="1"/>
              </p:cNvSpPr>
              <p:nvPr/>
            </p:nvSpPr>
            <p:spPr bwMode="auto">
              <a:xfrm>
                <a:off x="1615" y="2476"/>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57" name="Oval 10">
                <a:extLst>
                  <a:ext uri="{FF2B5EF4-FFF2-40B4-BE49-F238E27FC236}">
                    <a16:creationId xmlns:a16="http://schemas.microsoft.com/office/drawing/2014/main" id="{0EFC2241-672C-01D2-8834-ED50DBE35976}"/>
                  </a:ext>
                </a:extLst>
              </p:cNvPr>
              <p:cNvSpPr>
                <a:spLocks noChangeArrowheads="1"/>
              </p:cNvSpPr>
              <p:nvPr/>
            </p:nvSpPr>
            <p:spPr bwMode="auto">
              <a:xfrm>
                <a:off x="1711" y="2524"/>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58" name="Oval 11">
                <a:extLst>
                  <a:ext uri="{FF2B5EF4-FFF2-40B4-BE49-F238E27FC236}">
                    <a16:creationId xmlns:a16="http://schemas.microsoft.com/office/drawing/2014/main" id="{E3D9FC00-3453-9453-AFF0-42A4374E8AFF}"/>
                  </a:ext>
                </a:extLst>
              </p:cNvPr>
              <p:cNvSpPr>
                <a:spLocks noChangeArrowheads="1"/>
              </p:cNvSpPr>
              <p:nvPr/>
            </p:nvSpPr>
            <p:spPr bwMode="auto">
              <a:xfrm>
                <a:off x="1632" y="2380"/>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59" name="Oval 12">
                <a:extLst>
                  <a:ext uri="{FF2B5EF4-FFF2-40B4-BE49-F238E27FC236}">
                    <a16:creationId xmlns:a16="http://schemas.microsoft.com/office/drawing/2014/main" id="{12E41E06-A288-C1BA-BE9F-B3052FB85712}"/>
                  </a:ext>
                </a:extLst>
              </p:cNvPr>
              <p:cNvSpPr>
                <a:spLocks noChangeArrowheads="1"/>
              </p:cNvSpPr>
              <p:nvPr/>
            </p:nvSpPr>
            <p:spPr bwMode="auto">
              <a:xfrm>
                <a:off x="1711" y="2428"/>
                <a:ext cx="65" cy="68"/>
              </a:xfrm>
              <a:prstGeom prst="ellipse">
                <a:avLst/>
              </a:prstGeom>
              <a:solidFill>
                <a:srgbClr val="C0C0C0"/>
              </a:solidFill>
              <a:ln w="9525">
                <a:solidFill>
                  <a:schemeClr val="tx1"/>
                </a:solidFill>
                <a:round/>
                <a:headEnd/>
                <a:tailEnd/>
              </a:ln>
            </p:spPr>
            <p:txBody>
              <a:bodyPr wrap="none" anchor="ctr"/>
              <a:lstStyle/>
              <a:p>
                <a:endParaRPr lang="en-US"/>
              </a:p>
            </p:txBody>
          </p:sp>
        </p:grpSp>
        <p:grpSp>
          <p:nvGrpSpPr>
            <p:cNvPr id="10" name="Group 13">
              <a:extLst>
                <a:ext uri="{FF2B5EF4-FFF2-40B4-BE49-F238E27FC236}">
                  <a16:creationId xmlns:a16="http://schemas.microsoft.com/office/drawing/2014/main" id="{160AFE8F-900C-1D85-8859-D08A5044EB0A}"/>
                </a:ext>
              </a:extLst>
            </p:cNvPr>
            <p:cNvGrpSpPr>
              <a:grpSpLocks/>
            </p:cNvGrpSpPr>
            <p:nvPr/>
          </p:nvGrpSpPr>
          <p:grpSpPr bwMode="auto">
            <a:xfrm>
              <a:off x="3429000" y="4343400"/>
              <a:ext cx="434975" cy="565150"/>
              <a:chOff x="2160" y="2736"/>
              <a:chExt cx="274" cy="356"/>
            </a:xfrm>
          </p:grpSpPr>
          <p:sp>
            <p:nvSpPr>
              <p:cNvPr id="48" name="Oval 14">
                <a:extLst>
                  <a:ext uri="{FF2B5EF4-FFF2-40B4-BE49-F238E27FC236}">
                    <a16:creationId xmlns:a16="http://schemas.microsoft.com/office/drawing/2014/main" id="{F251362D-7431-9A79-6B14-9DBBBC42D9CD}"/>
                  </a:ext>
                </a:extLst>
              </p:cNvPr>
              <p:cNvSpPr>
                <a:spLocks noChangeArrowheads="1"/>
              </p:cNvSpPr>
              <p:nvPr/>
            </p:nvSpPr>
            <p:spPr bwMode="auto">
              <a:xfrm>
                <a:off x="2160" y="2908"/>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49" name="Oval 15">
                <a:extLst>
                  <a:ext uri="{FF2B5EF4-FFF2-40B4-BE49-F238E27FC236}">
                    <a16:creationId xmlns:a16="http://schemas.microsoft.com/office/drawing/2014/main" id="{8CE5D5B6-EEBE-ED96-2231-38A144D55F73}"/>
                  </a:ext>
                </a:extLst>
              </p:cNvPr>
              <p:cNvSpPr>
                <a:spLocks noChangeArrowheads="1"/>
              </p:cNvSpPr>
              <p:nvPr/>
            </p:nvSpPr>
            <p:spPr bwMode="auto">
              <a:xfrm>
                <a:off x="2225" y="2736"/>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50" name="Oval 16">
                <a:extLst>
                  <a:ext uri="{FF2B5EF4-FFF2-40B4-BE49-F238E27FC236}">
                    <a16:creationId xmlns:a16="http://schemas.microsoft.com/office/drawing/2014/main" id="{BAF6575E-58E7-D435-3422-CD7C409CCBDC}"/>
                  </a:ext>
                </a:extLst>
              </p:cNvPr>
              <p:cNvSpPr>
                <a:spLocks noChangeArrowheads="1"/>
              </p:cNvSpPr>
              <p:nvPr/>
            </p:nvSpPr>
            <p:spPr bwMode="auto">
              <a:xfrm>
                <a:off x="2256" y="2956"/>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51" name="Oval 17">
                <a:extLst>
                  <a:ext uri="{FF2B5EF4-FFF2-40B4-BE49-F238E27FC236}">
                    <a16:creationId xmlns:a16="http://schemas.microsoft.com/office/drawing/2014/main" id="{16794914-0359-2029-12CE-C9A9E45190BC}"/>
                  </a:ext>
                </a:extLst>
              </p:cNvPr>
              <p:cNvSpPr>
                <a:spLocks noChangeArrowheads="1"/>
              </p:cNvSpPr>
              <p:nvPr/>
            </p:nvSpPr>
            <p:spPr bwMode="auto">
              <a:xfrm>
                <a:off x="2369" y="2928"/>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52" name="Oval 18">
                <a:extLst>
                  <a:ext uri="{FF2B5EF4-FFF2-40B4-BE49-F238E27FC236}">
                    <a16:creationId xmlns:a16="http://schemas.microsoft.com/office/drawing/2014/main" id="{5A5572A0-C8F0-53BA-DCED-73081E79D931}"/>
                  </a:ext>
                </a:extLst>
              </p:cNvPr>
              <p:cNvSpPr>
                <a:spLocks noChangeArrowheads="1"/>
              </p:cNvSpPr>
              <p:nvPr/>
            </p:nvSpPr>
            <p:spPr bwMode="auto">
              <a:xfrm>
                <a:off x="2321" y="2832"/>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53" name="Oval 19">
                <a:extLst>
                  <a:ext uri="{FF2B5EF4-FFF2-40B4-BE49-F238E27FC236}">
                    <a16:creationId xmlns:a16="http://schemas.microsoft.com/office/drawing/2014/main" id="{20264FBD-D8B7-B62F-8C4E-7F573C654D39}"/>
                  </a:ext>
                </a:extLst>
              </p:cNvPr>
              <p:cNvSpPr>
                <a:spLocks noChangeArrowheads="1"/>
              </p:cNvSpPr>
              <p:nvPr/>
            </p:nvSpPr>
            <p:spPr bwMode="auto">
              <a:xfrm>
                <a:off x="2177" y="2812"/>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54" name="Oval 20">
                <a:extLst>
                  <a:ext uri="{FF2B5EF4-FFF2-40B4-BE49-F238E27FC236}">
                    <a16:creationId xmlns:a16="http://schemas.microsoft.com/office/drawing/2014/main" id="{6EBF53FE-2580-0C33-77AC-16B8D01E961C}"/>
                  </a:ext>
                </a:extLst>
              </p:cNvPr>
              <p:cNvSpPr>
                <a:spLocks noChangeArrowheads="1"/>
              </p:cNvSpPr>
              <p:nvPr/>
            </p:nvSpPr>
            <p:spPr bwMode="auto">
              <a:xfrm>
                <a:off x="2256" y="2860"/>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55" name="Oval 21">
                <a:extLst>
                  <a:ext uri="{FF2B5EF4-FFF2-40B4-BE49-F238E27FC236}">
                    <a16:creationId xmlns:a16="http://schemas.microsoft.com/office/drawing/2014/main" id="{CAA1D1F4-4527-C68F-448D-20D3E3D48D83}"/>
                  </a:ext>
                </a:extLst>
              </p:cNvPr>
              <p:cNvSpPr>
                <a:spLocks noChangeArrowheads="1"/>
              </p:cNvSpPr>
              <p:nvPr/>
            </p:nvSpPr>
            <p:spPr bwMode="auto">
              <a:xfrm>
                <a:off x="2177" y="3024"/>
                <a:ext cx="65" cy="68"/>
              </a:xfrm>
              <a:prstGeom prst="ellipse">
                <a:avLst/>
              </a:prstGeom>
              <a:solidFill>
                <a:srgbClr val="C0C0C0"/>
              </a:solidFill>
              <a:ln w="9525">
                <a:solidFill>
                  <a:schemeClr val="tx1"/>
                </a:solidFill>
                <a:round/>
                <a:headEnd/>
                <a:tailEnd/>
              </a:ln>
            </p:spPr>
            <p:txBody>
              <a:bodyPr wrap="none" anchor="ctr"/>
              <a:lstStyle/>
              <a:p>
                <a:endParaRPr lang="en-US"/>
              </a:p>
            </p:txBody>
          </p:sp>
        </p:grpSp>
        <p:grpSp>
          <p:nvGrpSpPr>
            <p:cNvPr id="11" name="Group 22">
              <a:extLst>
                <a:ext uri="{FF2B5EF4-FFF2-40B4-BE49-F238E27FC236}">
                  <a16:creationId xmlns:a16="http://schemas.microsoft.com/office/drawing/2014/main" id="{A7312D21-0ED7-8DCE-3696-E61612A70B33}"/>
                </a:ext>
              </a:extLst>
            </p:cNvPr>
            <p:cNvGrpSpPr>
              <a:grpSpLocks/>
            </p:cNvGrpSpPr>
            <p:nvPr/>
          </p:nvGrpSpPr>
          <p:grpSpPr bwMode="auto">
            <a:xfrm>
              <a:off x="4876800" y="4997450"/>
              <a:ext cx="712788" cy="793750"/>
              <a:chOff x="3072" y="3148"/>
              <a:chExt cx="449" cy="500"/>
            </a:xfrm>
          </p:grpSpPr>
          <p:sp>
            <p:nvSpPr>
              <p:cNvPr id="31" name="Oval 23">
                <a:extLst>
                  <a:ext uri="{FF2B5EF4-FFF2-40B4-BE49-F238E27FC236}">
                    <a16:creationId xmlns:a16="http://schemas.microsoft.com/office/drawing/2014/main" id="{CF22A447-7138-3E95-D601-2D665442E25C}"/>
                  </a:ext>
                </a:extLst>
              </p:cNvPr>
              <p:cNvSpPr>
                <a:spLocks noChangeArrowheads="1"/>
              </p:cNvSpPr>
              <p:nvPr/>
            </p:nvSpPr>
            <p:spPr bwMode="auto">
              <a:xfrm>
                <a:off x="3168" y="3580"/>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32" name="Oval 24">
                <a:extLst>
                  <a:ext uri="{FF2B5EF4-FFF2-40B4-BE49-F238E27FC236}">
                    <a16:creationId xmlns:a16="http://schemas.microsoft.com/office/drawing/2014/main" id="{271D1E18-9EC2-0050-615E-D863AE5B4C2D}"/>
                  </a:ext>
                </a:extLst>
              </p:cNvPr>
              <p:cNvSpPr>
                <a:spLocks noChangeArrowheads="1"/>
              </p:cNvSpPr>
              <p:nvPr/>
            </p:nvSpPr>
            <p:spPr bwMode="auto">
              <a:xfrm>
                <a:off x="3168" y="3216"/>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33" name="Oval 25">
                <a:extLst>
                  <a:ext uri="{FF2B5EF4-FFF2-40B4-BE49-F238E27FC236}">
                    <a16:creationId xmlns:a16="http://schemas.microsoft.com/office/drawing/2014/main" id="{E29015B3-115F-1578-C073-5B7BC46AED5A}"/>
                  </a:ext>
                </a:extLst>
              </p:cNvPr>
              <p:cNvSpPr>
                <a:spLocks noChangeArrowheads="1"/>
              </p:cNvSpPr>
              <p:nvPr/>
            </p:nvSpPr>
            <p:spPr bwMode="auto">
              <a:xfrm>
                <a:off x="3456" y="3504"/>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34" name="Oval 26">
                <a:extLst>
                  <a:ext uri="{FF2B5EF4-FFF2-40B4-BE49-F238E27FC236}">
                    <a16:creationId xmlns:a16="http://schemas.microsoft.com/office/drawing/2014/main" id="{5225F70F-2EB0-0C93-9D54-86ABB937728A}"/>
                  </a:ext>
                </a:extLst>
              </p:cNvPr>
              <p:cNvSpPr>
                <a:spLocks noChangeArrowheads="1"/>
              </p:cNvSpPr>
              <p:nvPr/>
            </p:nvSpPr>
            <p:spPr bwMode="auto">
              <a:xfrm>
                <a:off x="3216" y="3148"/>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35" name="Oval 27">
                <a:extLst>
                  <a:ext uri="{FF2B5EF4-FFF2-40B4-BE49-F238E27FC236}">
                    <a16:creationId xmlns:a16="http://schemas.microsoft.com/office/drawing/2014/main" id="{DBA63C38-B7FE-FA15-7E39-FDC973A91D68}"/>
                  </a:ext>
                </a:extLst>
              </p:cNvPr>
              <p:cNvSpPr>
                <a:spLocks noChangeArrowheads="1"/>
              </p:cNvSpPr>
              <p:nvPr/>
            </p:nvSpPr>
            <p:spPr bwMode="auto">
              <a:xfrm>
                <a:off x="3120" y="3484"/>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36" name="Oval 28">
                <a:extLst>
                  <a:ext uri="{FF2B5EF4-FFF2-40B4-BE49-F238E27FC236}">
                    <a16:creationId xmlns:a16="http://schemas.microsoft.com/office/drawing/2014/main" id="{FD9D1670-9638-B560-DCB8-4B161E3DA609}"/>
                  </a:ext>
                </a:extLst>
              </p:cNvPr>
              <p:cNvSpPr>
                <a:spLocks noChangeArrowheads="1"/>
              </p:cNvSpPr>
              <p:nvPr/>
            </p:nvSpPr>
            <p:spPr bwMode="auto">
              <a:xfrm>
                <a:off x="3120" y="3388"/>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37" name="Oval 29">
                <a:extLst>
                  <a:ext uri="{FF2B5EF4-FFF2-40B4-BE49-F238E27FC236}">
                    <a16:creationId xmlns:a16="http://schemas.microsoft.com/office/drawing/2014/main" id="{561E4E37-CFE1-74C7-1E3D-A9E59A703D85}"/>
                  </a:ext>
                </a:extLst>
              </p:cNvPr>
              <p:cNvSpPr>
                <a:spLocks noChangeArrowheads="1"/>
              </p:cNvSpPr>
              <p:nvPr/>
            </p:nvSpPr>
            <p:spPr bwMode="auto">
              <a:xfrm>
                <a:off x="3072" y="3580"/>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38" name="Oval 30">
                <a:extLst>
                  <a:ext uri="{FF2B5EF4-FFF2-40B4-BE49-F238E27FC236}">
                    <a16:creationId xmlns:a16="http://schemas.microsoft.com/office/drawing/2014/main" id="{7E3D5352-FD66-03C2-FF66-20C565711BB4}"/>
                  </a:ext>
                </a:extLst>
              </p:cNvPr>
              <p:cNvSpPr>
                <a:spLocks noChangeArrowheads="1"/>
              </p:cNvSpPr>
              <p:nvPr/>
            </p:nvSpPr>
            <p:spPr bwMode="auto">
              <a:xfrm>
                <a:off x="3360" y="3504"/>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39" name="Oval 31">
                <a:extLst>
                  <a:ext uri="{FF2B5EF4-FFF2-40B4-BE49-F238E27FC236}">
                    <a16:creationId xmlns:a16="http://schemas.microsoft.com/office/drawing/2014/main" id="{551DCF50-EC94-38FF-E1F4-1DF0E4EC7A47}"/>
                  </a:ext>
                </a:extLst>
              </p:cNvPr>
              <p:cNvSpPr>
                <a:spLocks noChangeArrowheads="1"/>
              </p:cNvSpPr>
              <p:nvPr/>
            </p:nvSpPr>
            <p:spPr bwMode="auto">
              <a:xfrm>
                <a:off x="3281" y="3580"/>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40" name="Oval 32">
                <a:extLst>
                  <a:ext uri="{FF2B5EF4-FFF2-40B4-BE49-F238E27FC236}">
                    <a16:creationId xmlns:a16="http://schemas.microsoft.com/office/drawing/2014/main" id="{EA06CFE4-9579-A970-19F5-79079F52963A}"/>
                  </a:ext>
                </a:extLst>
              </p:cNvPr>
              <p:cNvSpPr>
                <a:spLocks noChangeArrowheads="1"/>
              </p:cNvSpPr>
              <p:nvPr/>
            </p:nvSpPr>
            <p:spPr bwMode="auto">
              <a:xfrm>
                <a:off x="3199" y="3388"/>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41" name="Oval 33">
                <a:extLst>
                  <a:ext uri="{FF2B5EF4-FFF2-40B4-BE49-F238E27FC236}">
                    <a16:creationId xmlns:a16="http://schemas.microsoft.com/office/drawing/2014/main" id="{49B5DC80-B14B-089A-AA22-42310F5E2039}"/>
                  </a:ext>
                </a:extLst>
              </p:cNvPr>
              <p:cNvSpPr>
                <a:spLocks noChangeArrowheads="1"/>
              </p:cNvSpPr>
              <p:nvPr/>
            </p:nvSpPr>
            <p:spPr bwMode="auto">
              <a:xfrm>
                <a:off x="3264" y="3216"/>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42" name="Oval 34">
                <a:extLst>
                  <a:ext uri="{FF2B5EF4-FFF2-40B4-BE49-F238E27FC236}">
                    <a16:creationId xmlns:a16="http://schemas.microsoft.com/office/drawing/2014/main" id="{FC9700A2-8B3B-ED9A-8C7F-985C7C2E909C}"/>
                  </a:ext>
                </a:extLst>
              </p:cNvPr>
              <p:cNvSpPr>
                <a:spLocks noChangeArrowheads="1"/>
              </p:cNvSpPr>
              <p:nvPr/>
            </p:nvSpPr>
            <p:spPr bwMode="auto">
              <a:xfrm>
                <a:off x="3295" y="3436"/>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43" name="Oval 35">
                <a:extLst>
                  <a:ext uri="{FF2B5EF4-FFF2-40B4-BE49-F238E27FC236}">
                    <a16:creationId xmlns:a16="http://schemas.microsoft.com/office/drawing/2014/main" id="{0C27F138-034D-2D50-95B9-2F0D9D6F6821}"/>
                  </a:ext>
                </a:extLst>
              </p:cNvPr>
              <p:cNvSpPr>
                <a:spLocks noChangeArrowheads="1"/>
              </p:cNvSpPr>
              <p:nvPr/>
            </p:nvSpPr>
            <p:spPr bwMode="auto">
              <a:xfrm>
                <a:off x="3408" y="3408"/>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44" name="Oval 36">
                <a:extLst>
                  <a:ext uri="{FF2B5EF4-FFF2-40B4-BE49-F238E27FC236}">
                    <a16:creationId xmlns:a16="http://schemas.microsoft.com/office/drawing/2014/main" id="{2FB45626-9B54-A5D5-138C-CC9C5533D186}"/>
                  </a:ext>
                </a:extLst>
              </p:cNvPr>
              <p:cNvSpPr>
                <a:spLocks noChangeArrowheads="1"/>
              </p:cNvSpPr>
              <p:nvPr/>
            </p:nvSpPr>
            <p:spPr bwMode="auto">
              <a:xfrm>
                <a:off x="3360" y="3312"/>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45" name="Oval 37">
                <a:extLst>
                  <a:ext uri="{FF2B5EF4-FFF2-40B4-BE49-F238E27FC236}">
                    <a16:creationId xmlns:a16="http://schemas.microsoft.com/office/drawing/2014/main" id="{EA3CBE22-F812-4312-9C8B-73B5D882BB4A}"/>
                  </a:ext>
                </a:extLst>
              </p:cNvPr>
              <p:cNvSpPr>
                <a:spLocks noChangeArrowheads="1"/>
              </p:cNvSpPr>
              <p:nvPr/>
            </p:nvSpPr>
            <p:spPr bwMode="auto">
              <a:xfrm>
                <a:off x="3168" y="3312"/>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46" name="Oval 38">
                <a:extLst>
                  <a:ext uri="{FF2B5EF4-FFF2-40B4-BE49-F238E27FC236}">
                    <a16:creationId xmlns:a16="http://schemas.microsoft.com/office/drawing/2014/main" id="{6C01209F-42AD-A886-A4DF-6D3CD8E1D271}"/>
                  </a:ext>
                </a:extLst>
              </p:cNvPr>
              <p:cNvSpPr>
                <a:spLocks noChangeArrowheads="1"/>
              </p:cNvSpPr>
              <p:nvPr/>
            </p:nvSpPr>
            <p:spPr bwMode="auto">
              <a:xfrm>
                <a:off x="3264" y="3312"/>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47" name="Oval 39">
                <a:extLst>
                  <a:ext uri="{FF2B5EF4-FFF2-40B4-BE49-F238E27FC236}">
                    <a16:creationId xmlns:a16="http://schemas.microsoft.com/office/drawing/2014/main" id="{F1173E41-F09A-C110-649E-BC934100D588}"/>
                  </a:ext>
                </a:extLst>
              </p:cNvPr>
              <p:cNvSpPr>
                <a:spLocks noChangeArrowheads="1"/>
              </p:cNvSpPr>
              <p:nvPr/>
            </p:nvSpPr>
            <p:spPr bwMode="auto">
              <a:xfrm>
                <a:off x="3216" y="3504"/>
                <a:ext cx="65" cy="68"/>
              </a:xfrm>
              <a:prstGeom prst="ellipse">
                <a:avLst/>
              </a:prstGeom>
              <a:solidFill>
                <a:srgbClr val="C0C0C0"/>
              </a:solidFill>
              <a:ln w="9525">
                <a:solidFill>
                  <a:schemeClr val="tx1"/>
                </a:solidFill>
                <a:round/>
                <a:headEnd/>
                <a:tailEnd/>
              </a:ln>
            </p:spPr>
            <p:txBody>
              <a:bodyPr wrap="none" anchor="ctr"/>
              <a:lstStyle/>
              <a:p>
                <a:endParaRPr lang="en-US"/>
              </a:p>
            </p:txBody>
          </p:sp>
        </p:grpSp>
        <p:grpSp>
          <p:nvGrpSpPr>
            <p:cNvPr id="12" name="Group 40">
              <a:extLst>
                <a:ext uri="{FF2B5EF4-FFF2-40B4-BE49-F238E27FC236}">
                  <a16:creationId xmlns:a16="http://schemas.microsoft.com/office/drawing/2014/main" id="{2ED9C7BC-D7C2-EBC4-E0C3-A05CF48996C6}"/>
                </a:ext>
              </a:extLst>
            </p:cNvPr>
            <p:cNvGrpSpPr>
              <a:grpSpLocks/>
            </p:cNvGrpSpPr>
            <p:nvPr/>
          </p:nvGrpSpPr>
          <p:grpSpPr bwMode="auto">
            <a:xfrm>
              <a:off x="6629400" y="5454650"/>
              <a:ext cx="712788" cy="793750"/>
              <a:chOff x="4207" y="3244"/>
              <a:chExt cx="449" cy="500"/>
            </a:xfrm>
          </p:grpSpPr>
          <p:sp>
            <p:nvSpPr>
              <p:cNvPr id="14" name="Oval 41">
                <a:extLst>
                  <a:ext uri="{FF2B5EF4-FFF2-40B4-BE49-F238E27FC236}">
                    <a16:creationId xmlns:a16="http://schemas.microsoft.com/office/drawing/2014/main" id="{AF1BFC04-B381-6E98-D2BE-F13E8364BCE1}"/>
                  </a:ext>
                </a:extLst>
              </p:cNvPr>
              <p:cNvSpPr>
                <a:spLocks noChangeArrowheads="1"/>
              </p:cNvSpPr>
              <p:nvPr/>
            </p:nvSpPr>
            <p:spPr bwMode="auto">
              <a:xfrm>
                <a:off x="4303" y="3676"/>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15" name="Oval 42">
                <a:extLst>
                  <a:ext uri="{FF2B5EF4-FFF2-40B4-BE49-F238E27FC236}">
                    <a16:creationId xmlns:a16="http://schemas.microsoft.com/office/drawing/2014/main" id="{881543FE-E3C1-91CD-DBF9-2D2EA90A94E0}"/>
                  </a:ext>
                </a:extLst>
              </p:cNvPr>
              <p:cNvSpPr>
                <a:spLocks noChangeArrowheads="1"/>
              </p:cNvSpPr>
              <p:nvPr/>
            </p:nvSpPr>
            <p:spPr bwMode="auto">
              <a:xfrm>
                <a:off x="4303" y="3312"/>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16" name="Oval 43">
                <a:extLst>
                  <a:ext uri="{FF2B5EF4-FFF2-40B4-BE49-F238E27FC236}">
                    <a16:creationId xmlns:a16="http://schemas.microsoft.com/office/drawing/2014/main" id="{D4E1EBB8-86F8-CAB8-889D-ED1619511D61}"/>
                  </a:ext>
                </a:extLst>
              </p:cNvPr>
              <p:cNvSpPr>
                <a:spLocks noChangeArrowheads="1"/>
              </p:cNvSpPr>
              <p:nvPr/>
            </p:nvSpPr>
            <p:spPr bwMode="auto">
              <a:xfrm>
                <a:off x="4591" y="3600"/>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17" name="Oval 44">
                <a:extLst>
                  <a:ext uri="{FF2B5EF4-FFF2-40B4-BE49-F238E27FC236}">
                    <a16:creationId xmlns:a16="http://schemas.microsoft.com/office/drawing/2014/main" id="{C407329C-49CF-A3D3-55CF-F2C8BE05BA6B}"/>
                  </a:ext>
                </a:extLst>
              </p:cNvPr>
              <p:cNvSpPr>
                <a:spLocks noChangeArrowheads="1"/>
              </p:cNvSpPr>
              <p:nvPr/>
            </p:nvSpPr>
            <p:spPr bwMode="auto">
              <a:xfrm>
                <a:off x="4351" y="3244"/>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18" name="Oval 45">
                <a:extLst>
                  <a:ext uri="{FF2B5EF4-FFF2-40B4-BE49-F238E27FC236}">
                    <a16:creationId xmlns:a16="http://schemas.microsoft.com/office/drawing/2014/main" id="{E71211FD-0F65-B41D-E82F-5B6811B2685F}"/>
                  </a:ext>
                </a:extLst>
              </p:cNvPr>
              <p:cNvSpPr>
                <a:spLocks noChangeArrowheads="1"/>
              </p:cNvSpPr>
              <p:nvPr/>
            </p:nvSpPr>
            <p:spPr bwMode="auto">
              <a:xfrm>
                <a:off x="4255" y="3580"/>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19" name="Oval 46">
                <a:extLst>
                  <a:ext uri="{FF2B5EF4-FFF2-40B4-BE49-F238E27FC236}">
                    <a16:creationId xmlns:a16="http://schemas.microsoft.com/office/drawing/2014/main" id="{422918A6-5DEC-E62B-CC49-E6BED8C9E078}"/>
                  </a:ext>
                </a:extLst>
              </p:cNvPr>
              <p:cNvSpPr>
                <a:spLocks noChangeArrowheads="1"/>
              </p:cNvSpPr>
              <p:nvPr/>
            </p:nvSpPr>
            <p:spPr bwMode="auto">
              <a:xfrm>
                <a:off x="4255" y="3484"/>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20" name="Oval 47">
                <a:extLst>
                  <a:ext uri="{FF2B5EF4-FFF2-40B4-BE49-F238E27FC236}">
                    <a16:creationId xmlns:a16="http://schemas.microsoft.com/office/drawing/2014/main" id="{96BA63DC-CEF7-BA46-A9AF-D8DC892A167D}"/>
                  </a:ext>
                </a:extLst>
              </p:cNvPr>
              <p:cNvSpPr>
                <a:spLocks noChangeArrowheads="1"/>
              </p:cNvSpPr>
              <p:nvPr/>
            </p:nvSpPr>
            <p:spPr bwMode="auto">
              <a:xfrm>
                <a:off x="4207" y="3676"/>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21" name="Oval 48">
                <a:extLst>
                  <a:ext uri="{FF2B5EF4-FFF2-40B4-BE49-F238E27FC236}">
                    <a16:creationId xmlns:a16="http://schemas.microsoft.com/office/drawing/2014/main" id="{7BABCA38-9AE1-1A3F-DA9A-84E53D712E71}"/>
                  </a:ext>
                </a:extLst>
              </p:cNvPr>
              <p:cNvSpPr>
                <a:spLocks noChangeArrowheads="1"/>
              </p:cNvSpPr>
              <p:nvPr/>
            </p:nvSpPr>
            <p:spPr bwMode="auto">
              <a:xfrm>
                <a:off x="4495" y="3600"/>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22" name="Oval 49">
                <a:extLst>
                  <a:ext uri="{FF2B5EF4-FFF2-40B4-BE49-F238E27FC236}">
                    <a16:creationId xmlns:a16="http://schemas.microsoft.com/office/drawing/2014/main" id="{0A434F56-B0AF-3F84-D963-B37C2497900E}"/>
                  </a:ext>
                </a:extLst>
              </p:cNvPr>
              <p:cNvSpPr>
                <a:spLocks noChangeArrowheads="1"/>
              </p:cNvSpPr>
              <p:nvPr/>
            </p:nvSpPr>
            <p:spPr bwMode="auto">
              <a:xfrm>
                <a:off x="4416" y="3676"/>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23" name="Oval 50">
                <a:extLst>
                  <a:ext uri="{FF2B5EF4-FFF2-40B4-BE49-F238E27FC236}">
                    <a16:creationId xmlns:a16="http://schemas.microsoft.com/office/drawing/2014/main" id="{6B545A08-0F10-570B-473E-35ABB4AE21FD}"/>
                  </a:ext>
                </a:extLst>
              </p:cNvPr>
              <p:cNvSpPr>
                <a:spLocks noChangeArrowheads="1"/>
              </p:cNvSpPr>
              <p:nvPr/>
            </p:nvSpPr>
            <p:spPr bwMode="auto">
              <a:xfrm>
                <a:off x="4334" y="3484"/>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24" name="Oval 51">
                <a:extLst>
                  <a:ext uri="{FF2B5EF4-FFF2-40B4-BE49-F238E27FC236}">
                    <a16:creationId xmlns:a16="http://schemas.microsoft.com/office/drawing/2014/main" id="{E637CE57-FFC6-F84F-9C8F-6726365A32E6}"/>
                  </a:ext>
                </a:extLst>
              </p:cNvPr>
              <p:cNvSpPr>
                <a:spLocks noChangeArrowheads="1"/>
              </p:cNvSpPr>
              <p:nvPr/>
            </p:nvSpPr>
            <p:spPr bwMode="auto">
              <a:xfrm>
                <a:off x="4399" y="3312"/>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25" name="Oval 52">
                <a:extLst>
                  <a:ext uri="{FF2B5EF4-FFF2-40B4-BE49-F238E27FC236}">
                    <a16:creationId xmlns:a16="http://schemas.microsoft.com/office/drawing/2014/main" id="{48D04C0A-E125-47B0-D50D-20E5ED17B54A}"/>
                  </a:ext>
                </a:extLst>
              </p:cNvPr>
              <p:cNvSpPr>
                <a:spLocks noChangeArrowheads="1"/>
              </p:cNvSpPr>
              <p:nvPr/>
            </p:nvSpPr>
            <p:spPr bwMode="auto">
              <a:xfrm>
                <a:off x="4430" y="3532"/>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26" name="Oval 53">
                <a:extLst>
                  <a:ext uri="{FF2B5EF4-FFF2-40B4-BE49-F238E27FC236}">
                    <a16:creationId xmlns:a16="http://schemas.microsoft.com/office/drawing/2014/main" id="{49189B0A-1AFC-1417-006D-E4464C830739}"/>
                  </a:ext>
                </a:extLst>
              </p:cNvPr>
              <p:cNvSpPr>
                <a:spLocks noChangeArrowheads="1"/>
              </p:cNvSpPr>
              <p:nvPr/>
            </p:nvSpPr>
            <p:spPr bwMode="auto">
              <a:xfrm>
                <a:off x="4543" y="3504"/>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27" name="Oval 54">
                <a:extLst>
                  <a:ext uri="{FF2B5EF4-FFF2-40B4-BE49-F238E27FC236}">
                    <a16:creationId xmlns:a16="http://schemas.microsoft.com/office/drawing/2014/main" id="{D6E92F92-181E-6FD8-684F-AC17D9DEBF34}"/>
                  </a:ext>
                </a:extLst>
              </p:cNvPr>
              <p:cNvSpPr>
                <a:spLocks noChangeArrowheads="1"/>
              </p:cNvSpPr>
              <p:nvPr/>
            </p:nvSpPr>
            <p:spPr bwMode="auto">
              <a:xfrm>
                <a:off x="4495" y="3408"/>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28" name="Oval 55">
                <a:extLst>
                  <a:ext uri="{FF2B5EF4-FFF2-40B4-BE49-F238E27FC236}">
                    <a16:creationId xmlns:a16="http://schemas.microsoft.com/office/drawing/2014/main" id="{BC5FBC88-B149-8878-F2D0-9636BEA488A7}"/>
                  </a:ext>
                </a:extLst>
              </p:cNvPr>
              <p:cNvSpPr>
                <a:spLocks noChangeArrowheads="1"/>
              </p:cNvSpPr>
              <p:nvPr/>
            </p:nvSpPr>
            <p:spPr bwMode="auto">
              <a:xfrm>
                <a:off x="4303" y="3408"/>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29" name="Oval 56">
                <a:extLst>
                  <a:ext uri="{FF2B5EF4-FFF2-40B4-BE49-F238E27FC236}">
                    <a16:creationId xmlns:a16="http://schemas.microsoft.com/office/drawing/2014/main" id="{ED579851-BA1D-D701-0917-F2CB6614E9B3}"/>
                  </a:ext>
                </a:extLst>
              </p:cNvPr>
              <p:cNvSpPr>
                <a:spLocks noChangeArrowheads="1"/>
              </p:cNvSpPr>
              <p:nvPr/>
            </p:nvSpPr>
            <p:spPr bwMode="auto">
              <a:xfrm>
                <a:off x="4399" y="3408"/>
                <a:ext cx="65" cy="68"/>
              </a:xfrm>
              <a:prstGeom prst="ellipse">
                <a:avLst/>
              </a:prstGeom>
              <a:solidFill>
                <a:srgbClr val="C0C0C0"/>
              </a:solidFill>
              <a:ln w="9525">
                <a:solidFill>
                  <a:schemeClr val="tx1"/>
                </a:solidFill>
                <a:round/>
                <a:headEnd/>
                <a:tailEnd/>
              </a:ln>
            </p:spPr>
            <p:txBody>
              <a:bodyPr wrap="none" anchor="ctr"/>
              <a:lstStyle/>
              <a:p>
                <a:endParaRPr lang="en-US"/>
              </a:p>
            </p:txBody>
          </p:sp>
          <p:sp>
            <p:nvSpPr>
              <p:cNvPr id="30" name="Oval 57">
                <a:extLst>
                  <a:ext uri="{FF2B5EF4-FFF2-40B4-BE49-F238E27FC236}">
                    <a16:creationId xmlns:a16="http://schemas.microsoft.com/office/drawing/2014/main" id="{F28CEC53-A175-3BD1-5EF5-8C27D5C8B3D6}"/>
                  </a:ext>
                </a:extLst>
              </p:cNvPr>
              <p:cNvSpPr>
                <a:spLocks noChangeArrowheads="1"/>
              </p:cNvSpPr>
              <p:nvPr/>
            </p:nvSpPr>
            <p:spPr bwMode="auto">
              <a:xfrm>
                <a:off x="4351" y="3600"/>
                <a:ext cx="65" cy="68"/>
              </a:xfrm>
              <a:prstGeom prst="ellipse">
                <a:avLst/>
              </a:prstGeom>
              <a:solidFill>
                <a:srgbClr val="C0C0C0"/>
              </a:solidFill>
              <a:ln w="9525">
                <a:solidFill>
                  <a:schemeClr val="tx1"/>
                </a:solidFill>
                <a:round/>
                <a:headEnd/>
                <a:tailEnd/>
              </a:ln>
            </p:spPr>
            <p:txBody>
              <a:bodyPr wrap="none" anchor="ctr"/>
              <a:lstStyle/>
              <a:p>
                <a:endParaRPr lang="en-US"/>
              </a:p>
            </p:txBody>
          </p:sp>
        </p:grpSp>
        <p:sp>
          <p:nvSpPr>
            <p:cNvPr id="13" name="Text Box 58">
              <a:extLst>
                <a:ext uri="{FF2B5EF4-FFF2-40B4-BE49-F238E27FC236}">
                  <a16:creationId xmlns:a16="http://schemas.microsoft.com/office/drawing/2014/main" id="{06710F95-0ADB-7950-23F8-9FECB63EC1BB}"/>
                </a:ext>
              </a:extLst>
            </p:cNvPr>
            <p:cNvSpPr txBox="1">
              <a:spLocks noChangeArrowheads="1"/>
            </p:cNvSpPr>
            <p:nvPr/>
          </p:nvSpPr>
          <p:spPr bwMode="auto">
            <a:xfrm>
              <a:off x="3810000" y="1828800"/>
              <a:ext cx="4953000" cy="1244600"/>
            </a:xfrm>
            <a:prstGeom prst="rect">
              <a:avLst/>
            </a:prstGeom>
            <a:noFill/>
            <a:ln w="9525">
              <a:noFill/>
              <a:miter lim="800000"/>
              <a:headEnd/>
              <a:tailEnd/>
            </a:ln>
          </p:spPr>
          <p:txBody>
            <a:bodyPr>
              <a:spAutoFit/>
            </a:bodyPr>
            <a:lstStyle/>
            <a:p>
              <a:pPr algn="ctr">
                <a:lnSpc>
                  <a:spcPct val="90000"/>
                </a:lnSpc>
                <a:spcBef>
                  <a:spcPct val="20000"/>
                </a:spcBef>
                <a:buClr>
                  <a:schemeClr val="accent1"/>
                </a:buClr>
                <a:buSzPct val="90000"/>
                <a:buFont typeface="Wingdings" pitchFamily="2" charset="2"/>
                <a:buNone/>
              </a:pPr>
              <a:r>
                <a:rPr kumimoji="1" lang="en-US" sz="2800" dirty="0"/>
                <a:t>Remote deployment of sensors for </a:t>
              </a:r>
              <a:r>
                <a:rPr kumimoji="1" lang="en-US" sz="2800" dirty="0">
                  <a:solidFill>
                    <a:srgbClr val="000099"/>
                  </a:solidFill>
                </a:rPr>
                <a:t>tactical monitoring</a:t>
              </a:r>
              <a:r>
                <a:rPr kumimoji="1" lang="en-US" sz="2800" dirty="0"/>
                <a:t> of enemy troop movements.</a:t>
              </a:r>
            </a:p>
          </p:txBody>
        </p:sp>
      </p:grpSp>
    </p:spTree>
    <p:extLst>
      <p:ext uri="{BB962C8B-B14F-4D97-AF65-F5344CB8AC3E}">
        <p14:creationId xmlns:p14="http://schemas.microsoft.com/office/powerpoint/2010/main" val="230971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17D387-0D90-D982-9375-835A01B4E86A}"/>
              </a:ext>
            </a:extLst>
          </p:cNvPr>
          <p:cNvSpPr>
            <a:spLocks noGrp="1"/>
          </p:cNvSpPr>
          <p:nvPr>
            <p:ph sz="quarter" idx="10"/>
          </p:nvPr>
        </p:nvSpPr>
        <p:spPr/>
        <p:txBody>
          <a:bodyPr/>
          <a:lstStyle/>
          <a:p>
            <a:r>
              <a:rPr lang="en-IN" dirty="0"/>
              <a:t>Traffic Management</a:t>
            </a:r>
          </a:p>
        </p:txBody>
      </p:sp>
      <p:sp>
        <p:nvSpPr>
          <p:cNvPr id="3" name="Slide Number Placeholder 2">
            <a:extLst>
              <a:ext uri="{FF2B5EF4-FFF2-40B4-BE49-F238E27FC236}">
                <a16:creationId xmlns:a16="http://schemas.microsoft.com/office/drawing/2014/main" id="{10D14D4D-2B6E-334D-36B6-C78B5C5ABB46}"/>
              </a:ext>
            </a:extLst>
          </p:cNvPr>
          <p:cNvSpPr>
            <a:spLocks noGrp="1"/>
          </p:cNvSpPr>
          <p:nvPr>
            <p:ph type="sldNum" sz="quarter" idx="13"/>
          </p:nvPr>
        </p:nvSpPr>
        <p:spPr/>
        <p:txBody>
          <a:bodyPr/>
          <a:lstStyle/>
          <a:p>
            <a:fld id="{BC8D7E44-7D4F-4942-A8C9-2DF6BF8399E8}" type="slidenum">
              <a:rPr lang="en-US" smtClean="0"/>
              <a:pPr/>
              <a:t>76</a:t>
            </a:fld>
            <a:endParaRPr lang="en-US" dirty="0"/>
          </a:p>
        </p:txBody>
      </p:sp>
      <p:grpSp>
        <p:nvGrpSpPr>
          <p:cNvPr id="61" name="Group 60">
            <a:extLst>
              <a:ext uri="{FF2B5EF4-FFF2-40B4-BE49-F238E27FC236}">
                <a16:creationId xmlns:a16="http://schemas.microsoft.com/office/drawing/2014/main" id="{282B6A45-EC74-F150-4C3B-1241CA2D2F80}"/>
              </a:ext>
            </a:extLst>
          </p:cNvPr>
          <p:cNvGrpSpPr/>
          <p:nvPr/>
        </p:nvGrpSpPr>
        <p:grpSpPr>
          <a:xfrm>
            <a:off x="723900" y="1498936"/>
            <a:ext cx="7696200" cy="4864100"/>
            <a:chOff x="1066800" y="1689100"/>
            <a:chExt cx="7696200" cy="4864100"/>
          </a:xfrm>
        </p:grpSpPr>
        <p:sp>
          <p:nvSpPr>
            <p:cNvPr id="62" name="Rectangle 3">
              <a:extLst>
                <a:ext uri="{FF2B5EF4-FFF2-40B4-BE49-F238E27FC236}">
                  <a16:creationId xmlns:a16="http://schemas.microsoft.com/office/drawing/2014/main" id="{FCC10412-C3FE-08AC-D73F-704DFA910E30}"/>
                </a:ext>
              </a:extLst>
            </p:cNvPr>
            <p:cNvSpPr>
              <a:spLocks noChangeArrowheads="1"/>
            </p:cNvSpPr>
            <p:nvPr/>
          </p:nvSpPr>
          <p:spPr bwMode="auto">
            <a:xfrm>
              <a:off x="4648200" y="1828800"/>
              <a:ext cx="4114800" cy="1676400"/>
            </a:xfrm>
            <a:prstGeom prst="rect">
              <a:avLst/>
            </a:prstGeom>
            <a:noFill/>
            <a:ln w="9525">
              <a:noFill/>
              <a:miter lim="800000"/>
              <a:headEnd/>
              <a:tailEnd/>
            </a:ln>
          </p:spPr>
          <p:txBody>
            <a:bodyPr/>
            <a:lstStyle/>
            <a:p>
              <a:pPr marL="342900" indent="-342900" eaLnBrk="1" hangingPunct="1">
                <a:lnSpc>
                  <a:spcPct val="90000"/>
                </a:lnSpc>
                <a:spcBef>
                  <a:spcPct val="20000"/>
                </a:spcBef>
                <a:buClr>
                  <a:schemeClr val="tx1"/>
                </a:buClr>
                <a:buSzPct val="70000"/>
                <a:buFont typeface="Wingdings" pitchFamily="2" charset="2"/>
                <a:buChar char="¢"/>
              </a:pPr>
              <a:r>
                <a:rPr lang="en-US" sz="2600" dirty="0">
                  <a:solidFill>
                    <a:schemeClr val="tx2"/>
                  </a:solidFill>
                  <a:latin typeface="Lucida Bright" pitchFamily="18" charset="0"/>
                </a:rPr>
                <a:t>Future cars could use wireless sensors to:</a:t>
              </a:r>
            </a:p>
            <a:p>
              <a:pPr marL="742950" lvl="1" indent="-285750" eaLnBrk="1" hangingPunct="1">
                <a:lnSpc>
                  <a:spcPct val="90000"/>
                </a:lnSpc>
                <a:spcBef>
                  <a:spcPct val="20000"/>
                </a:spcBef>
                <a:buClr>
                  <a:schemeClr val="accent1"/>
                </a:buClr>
                <a:buSzPct val="75000"/>
                <a:buFont typeface="Wingdings" pitchFamily="2" charset="2"/>
                <a:buChar char="l"/>
              </a:pPr>
              <a:r>
                <a:rPr lang="en-US" sz="2400" dirty="0">
                  <a:solidFill>
                    <a:schemeClr val="tx2"/>
                  </a:solidFill>
                  <a:latin typeface="Lucida Bright" pitchFamily="18" charset="0"/>
                </a:rPr>
                <a:t>Handle Accidents</a:t>
              </a:r>
            </a:p>
            <a:p>
              <a:pPr marL="742950" lvl="1" indent="-285750" eaLnBrk="1" hangingPunct="1">
                <a:lnSpc>
                  <a:spcPct val="90000"/>
                </a:lnSpc>
                <a:spcBef>
                  <a:spcPct val="20000"/>
                </a:spcBef>
                <a:buClr>
                  <a:schemeClr val="accent1"/>
                </a:buClr>
                <a:buSzPct val="75000"/>
                <a:buFont typeface="Wingdings" pitchFamily="2" charset="2"/>
                <a:buChar char="l"/>
              </a:pPr>
              <a:r>
                <a:rPr lang="en-US" sz="2400" dirty="0">
                  <a:solidFill>
                    <a:schemeClr val="tx2"/>
                  </a:solidFill>
                  <a:latin typeface="Lucida Bright" pitchFamily="18" charset="0"/>
                </a:rPr>
                <a:t>Handle Thefts</a:t>
              </a:r>
            </a:p>
          </p:txBody>
        </p:sp>
        <p:pic>
          <p:nvPicPr>
            <p:cNvPr id="63" name="Picture 4" descr="BD07175_">
              <a:extLst>
                <a:ext uri="{FF2B5EF4-FFF2-40B4-BE49-F238E27FC236}">
                  <a16:creationId xmlns:a16="http://schemas.microsoft.com/office/drawing/2014/main" id="{39425745-DD77-D533-41EC-42A8A5E9B692}"/>
                </a:ext>
              </a:extLst>
            </p:cNvPr>
            <p:cNvPicPr>
              <a:picLocks noChangeAspect="1" noChangeArrowheads="1"/>
            </p:cNvPicPr>
            <p:nvPr/>
          </p:nvPicPr>
          <p:blipFill>
            <a:blip r:embed="rId2" cstate="email"/>
            <a:srcRect/>
            <a:stretch>
              <a:fillRect/>
            </a:stretch>
          </p:blipFill>
          <p:spPr bwMode="auto">
            <a:xfrm>
              <a:off x="4876800" y="3657600"/>
              <a:ext cx="3810000" cy="2517775"/>
            </a:xfrm>
            <a:prstGeom prst="rect">
              <a:avLst/>
            </a:prstGeom>
            <a:noFill/>
            <a:ln w="9525">
              <a:noFill/>
              <a:miter lim="800000"/>
              <a:headEnd/>
              <a:tailEnd/>
            </a:ln>
          </p:spPr>
        </p:pic>
        <p:sp>
          <p:nvSpPr>
            <p:cNvPr id="64" name="Rectangle 5">
              <a:extLst>
                <a:ext uri="{FF2B5EF4-FFF2-40B4-BE49-F238E27FC236}">
                  <a16:creationId xmlns:a16="http://schemas.microsoft.com/office/drawing/2014/main" id="{3BAC0E81-352A-DD8E-F58A-C9FA70E06D59}"/>
                </a:ext>
              </a:extLst>
            </p:cNvPr>
            <p:cNvSpPr>
              <a:spLocks noChangeArrowheads="1"/>
            </p:cNvSpPr>
            <p:nvPr/>
          </p:nvSpPr>
          <p:spPr bwMode="auto">
            <a:xfrm>
              <a:off x="1066800" y="4560888"/>
              <a:ext cx="3886200" cy="1992312"/>
            </a:xfrm>
            <a:prstGeom prst="rect">
              <a:avLst/>
            </a:prstGeom>
            <a:noFill/>
            <a:ln w="12700">
              <a:noFill/>
              <a:miter lim="800000"/>
              <a:headEnd type="none" w="med" len="lg"/>
              <a:tailEnd type="none" w="lg" len="lg"/>
            </a:ln>
          </p:spPr>
          <p:txBody>
            <a:bodyPr>
              <a:spAutoFit/>
            </a:bodyPr>
            <a:lstStyle/>
            <a:p>
              <a:pPr>
                <a:lnSpc>
                  <a:spcPct val="90000"/>
                </a:lnSpc>
                <a:spcBef>
                  <a:spcPct val="20000"/>
                </a:spcBef>
                <a:buClr>
                  <a:schemeClr val="accent1"/>
                </a:buClr>
                <a:buSzPct val="90000"/>
                <a:buFont typeface="Wingdings" pitchFamily="2" charset="2"/>
                <a:buChar char="ü"/>
              </a:pPr>
              <a:r>
                <a:rPr kumimoji="1" lang="en-US" sz="2800">
                  <a:solidFill>
                    <a:srgbClr val="000000"/>
                  </a:solidFill>
                </a:rPr>
                <a:t>Sensors embedded in the roads to:</a:t>
              </a:r>
            </a:p>
            <a:p>
              <a:pPr lvl="1">
                <a:lnSpc>
                  <a:spcPct val="90000"/>
                </a:lnSpc>
                <a:spcBef>
                  <a:spcPct val="20000"/>
                </a:spcBef>
                <a:buClr>
                  <a:schemeClr val="accent1"/>
                </a:buClr>
                <a:buFontTx/>
                <a:buChar char="–"/>
              </a:pPr>
              <a:r>
                <a:rPr kumimoji="1" lang="en-US" sz="2400">
                  <a:solidFill>
                    <a:srgbClr val="000000"/>
                  </a:solidFill>
                </a:rPr>
                <a:t>Monitor traffic flows</a:t>
              </a:r>
            </a:p>
            <a:p>
              <a:pPr lvl="1">
                <a:lnSpc>
                  <a:spcPct val="90000"/>
                </a:lnSpc>
                <a:spcBef>
                  <a:spcPct val="20000"/>
                </a:spcBef>
                <a:buClr>
                  <a:schemeClr val="accent1"/>
                </a:buClr>
                <a:buFontTx/>
                <a:buChar char="–"/>
              </a:pPr>
              <a:r>
                <a:rPr kumimoji="1" lang="en-US" sz="2400">
                  <a:solidFill>
                    <a:srgbClr val="000000"/>
                  </a:solidFill>
                </a:rPr>
                <a:t>Provide real-time route updates</a:t>
              </a:r>
            </a:p>
          </p:txBody>
        </p:sp>
        <p:pic>
          <p:nvPicPr>
            <p:cNvPr id="65" name="Picture 6" descr="BD05679_">
              <a:extLst>
                <a:ext uri="{FF2B5EF4-FFF2-40B4-BE49-F238E27FC236}">
                  <a16:creationId xmlns:a16="http://schemas.microsoft.com/office/drawing/2014/main" id="{A8866B7A-6092-4ACE-78D4-21B00C81B847}"/>
                </a:ext>
              </a:extLst>
            </p:cNvPr>
            <p:cNvPicPr>
              <a:picLocks noChangeAspect="1" noChangeArrowheads="1"/>
            </p:cNvPicPr>
            <p:nvPr/>
          </p:nvPicPr>
          <p:blipFill>
            <a:blip r:embed="rId3" cstate="email"/>
            <a:srcRect/>
            <a:stretch>
              <a:fillRect/>
            </a:stretch>
          </p:blipFill>
          <p:spPr bwMode="auto">
            <a:xfrm>
              <a:off x="1524000" y="1689100"/>
              <a:ext cx="2743200" cy="2654300"/>
            </a:xfrm>
            <a:prstGeom prst="rect">
              <a:avLst/>
            </a:prstGeom>
            <a:noFill/>
            <a:ln w="9525">
              <a:noFill/>
              <a:miter lim="800000"/>
              <a:headEnd/>
              <a:tailEnd/>
            </a:ln>
          </p:spPr>
        </p:pic>
      </p:grpSp>
    </p:spTree>
    <p:extLst>
      <p:ext uri="{BB962C8B-B14F-4D97-AF65-F5344CB8AC3E}">
        <p14:creationId xmlns:p14="http://schemas.microsoft.com/office/powerpoint/2010/main" val="26951099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78C1E-5103-3E22-CDB9-0CEF77335B1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85C455-13A4-C2BC-5A9B-13A5D6191996}"/>
              </a:ext>
            </a:extLst>
          </p:cNvPr>
          <p:cNvSpPr>
            <a:spLocks noGrp="1"/>
          </p:cNvSpPr>
          <p:nvPr>
            <p:ph sz="quarter" idx="10"/>
          </p:nvPr>
        </p:nvSpPr>
        <p:spPr/>
        <p:txBody>
          <a:bodyPr/>
          <a:lstStyle/>
          <a:p>
            <a:r>
              <a:rPr lang="en-IN" dirty="0"/>
              <a:t>Traffic Management</a:t>
            </a:r>
          </a:p>
        </p:txBody>
      </p:sp>
      <p:sp>
        <p:nvSpPr>
          <p:cNvPr id="3" name="Slide Number Placeholder 2">
            <a:extLst>
              <a:ext uri="{FF2B5EF4-FFF2-40B4-BE49-F238E27FC236}">
                <a16:creationId xmlns:a16="http://schemas.microsoft.com/office/drawing/2014/main" id="{96A39FFB-8572-0A76-14F4-7959BD408E87}"/>
              </a:ext>
            </a:extLst>
          </p:cNvPr>
          <p:cNvSpPr>
            <a:spLocks noGrp="1"/>
          </p:cNvSpPr>
          <p:nvPr>
            <p:ph type="sldNum" sz="quarter" idx="13"/>
          </p:nvPr>
        </p:nvSpPr>
        <p:spPr/>
        <p:txBody>
          <a:bodyPr/>
          <a:lstStyle/>
          <a:p>
            <a:fld id="{BC8D7E44-7D4F-4942-A8C9-2DF6BF8399E8}" type="slidenum">
              <a:rPr lang="en-US" smtClean="0"/>
              <a:pPr/>
              <a:t>77</a:t>
            </a:fld>
            <a:endParaRPr lang="en-US" dirty="0"/>
          </a:p>
        </p:txBody>
      </p:sp>
      <p:sp>
        <p:nvSpPr>
          <p:cNvPr id="4" name="TextBox 3">
            <a:extLst>
              <a:ext uri="{FF2B5EF4-FFF2-40B4-BE49-F238E27FC236}">
                <a16:creationId xmlns:a16="http://schemas.microsoft.com/office/drawing/2014/main" id="{2D436AA8-9E0D-176D-73A4-652CB78EFE63}"/>
              </a:ext>
            </a:extLst>
          </p:cNvPr>
          <p:cNvSpPr txBox="1"/>
          <p:nvPr/>
        </p:nvSpPr>
        <p:spPr>
          <a:xfrm>
            <a:off x="152400" y="1447800"/>
            <a:ext cx="8610600" cy="3693319"/>
          </a:xfrm>
          <a:prstGeom prst="rect">
            <a:avLst/>
          </a:prstGeom>
          <a:noFill/>
        </p:spPr>
        <p:txBody>
          <a:bodyPr wrap="square" rtlCol="0">
            <a:spAutoFit/>
          </a:bodyPr>
          <a:lstStyle/>
          <a:p>
            <a:pPr>
              <a:buNone/>
            </a:pPr>
            <a:r>
              <a:rPr lang="en-US" b="1" dirty="0"/>
              <a:t>Traffic Management using Network Embedded Applications</a:t>
            </a:r>
          </a:p>
          <a:p>
            <a:pPr>
              <a:buNone/>
            </a:pPr>
            <a:r>
              <a:rPr lang="en-US" dirty="0"/>
              <a:t>In the field of </a:t>
            </a:r>
            <a:r>
              <a:rPr lang="en-US" b="1" dirty="0"/>
              <a:t>traffic management</a:t>
            </a:r>
            <a:r>
              <a:rPr lang="en-US" dirty="0"/>
              <a:t>, Network Embedded Systems enhance road safety and efficiency through </a:t>
            </a:r>
            <a:r>
              <a:rPr lang="en-US" b="1" dirty="0"/>
              <a:t>wireless sensor networks</a:t>
            </a:r>
            <a:r>
              <a:rPr lang="en-US" dirty="0"/>
              <a:t>. These sensors help in monitoring, decision-making, and automation.</a:t>
            </a:r>
          </a:p>
          <a:p>
            <a:pPr>
              <a:buFont typeface="+mj-lt"/>
              <a:buAutoNum type="arabicPeriod"/>
            </a:pPr>
            <a:r>
              <a:rPr lang="en-US" b="1" dirty="0"/>
              <a:t>Sensors Embedded in Roads:</a:t>
            </a:r>
            <a:endParaRPr lang="en-US" dirty="0"/>
          </a:p>
          <a:p>
            <a:pPr marL="742950" lvl="1" indent="-285750">
              <a:buFont typeface="+mj-lt"/>
              <a:buAutoNum type="arabicPeriod"/>
            </a:pPr>
            <a:r>
              <a:rPr lang="en-US" dirty="0"/>
              <a:t>Monitor traffic flows.</a:t>
            </a:r>
          </a:p>
          <a:p>
            <a:pPr marL="742950" lvl="1" indent="-285750">
              <a:buFont typeface="+mj-lt"/>
              <a:buAutoNum type="arabicPeriod"/>
            </a:pPr>
            <a:r>
              <a:rPr lang="en-US" dirty="0"/>
              <a:t>Provide </a:t>
            </a:r>
            <a:r>
              <a:rPr lang="en-US" b="1" dirty="0"/>
              <a:t>real-time route updates</a:t>
            </a:r>
            <a:r>
              <a:rPr lang="en-US" dirty="0"/>
              <a:t> to vehicles and traffic control systems.</a:t>
            </a:r>
          </a:p>
          <a:p>
            <a:pPr>
              <a:buFont typeface="+mj-lt"/>
              <a:buAutoNum type="arabicPeriod"/>
            </a:pPr>
            <a:r>
              <a:rPr lang="en-US" b="1" dirty="0"/>
              <a:t>Future Cars &amp; Wireless Sensors:</a:t>
            </a:r>
            <a:endParaRPr lang="en-US" dirty="0"/>
          </a:p>
          <a:p>
            <a:pPr marL="742950" lvl="1" indent="-285750">
              <a:buFont typeface="+mj-lt"/>
              <a:buAutoNum type="arabicPeriod"/>
            </a:pPr>
            <a:r>
              <a:rPr lang="en-US" dirty="0"/>
              <a:t>Improve </a:t>
            </a:r>
            <a:r>
              <a:rPr lang="en-US" b="1" dirty="0"/>
              <a:t>accident detection</a:t>
            </a:r>
            <a:r>
              <a:rPr lang="en-US" dirty="0"/>
              <a:t> and enable faster emergency responses.</a:t>
            </a:r>
          </a:p>
          <a:p>
            <a:pPr marL="742950" lvl="1" indent="-285750">
              <a:buFont typeface="+mj-lt"/>
              <a:buAutoNum type="arabicPeriod"/>
            </a:pPr>
            <a:r>
              <a:rPr lang="en-US" b="1" dirty="0"/>
              <a:t>Prevent thefts</a:t>
            </a:r>
            <a:r>
              <a:rPr lang="en-US" dirty="0"/>
              <a:t> by integrating smart vehicle tracking and security features.</a:t>
            </a:r>
          </a:p>
          <a:p>
            <a:r>
              <a:rPr lang="en-US" dirty="0"/>
              <a:t>These applications contribute to </a:t>
            </a:r>
            <a:r>
              <a:rPr lang="en-US" b="1" dirty="0"/>
              <a:t>smart city infrastructure</a:t>
            </a:r>
            <a:r>
              <a:rPr lang="en-US" dirty="0"/>
              <a:t>, reducing congestion and enhancing road safety.</a:t>
            </a:r>
          </a:p>
          <a:p>
            <a:endParaRPr lang="en-IN" dirty="0"/>
          </a:p>
        </p:txBody>
      </p:sp>
      <p:sp>
        <p:nvSpPr>
          <p:cNvPr id="5" name="TextBox 4">
            <a:extLst>
              <a:ext uri="{FF2B5EF4-FFF2-40B4-BE49-F238E27FC236}">
                <a16:creationId xmlns:a16="http://schemas.microsoft.com/office/drawing/2014/main" id="{3A9562AC-5D85-7F39-E6F6-12615AEAE6D0}"/>
              </a:ext>
            </a:extLst>
          </p:cNvPr>
          <p:cNvSpPr txBox="1"/>
          <p:nvPr/>
        </p:nvSpPr>
        <p:spPr>
          <a:xfrm>
            <a:off x="838200" y="5410200"/>
            <a:ext cx="7391400" cy="369332"/>
          </a:xfrm>
          <a:prstGeom prst="rect">
            <a:avLst/>
          </a:prstGeom>
          <a:noFill/>
        </p:spPr>
        <p:txBody>
          <a:bodyPr wrap="square" rtlCol="0">
            <a:spAutoFit/>
          </a:bodyPr>
          <a:lstStyle/>
          <a:p>
            <a:pPr algn="ctr"/>
            <a:r>
              <a:rPr lang="en-US" b="1" dirty="0"/>
              <a:t>CS-2 -&gt; </a:t>
            </a:r>
            <a:r>
              <a:rPr lang="en-IN" sz="1800" b="1" dirty="0">
                <a:latin typeface="Times New Roman" pitchFamily="18" charset="0"/>
                <a:cs typeface="Times New Roman" pitchFamily="18" charset="0"/>
              </a:rPr>
              <a:t>Wireless Sensor Networks</a:t>
            </a:r>
            <a:endParaRPr lang="en-IN" b="1" dirty="0"/>
          </a:p>
        </p:txBody>
      </p:sp>
    </p:spTree>
    <p:extLst>
      <p:ext uri="{BB962C8B-B14F-4D97-AF65-F5344CB8AC3E}">
        <p14:creationId xmlns:p14="http://schemas.microsoft.com/office/powerpoint/2010/main" val="26408424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9603" y="374024"/>
            <a:ext cx="7569812" cy="868622"/>
          </a:xfrm>
        </p:spPr>
        <p:txBody>
          <a:bodyPr/>
          <a:lstStyle/>
          <a:p>
            <a:r>
              <a:rPr lang="en-IN" sz="3600" dirty="0">
                <a:latin typeface="Calibri" panose="020F0502020204030204" pitchFamily="34" charset="0"/>
                <a:cs typeface="Calibri" panose="020F0502020204030204" pitchFamily="34" charset="0"/>
              </a:rPr>
              <a:t>Networks of Embedded Systems (NES)</a:t>
            </a:r>
          </a:p>
        </p:txBody>
      </p:sp>
      <p:sp>
        <p:nvSpPr>
          <p:cNvPr id="2" name="Content Placeholder 1"/>
          <p:cNvSpPr>
            <a:spLocks noGrp="1"/>
          </p:cNvSpPr>
          <p:nvPr>
            <p:ph idx="1"/>
          </p:nvPr>
        </p:nvSpPr>
        <p:spPr>
          <a:xfrm>
            <a:off x="159603" y="3429000"/>
            <a:ext cx="8833823" cy="2964334"/>
          </a:xfrm>
        </p:spPr>
        <p:txBody>
          <a:bodyPr>
            <a:normAutofit/>
          </a:bodyPr>
          <a:lstStyle/>
          <a:p>
            <a:pPr marL="228600" lvl="0" indent="-228600" defTabSz="685800">
              <a:lnSpc>
                <a:spcPct val="110000"/>
              </a:lnSpc>
              <a:spcBef>
                <a:spcPts val="700"/>
              </a:spcBef>
              <a:buClr>
                <a:srgbClr val="0B082E"/>
              </a:buClr>
              <a:buFont typeface="Arial" panose="020B0604020202020204" pitchFamily="34" charset="0"/>
              <a:buChar char="•"/>
            </a:pPr>
            <a:r>
              <a:rPr lang="en-US" altLang="en-US" sz="2400" kern="1200" dirty="0">
                <a:solidFill>
                  <a:srgbClr val="000099"/>
                </a:solidFill>
                <a:latin typeface="Tahoma" panose="020B0604030504040204" pitchFamily="34" charset="0"/>
                <a:ea typeface="+mn-ea"/>
                <a:cs typeface="+mn-cs"/>
              </a:rPr>
              <a:t>Large scale, ad hoc networks</a:t>
            </a:r>
          </a:p>
          <a:p>
            <a:pPr marL="228600" lvl="0" indent="-228600" defTabSz="685800">
              <a:lnSpc>
                <a:spcPct val="110000"/>
              </a:lnSpc>
              <a:spcBef>
                <a:spcPts val="700"/>
              </a:spcBef>
              <a:buClr>
                <a:srgbClr val="0B082E"/>
              </a:buClr>
              <a:buFont typeface="Arial" panose="020B0604020202020204" pitchFamily="34" charset="0"/>
              <a:buChar char="•"/>
            </a:pPr>
            <a:r>
              <a:rPr lang="en-US" altLang="en-US" sz="2400" kern="1200" dirty="0">
                <a:solidFill>
                  <a:srgbClr val="000099"/>
                </a:solidFill>
                <a:latin typeface="Tahoma" panose="020B0604030504040204" pitchFamily="34" charset="0"/>
                <a:ea typeface="+mn-ea"/>
                <a:cs typeface="+mn-cs"/>
              </a:rPr>
              <a:t>Heterogeneous node functionality: sensors, intelligent cameras, smart appliances</a:t>
            </a:r>
          </a:p>
          <a:p>
            <a:pPr marL="228600" lvl="0" indent="-228600" defTabSz="685800">
              <a:lnSpc>
                <a:spcPct val="110000"/>
              </a:lnSpc>
              <a:spcBef>
                <a:spcPts val="700"/>
              </a:spcBef>
              <a:buClr>
                <a:srgbClr val="0B082E"/>
              </a:buClr>
              <a:buFont typeface="Arial" panose="020B0604020202020204" pitchFamily="34" charset="0"/>
              <a:buChar char="•"/>
            </a:pPr>
            <a:r>
              <a:rPr lang="en-US" altLang="en-US" sz="2400" kern="1200" dirty="0">
                <a:solidFill>
                  <a:srgbClr val="000099"/>
                </a:solidFill>
                <a:latin typeface="Tahoma" panose="020B0604030504040204" pitchFamily="34" charset="0"/>
                <a:ea typeface="+mn-ea"/>
                <a:cs typeface="+mn-cs"/>
              </a:rPr>
              <a:t>Limited resources: CPU, memory, bandwidth, energy</a:t>
            </a:r>
          </a:p>
          <a:p>
            <a:pPr marL="228600" lvl="0" indent="-228600" defTabSz="685800">
              <a:lnSpc>
                <a:spcPct val="110000"/>
              </a:lnSpc>
              <a:spcBef>
                <a:spcPts val="700"/>
              </a:spcBef>
              <a:buClr>
                <a:srgbClr val="0B082E"/>
              </a:buClr>
              <a:buFont typeface="Arial" panose="020B0604020202020204" pitchFamily="34" charset="0"/>
              <a:buChar char="•"/>
            </a:pPr>
            <a:r>
              <a:rPr lang="en-US" altLang="en-US" sz="2400" kern="1200" dirty="0">
                <a:solidFill>
                  <a:srgbClr val="000099"/>
                </a:solidFill>
                <a:latin typeface="Tahoma" panose="020B0604030504040204" pitchFamily="34" charset="0"/>
                <a:ea typeface="+mn-ea"/>
                <a:cs typeface="+mn-cs"/>
              </a:rPr>
              <a:t>Wired/ Wireless Communication</a:t>
            </a:r>
          </a:p>
          <a:p>
            <a:pPr marL="228600" lvl="0" indent="-228600" defTabSz="685800">
              <a:lnSpc>
                <a:spcPct val="110000"/>
              </a:lnSpc>
              <a:spcBef>
                <a:spcPts val="700"/>
              </a:spcBef>
              <a:buClr>
                <a:srgbClr val="0B082E"/>
              </a:buClr>
              <a:buFont typeface="Arial" panose="020B0604020202020204" pitchFamily="34" charset="0"/>
              <a:buChar char="•"/>
            </a:pPr>
            <a:r>
              <a:rPr lang="en-US" altLang="en-US" sz="2400" kern="1200" dirty="0">
                <a:solidFill>
                  <a:srgbClr val="000099"/>
                </a:solidFill>
                <a:latin typeface="Tahoma" panose="020B0604030504040204" pitchFamily="34" charset="0"/>
                <a:ea typeface="+mn-ea"/>
                <a:cs typeface="+mn-cs"/>
              </a:rPr>
              <a:t>Volatile, possibly mobile</a:t>
            </a:r>
            <a:endParaRPr lang="en-US" altLang="en-US" sz="2400" kern="1200" dirty="0">
              <a:solidFill>
                <a:prstClr val="black">
                  <a:lumMod val="65000"/>
                  <a:lumOff val="35000"/>
                </a:prstClr>
              </a:solidFill>
              <a:latin typeface="Gill Sans MT" panose="020B0502020104020203"/>
              <a:ea typeface="+mn-ea"/>
              <a:cs typeface="+mn-cs"/>
            </a:endParaRPr>
          </a:p>
          <a:p>
            <a:pPr marL="342900" indent="-342900">
              <a:buFont typeface="Arial" panose="020B0604020202020204" pitchFamily="34" charset="0"/>
              <a:buChar char="•"/>
            </a:pPr>
            <a:endParaRPr lang="en-IN" dirty="0"/>
          </a:p>
        </p:txBody>
      </p:sp>
      <p:pic>
        <p:nvPicPr>
          <p:cNvPr id="4" name="Picture 4" descr="C:\Documents and Settings\Cristian\presentations\cars.jpg">
            <a:extLst>
              <a:ext uri="{FF2B5EF4-FFF2-40B4-BE49-F238E27FC236}">
                <a16:creationId xmlns:a16="http://schemas.microsoft.com/office/drawing/2014/main" id="{7121B7E4-E783-4948-842E-45485B123B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371600"/>
            <a:ext cx="1981200" cy="10366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5" descr="C:\Documents and Settings\Cristian\presentations\zebra.jpg">
            <a:extLst>
              <a:ext uri="{FF2B5EF4-FFF2-40B4-BE49-F238E27FC236}">
                <a16:creationId xmlns:a16="http://schemas.microsoft.com/office/drawing/2014/main" id="{3A76B3F0-EAB4-41D0-9B1C-7418E5144E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403350"/>
            <a:ext cx="2514600" cy="1030288"/>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6">
            <a:extLst>
              <a:ext uri="{FF2B5EF4-FFF2-40B4-BE49-F238E27FC236}">
                <a16:creationId xmlns:a16="http://schemas.microsoft.com/office/drawing/2014/main" id="{0A799F66-944D-44D5-83DC-7A96549C607D}"/>
              </a:ext>
            </a:extLst>
          </p:cNvPr>
          <p:cNvSpPr txBox="1">
            <a:spLocks noChangeArrowheads="1"/>
          </p:cNvSpPr>
          <p:nvPr/>
        </p:nvSpPr>
        <p:spPr bwMode="auto">
          <a:xfrm>
            <a:off x="6934200" y="2514600"/>
            <a:ext cx="15763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0" cap="none" spc="0" normalizeH="0" baseline="0" noProof="0">
                <a:ln>
                  <a:noFill/>
                </a:ln>
                <a:solidFill>
                  <a:srgbClr val="D60093"/>
                </a:solidFill>
                <a:effectLst/>
                <a:uLnTx/>
                <a:uFillTx/>
                <a:latin typeface="Tahoma" panose="020B0604030504040204" pitchFamily="34" charset="0"/>
                <a:cs typeface="Arial"/>
                <a:sym typeface="Arial"/>
              </a:rPr>
              <a:t>Wildlife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0" cap="none" spc="0" normalizeH="0" baseline="0" noProof="0">
                <a:ln>
                  <a:noFill/>
                </a:ln>
                <a:solidFill>
                  <a:srgbClr val="D60093"/>
                </a:solidFill>
                <a:effectLst/>
                <a:uLnTx/>
                <a:uFillTx/>
                <a:latin typeface="Tahoma" panose="020B0604030504040204" pitchFamily="34" charset="0"/>
                <a:cs typeface="Arial"/>
                <a:sym typeface="Arial"/>
              </a:rPr>
              <a:t>Monitoring</a:t>
            </a:r>
          </a:p>
        </p:txBody>
      </p:sp>
      <p:sp>
        <p:nvSpPr>
          <p:cNvPr id="7" name="Text Box 7">
            <a:extLst>
              <a:ext uri="{FF2B5EF4-FFF2-40B4-BE49-F238E27FC236}">
                <a16:creationId xmlns:a16="http://schemas.microsoft.com/office/drawing/2014/main" id="{F7DC23EE-703D-487A-A74B-ADB59830A531}"/>
              </a:ext>
            </a:extLst>
          </p:cNvPr>
          <p:cNvSpPr txBox="1">
            <a:spLocks noChangeArrowheads="1"/>
          </p:cNvSpPr>
          <p:nvPr/>
        </p:nvSpPr>
        <p:spPr bwMode="auto">
          <a:xfrm>
            <a:off x="2514600" y="2514600"/>
            <a:ext cx="15303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0" cap="none" spc="0" normalizeH="0" baseline="0" noProof="0">
                <a:ln>
                  <a:noFill/>
                </a:ln>
                <a:solidFill>
                  <a:srgbClr val="D60093"/>
                </a:solidFill>
                <a:effectLst/>
                <a:uLnTx/>
                <a:uFillTx/>
                <a:latin typeface="Tahoma" panose="020B0604030504040204" pitchFamily="34" charset="0"/>
                <a:cs typeface="Arial"/>
                <a:sym typeface="Arial"/>
              </a:rPr>
              <a:t>Intelligent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0" cap="none" spc="0" normalizeH="0" baseline="0" noProof="0">
                <a:ln>
                  <a:noFill/>
                </a:ln>
                <a:solidFill>
                  <a:srgbClr val="D60093"/>
                </a:solidFill>
                <a:effectLst/>
                <a:uLnTx/>
                <a:uFillTx/>
                <a:latin typeface="Tahoma" panose="020B0604030504040204" pitchFamily="34" charset="0"/>
                <a:cs typeface="Arial"/>
                <a:sym typeface="Arial"/>
              </a:rPr>
              <a:t>Highways</a:t>
            </a:r>
          </a:p>
        </p:txBody>
      </p:sp>
      <p:sp>
        <p:nvSpPr>
          <p:cNvPr id="8" name="Text Box 8">
            <a:extLst>
              <a:ext uri="{FF2B5EF4-FFF2-40B4-BE49-F238E27FC236}">
                <a16:creationId xmlns:a16="http://schemas.microsoft.com/office/drawing/2014/main" id="{DB1AEDFC-5D68-4347-A770-55B9F319EEBD}"/>
              </a:ext>
            </a:extLst>
          </p:cNvPr>
          <p:cNvSpPr txBox="1">
            <a:spLocks noChangeArrowheads="1"/>
          </p:cNvSpPr>
          <p:nvPr/>
        </p:nvSpPr>
        <p:spPr bwMode="auto">
          <a:xfrm>
            <a:off x="4419600" y="2514600"/>
            <a:ext cx="18748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0" cap="none" spc="0" normalizeH="0" baseline="0" noProof="0">
                <a:ln>
                  <a:noFill/>
                </a:ln>
                <a:solidFill>
                  <a:srgbClr val="D60093"/>
                </a:solidFill>
                <a:effectLst/>
                <a:uLnTx/>
                <a:uFillTx/>
                <a:latin typeface="Tahoma" panose="020B0604030504040204" pitchFamily="34" charset="0"/>
                <a:cs typeface="Arial"/>
                <a:sym typeface="Arial"/>
              </a:rPr>
              <a:t>Collaborative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0" cap="none" spc="0" normalizeH="0" baseline="0" noProof="0">
                <a:ln>
                  <a:noFill/>
                </a:ln>
                <a:solidFill>
                  <a:srgbClr val="D60093"/>
                </a:solidFill>
                <a:effectLst/>
                <a:uLnTx/>
                <a:uFillTx/>
                <a:latin typeface="Tahoma" panose="020B0604030504040204" pitchFamily="34" charset="0"/>
                <a:cs typeface="Arial"/>
                <a:sym typeface="Arial"/>
              </a:rPr>
              <a:t>Robots</a:t>
            </a:r>
          </a:p>
        </p:txBody>
      </p:sp>
      <p:sp>
        <p:nvSpPr>
          <p:cNvPr id="9" name="Text Box 10">
            <a:extLst>
              <a:ext uri="{FF2B5EF4-FFF2-40B4-BE49-F238E27FC236}">
                <a16:creationId xmlns:a16="http://schemas.microsoft.com/office/drawing/2014/main" id="{9CD5E83B-AC8E-4BEF-A50B-352E9AFBCBAC}"/>
              </a:ext>
            </a:extLst>
          </p:cNvPr>
          <p:cNvSpPr txBox="1">
            <a:spLocks noChangeArrowheads="1"/>
          </p:cNvSpPr>
          <p:nvPr/>
        </p:nvSpPr>
        <p:spPr bwMode="auto">
          <a:xfrm>
            <a:off x="628321" y="2669977"/>
            <a:ext cx="167706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0" cap="none" spc="0" normalizeH="0" baseline="0" noProof="0" dirty="0">
                <a:ln>
                  <a:noFill/>
                </a:ln>
                <a:solidFill>
                  <a:srgbClr val="D60093"/>
                </a:solidFill>
                <a:effectLst/>
                <a:uLnTx/>
                <a:uFillTx/>
                <a:latin typeface="Tahoma" panose="020B0604030504040204" pitchFamily="34" charset="0"/>
                <a:cs typeface="Arial"/>
                <a:sym typeface="Arial"/>
              </a:rPr>
              <a:t>Automotive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0" cap="none" spc="0" normalizeH="0" baseline="0" noProof="0" dirty="0">
                <a:ln>
                  <a:noFill/>
                </a:ln>
                <a:solidFill>
                  <a:srgbClr val="D60093"/>
                </a:solidFill>
                <a:effectLst/>
                <a:uLnTx/>
                <a:uFillTx/>
                <a:latin typeface="Tahoma" panose="020B0604030504040204" pitchFamily="34" charset="0"/>
                <a:cs typeface="Arial"/>
                <a:sym typeface="Arial"/>
              </a:rPr>
              <a:t>Networks</a:t>
            </a:r>
          </a:p>
        </p:txBody>
      </p:sp>
      <p:pic>
        <p:nvPicPr>
          <p:cNvPr id="10" name="Picture 11" descr="C:\Documents and Settings\Cristian\presentations\robots.jpg">
            <a:extLst>
              <a:ext uri="{FF2B5EF4-FFF2-40B4-BE49-F238E27FC236}">
                <a16:creationId xmlns:a16="http://schemas.microsoft.com/office/drawing/2014/main" id="{DCF962B9-B17D-4C8E-BA61-D5D5875976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371600"/>
            <a:ext cx="1752600" cy="105727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http://www.sae.org/dlymagazineimages/10234_12380_ACT.jpg">
            <a:extLst>
              <a:ext uri="{FF2B5EF4-FFF2-40B4-BE49-F238E27FC236}">
                <a16:creationId xmlns:a16="http://schemas.microsoft.com/office/drawing/2014/main" id="{5356A55D-BBD9-4833-891E-5BFFD64EEE0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0960" y="1403350"/>
            <a:ext cx="1408989" cy="1266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00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2">
                                            <p:txEl>
                                              <p:pRg st="1" end="1"/>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2">
                                            <p:txEl>
                                              <p:pRg st="2" end="2"/>
                                            </p:txEl>
                                          </p:spTgt>
                                        </p:tgtEl>
                                        <p:attrNameLst>
                                          <p:attrName>style.textDecorationUnderline</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2">
                                            <p:txEl>
                                              <p:pRg st="3" end="3"/>
                                            </p:txEl>
                                          </p:spTgt>
                                        </p:tgtEl>
                                        <p:attrNameLst>
                                          <p:attrName>style.textDecorationUnderline</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8" presetClass="emph" presetSubtype="0" fill="hold" nodeType="clickEffect">
                                  <p:stCondLst>
                                    <p:cond delay="0"/>
                                  </p:stCondLst>
                                  <p:iterate type="lt">
                                    <p:tmPct val="4000"/>
                                  </p:iterate>
                                  <p:childTnLst>
                                    <p:set>
                                      <p:cBhvr override="childStyle">
                                        <p:cTn id="22" dur="500" fill="hold"/>
                                        <p:tgtEl>
                                          <p:spTgt spid="2">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9603" y="374024"/>
            <a:ext cx="7569812" cy="868622"/>
          </a:xfrm>
        </p:spPr>
        <p:txBody>
          <a:bodyPr/>
          <a:lstStyle/>
          <a:p>
            <a:r>
              <a:rPr lang="en-IN" sz="4000" dirty="0">
                <a:latin typeface="Calibri" panose="020F0502020204030204" pitchFamily="34" charset="0"/>
                <a:cs typeface="Calibri" panose="020F0502020204030204" pitchFamily="34" charset="0"/>
              </a:rPr>
              <a:t>Networked Embedded Systems</a:t>
            </a:r>
          </a:p>
        </p:txBody>
      </p:sp>
      <p:sp>
        <p:nvSpPr>
          <p:cNvPr id="2" name="Content Placeholder 1"/>
          <p:cNvSpPr>
            <a:spLocks noGrp="1"/>
          </p:cNvSpPr>
          <p:nvPr>
            <p:ph idx="1"/>
          </p:nvPr>
        </p:nvSpPr>
        <p:spPr>
          <a:xfrm>
            <a:off x="159603" y="1383125"/>
            <a:ext cx="8833823" cy="5010209"/>
          </a:xfrm>
        </p:spPr>
        <p:txBody>
          <a:bodyPr>
            <a:normAutofit/>
          </a:bodyPr>
          <a:lstStyle/>
          <a:p>
            <a:pPr marL="228600" lvl="0" indent="-228600" defTabSz="685800">
              <a:lnSpc>
                <a:spcPct val="110000"/>
              </a:lnSpc>
              <a:spcBef>
                <a:spcPts val="700"/>
              </a:spcBef>
              <a:buClr>
                <a:srgbClr val="0B082E"/>
              </a:buClr>
              <a:buFont typeface="Arial" panose="020B0604020202020204" pitchFamily="34" charset="0"/>
              <a:buChar char="•"/>
            </a:pPr>
            <a:r>
              <a:rPr lang="en-US" sz="2400" kern="1200" dirty="0">
                <a:solidFill>
                  <a:prstClr val="black">
                    <a:lumMod val="65000"/>
                    <a:lumOff val="35000"/>
                  </a:prstClr>
                </a:solidFill>
                <a:latin typeface="Gill Sans MT" panose="020B0502020104020203"/>
                <a:ea typeface="+mn-ea"/>
                <a:cs typeface="+mn-cs"/>
              </a:rPr>
              <a:t>   Deeply Embedded Systems</a:t>
            </a:r>
          </a:p>
          <a:p>
            <a:pPr marL="536575" lvl="0" indent="-536575"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Sensor networks</a:t>
            </a:r>
          </a:p>
          <a:p>
            <a:pPr marL="536575" lvl="0" indent="-536575"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Distributed control applications</a:t>
            </a:r>
          </a:p>
          <a:p>
            <a:pPr marL="536575" lvl="0" indent="-536575"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Industrial Automation – Industry 4.0</a:t>
            </a:r>
          </a:p>
          <a:p>
            <a:pPr marL="536575" lvl="0" indent="-536575"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Automotive Electronics + ITS</a:t>
            </a:r>
          </a:p>
          <a:p>
            <a:pPr marL="536575" lvl="0" indent="-536575"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Ubiquitous computing environments</a:t>
            </a:r>
          </a:p>
          <a:p>
            <a:pPr marL="536575" lvl="0" indent="-536575"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IoT</a:t>
            </a:r>
          </a:p>
          <a:p>
            <a:pPr marL="228600" lvl="0" indent="-228600" defTabSz="685800">
              <a:lnSpc>
                <a:spcPct val="110000"/>
              </a:lnSpc>
              <a:spcBef>
                <a:spcPts val="700"/>
              </a:spcBef>
              <a:buClr>
                <a:srgbClr val="0B082E"/>
              </a:buClr>
              <a:buFont typeface="Arial" panose="020B0604020202020204" pitchFamily="34" charset="0"/>
              <a:buChar char="•"/>
            </a:pPr>
            <a:endParaRPr lang="en-IN" dirty="0"/>
          </a:p>
        </p:txBody>
      </p:sp>
    </p:spTree>
    <p:extLst>
      <p:ext uri="{BB962C8B-B14F-4D97-AF65-F5344CB8AC3E}">
        <p14:creationId xmlns:p14="http://schemas.microsoft.com/office/powerpoint/2010/main" val="267323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2">
                                            <p:txEl>
                                              <p:pRg st="1" end="1"/>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2">
                                            <p:txEl>
                                              <p:pRg st="2" end="2"/>
                                            </p:txEl>
                                          </p:spTgt>
                                        </p:tgtEl>
                                        <p:attrNameLst>
                                          <p:attrName>style.textDecorationUnderline</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2">
                                            <p:txEl>
                                              <p:pRg st="3" end="3"/>
                                            </p:txEl>
                                          </p:spTgt>
                                        </p:tgtEl>
                                        <p:attrNameLst>
                                          <p:attrName>style.textDecorationUnderline</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8" presetClass="emph" presetSubtype="0" fill="hold" nodeType="clickEffect">
                                  <p:stCondLst>
                                    <p:cond delay="0"/>
                                  </p:stCondLst>
                                  <p:iterate type="lt">
                                    <p:tmPct val="4000"/>
                                  </p:iterate>
                                  <p:childTnLst>
                                    <p:set>
                                      <p:cBhvr override="childStyle">
                                        <p:cTn id="22" dur="500" fill="hold"/>
                                        <p:tgtEl>
                                          <p:spTgt spid="2">
                                            <p:txEl>
                                              <p:pRg st="4" end="4"/>
                                            </p:txEl>
                                          </p:spTgt>
                                        </p:tgtEl>
                                        <p:attrNameLst>
                                          <p:attrName>style.textDecorationUnderline</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8" presetClass="emph" presetSubtype="0" fill="hold" nodeType="clickEffect">
                                  <p:stCondLst>
                                    <p:cond delay="0"/>
                                  </p:stCondLst>
                                  <p:iterate type="lt">
                                    <p:tmPct val="4000"/>
                                  </p:iterate>
                                  <p:childTnLst>
                                    <p:set>
                                      <p:cBhvr override="childStyle">
                                        <p:cTn id="26" dur="500" fill="hold"/>
                                        <p:tgtEl>
                                          <p:spTgt spid="2">
                                            <p:txEl>
                                              <p:pRg st="5" end="5"/>
                                            </p:txEl>
                                          </p:spTgt>
                                        </p:tgtEl>
                                        <p:attrNameLst>
                                          <p:attrName>style.textDecorationUnderline</p:attrName>
                                        </p:attrNameLst>
                                      </p:cBhvr>
                                      <p:to>
                                        <p:strVal val="true"/>
                                      </p:to>
                                    </p:set>
                                  </p:childTnLst>
                                </p:cTn>
                              </p:par>
                            </p:childTnLst>
                          </p:cTn>
                        </p:par>
                      </p:childTnLst>
                    </p:cTn>
                  </p:par>
                  <p:par>
                    <p:cTn id="27" fill="hold">
                      <p:stCondLst>
                        <p:cond delay="indefinite"/>
                      </p:stCondLst>
                      <p:childTnLst>
                        <p:par>
                          <p:cTn id="28" fill="hold">
                            <p:stCondLst>
                              <p:cond delay="0"/>
                            </p:stCondLst>
                            <p:childTnLst>
                              <p:par>
                                <p:cTn id="29" presetID="18" presetClass="emph" presetSubtype="0" fill="hold" nodeType="clickEffect">
                                  <p:stCondLst>
                                    <p:cond delay="0"/>
                                  </p:stCondLst>
                                  <p:iterate type="lt">
                                    <p:tmPct val="4000"/>
                                  </p:iterate>
                                  <p:childTnLst>
                                    <p:set>
                                      <p:cBhvr override="childStyle">
                                        <p:cTn id="30" dur="500" fill="hold"/>
                                        <p:tgtEl>
                                          <p:spTgt spid="2">
                                            <p:txEl>
                                              <p:pRg st="6" end="6"/>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9603" y="374024"/>
            <a:ext cx="7569812" cy="868622"/>
          </a:xfrm>
        </p:spPr>
        <p:txBody>
          <a:bodyPr/>
          <a:lstStyle/>
          <a:p>
            <a:r>
              <a:rPr lang="en-IN" sz="4000" dirty="0">
                <a:latin typeface="Calibri" panose="020F0502020204030204" pitchFamily="34" charset="0"/>
                <a:cs typeface="Calibri" panose="020F0502020204030204" pitchFamily="34" charset="0"/>
              </a:rPr>
              <a:t>NES - Characteristics</a:t>
            </a:r>
          </a:p>
        </p:txBody>
      </p:sp>
      <p:sp>
        <p:nvSpPr>
          <p:cNvPr id="2" name="Content Placeholder 1"/>
          <p:cNvSpPr>
            <a:spLocks noGrp="1"/>
          </p:cNvSpPr>
          <p:nvPr>
            <p:ph idx="1"/>
          </p:nvPr>
        </p:nvSpPr>
        <p:spPr>
          <a:xfrm>
            <a:off x="159603" y="1383125"/>
            <a:ext cx="8833823" cy="5010209"/>
          </a:xfrm>
        </p:spPr>
        <p:txBody>
          <a:bodyPr>
            <a:normAutofit/>
          </a:bodyPr>
          <a:lstStyle/>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Involve many energy-constrained, resource-limited devices operating in concert </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Largely self-organizing and self-maintaining</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Must be robust despite significant noise, loss, and failure</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Real-Time </a:t>
            </a:r>
            <a:r>
              <a:rPr lang="en-IN" sz="2400" kern="1200" dirty="0" err="1">
                <a:solidFill>
                  <a:prstClr val="black">
                    <a:lumMod val="65000"/>
                    <a:lumOff val="35000"/>
                  </a:prstClr>
                </a:solidFill>
                <a:latin typeface="Gill Sans MT" panose="020B0502020104020203"/>
                <a:ea typeface="+mn-ea"/>
                <a:cs typeface="+mn-cs"/>
              </a:rPr>
              <a:t>Applns</a:t>
            </a:r>
            <a:endParaRPr lang="en-IN" sz="2400" kern="1200" dirty="0">
              <a:solidFill>
                <a:prstClr val="black">
                  <a:lumMod val="65000"/>
                  <a:lumOff val="35000"/>
                </a:prstClr>
              </a:solidFill>
              <a:latin typeface="Gill Sans MT" panose="020B0502020104020203"/>
              <a:ea typeface="+mn-ea"/>
              <a:cs typeface="+mn-cs"/>
            </a:endParaRPr>
          </a:p>
          <a:p>
            <a:pPr marL="228600" lvl="0" indent="-228600" defTabSz="685800">
              <a:lnSpc>
                <a:spcPct val="110000"/>
              </a:lnSpc>
              <a:spcBef>
                <a:spcPts val="700"/>
              </a:spcBef>
              <a:buClr>
                <a:srgbClr val="0B082E"/>
              </a:buClr>
              <a:buFont typeface="Arial" panose="020B0604020202020204" pitchFamily="34" charset="0"/>
              <a:buChar char="•"/>
            </a:pPr>
            <a:endParaRPr lang="en-IN" dirty="0"/>
          </a:p>
        </p:txBody>
      </p:sp>
    </p:spTree>
    <p:extLst>
      <p:ext uri="{BB962C8B-B14F-4D97-AF65-F5344CB8AC3E}">
        <p14:creationId xmlns:p14="http://schemas.microsoft.com/office/powerpoint/2010/main" val="259563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2">
                                            <p:txEl>
                                              <p:pRg st="1" end="1"/>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2">
                                            <p:txEl>
                                              <p:pRg st="2" end="2"/>
                                            </p:txEl>
                                          </p:spTgt>
                                        </p:tgtEl>
                                        <p:attrNameLst>
                                          <p:attrName>style.textDecorationUnderline</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2">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9603" y="374024"/>
            <a:ext cx="7569812" cy="868622"/>
          </a:xfrm>
        </p:spPr>
        <p:txBody>
          <a:bodyPr/>
          <a:lstStyle/>
          <a:p>
            <a:r>
              <a:rPr lang="en-IN" sz="4000" dirty="0">
                <a:latin typeface="Calibri" panose="020F0502020204030204" pitchFamily="34" charset="0"/>
                <a:cs typeface="Calibri" panose="020F0502020204030204" pitchFamily="34" charset="0"/>
              </a:rPr>
              <a:t>System</a:t>
            </a:r>
          </a:p>
        </p:txBody>
      </p:sp>
      <p:sp>
        <p:nvSpPr>
          <p:cNvPr id="2" name="Content Placeholder 1"/>
          <p:cNvSpPr>
            <a:spLocks noGrp="1"/>
          </p:cNvSpPr>
          <p:nvPr>
            <p:ph idx="1"/>
          </p:nvPr>
        </p:nvSpPr>
        <p:spPr>
          <a:xfrm>
            <a:off x="159603" y="1383125"/>
            <a:ext cx="8833823" cy="5010209"/>
          </a:xfrm>
        </p:spPr>
        <p:txBody>
          <a:bodyPr>
            <a:normAutofit/>
          </a:bodyPr>
          <a:lstStyle/>
          <a:p>
            <a:pPr marL="228600" lvl="0" indent="-228600" defTabSz="685800">
              <a:lnSpc>
                <a:spcPct val="110000"/>
              </a:lnSpc>
              <a:spcBef>
                <a:spcPts val="700"/>
              </a:spcBef>
              <a:buClr>
                <a:srgbClr val="0B082E"/>
              </a:buClr>
              <a:buFont typeface="Arial" panose="020B0604020202020204" pitchFamily="34" charset="0"/>
              <a:buChar char="•"/>
            </a:pPr>
            <a:r>
              <a:rPr lang="en-US" sz="2400" kern="1200" dirty="0">
                <a:solidFill>
                  <a:prstClr val="black">
                    <a:lumMod val="65000"/>
                    <a:lumOff val="35000"/>
                  </a:prstClr>
                </a:solidFill>
                <a:latin typeface="Gill Sans MT" panose="020B0502020104020203"/>
                <a:ea typeface="+mn-ea"/>
                <a:cs typeface="+mn-cs"/>
              </a:rPr>
              <a:t>H/w</a:t>
            </a:r>
          </a:p>
          <a:p>
            <a:pPr marL="228600" lvl="0" indent="-228600" defTabSz="685800">
              <a:lnSpc>
                <a:spcPct val="110000"/>
              </a:lnSpc>
              <a:spcBef>
                <a:spcPts val="700"/>
              </a:spcBef>
              <a:buClr>
                <a:srgbClr val="0B082E"/>
              </a:buClr>
              <a:buFont typeface="Arial" panose="020B0604020202020204" pitchFamily="34" charset="0"/>
              <a:buChar char="•"/>
            </a:pPr>
            <a:r>
              <a:rPr lang="en-US" sz="2400" kern="1200" dirty="0">
                <a:solidFill>
                  <a:prstClr val="black">
                    <a:lumMod val="65000"/>
                    <a:lumOff val="35000"/>
                  </a:prstClr>
                </a:solidFill>
                <a:latin typeface="Gill Sans MT" panose="020B0502020104020203"/>
                <a:ea typeface="+mn-ea"/>
                <a:cs typeface="+mn-cs"/>
              </a:rPr>
              <a:t>Control</a:t>
            </a:r>
          </a:p>
          <a:p>
            <a:pPr marL="228600" lvl="0" indent="-228600" defTabSz="685800">
              <a:lnSpc>
                <a:spcPct val="110000"/>
              </a:lnSpc>
              <a:spcBef>
                <a:spcPts val="700"/>
              </a:spcBef>
              <a:buClr>
                <a:srgbClr val="0B082E"/>
              </a:buClr>
              <a:buFont typeface="Arial" panose="020B0604020202020204" pitchFamily="34" charset="0"/>
              <a:buChar char="•"/>
            </a:pPr>
            <a:r>
              <a:rPr lang="en-US" sz="2400" kern="1200" dirty="0">
                <a:solidFill>
                  <a:prstClr val="black">
                    <a:lumMod val="65000"/>
                    <a:lumOff val="35000"/>
                  </a:prstClr>
                </a:solidFill>
                <a:latin typeface="Gill Sans MT" panose="020B0502020104020203"/>
                <a:ea typeface="+mn-ea"/>
                <a:cs typeface="+mn-cs"/>
              </a:rPr>
              <a:t>Data</a:t>
            </a:r>
          </a:p>
        </p:txBody>
      </p:sp>
    </p:spTree>
    <p:extLst>
      <p:ext uri="{BB962C8B-B14F-4D97-AF65-F5344CB8AC3E}">
        <p14:creationId xmlns:p14="http://schemas.microsoft.com/office/powerpoint/2010/main" val="4119321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0" end="0"/>
                                            </p:txEl>
                                          </p:spTgt>
                                        </p:tgtEl>
                                        <p:attrNameLst>
                                          <p:attrName>style.textDecorationUnderline</p:attrName>
                                        </p:attrNameLst>
                                      </p:cBhvr>
                                      <p:to>
                                        <p:strVal val="true"/>
                                      </p:to>
                                    </p:set>
                                  </p:childTnLst>
                                </p:cTn>
                              </p:par>
                              <p:par>
                                <p:cTn id="7" presetID="18" presetClass="emph" presetSubtype="0" fill="hold" nodeType="withEffect">
                                  <p:stCondLst>
                                    <p:cond delay="0"/>
                                  </p:stCondLst>
                                  <p:iterate type="lt">
                                    <p:tmPct val="4000"/>
                                  </p:iterate>
                                  <p:childTnLst>
                                    <p:set>
                                      <p:cBhvr override="childStyle">
                                        <p:cTn id="8" dur="500" fill="hold"/>
                                        <p:tgtEl>
                                          <p:spTgt spid="2">
                                            <p:txEl>
                                              <p:pRg st="1" end="1"/>
                                            </p:txEl>
                                          </p:spTgt>
                                        </p:tgtEl>
                                        <p:attrNameLst>
                                          <p:attrName>style.textDecorationUnderline</p:attrName>
                                        </p:attrNameLst>
                                      </p:cBhvr>
                                      <p:to>
                                        <p:strVal val="true"/>
                                      </p:to>
                                    </p:set>
                                  </p:childTnLst>
                                </p:cTn>
                              </p:par>
                              <p:par>
                                <p:cTn id="9" presetID="18" presetClass="emph" presetSubtype="0" fill="hold" nodeType="withEffect">
                                  <p:stCondLst>
                                    <p:cond delay="0"/>
                                  </p:stCondLst>
                                  <p:iterate type="lt">
                                    <p:tmPct val="4000"/>
                                  </p:iterate>
                                  <p:childTnLst>
                                    <p:set>
                                      <p:cBhvr override="childStyle">
                                        <p:cTn id="10" dur="500" fill="hold"/>
                                        <p:tgtEl>
                                          <p:spTgt spid="2">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9603" y="374024"/>
            <a:ext cx="7569812" cy="868622"/>
          </a:xfrm>
        </p:spPr>
        <p:txBody>
          <a:bodyPr/>
          <a:lstStyle/>
          <a:p>
            <a:r>
              <a:rPr lang="en-IN" sz="4000" dirty="0">
                <a:latin typeface="Calibri" panose="020F0502020204030204" pitchFamily="34" charset="0"/>
                <a:cs typeface="Calibri" panose="020F0502020204030204" pitchFamily="34" charset="0"/>
              </a:rPr>
              <a:t>Attributes of a Distributed System</a:t>
            </a:r>
          </a:p>
        </p:txBody>
      </p:sp>
      <p:sp>
        <p:nvSpPr>
          <p:cNvPr id="2" name="Content Placeholder 1"/>
          <p:cNvSpPr>
            <a:spLocks noGrp="1"/>
          </p:cNvSpPr>
          <p:nvPr>
            <p:ph idx="1"/>
          </p:nvPr>
        </p:nvSpPr>
        <p:spPr>
          <a:xfrm>
            <a:off x="159603" y="1383125"/>
            <a:ext cx="8833823" cy="5010209"/>
          </a:xfrm>
        </p:spPr>
        <p:txBody>
          <a:bodyPr>
            <a:normAutofit/>
          </a:bodyPr>
          <a:lstStyle/>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Arbitrary No. of system and </a:t>
            </a:r>
            <a:r>
              <a:rPr lang="en-IN" sz="2400" kern="1200" dirty="0" err="1">
                <a:solidFill>
                  <a:prstClr val="black">
                    <a:lumMod val="65000"/>
                    <a:lumOff val="35000"/>
                  </a:prstClr>
                </a:solidFill>
                <a:latin typeface="Gill Sans MT" panose="020B0502020104020203"/>
                <a:ea typeface="+mn-ea"/>
                <a:cs typeface="+mn-cs"/>
              </a:rPr>
              <a:t>appln</a:t>
            </a:r>
            <a:r>
              <a:rPr lang="en-IN" sz="2400" kern="1200" dirty="0">
                <a:solidFill>
                  <a:prstClr val="black">
                    <a:lumMod val="65000"/>
                    <a:lumOff val="35000"/>
                  </a:prstClr>
                </a:solidFill>
                <a:latin typeface="Gill Sans MT" panose="020B0502020104020203"/>
                <a:ea typeface="+mn-ea"/>
                <a:cs typeface="+mn-cs"/>
              </a:rPr>
              <a:t> process (logical resources)</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 Modular Physical Architecture</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 Communication by message passing using shared </a:t>
            </a:r>
            <a:r>
              <a:rPr lang="en-IN" sz="2400" kern="1200" dirty="0" err="1">
                <a:solidFill>
                  <a:prstClr val="black">
                    <a:lumMod val="65000"/>
                    <a:lumOff val="35000"/>
                  </a:prstClr>
                </a:solidFill>
                <a:latin typeface="Gill Sans MT" panose="020B0502020104020203"/>
                <a:ea typeface="+mn-ea"/>
                <a:cs typeface="+mn-cs"/>
              </a:rPr>
              <a:t>commn</a:t>
            </a:r>
            <a:r>
              <a:rPr lang="en-IN" sz="2400" kern="1200" dirty="0">
                <a:solidFill>
                  <a:prstClr val="black">
                    <a:lumMod val="65000"/>
                    <a:lumOff val="35000"/>
                  </a:prstClr>
                </a:solidFill>
                <a:latin typeface="Gill Sans MT" panose="020B0502020104020203"/>
                <a:ea typeface="+mn-ea"/>
                <a:cs typeface="+mn-cs"/>
              </a:rPr>
              <a:t>. systems</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 System wide control</a:t>
            </a:r>
          </a:p>
          <a:p>
            <a:pPr lvl="0" defTabSz="685800">
              <a:lnSpc>
                <a:spcPct val="110000"/>
              </a:lnSpc>
              <a:spcBef>
                <a:spcPts val="700"/>
              </a:spcBef>
              <a:buClr>
                <a:srgbClr val="0B082E"/>
              </a:buClr>
            </a:pPr>
            <a:endParaRPr lang="en-US" sz="2400" kern="1200" dirty="0">
              <a:solidFill>
                <a:prstClr val="black">
                  <a:lumMod val="65000"/>
                  <a:lumOff val="35000"/>
                </a:prstClr>
              </a:solidFill>
              <a:latin typeface="Gill Sans MT" panose="020B0502020104020203"/>
              <a:ea typeface="+mn-ea"/>
              <a:cs typeface="+mn-cs"/>
            </a:endParaRPr>
          </a:p>
        </p:txBody>
      </p:sp>
    </p:spTree>
    <p:extLst>
      <p:ext uri="{BB962C8B-B14F-4D97-AF65-F5344CB8AC3E}">
        <p14:creationId xmlns:p14="http://schemas.microsoft.com/office/powerpoint/2010/main" val="268706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2">
                                            <p:txEl>
                                              <p:pRg st="1" end="1"/>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2">
                                            <p:txEl>
                                              <p:pRg st="2" end="2"/>
                                            </p:txEl>
                                          </p:spTgt>
                                        </p:tgtEl>
                                        <p:attrNameLst>
                                          <p:attrName>style.textDecorationUnderline</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2">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9603" y="374024"/>
            <a:ext cx="7569812" cy="868622"/>
          </a:xfrm>
        </p:spPr>
        <p:txBody>
          <a:bodyPr/>
          <a:lstStyle/>
          <a:p>
            <a:r>
              <a:rPr lang="en-IN" sz="4000" dirty="0">
                <a:latin typeface="Calibri" panose="020F0502020204030204" pitchFamily="34" charset="0"/>
                <a:cs typeface="Calibri" panose="020F0502020204030204" pitchFamily="34" charset="0"/>
              </a:rPr>
              <a:t>Schroeder’s Definition</a:t>
            </a:r>
          </a:p>
        </p:txBody>
      </p:sp>
      <p:sp>
        <p:nvSpPr>
          <p:cNvPr id="2" name="Content Placeholder 1"/>
          <p:cNvSpPr>
            <a:spLocks noGrp="1"/>
          </p:cNvSpPr>
          <p:nvPr>
            <p:ph idx="1"/>
          </p:nvPr>
        </p:nvSpPr>
        <p:spPr>
          <a:xfrm>
            <a:off x="159603" y="1383125"/>
            <a:ext cx="8833823" cy="5010209"/>
          </a:xfrm>
        </p:spPr>
        <p:txBody>
          <a:bodyPr>
            <a:normAutofit/>
          </a:bodyPr>
          <a:lstStyle/>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A list of symptoms of a distributed system</a:t>
            </a:r>
          </a:p>
          <a:p>
            <a:pPr marL="694281" lvl="2"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Multiple processing elements (PEs)</a:t>
            </a:r>
          </a:p>
          <a:p>
            <a:pPr marL="694281" lvl="2"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Interconnection hardware</a:t>
            </a:r>
          </a:p>
          <a:p>
            <a:pPr marL="694281" lvl="2"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PEs fail independently</a:t>
            </a:r>
          </a:p>
          <a:p>
            <a:pPr marL="694281" lvl="2"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Shared states</a:t>
            </a:r>
          </a:p>
          <a:p>
            <a:pPr marL="228600" lvl="0" indent="-228600" defTabSz="685800">
              <a:lnSpc>
                <a:spcPct val="110000"/>
              </a:lnSpc>
              <a:spcBef>
                <a:spcPts val="700"/>
              </a:spcBef>
              <a:buClr>
                <a:srgbClr val="0B082E"/>
              </a:buClr>
              <a:buFont typeface="Arial" panose="020B0604020202020204" pitchFamily="34" charset="0"/>
              <a:buChar char="•"/>
            </a:pPr>
            <a:endParaRPr lang="en-US" sz="2400" kern="1200" dirty="0">
              <a:solidFill>
                <a:prstClr val="black">
                  <a:lumMod val="65000"/>
                  <a:lumOff val="35000"/>
                </a:prstClr>
              </a:solidFill>
              <a:latin typeface="Gill Sans MT" panose="020B0502020104020203"/>
              <a:ea typeface="+mn-ea"/>
              <a:cs typeface="+mn-cs"/>
            </a:endParaRPr>
          </a:p>
        </p:txBody>
      </p:sp>
    </p:spTree>
    <p:extLst>
      <p:ext uri="{BB962C8B-B14F-4D97-AF65-F5344CB8AC3E}">
        <p14:creationId xmlns:p14="http://schemas.microsoft.com/office/powerpoint/2010/main" val="2697132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2">
                                            <p:txEl>
                                              <p:pRg st="1" end="1"/>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2">
                                            <p:txEl>
                                              <p:pRg st="2" end="2"/>
                                            </p:txEl>
                                          </p:spTgt>
                                        </p:tgtEl>
                                        <p:attrNameLst>
                                          <p:attrName>style.textDecorationUnderline</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2">
                                            <p:txEl>
                                              <p:pRg st="3" end="3"/>
                                            </p:txEl>
                                          </p:spTgt>
                                        </p:tgtEl>
                                        <p:attrNameLst>
                                          <p:attrName>style.textDecorationUnderline</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8" presetClass="emph" presetSubtype="0" fill="hold" nodeType="clickEffect">
                                  <p:stCondLst>
                                    <p:cond delay="0"/>
                                  </p:stCondLst>
                                  <p:iterate type="lt">
                                    <p:tmPct val="4000"/>
                                  </p:iterate>
                                  <p:childTnLst>
                                    <p:set>
                                      <p:cBhvr override="childStyle">
                                        <p:cTn id="22" dur="500" fill="hold"/>
                                        <p:tgtEl>
                                          <p:spTgt spid="2">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9603" y="374024"/>
            <a:ext cx="7569812" cy="868622"/>
          </a:xfrm>
        </p:spPr>
        <p:txBody>
          <a:bodyPr/>
          <a:lstStyle/>
          <a:p>
            <a:r>
              <a:rPr lang="en-IN" sz="4000" dirty="0" err="1">
                <a:latin typeface="Calibri" panose="020F0502020204030204" pitchFamily="34" charset="0"/>
                <a:cs typeface="Calibri" panose="020F0502020204030204" pitchFamily="34" charset="0"/>
              </a:rPr>
              <a:t>Enslow’s</a:t>
            </a:r>
            <a:r>
              <a:rPr lang="en-IN" sz="4000" dirty="0">
                <a:latin typeface="Calibri" panose="020F0502020204030204" pitchFamily="34" charset="0"/>
                <a:cs typeface="Calibri" panose="020F0502020204030204" pitchFamily="34" charset="0"/>
              </a:rPr>
              <a:t> Definition</a:t>
            </a:r>
          </a:p>
        </p:txBody>
      </p:sp>
      <p:sp>
        <p:nvSpPr>
          <p:cNvPr id="2" name="Content Placeholder 1"/>
          <p:cNvSpPr>
            <a:spLocks noGrp="1"/>
          </p:cNvSpPr>
          <p:nvPr>
            <p:ph idx="1"/>
          </p:nvPr>
        </p:nvSpPr>
        <p:spPr>
          <a:xfrm>
            <a:off x="159603" y="1383125"/>
            <a:ext cx="8833823" cy="5010209"/>
          </a:xfrm>
        </p:spPr>
        <p:txBody>
          <a:bodyPr>
            <a:normAutofit/>
          </a:bodyPr>
          <a:lstStyle/>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Distributed system =  distributed hardware + distributed control + 				    distributed data</a:t>
            </a:r>
          </a:p>
          <a:p>
            <a:pPr lvl="0" defTabSz="685800">
              <a:lnSpc>
                <a:spcPct val="110000"/>
              </a:lnSpc>
              <a:spcBef>
                <a:spcPts val="700"/>
              </a:spcBef>
              <a:buClr>
                <a:srgbClr val="0B082E"/>
              </a:buClr>
            </a:pPr>
            <a:endParaRPr lang="en-US" sz="2400" kern="1200" dirty="0">
              <a:solidFill>
                <a:prstClr val="black">
                  <a:lumMod val="65000"/>
                  <a:lumOff val="35000"/>
                </a:prstClr>
              </a:solidFill>
              <a:latin typeface="Gill Sans MT" panose="020B0502020104020203"/>
              <a:ea typeface="+mn-ea"/>
              <a:cs typeface="+mn-cs"/>
            </a:endParaRPr>
          </a:p>
        </p:txBody>
      </p:sp>
    </p:spTree>
    <p:extLst>
      <p:ext uri="{BB962C8B-B14F-4D97-AF65-F5344CB8AC3E}">
        <p14:creationId xmlns:p14="http://schemas.microsoft.com/office/powerpoint/2010/main" val="2184902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0" end="0"/>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9603" y="374024"/>
            <a:ext cx="7569812" cy="868622"/>
          </a:xfrm>
        </p:spPr>
        <p:txBody>
          <a:bodyPr/>
          <a:lstStyle/>
          <a:p>
            <a:r>
              <a:rPr lang="en-IN" sz="4000" dirty="0">
                <a:latin typeface="Calibri" panose="020F0502020204030204" pitchFamily="34" charset="0"/>
                <a:cs typeface="Calibri" panose="020F0502020204030204" pitchFamily="34" charset="0"/>
              </a:rPr>
              <a:t>Hardware</a:t>
            </a:r>
          </a:p>
        </p:txBody>
      </p:sp>
      <p:sp>
        <p:nvSpPr>
          <p:cNvPr id="2" name="Content Placeholder 1"/>
          <p:cNvSpPr>
            <a:spLocks noGrp="1"/>
          </p:cNvSpPr>
          <p:nvPr>
            <p:ph idx="1"/>
          </p:nvPr>
        </p:nvSpPr>
        <p:spPr>
          <a:xfrm>
            <a:off x="159603" y="1383125"/>
            <a:ext cx="8833823" cy="5010209"/>
          </a:xfrm>
        </p:spPr>
        <p:txBody>
          <a:bodyPr>
            <a:normAutofit/>
          </a:bodyPr>
          <a:lstStyle/>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A single CPU with one control unit</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A single CPU – multiple ALUs – single control unit</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Separate Specialized functional units, such as one CPU with one  floating pt. co-processor</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srgbClr val="FF0000"/>
                </a:solidFill>
                <a:latin typeface="Gill Sans MT" panose="020B0502020104020203"/>
                <a:ea typeface="+mn-ea"/>
                <a:cs typeface="+mn-cs"/>
              </a:rPr>
              <a:t>Multi-processors with multiple CPUs but only one single I/O system and on global memory</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srgbClr val="FF0000"/>
                </a:solidFill>
                <a:latin typeface="Gill Sans MT" panose="020B0502020104020203"/>
                <a:ea typeface="+mn-ea"/>
                <a:cs typeface="+mn-cs"/>
              </a:rPr>
              <a:t> Multiple computers with multiple CPUs, multiple I/O systems and local memories</a:t>
            </a:r>
          </a:p>
          <a:p>
            <a:pPr marL="228600" lvl="0" indent="-228600" defTabSz="685800">
              <a:lnSpc>
                <a:spcPct val="110000"/>
              </a:lnSpc>
              <a:spcBef>
                <a:spcPts val="700"/>
              </a:spcBef>
              <a:buClr>
                <a:srgbClr val="0B082E"/>
              </a:buClr>
              <a:buFont typeface="Arial" panose="020B0604020202020204" pitchFamily="34" charset="0"/>
              <a:buChar char="•"/>
            </a:pPr>
            <a:endParaRPr lang="en-US" sz="2400" kern="1200" dirty="0">
              <a:solidFill>
                <a:prstClr val="black">
                  <a:lumMod val="65000"/>
                  <a:lumOff val="35000"/>
                </a:prstClr>
              </a:solidFill>
              <a:latin typeface="Gill Sans MT" panose="020B0502020104020203"/>
              <a:ea typeface="+mn-ea"/>
              <a:cs typeface="+mn-cs"/>
            </a:endParaRPr>
          </a:p>
        </p:txBody>
      </p:sp>
    </p:spTree>
    <p:extLst>
      <p:ext uri="{BB962C8B-B14F-4D97-AF65-F5344CB8AC3E}">
        <p14:creationId xmlns:p14="http://schemas.microsoft.com/office/powerpoint/2010/main" val="245452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2">
                                            <p:txEl>
                                              <p:pRg st="1" end="1"/>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2">
                                            <p:txEl>
                                              <p:pRg st="2" end="2"/>
                                            </p:txEl>
                                          </p:spTgt>
                                        </p:tgtEl>
                                        <p:attrNameLst>
                                          <p:attrName>style.textDecorationUnderline</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2">
                                            <p:txEl>
                                              <p:pRg st="3" end="3"/>
                                            </p:txEl>
                                          </p:spTgt>
                                        </p:tgtEl>
                                        <p:attrNameLst>
                                          <p:attrName>style.textDecorationUnderline</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8" presetClass="emph" presetSubtype="0" fill="hold" nodeType="clickEffect">
                                  <p:stCondLst>
                                    <p:cond delay="0"/>
                                  </p:stCondLst>
                                  <p:iterate type="lt">
                                    <p:tmPct val="4000"/>
                                  </p:iterate>
                                  <p:childTnLst>
                                    <p:set>
                                      <p:cBhvr override="childStyle">
                                        <p:cTn id="22" dur="500" fill="hold"/>
                                        <p:tgtEl>
                                          <p:spTgt spid="2">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9603" y="374024"/>
            <a:ext cx="7569812" cy="868622"/>
          </a:xfrm>
        </p:spPr>
        <p:txBody>
          <a:bodyPr/>
          <a:lstStyle/>
          <a:p>
            <a:r>
              <a:rPr lang="en-IN" sz="4000" dirty="0">
                <a:latin typeface="Calibri" panose="020F0502020204030204" pitchFamily="34" charset="0"/>
                <a:cs typeface="Calibri" panose="020F0502020204030204" pitchFamily="34" charset="0"/>
              </a:rPr>
              <a:t>Control</a:t>
            </a:r>
          </a:p>
        </p:txBody>
      </p:sp>
      <p:sp>
        <p:nvSpPr>
          <p:cNvPr id="2" name="Content Placeholder 1"/>
          <p:cNvSpPr>
            <a:spLocks noGrp="1"/>
          </p:cNvSpPr>
          <p:nvPr>
            <p:ph idx="1"/>
          </p:nvPr>
        </p:nvSpPr>
        <p:spPr>
          <a:xfrm>
            <a:off x="159603" y="1383125"/>
            <a:ext cx="8833823" cy="5010209"/>
          </a:xfrm>
        </p:spPr>
        <p:txBody>
          <a:bodyPr>
            <a:normAutofit/>
          </a:bodyPr>
          <a:lstStyle/>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A Single Fixed Control pt. – Physically the system may or may not have multiple CPUs</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 Single Dynamic Control point</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A fixed master - slave structure</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Dynamic master – slave structure</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srgbClr val="FF0000"/>
                </a:solidFill>
                <a:latin typeface="Gill Sans MT" panose="020B0502020104020203"/>
                <a:ea typeface="+mn-ea"/>
                <a:cs typeface="+mn-cs"/>
              </a:rPr>
              <a:t>Multiple Homogeneous control points – copies of the same controller are used</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srgbClr val="FF0000"/>
                </a:solidFill>
                <a:latin typeface="Gill Sans MT" panose="020B0502020104020203"/>
                <a:ea typeface="+mn-ea"/>
                <a:cs typeface="+mn-cs"/>
              </a:rPr>
              <a:t>Multiple Heterogeneous control points – different controllers are used</a:t>
            </a:r>
          </a:p>
          <a:p>
            <a:pPr marL="228600" lvl="0" indent="-228600" defTabSz="685800">
              <a:lnSpc>
                <a:spcPct val="110000"/>
              </a:lnSpc>
              <a:spcBef>
                <a:spcPts val="700"/>
              </a:spcBef>
              <a:buClr>
                <a:srgbClr val="0B082E"/>
              </a:buClr>
              <a:buFont typeface="Arial" panose="020B0604020202020204" pitchFamily="34" charset="0"/>
              <a:buChar char="•"/>
            </a:pPr>
            <a:endParaRPr lang="en-US" sz="2400" kern="1200" dirty="0">
              <a:solidFill>
                <a:prstClr val="black">
                  <a:lumMod val="65000"/>
                  <a:lumOff val="35000"/>
                </a:prstClr>
              </a:solidFill>
              <a:latin typeface="Gill Sans MT" panose="020B0502020104020203"/>
              <a:ea typeface="+mn-ea"/>
              <a:cs typeface="+mn-cs"/>
            </a:endParaRPr>
          </a:p>
        </p:txBody>
      </p:sp>
    </p:spTree>
    <p:extLst>
      <p:ext uri="{BB962C8B-B14F-4D97-AF65-F5344CB8AC3E}">
        <p14:creationId xmlns:p14="http://schemas.microsoft.com/office/powerpoint/2010/main" val="156468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2">
                                            <p:txEl>
                                              <p:pRg st="1" end="1"/>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2">
                                            <p:txEl>
                                              <p:pRg st="2" end="2"/>
                                            </p:txEl>
                                          </p:spTgt>
                                        </p:tgtEl>
                                        <p:attrNameLst>
                                          <p:attrName>style.textDecorationUnderline</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2">
                                            <p:txEl>
                                              <p:pRg st="3" end="3"/>
                                            </p:txEl>
                                          </p:spTgt>
                                        </p:tgtEl>
                                        <p:attrNameLst>
                                          <p:attrName>style.textDecorationUnderline</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8" presetClass="emph" presetSubtype="0" fill="hold" nodeType="clickEffect">
                                  <p:stCondLst>
                                    <p:cond delay="0"/>
                                  </p:stCondLst>
                                  <p:iterate type="lt">
                                    <p:tmPct val="4000"/>
                                  </p:iterate>
                                  <p:childTnLst>
                                    <p:set>
                                      <p:cBhvr override="childStyle">
                                        <p:cTn id="22" dur="500" fill="hold"/>
                                        <p:tgtEl>
                                          <p:spTgt spid="2">
                                            <p:txEl>
                                              <p:pRg st="4" end="4"/>
                                            </p:txEl>
                                          </p:spTgt>
                                        </p:tgtEl>
                                        <p:attrNameLst>
                                          <p:attrName>style.textDecorationUnderline</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8" presetClass="emph" presetSubtype="0" fill="hold" nodeType="clickEffect">
                                  <p:stCondLst>
                                    <p:cond delay="0"/>
                                  </p:stCondLst>
                                  <p:iterate type="lt">
                                    <p:tmPct val="4000"/>
                                  </p:iterate>
                                  <p:childTnLst>
                                    <p:set>
                                      <p:cBhvr override="childStyle">
                                        <p:cTn id="26" dur="500" fill="hold"/>
                                        <p:tgtEl>
                                          <p:spTgt spid="2">
                                            <p:txEl>
                                              <p:pRg st="5" end="5"/>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9603" y="374024"/>
            <a:ext cx="7569812" cy="868622"/>
          </a:xfrm>
        </p:spPr>
        <p:txBody>
          <a:bodyPr/>
          <a:lstStyle/>
          <a:p>
            <a:r>
              <a:rPr lang="en-IN" sz="4000" dirty="0">
                <a:latin typeface="Calibri" panose="020F0502020204030204" pitchFamily="34" charset="0"/>
                <a:cs typeface="Calibri" panose="020F0502020204030204" pitchFamily="34" charset="0"/>
              </a:rPr>
              <a:t>Data</a:t>
            </a:r>
          </a:p>
        </p:txBody>
      </p:sp>
      <p:sp>
        <p:nvSpPr>
          <p:cNvPr id="2" name="Content Placeholder 1"/>
          <p:cNvSpPr>
            <a:spLocks noGrp="1"/>
          </p:cNvSpPr>
          <p:nvPr>
            <p:ph idx="1"/>
          </p:nvPr>
        </p:nvSpPr>
        <p:spPr>
          <a:xfrm>
            <a:off x="159603" y="1383125"/>
            <a:ext cx="8833823" cy="5010209"/>
          </a:xfrm>
        </p:spPr>
        <p:txBody>
          <a:bodyPr>
            <a:normAutofit/>
          </a:bodyPr>
          <a:lstStyle/>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Centralized Data bases with a single copy of both files and </a:t>
            </a:r>
            <a:r>
              <a:rPr lang="en-IN" sz="2400" kern="1200" dirty="0" err="1">
                <a:solidFill>
                  <a:prstClr val="black">
                    <a:lumMod val="65000"/>
                    <a:lumOff val="35000"/>
                  </a:prstClr>
                </a:solidFill>
                <a:latin typeface="Gill Sans MT" panose="020B0502020104020203"/>
                <a:ea typeface="+mn-ea"/>
                <a:cs typeface="+mn-cs"/>
              </a:rPr>
              <a:t>dir</a:t>
            </a:r>
            <a:endParaRPr lang="en-IN" sz="2400" kern="1200" dirty="0">
              <a:solidFill>
                <a:prstClr val="black">
                  <a:lumMod val="65000"/>
                  <a:lumOff val="35000"/>
                </a:prstClr>
              </a:solidFill>
              <a:latin typeface="Gill Sans MT" panose="020B0502020104020203"/>
              <a:ea typeface="+mn-ea"/>
              <a:cs typeface="+mn-cs"/>
            </a:endParaRP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Distributed files with a single centralized </a:t>
            </a:r>
            <a:r>
              <a:rPr lang="en-IN" sz="2400" kern="1200" dirty="0" err="1">
                <a:solidFill>
                  <a:prstClr val="black">
                    <a:lumMod val="65000"/>
                    <a:lumOff val="35000"/>
                  </a:prstClr>
                </a:solidFill>
                <a:latin typeface="Gill Sans MT" panose="020B0502020104020203"/>
                <a:ea typeface="+mn-ea"/>
                <a:cs typeface="+mn-cs"/>
              </a:rPr>
              <a:t>dir</a:t>
            </a:r>
            <a:r>
              <a:rPr lang="en-IN" sz="2400" kern="1200" dirty="0">
                <a:solidFill>
                  <a:prstClr val="black">
                    <a:lumMod val="65000"/>
                    <a:lumOff val="35000"/>
                  </a:prstClr>
                </a:solidFill>
                <a:latin typeface="Gill Sans MT" panose="020B0502020104020203"/>
                <a:ea typeface="+mn-ea"/>
                <a:cs typeface="+mn-cs"/>
              </a:rPr>
              <a:t> and no local </a:t>
            </a:r>
            <a:r>
              <a:rPr lang="en-IN" sz="2400" kern="1200" dirty="0" err="1">
                <a:solidFill>
                  <a:prstClr val="black">
                    <a:lumMod val="65000"/>
                    <a:lumOff val="35000"/>
                  </a:prstClr>
                </a:solidFill>
                <a:latin typeface="Gill Sans MT" panose="020B0502020104020203"/>
                <a:ea typeface="+mn-ea"/>
                <a:cs typeface="+mn-cs"/>
              </a:rPr>
              <a:t>dir</a:t>
            </a:r>
            <a:endParaRPr lang="en-IN" sz="2400" kern="1200" dirty="0">
              <a:solidFill>
                <a:prstClr val="black">
                  <a:lumMod val="65000"/>
                  <a:lumOff val="35000"/>
                </a:prstClr>
              </a:solidFill>
              <a:latin typeface="Gill Sans MT" panose="020B0502020104020203"/>
              <a:ea typeface="+mn-ea"/>
              <a:cs typeface="+mn-cs"/>
            </a:endParaRP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prstClr val="black">
                    <a:lumMod val="65000"/>
                    <a:lumOff val="35000"/>
                  </a:prstClr>
                </a:solidFill>
                <a:latin typeface="Gill Sans MT" panose="020B0502020104020203"/>
                <a:ea typeface="+mn-ea"/>
                <a:cs typeface="+mn-cs"/>
              </a:rPr>
              <a:t>Replicated database with a copy of files and </a:t>
            </a:r>
            <a:r>
              <a:rPr lang="en-IN" sz="2400" kern="1200" dirty="0" err="1">
                <a:solidFill>
                  <a:prstClr val="black">
                    <a:lumMod val="65000"/>
                    <a:lumOff val="35000"/>
                  </a:prstClr>
                </a:solidFill>
                <a:latin typeface="Gill Sans MT" panose="020B0502020104020203"/>
                <a:ea typeface="+mn-ea"/>
                <a:cs typeface="+mn-cs"/>
              </a:rPr>
              <a:t>dir</a:t>
            </a:r>
            <a:r>
              <a:rPr lang="en-IN" sz="2400" kern="1200" dirty="0">
                <a:solidFill>
                  <a:prstClr val="black">
                    <a:lumMod val="65000"/>
                    <a:lumOff val="35000"/>
                  </a:prstClr>
                </a:solidFill>
                <a:latin typeface="Gill Sans MT" panose="020B0502020104020203"/>
                <a:ea typeface="+mn-ea"/>
                <a:cs typeface="+mn-cs"/>
              </a:rPr>
              <a:t> at each site</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schemeClr val="tx1"/>
                </a:solidFill>
                <a:latin typeface="Gill Sans MT" panose="020B0502020104020203"/>
                <a:ea typeface="+mn-ea"/>
                <a:cs typeface="+mn-cs"/>
              </a:rPr>
              <a:t>Partitioned data base with a master that keeps a complete duplicate copy of all files</a:t>
            </a: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srgbClr val="FF0000"/>
                </a:solidFill>
                <a:latin typeface="Gill Sans MT" panose="020B0502020104020203"/>
                <a:ea typeface="+mn-ea"/>
                <a:cs typeface="+mn-cs"/>
              </a:rPr>
              <a:t>Partitioned database with a master that keeps only a  complete </a:t>
            </a:r>
            <a:r>
              <a:rPr lang="en-IN" sz="2400" kern="1200" dirty="0" err="1">
                <a:solidFill>
                  <a:srgbClr val="FF0000"/>
                </a:solidFill>
                <a:latin typeface="Gill Sans MT" panose="020B0502020104020203"/>
                <a:ea typeface="+mn-ea"/>
                <a:cs typeface="+mn-cs"/>
              </a:rPr>
              <a:t>dir</a:t>
            </a:r>
            <a:endParaRPr lang="en-IN" sz="2400" kern="1200" dirty="0">
              <a:solidFill>
                <a:srgbClr val="FF0000"/>
              </a:solidFill>
              <a:latin typeface="Gill Sans MT" panose="020B0502020104020203"/>
              <a:ea typeface="+mn-ea"/>
              <a:cs typeface="+mn-cs"/>
            </a:endParaRPr>
          </a:p>
          <a:p>
            <a:pPr marL="228600" lvl="0" indent="-228600" defTabSz="685800">
              <a:lnSpc>
                <a:spcPct val="110000"/>
              </a:lnSpc>
              <a:spcBef>
                <a:spcPts val="700"/>
              </a:spcBef>
              <a:buClr>
                <a:srgbClr val="0B082E"/>
              </a:buClr>
              <a:buFont typeface="Arial" panose="020B0604020202020204" pitchFamily="34" charset="0"/>
              <a:buChar char="•"/>
            </a:pPr>
            <a:r>
              <a:rPr lang="en-IN" sz="2400" kern="1200" dirty="0">
                <a:solidFill>
                  <a:srgbClr val="FF0000"/>
                </a:solidFill>
                <a:latin typeface="Gill Sans MT" panose="020B0502020104020203"/>
                <a:ea typeface="+mn-ea"/>
                <a:cs typeface="+mn-cs"/>
              </a:rPr>
              <a:t>Partitioned database with no master file/</a:t>
            </a:r>
            <a:r>
              <a:rPr lang="en-IN" sz="2400" kern="1200" dirty="0" err="1">
                <a:solidFill>
                  <a:srgbClr val="FF0000"/>
                </a:solidFill>
                <a:latin typeface="Gill Sans MT" panose="020B0502020104020203"/>
                <a:ea typeface="+mn-ea"/>
                <a:cs typeface="+mn-cs"/>
              </a:rPr>
              <a:t>dir</a:t>
            </a:r>
            <a:r>
              <a:rPr lang="en-IN" sz="2400" kern="1200" dirty="0">
                <a:solidFill>
                  <a:srgbClr val="FF0000"/>
                </a:solidFill>
                <a:latin typeface="Gill Sans MT" panose="020B0502020104020203"/>
                <a:ea typeface="+mn-ea"/>
                <a:cs typeface="+mn-cs"/>
              </a:rPr>
              <a:t> </a:t>
            </a:r>
            <a:endParaRPr lang="en-US" sz="2400" kern="1200" dirty="0">
              <a:solidFill>
                <a:srgbClr val="FF0000"/>
              </a:solidFill>
              <a:latin typeface="Gill Sans MT" panose="020B0502020104020203"/>
              <a:ea typeface="+mn-ea"/>
              <a:cs typeface="+mn-cs"/>
            </a:endParaRPr>
          </a:p>
        </p:txBody>
      </p:sp>
    </p:spTree>
    <p:extLst>
      <p:ext uri="{BB962C8B-B14F-4D97-AF65-F5344CB8AC3E}">
        <p14:creationId xmlns:p14="http://schemas.microsoft.com/office/powerpoint/2010/main" val="2363065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2">
                                            <p:txEl>
                                              <p:pRg st="1" end="1"/>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2">
                                            <p:txEl>
                                              <p:pRg st="2" end="2"/>
                                            </p:txEl>
                                          </p:spTgt>
                                        </p:tgtEl>
                                        <p:attrNameLst>
                                          <p:attrName>style.textDecorationUnderline</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2">
                                            <p:txEl>
                                              <p:pRg st="3" end="3"/>
                                            </p:txEl>
                                          </p:spTgt>
                                        </p:tgtEl>
                                        <p:attrNameLst>
                                          <p:attrName>style.textDecorationUnderline</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8" presetClass="emph" presetSubtype="0" fill="hold" nodeType="clickEffect">
                                  <p:stCondLst>
                                    <p:cond delay="0"/>
                                  </p:stCondLst>
                                  <p:iterate type="lt">
                                    <p:tmPct val="4000"/>
                                  </p:iterate>
                                  <p:childTnLst>
                                    <p:set>
                                      <p:cBhvr override="childStyle">
                                        <p:cTn id="22" dur="500" fill="hold"/>
                                        <p:tgtEl>
                                          <p:spTgt spid="2">
                                            <p:txEl>
                                              <p:pRg st="4" end="4"/>
                                            </p:txEl>
                                          </p:spTgt>
                                        </p:tgtEl>
                                        <p:attrNameLst>
                                          <p:attrName>style.textDecorationUnderline</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8" presetClass="emph" presetSubtype="0" fill="hold" nodeType="clickEffect">
                                  <p:stCondLst>
                                    <p:cond delay="0"/>
                                  </p:stCondLst>
                                  <p:iterate type="lt">
                                    <p:tmPct val="4000"/>
                                  </p:iterate>
                                  <p:childTnLst>
                                    <p:set>
                                      <p:cBhvr override="childStyle">
                                        <p:cTn id="26" dur="500" fill="hold"/>
                                        <p:tgtEl>
                                          <p:spTgt spid="2">
                                            <p:txEl>
                                              <p:pRg st="5" end="5"/>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95C2A1B-0491-47B4-B7D9-D190CEF0B3CB}"/>
              </a:ext>
            </a:extLst>
          </p:cNvPr>
          <p:cNvSpPr>
            <a:spLocks noChangeArrowheads="1"/>
          </p:cNvSpPr>
          <p:nvPr/>
        </p:nvSpPr>
        <p:spPr bwMode="auto">
          <a:xfrm>
            <a:off x="1905000" y="2895600"/>
            <a:ext cx="457200" cy="2286000"/>
          </a:xfrm>
          <a:prstGeom prst="rect">
            <a:avLst/>
          </a:prstGeom>
          <a:noFill/>
          <a:ln w="38100">
            <a:solidFill>
              <a:schemeClr val="tx1"/>
            </a:solidFill>
            <a:miter lim="800000"/>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2531" name="Rectangle 3">
            <a:extLst>
              <a:ext uri="{FF2B5EF4-FFF2-40B4-BE49-F238E27FC236}">
                <a16:creationId xmlns:a16="http://schemas.microsoft.com/office/drawing/2014/main" id="{BDBBAA17-7A70-4771-B8D4-4A03B7224265}"/>
              </a:ext>
            </a:extLst>
          </p:cNvPr>
          <p:cNvSpPr>
            <a:spLocks noChangeArrowheads="1"/>
          </p:cNvSpPr>
          <p:nvPr/>
        </p:nvSpPr>
        <p:spPr bwMode="auto">
          <a:xfrm>
            <a:off x="2362200" y="2895600"/>
            <a:ext cx="457200" cy="2286000"/>
          </a:xfrm>
          <a:prstGeom prst="rect">
            <a:avLst/>
          </a:prstGeom>
          <a:noFill/>
          <a:ln w="38100">
            <a:solidFill>
              <a:schemeClr val="tx1"/>
            </a:solidFill>
            <a:miter lim="800000"/>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2532" name="Rectangle 4">
            <a:extLst>
              <a:ext uri="{FF2B5EF4-FFF2-40B4-BE49-F238E27FC236}">
                <a16:creationId xmlns:a16="http://schemas.microsoft.com/office/drawing/2014/main" id="{6102A3F8-87EC-41A7-8184-245CEA094F53}"/>
              </a:ext>
            </a:extLst>
          </p:cNvPr>
          <p:cNvSpPr>
            <a:spLocks noChangeArrowheads="1"/>
          </p:cNvSpPr>
          <p:nvPr/>
        </p:nvSpPr>
        <p:spPr bwMode="auto">
          <a:xfrm>
            <a:off x="2819400" y="2895600"/>
            <a:ext cx="457200" cy="2286000"/>
          </a:xfrm>
          <a:prstGeom prst="rect">
            <a:avLst/>
          </a:prstGeom>
          <a:noFill/>
          <a:ln w="38100">
            <a:solidFill>
              <a:schemeClr val="tx1"/>
            </a:solidFill>
            <a:miter lim="800000"/>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2533" name="Rectangle 5">
            <a:extLst>
              <a:ext uri="{FF2B5EF4-FFF2-40B4-BE49-F238E27FC236}">
                <a16:creationId xmlns:a16="http://schemas.microsoft.com/office/drawing/2014/main" id="{6616B687-08E7-40DC-A01D-10BF69918679}"/>
              </a:ext>
            </a:extLst>
          </p:cNvPr>
          <p:cNvSpPr>
            <a:spLocks noChangeArrowheads="1"/>
          </p:cNvSpPr>
          <p:nvPr/>
        </p:nvSpPr>
        <p:spPr bwMode="auto">
          <a:xfrm>
            <a:off x="1447800" y="2895600"/>
            <a:ext cx="457200" cy="2286000"/>
          </a:xfrm>
          <a:prstGeom prst="rect">
            <a:avLst/>
          </a:prstGeom>
          <a:noFill/>
          <a:ln w="38100">
            <a:solidFill>
              <a:schemeClr val="tx1"/>
            </a:solidFill>
            <a:miter lim="800000"/>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2534" name="Rectangle 6">
            <a:extLst>
              <a:ext uri="{FF2B5EF4-FFF2-40B4-BE49-F238E27FC236}">
                <a16:creationId xmlns:a16="http://schemas.microsoft.com/office/drawing/2014/main" id="{A4A8EB51-651B-4DD0-B6AA-79BA4D23A14D}"/>
              </a:ext>
            </a:extLst>
          </p:cNvPr>
          <p:cNvSpPr>
            <a:spLocks noChangeArrowheads="1"/>
          </p:cNvSpPr>
          <p:nvPr/>
        </p:nvSpPr>
        <p:spPr bwMode="auto">
          <a:xfrm>
            <a:off x="3276600" y="2895600"/>
            <a:ext cx="457200" cy="2286000"/>
          </a:xfrm>
          <a:prstGeom prst="rect">
            <a:avLst/>
          </a:prstGeom>
          <a:noFill/>
          <a:ln w="38100">
            <a:solidFill>
              <a:schemeClr val="tx1"/>
            </a:solidFill>
            <a:miter lim="800000"/>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2535" name="Rectangle 7">
            <a:extLst>
              <a:ext uri="{FF2B5EF4-FFF2-40B4-BE49-F238E27FC236}">
                <a16:creationId xmlns:a16="http://schemas.microsoft.com/office/drawing/2014/main" id="{9A9560CA-A187-4D49-8C4B-9C65CC259C82}"/>
              </a:ext>
            </a:extLst>
          </p:cNvPr>
          <p:cNvSpPr>
            <a:spLocks noChangeArrowheads="1"/>
          </p:cNvSpPr>
          <p:nvPr/>
        </p:nvSpPr>
        <p:spPr bwMode="auto">
          <a:xfrm>
            <a:off x="3733800" y="2895600"/>
            <a:ext cx="457200" cy="2286000"/>
          </a:xfrm>
          <a:prstGeom prst="rect">
            <a:avLst/>
          </a:prstGeom>
          <a:noFill/>
          <a:ln w="38100">
            <a:solidFill>
              <a:schemeClr val="tx1"/>
            </a:solidFill>
            <a:miter lim="800000"/>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2536" name="Line 8">
            <a:extLst>
              <a:ext uri="{FF2B5EF4-FFF2-40B4-BE49-F238E27FC236}">
                <a16:creationId xmlns:a16="http://schemas.microsoft.com/office/drawing/2014/main" id="{83DAB70E-9BEA-4BC1-98D1-8ED200440494}"/>
              </a:ext>
            </a:extLst>
          </p:cNvPr>
          <p:cNvSpPr>
            <a:spLocks noChangeShapeType="1"/>
          </p:cNvSpPr>
          <p:nvPr/>
        </p:nvSpPr>
        <p:spPr bwMode="auto">
          <a:xfrm>
            <a:off x="1447800" y="3810000"/>
            <a:ext cx="2743200" cy="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37" name="Line 9">
            <a:extLst>
              <a:ext uri="{FF2B5EF4-FFF2-40B4-BE49-F238E27FC236}">
                <a16:creationId xmlns:a16="http://schemas.microsoft.com/office/drawing/2014/main" id="{1B307FF0-02FD-4098-B5D0-EDDD76A11703}"/>
              </a:ext>
            </a:extLst>
          </p:cNvPr>
          <p:cNvSpPr>
            <a:spLocks noChangeShapeType="1"/>
          </p:cNvSpPr>
          <p:nvPr/>
        </p:nvSpPr>
        <p:spPr bwMode="auto">
          <a:xfrm>
            <a:off x="1447800" y="4267200"/>
            <a:ext cx="2743200" cy="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38" name="Line 10">
            <a:extLst>
              <a:ext uri="{FF2B5EF4-FFF2-40B4-BE49-F238E27FC236}">
                <a16:creationId xmlns:a16="http://schemas.microsoft.com/office/drawing/2014/main" id="{3F1AF4D0-989E-403F-9804-3455965CF008}"/>
              </a:ext>
            </a:extLst>
          </p:cNvPr>
          <p:cNvSpPr>
            <a:spLocks noChangeShapeType="1"/>
          </p:cNvSpPr>
          <p:nvPr/>
        </p:nvSpPr>
        <p:spPr bwMode="auto">
          <a:xfrm>
            <a:off x="1447800" y="3352800"/>
            <a:ext cx="2743200" cy="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39" name="Line 11">
            <a:extLst>
              <a:ext uri="{FF2B5EF4-FFF2-40B4-BE49-F238E27FC236}">
                <a16:creationId xmlns:a16="http://schemas.microsoft.com/office/drawing/2014/main" id="{C13378B3-26CF-4679-903D-1376DEA494E8}"/>
              </a:ext>
            </a:extLst>
          </p:cNvPr>
          <p:cNvSpPr>
            <a:spLocks noChangeShapeType="1"/>
          </p:cNvSpPr>
          <p:nvPr/>
        </p:nvSpPr>
        <p:spPr bwMode="auto">
          <a:xfrm>
            <a:off x="1447800" y="4724400"/>
            <a:ext cx="2743200" cy="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40" name="Line 12">
            <a:extLst>
              <a:ext uri="{FF2B5EF4-FFF2-40B4-BE49-F238E27FC236}">
                <a16:creationId xmlns:a16="http://schemas.microsoft.com/office/drawing/2014/main" id="{52E24537-C441-4D40-B44C-452920065489}"/>
              </a:ext>
            </a:extLst>
          </p:cNvPr>
          <p:cNvSpPr>
            <a:spLocks noChangeShapeType="1"/>
          </p:cNvSpPr>
          <p:nvPr/>
        </p:nvSpPr>
        <p:spPr bwMode="auto">
          <a:xfrm flipV="1">
            <a:off x="4191000" y="1524000"/>
            <a:ext cx="2743200" cy="137160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41" name="Line 13">
            <a:extLst>
              <a:ext uri="{FF2B5EF4-FFF2-40B4-BE49-F238E27FC236}">
                <a16:creationId xmlns:a16="http://schemas.microsoft.com/office/drawing/2014/main" id="{900FF323-0CE5-43E0-9910-75FBFA2BB3A6}"/>
              </a:ext>
            </a:extLst>
          </p:cNvPr>
          <p:cNvSpPr>
            <a:spLocks noChangeShapeType="1"/>
          </p:cNvSpPr>
          <p:nvPr/>
        </p:nvSpPr>
        <p:spPr bwMode="auto">
          <a:xfrm flipV="1">
            <a:off x="4191000" y="1981200"/>
            <a:ext cx="2743200" cy="137160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42" name="Line 14">
            <a:extLst>
              <a:ext uri="{FF2B5EF4-FFF2-40B4-BE49-F238E27FC236}">
                <a16:creationId xmlns:a16="http://schemas.microsoft.com/office/drawing/2014/main" id="{A3FD8A58-0537-4BF4-B6FB-EE0983D9111A}"/>
              </a:ext>
            </a:extLst>
          </p:cNvPr>
          <p:cNvSpPr>
            <a:spLocks noChangeShapeType="1"/>
          </p:cNvSpPr>
          <p:nvPr/>
        </p:nvSpPr>
        <p:spPr bwMode="auto">
          <a:xfrm flipV="1">
            <a:off x="4191000" y="2438400"/>
            <a:ext cx="2743200" cy="137160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43" name="Line 15">
            <a:extLst>
              <a:ext uri="{FF2B5EF4-FFF2-40B4-BE49-F238E27FC236}">
                <a16:creationId xmlns:a16="http://schemas.microsoft.com/office/drawing/2014/main" id="{194C9533-7738-4710-B77E-2A76A35BB6A8}"/>
              </a:ext>
            </a:extLst>
          </p:cNvPr>
          <p:cNvSpPr>
            <a:spLocks noChangeShapeType="1"/>
          </p:cNvSpPr>
          <p:nvPr/>
        </p:nvSpPr>
        <p:spPr bwMode="auto">
          <a:xfrm flipV="1">
            <a:off x="4191000" y="2895600"/>
            <a:ext cx="2743200" cy="137160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44" name="Line 16">
            <a:extLst>
              <a:ext uri="{FF2B5EF4-FFF2-40B4-BE49-F238E27FC236}">
                <a16:creationId xmlns:a16="http://schemas.microsoft.com/office/drawing/2014/main" id="{6D9A285F-5ED7-4D55-84F5-6514C69D1764}"/>
              </a:ext>
            </a:extLst>
          </p:cNvPr>
          <p:cNvSpPr>
            <a:spLocks noChangeShapeType="1"/>
          </p:cNvSpPr>
          <p:nvPr/>
        </p:nvSpPr>
        <p:spPr bwMode="auto">
          <a:xfrm>
            <a:off x="4648200" y="2667000"/>
            <a:ext cx="0" cy="228600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45" name="Line 17">
            <a:extLst>
              <a:ext uri="{FF2B5EF4-FFF2-40B4-BE49-F238E27FC236}">
                <a16:creationId xmlns:a16="http://schemas.microsoft.com/office/drawing/2014/main" id="{E58C2A02-03E5-4A29-B4F8-5E48510F4F02}"/>
              </a:ext>
            </a:extLst>
          </p:cNvPr>
          <p:cNvSpPr>
            <a:spLocks noChangeShapeType="1"/>
          </p:cNvSpPr>
          <p:nvPr/>
        </p:nvSpPr>
        <p:spPr bwMode="auto">
          <a:xfrm>
            <a:off x="5105400" y="2438400"/>
            <a:ext cx="0" cy="228600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46" name="Line 18">
            <a:extLst>
              <a:ext uri="{FF2B5EF4-FFF2-40B4-BE49-F238E27FC236}">
                <a16:creationId xmlns:a16="http://schemas.microsoft.com/office/drawing/2014/main" id="{CAC23AFE-5A93-47C1-BFFB-71EDE1EBC52F}"/>
              </a:ext>
            </a:extLst>
          </p:cNvPr>
          <p:cNvSpPr>
            <a:spLocks noChangeShapeType="1"/>
          </p:cNvSpPr>
          <p:nvPr/>
        </p:nvSpPr>
        <p:spPr bwMode="auto">
          <a:xfrm>
            <a:off x="5562600" y="2209800"/>
            <a:ext cx="0" cy="228600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47" name="Line 19">
            <a:extLst>
              <a:ext uri="{FF2B5EF4-FFF2-40B4-BE49-F238E27FC236}">
                <a16:creationId xmlns:a16="http://schemas.microsoft.com/office/drawing/2014/main" id="{938BD7F9-5445-4FD8-B1DF-7A6A3B4C46DF}"/>
              </a:ext>
            </a:extLst>
          </p:cNvPr>
          <p:cNvSpPr>
            <a:spLocks noChangeShapeType="1"/>
          </p:cNvSpPr>
          <p:nvPr/>
        </p:nvSpPr>
        <p:spPr bwMode="auto">
          <a:xfrm>
            <a:off x="6019800" y="1981200"/>
            <a:ext cx="0" cy="228600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48" name="Line 20">
            <a:extLst>
              <a:ext uri="{FF2B5EF4-FFF2-40B4-BE49-F238E27FC236}">
                <a16:creationId xmlns:a16="http://schemas.microsoft.com/office/drawing/2014/main" id="{8B04EC13-BA8F-48EB-8B5C-D30307AB7F09}"/>
              </a:ext>
            </a:extLst>
          </p:cNvPr>
          <p:cNvSpPr>
            <a:spLocks noChangeShapeType="1"/>
          </p:cNvSpPr>
          <p:nvPr/>
        </p:nvSpPr>
        <p:spPr bwMode="auto">
          <a:xfrm>
            <a:off x="6477000" y="1752600"/>
            <a:ext cx="0" cy="228600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49" name="Line 21">
            <a:extLst>
              <a:ext uri="{FF2B5EF4-FFF2-40B4-BE49-F238E27FC236}">
                <a16:creationId xmlns:a16="http://schemas.microsoft.com/office/drawing/2014/main" id="{20E491C8-BE77-4FA5-ACBD-73EEE5ABC25D}"/>
              </a:ext>
            </a:extLst>
          </p:cNvPr>
          <p:cNvSpPr>
            <a:spLocks noChangeShapeType="1"/>
          </p:cNvSpPr>
          <p:nvPr/>
        </p:nvSpPr>
        <p:spPr bwMode="auto">
          <a:xfrm>
            <a:off x="6934200" y="1524000"/>
            <a:ext cx="0" cy="228600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50" name="Line 22">
            <a:extLst>
              <a:ext uri="{FF2B5EF4-FFF2-40B4-BE49-F238E27FC236}">
                <a16:creationId xmlns:a16="http://schemas.microsoft.com/office/drawing/2014/main" id="{D4BDA8AC-2851-4AC1-9980-302F23C93CE1}"/>
              </a:ext>
            </a:extLst>
          </p:cNvPr>
          <p:cNvSpPr>
            <a:spLocks noChangeShapeType="1"/>
          </p:cNvSpPr>
          <p:nvPr/>
        </p:nvSpPr>
        <p:spPr bwMode="auto">
          <a:xfrm flipV="1">
            <a:off x="4191000" y="3810000"/>
            <a:ext cx="2743200" cy="137160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51" name="Line 23">
            <a:extLst>
              <a:ext uri="{FF2B5EF4-FFF2-40B4-BE49-F238E27FC236}">
                <a16:creationId xmlns:a16="http://schemas.microsoft.com/office/drawing/2014/main" id="{247D58A1-E38B-49BA-B535-15CE0425B046}"/>
              </a:ext>
            </a:extLst>
          </p:cNvPr>
          <p:cNvSpPr>
            <a:spLocks noChangeShapeType="1"/>
          </p:cNvSpPr>
          <p:nvPr/>
        </p:nvSpPr>
        <p:spPr bwMode="auto">
          <a:xfrm flipV="1">
            <a:off x="4191000" y="3352800"/>
            <a:ext cx="2743200" cy="137160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52" name="Line 24">
            <a:extLst>
              <a:ext uri="{FF2B5EF4-FFF2-40B4-BE49-F238E27FC236}">
                <a16:creationId xmlns:a16="http://schemas.microsoft.com/office/drawing/2014/main" id="{5CEFF431-3B19-4F9D-BA83-5FC8CE4F6CE6}"/>
              </a:ext>
            </a:extLst>
          </p:cNvPr>
          <p:cNvSpPr>
            <a:spLocks noChangeShapeType="1"/>
          </p:cNvSpPr>
          <p:nvPr/>
        </p:nvSpPr>
        <p:spPr bwMode="auto">
          <a:xfrm flipV="1">
            <a:off x="1447800" y="1524000"/>
            <a:ext cx="2743200" cy="137160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53" name="Line 25">
            <a:extLst>
              <a:ext uri="{FF2B5EF4-FFF2-40B4-BE49-F238E27FC236}">
                <a16:creationId xmlns:a16="http://schemas.microsoft.com/office/drawing/2014/main" id="{D1859947-4827-4857-842F-A14A9DD53434}"/>
              </a:ext>
            </a:extLst>
          </p:cNvPr>
          <p:cNvSpPr>
            <a:spLocks noChangeShapeType="1"/>
          </p:cNvSpPr>
          <p:nvPr/>
        </p:nvSpPr>
        <p:spPr bwMode="auto">
          <a:xfrm>
            <a:off x="4191000" y="1524000"/>
            <a:ext cx="2743200" cy="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54" name="Line 26">
            <a:extLst>
              <a:ext uri="{FF2B5EF4-FFF2-40B4-BE49-F238E27FC236}">
                <a16:creationId xmlns:a16="http://schemas.microsoft.com/office/drawing/2014/main" id="{F6A63284-FF95-4A71-B0A7-7CB7EEDFD24F}"/>
              </a:ext>
            </a:extLst>
          </p:cNvPr>
          <p:cNvSpPr>
            <a:spLocks noChangeShapeType="1"/>
          </p:cNvSpPr>
          <p:nvPr/>
        </p:nvSpPr>
        <p:spPr bwMode="auto">
          <a:xfrm flipV="1">
            <a:off x="3733800" y="1524000"/>
            <a:ext cx="2667000" cy="1371600"/>
          </a:xfrm>
          <a:prstGeom prst="line">
            <a:avLst/>
          </a:prstGeom>
          <a:noFill/>
          <a:ln w="381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55" name="Line 27">
            <a:extLst>
              <a:ext uri="{FF2B5EF4-FFF2-40B4-BE49-F238E27FC236}">
                <a16:creationId xmlns:a16="http://schemas.microsoft.com/office/drawing/2014/main" id="{B990C9A9-5A73-4E77-9F13-0C754EE98436}"/>
              </a:ext>
            </a:extLst>
          </p:cNvPr>
          <p:cNvSpPr>
            <a:spLocks noChangeShapeType="1"/>
          </p:cNvSpPr>
          <p:nvPr/>
        </p:nvSpPr>
        <p:spPr bwMode="auto">
          <a:xfrm flipV="1">
            <a:off x="3276600" y="1524000"/>
            <a:ext cx="2667000" cy="1371600"/>
          </a:xfrm>
          <a:prstGeom prst="line">
            <a:avLst/>
          </a:prstGeom>
          <a:noFill/>
          <a:ln w="381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56" name="Line 28">
            <a:extLst>
              <a:ext uri="{FF2B5EF4-FFF2-40B4-BE49-F238E27FC236}">
                <a16:creationId xmlns:a16="http://schemas.microsoft.com/office/drawing/2014/main" id="{D487882B-6455-4D48-8BD3-FE27DBF86A5E}"/>
              </a:ext>
            </a:extLst>
          </p:cNvPr>
          <p:cNvSpPr>
            <a:spLocks noChangeShapeType="1"/>
          </p:cNvSpPr>
          <p:nvPr/>
        </p:nvSpPr>
        <p:spPr bwMode="auto">
          <a:xfrm flipV="1">
            <a:off x="2819400" y="1524000"/>
            <a:ext cx="2667000" cy="1371600"/>
          </a:xfrm>
          <a:prstGeom prst="line">
            <a:avLst/>
          </a:prstGeom>
          <a:noFill/>
          <a:ln w="381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57" name="Line 29">
            <a:extLst>
              <a:ext uri="{FF2B5EF4-FFF2-40B4-BE49-F238E27FC236}">
                <a16:creationId xmlns:a16="http://schemas.microsoft.com/office/drawing/2014/main" id="{E4558680-F118-430F-9F84-B58F560028D3}"/>
              </a:ext>
            </a:extLst>
          </p:cNvPr>
          <p:cNvSpPr>
            <a:spLocks noChangeShapeType="1"/>
          </p:cNvSpPr>
          <p:nvPr/>
        </p:nvSpPr>
        <p:spPr bwMode="auto">
          <a:xfrm flipV="1">
            <a:off x="2362200" y="1524000"/>
            <a:ext cx="2667000" cy="1371600"/>
          </a:xfrm>
          <a:prstGeom prst="line">
            <a:avLst/>
          </a:prstGeom>
          <a:noFill/>
          <a:ln w="381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58" name="Line 30">
            <a:extLst>
              <a:ext uri="{FF2B5EF4-FFF2-40B4-BE49-F238E27FC236}">
                <a16:creationId xmlns:a16="http://schemas.microsoft.com/office/drawing/2014/main" id="{1147524C-3F69-4EAE-8FCE-7326393F72E8}"/>
              </a:ext>
            </a:extLst>
          </p:cNvPr>
          <p:cNvSpPr>
            <a:spLocks noChangeShapeType="1"/>
          </p:cNvSpPr>
          <p:nvPr/>
        </p:nvSpPr>
        <p:spPr bwMode="auto">
          <a:xfrm flipV="1">
            <a:off x="1905000" y="1524000"/>
            <a:ext cx="2667000" cy="1371600"/>
          </a:xfrm>
          <a:prstGeom prst="line">
            <a:avLst/>
          </a:prstGeom>
          <a:noFill/>
          <a:ln w="381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59" name="Line 31">
            <a:extLst>
              <a:ext uri="{FF2B5EF4-FFF2-40B4-BE49-F238E27FC236}">
                <a16:creationId xmlns:a16="http://schemas.microsoft.com/office/drawing/2014/main" id="{7B2D934D-ECB2-4E9E-960A-43945BF98455}"/>
              </a:ext>
            </a:extLst>
          </p:cNvPr>
          <p:cNvSpPr>
            <a:spLocks noChangeShapeType="1"/>
          </p:cNvSpPr>
          <p:nvPr/>
        </p:nvSpPr>
        <p:spPr bwMode="auto">
          <a:xfrm>
            <a:off x="3733800" y="1752600"/>
            <a:ext cx="2743200" cy="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60" name="Line 32">
            <a:extLst>
              <a:ext uri="{FF2B5EF4-FFF2-40B4-BE49-F238E27FC236}">
                <a16:creationId xmlns:a16="http://schemas.microsoft.com/office/drawing/2014/main" id="{6842C3F4-7208-492C-AC58-40A463702DD2}"/>
              </a:ext>
            </a:extLst>
          </p:cNvPr>
          <p:cNvSpPr>
            <a:spLocks noChangeShapeType="1"/>
          </p:cNvSpPr>
          <p:nvPr/>
        </p:nvSpPr>
        <p:spPr bwMode="auto">
          <a:xfrm>
            <a:off x="3276600" y="1981200"/>
            <a:ext cx="2743200" cy="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61" name="Line 33">
            <a:extLst>
              <a:ext uri="{FF2B5EF4-FFF2-40B4-BE49-F238E27FC236}">
                <a16:creationId xmlns:a16="http://schemas.microsoft.com/office/drawing/2014/main" id="{7B349E14-B1C7-4A48-94B4-9B8519186F48}"/>
              </a:ext>
            </a:extLst>
          </p:cNvPr>
          <p:cNvSpPr>
            <a:spLocks noChangeShapeType="1"/>
          </p:cNvSpPr>
          <p:nvPr/>
        </p:nvSpPr>
        <p:spPr bwMode="auto">
          <a:xfrm>
            <a:off x="2819400" y="2209800"/>
            <a:ext cx="2743200" cy="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62" name="Line 34">
            <a:extLst>
              <a:ext uri="{FF2B5EF4-FFF2-40B4-BE49-F238E27FC236}">
                <a16:creationId xmlns:a16="http://schemas.microsoft.com/office/drawing/2014/main" id="{EBF2E59A-E209-498C-8312-5CB10081E320}"/>
              </a:ext>
            </a:extLst>
          </p:cNvPr>
          <p:cNvSpPr>
            <a:spLocks noChangeShapeType="1"/>
          </p:cNvSpPr>
          <p:nvPr/>
        </p:nvSpPr>
        <p:spPr bwMode="auto">
          <a:xfrm>
            <a:off x="2362200" y="2438400"/>
            <a:ext cx="2743200" cy="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63" name="Line 35">
            <a:extLst>
              <a:ext uri="{FF2B5EF4-FFF2-40B4-BE49-F238E27FC236}">
                <a16:creationId xmlns:a16="http://schemas.microsoft.com/office/drawing/2014/main" id="{12B2F81A-8B48-4227-9697-775C156126B8}"/>
              </a:ext>
            </a:extLst>
          </p:cNvPr>
          <p:cNvSpPr>
            <a:spLocks noChangeShapeType="1"/>
          </p:cNvSpPr>
          <p:nvPr/>
        </p:nvSpPr>
        <p:spPr bwMode="auto">
          <a:xfrm>
            <a:off x="1905000" y="2667000"/>
            <a:ext cx="2743200" cy="0"/>
          </a:xfrm>
          <a:prstGeom prst="line">
            <a:avLst/>
          </a:prstGeom>
          <a:noFill/>
          <a:ln w="38100">
            <a:solidFill>
              <a:srgbClr val="336600"/>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64" name="Line 36">
            <a:extLst>
              <a:ext uri="{FF2B5EF4-FFF2-40B4-BE49-F238E27FC236}">
                <a16:creationId xmlns:a16="http://schemas.microsoft.com/office/drawing/2014/main" id="{7DFD897C-54A3-4EC6-9CE6-3965ACFAE94D}"/>
              </a:ext>
            </a:extLst>
          </p:cNvPr>
          <p:cNvSpPr>
            <a:spLocks noChangeShapeType="1"/>
          </p:cNvSpPr>
          <p:nvPr/>
        </p:nvSpPr>
        <p:spPr bwMode="auto">
          <a:xfrm flipV="1">
            <a:off x="838200" y="2895600"/>
            <a:ext cx="0" cy="228600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65" name="Line 37">
            <a:extLst>
              <a:ext uri="{FF2B5EF4-FFF2-40B4-BE49-F238E27FC236}">
                <a16:creationId xmlns:a16="http://schemas.microsoft.com/office/drawing/2014/main" id="{C9C71F38-CB8B-43BB-B107-856563F3EF32}"/>
              </a:ext>
            </a:extLst>
          </p:cNvPr>
          <p:cNvSpPr>
            <a:spLocks noChangeShapeType="1"/>
          </p:cNvSpPr>
          <p:nvPr/>
        </p:nvSpPr>
        <p:spPr bwMode="auto">
          <a:xfrm>
            <a:off x="1447800" y="5638800"/>
            <a:ext cx="2667000" cy="0"/>
          </a:xfrm>
          <a:prstGeom prst="line">
            <a:avLst/>
          </a:prstGeom>
          <a:noFill/>
          <a:ln w="25400">
            <a:solidFill>
              <a:srgbClr val="CC0066"/>
            </a:solidFill>
            <a:round/>
            <a:headEnd/>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66" name="Line 38">
            <a:extLst>
              <a:ext uri="{FF2B5EF4-FFF2-40B4-BE49-F238E27FC236}">
                <a16:creationId xmlns:a16="http://schemas.microsoft.com/office/drawing/2014/main" id="{2C603B1D-FDC4-4DC7-87FA-564A03BEC3CA}"/>
              </a:ext>
            </a:extLst>
          </p:cNvPr>
          <p:cNvSpPr>
            <a:spLocks noChangeShapeType="1"/>
          </p:cNvSpPr>
          <p:nvPr/>
        </p:nvSpPr>
        <p:spPr bwMode="auto">
          <a:xfrm flipV="1">
            <a:off x="4267200" y="4267200"/>
            <a:ext cx="2743200" cy="1371600"/>
          </a:xfrm>
          <a:prstGeom prst="line">
            <a:avLst/>
          </a:prstGeom>
          <a:noFill/>
          <a:ln w="25400">
            <a:solidFill>
              <a:srgbClr val="336600"/>
            </a:solidFill>
            <a:round/>
            <a:headEnd/>
            <a:tailEnd type="triangl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67" name="AutoShape 39">
            <a:extLst>
              <a:ext uri="{FF2B5EF4-FFF2-40B4-BE49-F238E27FC236}">
                <a16:creationId xmlns:a16="http://schemas.microsoft.com/office/drawing/2014/main" id="{9B602B94-3683-4FE3-86B4-15FD82192152}"/>
              </a:ext>
            </a:extLst>
          </p:cNvPr>
          <p:cNvSpPr>
            <a:spLocks noChangeArrowheads="1"/>
          </p:cNvSpPr>
          <p:nvPr/>
        </p:nvSpPr>
        <p:spPr bwMode="auto">
          <a:xfrm>
            <a:off x="6629400" y="1600200"/>
            <a:ext cx="1066800" cy="304800"/>
          </a:xfrm>
          <a:prstGeom prst="leftArrow">
            <a:avLst>
              <a:gd name="adj1" fmla="val 50000"/>
              <a:gd name="adj2" fmla="val 87500"/>
            </a:avLst>
          </a:prstGeom>
          <a:solidFill>
            <a:srgbClr val="CC0000"/>
          </a:solidFill>
          <a:ln w="25400">
            <a:solidFill>
              <a:srgbClr val="FF0000"/>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2568" name="Text Box 40">
            <a:extLst>
              <a:ext uri="{FF2B5EF4-FFF2-40B4-BE49-F238E27FC236}">
                <a16:creationId xmlns:a16="http://schemas.microsoft.com/office/drawing/2014/main" id="{DDB8999E-D25F-463D-93DC-D777DC3FCF6D}"/>
              </a:ext>
            </a:extLst>
          </p:cNvPr>
          <p:cNvSpPr txBox="1">
            <a:spLocks noChangeArrowheads="1"/>
          </p:cNvSpPr>
          <p:nvPr/>
        </p:nvSpPr>
        <p:spPr bwMode="auto">
          <a:xfrm>
            <a:off x="7620000" y="1492250"/>
            <a:ext cx="152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FF0000"/>
                </a:solidFill>
                <a:effectLst/>
                <a:uLnTx/>
                <a:uFillTx/>
                <a:latin typeface="Comic Sans MS" panose="030F0702030302020204" pitchFamily="66" charset="0"/>
                <a:cs typeface="Arial"/>
                <a:sym typeface="Arial"/>
              </a:rPr>
              <a:t>Fully Distributed</a:t>
            </a:r>
          </a:p>
        </p:txBody>
      </p:sp>
      <p:sp>
        <p:nvSpPr>
          <p:cNvPr id="22569" name="Line 41">
            <a:extLst>
              <a:ext uri="{FF2B5EF4-FFF2-40B4-BE49-F238E27FC236}">
                <a16:creationId xmlns:a16="http://schemas.microsoft.com/office/drawing/2014/main" id="{31439E6E-BE22-4540-A612-6F4D1E6AB141}"/>
              </a:ext>
            </a:extLst>
          </p:cNvPr>
          <p:cNvSpPr>
            <a:spLocks noChangeShapeType="1"/>
          </p:cNvSpPr>
          <p:nvPr/>
        </p:nvSpPr>
        <p:spPr bwMode="auto">
          <a:xfrm flipV="1">
            <a:off x="4191000" y="1524000"/>
            <a:ext cx="1752600" cy="9144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2570" name="Text Box 42">
            <a:extLst>
              <a:ext uri="{FF2B5EF4-FFF2-40B4-BE49-F238E27FC236}">
                <a16:creationId xmlns:a16="http://schemas.microsoft.com/office/drawing/2014/main" id="{4A7FE25C-80EC-481C-AC30-656B60316DC1}"/>
              </a:ext>
            </a:extLst>
          </p:cNvPr>
          <p:cNvSpPr txBox="1">
            <a:spLocks noChangeArrowheads="1"/>
          </p:cNvSpPr>
          <p:nvPr/>
        </p:nvSpPr>
        <p:spPr bwMode="auto">
          <a:xfrm>
            <a:off x="5181600" y="5562600"/>
            <a:ext cx="3581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3200" b="0" i="0" u="none" strike="noStrike" kern="0" cap="none" spc="0" normalizeH="0" baseline="0" noProof="0">
                <a:ln>
                  <a:noFill/>
                </a:ln>
                <a:solidFill>
                  <a:srgbClr val="000000"/>
                </a:solidFill>
                <a:effectLst/>
                <a:uLnTx/>
                <a:uFillTx/>
                <a:latin typeface="Monotype Corsiva" panose="03010101010201010101" pitchFamily="66" charset="0"/>
                <a:cs typeface="Arial"/>
                <a:sym typeface="Arial"/>
              </a:rPr>
              <a:t>Enslow’s Model</a:t>
            </a:r>
          </a:p>
        </p:txBody>
      </p:sp>
      <p:sp>
        <p:nvSpPr>
          <p:cNvPr id="22571" name="Text Box 43">
            <a:extLst>
              <a:ext uri="{FF2B5EF4-FFF2-40B4-BE49-F238E27FC236}">
                <a16:creationId xmlns:a16="http://schemas.microsoft.com/office/drawing/2014/main" id="{42E4EC8B-D71E-4908-BBE7-D034A124FDAB}"/>
              </a:ext>
            </a:extLst>
          </p:cNvPr>
          <p:cNvSpPr txBox="1">
            <a:spLocks noChangeArrowheads="1"/>
          </p:cNvSpPr>
          <p:nvPr/>
        </p:nvSpPr>
        <p:spPr bwMode="auto">
          <a:xfrm>
            <a:off x="2133600" y="5638800"/>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Comic Sans MS" panose="030F0702030302020204" pitchFamily="66" charset="0"/>
                <a:cs typeface="Arial"/>
                <a:sym typeface="Arial"/>
              </a:rPr>
              <a:t>Control</a:t>
            </a:r>
          </a:p>
        </p:txBody>
      </p:sp>
      <p:sp>
        <p:nvSpPr>
          <p:cNvPr id="22572" name="Text Box 44">
            <a:extLst>
              <a:ext uri="{FF2B5EF4-FFF2-40B4-BE49-F238E27FC236}">
                <a16:creationId xmlns:a16="http://schemas.microsoft.com/office/drawing/2014/main" id="{EE0D4E24-4DF6-4929-BC13-DE86C56A5825}"/>
              </a:ext>
            </a:extLst>
          </p:cNvPr>
          <p:cNvSpPr txBox="1">
            <a:spLocks noChangeArrowheads="1"/>
          </p:cNvSpPr>
          <p:nvPr/>
        </p:nvSpPr>
        <p:spPr bwMode="auto">
          <a:xfrm rot="5400000">
            <a:off x="-692943" y="4350543"/>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Comic Sans MS" panose="030F0702030302020204" pitchFamily="66" charset="0"/>
                <a:cs typeface="Arial"/>
                <a:sym typeface="Arial"/>
              </a:rPr>
              <a:t>Processors</a:t>
            </a:r>
          </a:p>
        </p:txBody>
      </p:sp>
      <p:sp>
        <p:nvSpPr>
          <p:cNvPr id="22573" name="Text Box 45">
            <a:extLst>
              <a:ext uri="{FF2B5EF4-FFF2-40B4-BE49-F238E27FC236}">
                <a16:creationId xmlns:a16="http://schemas.microsoft.com/office/drawing/2014/main" id="{5C733CDC-D152-48B7-80C9-8E39204662B6}"/>
              </a:ext>
            </a:extLst>
          </p:cNvPr>
          <p:cNvSpPr txBox="1">
            <a:spLocks noChangeArrowheads="1"/>
          </p:cNvSpPr>
          <p:nvPr/>
        </p:nvSpPr>
        <p:spPr bwMode="auto">
          <a:xfrm>
            <a:off x="6096000" y="4648200"/>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Comic Sans MS" panose="030F0702030302020204" pitchFamily="66" charset="0"/>
                <a:cs typeface="Arial"/>
                <a:sym typeface="Arial"/>
              </a:rPr>
              <a:t>Data</a:t>
            </a:r>
          </a:p>
        </p:txBody>
      </p:sp>
      <p:grpSp>
        <p:nvGrpSpPr>
          <p:cNvPr id="2" name="Group 70">
            <a:extLst>
              <a:ext uri="{FF2B5EF4-FFF2-40B4-BE49-F238E27FC236}">
                <a16:creationId xmlns:a16="http://schemas.microsoft.com/office/drawing/2014/main" id="{8F0923D5-B311-4738-84EF-54BAAB6A3ECC}"/>
              </a:ext>
            </a:extLst>
          </p:cNvPr>
          <p:cNvGrpSpPr>
            <a:grpSpLocks/>
          </p:cNvGrpSpPr>
          <p:nvPr/>
        </p:nvGrpSpPr>
        <p:grpSpPr bwMode="auto">
          <a:xfrm>
            <a:off x="5105400" y="1524000"/>
            <a:ext cx="1828800" cy="1371600"/>
            <a:chOff x="5105400" y="1524000"/>
            <a:chExt cx="1828800" cy="1371600"/>
          </a:xfrm>
        </p:grpSpPr>
        <p:cxnSp>
          <p:nvCxnSpPr>
            <p:cNvPr id="63" name="Straight Connector 62">
              <a:extLst>
                <a:ext uri="{FF2B5EF4-FFF2-40B4-BE49-F238E27FC236}">
                  <a16:creationId xmlns:a16="http://schemas.microsoft.com/office/drawing/2014/main" id="{FEB2C797-0005-48A7-8BE1-3AA4C3753735}"/>
                </a:ext>
              </a:extLst>
            </p:cNvPr>
            <p:cNvCxnSpPr/>
            <p:nvPr/>
          </p:nvCxnSpPr>
          <p:spPr>
            <a:xfrm rot="10800000" flipV="1">
              <a:off x="6019800" y="2438400"/>
              <a:ext cx="914400" cy="45720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22578" name="Group 69">
              <a:extLst>
                <a:ext uri="{FF2B5EF4-FFF2-40B4-BE49-F238E27FC236}">
                  <a16:creationId xmlns:a16="http://schemas.microsoft.com/office/drawing/2014/main" id="{BE915C3D-FA37-4FBE-85A4-64950237FCDB}"/>
                </a:ext>
              </a:extLst>
            </p:cNvPr>
            <p:cNvGrpSpPr>
              <a:grpSpLocks/>
            </p:cNvGrpSpPr>
            <p:nvPr/>
          </p:nvGrpSpPr>
          <p:grpSpPr bwMode="auto">
            <a:xfrm>
              <a:off x="5105400" y="1524000"/>
              <a:ext cx="1828800" cy="1371600"/>
              <a:chOff x="5105400" y="1524000"/>
              <a:chExt cx="1828800" cy="1371600"/>
            </a:xfrm>
          </p:grpSpPr>
          <p:sp>
            <p:nvSpPr>
              <p:cNvPr id="46" name="Rectangle 45">
                <a:extLst>
                  <a:ext uri="{FF2B5EF4-FFF2-40B4-BE49-F238E27FC236}">
                    <a16:creationId xmlns:a16="http://schemas.microsoft.com/office/drawing/2014/main" id="{21C243E2-1F46-428F-80EE-5B855E8A45C5}"/>
                  </a:ext>
                </a:extLst>
              </p:cNvPr>
              <p:cNvSpPr/>
              <p:nvPr/>
            </p:nvSpPr>
            <p:spPr>
              <a:xfrm>
                <a:off x="5105400" y="1981200"/>
                <a:ext cx="914400" cy="914400"/>
              </a:xfrm>
              <a:prstGeom prst="rect">
                <a:avLst/>
              </a:prstGeom>
              <a:solidFill>
                <a:schemeClr val="accent1">
                  <a:alpha val="3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cxnSp>
            <p:nvCxnSpPr>
              <p:cNvPr id="59" name="Straight Connector 58">
                <a:extLst>
                  <a:ext uri="{FF2B5EF4-FFF2-40B4-BE49-F238E27FC236}">
                    <a16:creationId xmlns:a16="http://schemas.microsoft.com/office/drawing/2014/main" id="{22A3E7FD-F07B-47F2-83F9-D256A5630174}"/>
                  </a:ext>
                </a:extLst>
              </p:cNvPr>
              <p:cNvCxnSpPr>
                <a:endCxn id="22553" idx="1"/>
              </p:cNvCxnSpPr>
              <p:nvPr/>
            </p:nvCxnSpPr>
            <p:spPr>
              <a:xfrm flipV="1">
                <a:off x="6019800" y="1524000"/>
                <a:ext cx="914400" cy="4572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DA12BF7-2243-4CDE-BCF2-A4D6113F11AA}"/>
                  </a:ext>
                </a:extLst>
              </p:cNvPr>
              <p:cNvCxnSpPr>
                <a:stCxn id="22549" idx="0"/>
              </p:cNvCxnSpPr>
              <p:nvPr/>
            </p:nvCxnSpPr>
            <p:spPr>
              <a:xfrm rot="5400000">
                <a:off x="6477000" y="1981200"/>
                <a:ext cx="914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01DED04-4A81-47A1-A5F2-E181084B4C93}"/>
                  </a:ext>
                </a:extLst>
              </p:cNvPr>
              <p:cNvCxnSpPr>
                <a:endCxn id="22569" idx="1"/>
              </p:cNvCxnSpPr>
              <p:nvPr/>
            </p:nvCxnSpPr>
            <p:spPr>
              <a:xfrm flipV="1">
                <a:off x="5105400" y="1524000"/>
                <a:ext cx="838200" cy="4572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2A562C2-565A-449B-9E91-7AE6F443F66A}"/>
                  </a:ext>
                </a:extLst>
              </p:cNvPr>
              <p:cNvCxnSpPr>
                <a:stCxn id="22569" idx="1"/>
                <a:endCxn id="22553" idx="1"/>
              </p:cNvCxnSpPr>
              <p:nvPr/>
            </p:nvCxnSpPr>
            <p:spPr>
              <a:xfrm rot="16200000" flipH="1">
                <a:off x="6438900" y="1028700"/>
                <a:ext cx="0" cy="990600"/>
              </a:xfrm>
              <a:prstGeom prst="line">
                <a:avLst/>
              </a:prstGeom>
              <a:ln w="28575"/>
            </p:spPr>
            <p:style>
              <a:lnRef idx="1">
                <a:schemeClr val="accent1"/>
              </a:lnRef>
              <a:fillRef idx="0">
                <a:schemeClr val="accent1"/>
              </a:fillRef>
              <a:effectRef idx="0">
                <a:schemeClr val="accent1"/>
              </a:effectRef>
              <a:fontRef idx="minor">
                <a:schemeClr val="tx1"/>
              </a:fontRef>
            </p:style>
          </p:cxnSp>
        </p:grpSp>
      </p:grpSp>
      <p:sp>
        <p:nvSpPr>
          <p:cNvPr id="68" name="Down Arrow 67">
            <a:extLst>
              <a:ext uri="{FF2B5EF4-FFF2-40B4-BE49-F238E27FC236}">
                <a16:creationId xmlns:a16="http://schemas.microsoft.com/office/drawing/2014/main" id="{913F1C58-7788-44F1-A3DF-4B580C6CE38D}"/>
              </a:ext>
            </a:extLst>
          </p:cNvPr>
          <p:cNvSpPr/>
          <p:nvPr/>
        </p:nvSpPr>
        <p:spPr>
          <a:xfrm>
            <a:off x="5943600" y="762000"/>
            <a:ext cx="304800" cy="990600"/>
          </a:xfrm>
          <a:prstGeom prst="downArrow">
            <a:avLst/>
          </a:prstGeom>
          <a:solidFill>
            <a:srgbClr val="CC0000"/>
          </a:solid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9" name="Text Box 40">
            <a:extLst>
              <a:ext uri="{FF2B5EF4-FFF2-40B4-BE49-F238E27FC236}">
                <a16:creationId xmlns:a16="http://schemas.microsoft.com/office/drawing/2014/main" id="{6A47A759-F606-41EE-A559-D1D9BAA74C74}"/>
              </a:ext>
            </a:extLst>
          </p:cNvPr>
          <p:cNvSpPr txBox="1">
            <a:spLocks noChangeArrowheads="1"/>
          </p:cNvSpPr>
          <p:nvPr/>
        </p:nvSpPr>
        <p:spPr bwMode="auto">
          <a:xfrm>
            <a:off x="6324600" y="304800"/>
            <a:ext cx="1524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FF0000"/>
                </a:solidFill>
                <a:effectLst/>
                <a:uLnTx/>
                <a:uFillTx/>
                <a:latin typeface="Comic Sans MS" panose="030F0702030302020204" pitchFamily="66" charset="0"/>
                <a:cs typeface="Arial"/>
                <a:sym typeface="Arial"/>
              </a:rPr>
              <a:t>Allowed area for DS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a:extLst>
              <a:ext uri="{FF2B5EF4-FFF2-40B4-BE49-F238E27FC236}">
                <a16:creationId xmlns:a16="http://schemas.microsoft.com/office/drawing/2014/main" id="{7A20D862-8486-4489-BCF5-376A7A784242}"/>
              </a:ext>
            </a:extLst>
          </p:cNvPr>
          <p:cNvSpPr txBox="1">
            <a:spLocks noChangeArrowheads="1"/>
          </p:cNvSpPr>
          <p:nvPr/>
        </p:nvSpPr>
        <p:spPr bwMode="auto">
          <a:xfrm>
            <a:off x="457200" y="185738"/>
            <a:ext cx="8305800" cy="80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20000"/>
              </a:spcBef>
              <a:spcAft>
                <a:spcPts val="0"/>
              </a:spcAft>
              <a:buClrTx/>
              <a:buSzTx/>
              <a:buFontTx/>
              <a:buNone/>
              <a:tabLst/>
              <a:defRPr/>
            </a:pPr>
            <a:endParaRPr kumimoji="0" lang="en-US" altLang="en-US" sz="1400" b="0" i="0" u="none" strike="noStrike" kern="0" cap="none" spc="0" normalizeH="0" baseline="0" noProof="0">
              <a:ln>
                <a:noFill/>
              </a:ln>
              <a:solidFill>
                <a:srgbClr val="002960"/>
              </a:solidFill>
              <a:effectLst/>
              <a:uLnTx/>
              <a:uFillTx/>
              <a:latin typeface="Arial" panose="020B0604020202020204" pitchFamily="34" charset="0"/>
              <a:cs typeface="Arial"/>
              <a:sym typeface="Arial"/>
            </a:endParaRPr>
          </a:p>
          <a:p>
            <a:pPr marL="0" marR="0" lvl="0" indent="0" algn="ctr" defTabSz="914400" rtl="0" eaLnBrk="0" fontAlgn="auto" latinLnBrk="0" hangingPunct="0">
              <a:lnSpc>
                <a:spcPct val="100000"/>
              </a:lnSpc>
              <a:spcBef>
                <a:spcPct val="20000"/>
              </a:spcBef>
              <a:spcAft>
                <a:spcPts val="0"/>
              </a:spcAft>
              <a:buClrTx/>
              <a:buSzTx/>
              <a:buFontTx/>
              <a:buNone/>
              <a:tabLst/>
              <a:defRPr/>
            </a:pPr>
            <a:r>
              <a:rPr kumimoji="0" lang="en-US" altLang="en-US" sz="2400" b="1" i="0" u="none" strike="noStrike" kern="0" cap="none" spc="0" normalizeH="0" baseline="0" noProof="0">
                <a:ln>
                  <a:noFill/>
                </a:ln>
                <a:solidFill>
                  <a:srgbClr val="FF0000"/>
                </a:solidFill>
                <a:effectLst/>
                <a:uLnTx/>
                <a:uFillTx/>
                <a:latin typeface="Arial" panose="020B0604020202020204" pitchFamily="34" charset="0"/>
                <a:cs typeface="Arial"/>
                <a:sym typeface="Arial"/>
              </a:rPr>
              <a:t>Multi-processor Architectures</a:t>
            </a:r>
            <a:r>
              <a:rPr kumimoji="0" lang="en-US" altLang="en-US" sz="1400" b="0" i="0" u="none" strike="noStrike" kern="0" cap="none" spc="0" normalizeH="0" baseline="0" noProof="0">
                <a:ln>
                  <a:noFill/>
                </a:ln>
                <a:solidFill>
                  <a:srgbClr val="FF0000"/>
                </a:solidFill>
                <a:effectLst/>
                <a:uLnTx/>
                <a:uFillTx/>
                <a:latin typeface="Arial" panose="020B0604020202020204" pitchFamily="34" charset="0"/>
                <a:cs typeface="Arial"/>
                <a:sym typeface="Arial"/>
              </a:rPr>
              <a:t>	</a:t>
            </a:r>
          </a:p>
        </p:txBody>
      </p:sp>
      <p:grpSp>
        <p:nvGrpSpPr>
          <p:cNvPr id="2" name="Group 3">
            <a:extLst>
              <a:ext uri="{FF2B5EF4-FFF2-40B4-BE49-F238E27FC236}">
                <a16:creationId xmlns:a16="http://schemas.microsoft.com/office/drawing/2014/main" id="{F1AF8ED6-3D8C-4DAD-9845-EC3B830C9283}"/>
              </a:ext>
            </a:extLst>
          </p:cNvPr>
          <p:cNvGrpSpPr>
            <a:grpSpLocks/>
          </p:cNvGrpSpPr>
          <p:nvPr/>
        </p:nvGrpSpPr>
        <p:grpSpPr bwMode="auto">
          <a:xfrm>
            <a:off x="381000" y="1676400"/>
            <a:ext cx="2590800" cy="2133600"/>
            <a:chOff x="240" y="1056"/>
            <a:chExt cx="1632" cy="1344"/>
          </a:xfrm>
        </p:grpSpPr>
        <p:sp>
          <p:nvSpPr>
            <p:cNvPr id="23599" name="Rectangle 4">
              <a:extLst>
                <a:ext uri="{FF2B5EF4-FFF2-40B4-BE49-F238E27FC236}">
                  <a16:creationId xmlns:a16="http://schemas.microsoft.com/office/drawing/2014/main" id="{B39B30D9-F9B6-4AED-98A1-60555334EC34}"/>
                </a:ext>
              </a:extLst>
            </p:cNvPr>
            <p:cNvSpPr>
              <a:spLocks noChangeArrowheads="1"/>
            </p:cNvSpPr>
            <p:nvPr/>
          </p:nvSpPr>
          <p:spPr bwMode="auto">
            <a:xfrm>
              <a:off x="240" y="1584"/>
              <a:ext cx="1632" cy="288"/>
            </a:xfrm>
            <a:prstGeom prst="rect">
              <a:avLst/>
            </a:prstGeom>
            <a:solidFill>
              <a:schemeClr val="accent1">
                <a:alpha val="25882"/>
              </a:scheme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Interconnection Ntk</a:t>
              </a:r>
            </a:p>
          </p:txBody>
        </p:sp>
        <p:sp>
          <p:nvSpPr>
            <p:cNvPr id="23600" name="Rectangle 5">
              <a:extLst>
                <a:ext uri="{FF2B5EF4-FFF2-40B4-BE49-F238E27FC236}">
                  <a16:creationId xmlns:a16="http://schemas.microsoft.com/office/drawing/2014/main" id="{3626AFC2-A040-4B87-9AB9-A12982340705}"/>
                </a:ext>
              </a:extLst>
            </p:cNvPr>
            <p:cNvSpPr>
              <a:spLocks noChangeArrowheads="1"/>
            </p:cNvSpPr>
            <p:nvPr/>
          </p:nvSpPr>
          <p:spPr bwMode="auto">
            <a:xfrm>
              <a:off x="240" y="1056"/>
              <a:ext cx="384" cy="288"/>
            </a:xfrm>
            <a:prstGeom prst="rect">
              <a:avLst/>
            </a:prstGeom>
            <a:solidFill>
              <a:schemeClr val="accent1">
                <a:alpha val="25882"/>
              </a:scheme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a:ln>
                    <a:noFill/>
                  </a:ln>
                  <a:solidFill>
                    <a:srgbClr val="000000"/>
                  </a:solidFill>
                  <a:effectLst/>
                  <a:uLnTx/>
                  <a:uFillTx/>
                  <a:latin typeface="Arial" panose="020B0604020202020204" pitchFamily="34" charset="0"/>
                  <a:cs typeface="Arial"/>
                  <a:sym typeface="Arial"/>
                </a:rPr>
                <a:t>1</a:t>
              </a: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3601" name="Rectangle 6">
              <a:extLst>
                <a:ext uri="{FF2B5EF4-FFF2-40B4-BE49-F238E27FC236}">
                  <a16:creationId xmlns:a16="http://schemas.microsoft.com/office/drawing/2014/main" id="{FEDD4BB0-D71B-4D7A-A0C6-D89BDC0515B8}"/>
                </a:ext>
              </a:extLst>
            </p:cNvPr>
            <p:cNvSpPr>
              <a:spLocks noChangeArrowheads="1"/>
            </p:cNvSpPr>
            <p:nvPr/>
          </p:nvSpPr>
          <p:spPr bwMode="auto">
            <a:xfrm>
              <a:off x="672" y="1056"/>
              <a:ext cx="384" cy="288"/>
            </a:xfrm>
            <a:prstGeom prst="rect">
              <a:avLst/>
            </a:prstGeom>
            <a:solidFill>
              <a:schemeClr val="accent1">
                <a:alpha val="25882"/>
              </a:scheme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a:ln>
                    <a:noFill/>
                  </a:ln>
                  <a:solidFill>
                    <a:srgbClr val="000000"/>
                  </a:solidFill>
                  <a:effectLst/>
                  <a:uLnTx/>
                  <a:uFillTx/>
                  <a:latin typeface="Arial" panose="020B0604020202020204" pitchFamily="34" charset="0"/>
                  <a:cs typeface="Arial"/>
                  <a:sym typeface="Arial"/>
                </a:rPr>
                <a:t>2</a:t>
              </a: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3602" name="Rectangle 7">
              <a:extLst>
                <a:ext uri="{FF2B5EF4-FFF2-40B4-BE49-F238E27FC236}">
                  <a16:creationId xmlns:a16="http://schemas.microsoft.com/office/drawing/2014/main" id="{58FE05E9-6B53-4A2C-903B-1BCD2666F572}"/>
                </a:ext>
              </a:extLst>
            </p:cNvPr>
            <p:cNvSpPr>
              <a:spLocks noChangeArrowheads="1"/>
            </p:cNvSpPr>
            <p:nvPr/>
          </p:nvSpPr>
          <p:spPr bwMode="auto">
            <a:xfrm>
              <a:off x="1440" y="1056"/>
              <a:ext cx="384" cy="288"/>
            </a:xfrm>
            <a:prstGeom prst="rect">
              <a:avLst/>
            </a:prstGeom>
            <a:solidFill>
              <a:schemeClr val="accent1">
                <a:alpha val="25882"/>
              </a:scheme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a:ln>
                    <a:noFill/>
                  </a:ln>
                  <a:solidFill>
                    <a:srgbClr val="000000"/>
                  </a:solidFill>
                  <a:effectLst/>
                  <a:uLnTx/>
                  <a:uFillTx/>
                  <a:latin typeface="Arial" panose="020B0604020202020204" pitchFamily="34" charset="0"/>
                  <a:cs typeface="Arial"/>
                  <a:sym typeface="Arial"/>
                </a:rPr>
                <a:t>k</a:t>
              </a: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3603" name="Line 8">
              <a:extLst>
                <a:ext uri="{FF2B5EF4-FFF2-40B4-BE49-F238E27FC236}">
                  <a16:creationId xmlns:a16="http://schemas.microsoft.com/office/drawing/2014/main" id="{834CDC50-E128-4B69-AA71-79D1F724F2B2}"/>
                </a:ext>
              </a:extLst>
            </p:cNvPr>
            <p:cNvSpPr>
              <a:spLocks noChangeShapeType="1"/>
            </p:cNvSpPr>
            <p:nvPr/>
          </p:nvSpPr>
          <p:spPr bwMode="auto">
            <a:xfrm>
              <a:off x="432" y="1344"/>
              <a:ext cx="0" cy="24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604" name="Line 9">
              <a:extLst>
                <a:ext uri="{FF2B5EF4-FFF2-40B4-BE49-F238E27FC236}">
                  <a16:creationId xmlns:a16="http://schemas.microsoft.com/office/drawing/2014/main" id="{81058AF3-0057-464A-A894-D2AEC3C73104}"/>
                </a:ext>
              </a:extLst>
            </p:cNvPr>
            <p:cNvSpPr>
              <a:spLocks noChangeShapeType="1"/>
            </p:cNvSpPr>
            <p:nvPr/>
          </p:nvSpPr>
          <p:spPr bwMode="auto">
            <a:xfrm>
              <a:off x="864" y="1344"/>
              <a:ext cx="0" cy="24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605" name="Line 10">
              <a:extLst>
                <a:ext uri="{FF2B5EF4-FFF2-40B4-BE49-F238E27FC236}">
                  <a16:creationId xmlns:a16="http://schemas.microsoft.com/office/drawing/2014/main" id="{14A6913C-B4B8-4D64-81DA-3953264B4CF6}"/>
                </a:ext>
              </a:extLst>
            </p:cNvPr>
            <p:cNvSpPr>
              <a:spLocks noChangeShapeType="1"/>
            </p:cNvSpPr>
            <p:nvPr/>
          </p:nvSpPr>
          <p:spPr bwMode="auto">
            <a:xfrm>
              <a:off x="1632" y="1344"/>
              <a:ext cx="0" cy="24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606" name="Rectangle 11">
              <a:extLst>
                <a:ext uri="{FF2B5EF4-FFF2-40B4-BE49-F238E27FC236}">
                  <a16:creationId xmlns:a16="http://schemas.microsoft.com/office/drawing/2014/main" id="{6FFB5534-0ACE-4EC1-9C61-C7C66817F93D}"/>
                </a:ext>
              </a:extLst>
            </p:cNvPr>
            <p:cNvSpPr>
              <a:spLocks noChangeArrowheads="1"/>
            </p:cNvSpPr>
            <p:nvPr/>
          </p:nvSpPr>
          <p:spPr bwMode="auto">
            <a:xfrm>
              <a:off x="240" y="2112"/>
              <a:ext cx="384" cy="288"/>
            </a:xfrm>
            <a:prstGeom prst="rect">
              <a:avLst/>
            </a:prstGeom>
            <a:solidFill>
              <a:schemeClr val="accent1">
                <a:alpha val="25882"/>
              </a:scheme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P</a:t>
              </a:r>
              <a:r>
                <a:rPr kumimoji="0" lang="en-US" altLang="en-US" sz="1400" b="0" i="0" u="none" strike="noStrike" kern="0" cap="none" spc="0" normalizeH="0" baseline="-25000" noProof="0">
                  <a:ln>
                    <a:noFill/>
                  </a:ln>
                  <a:solidFill>
                    <a:srgbClr val="000000"/>
                  </a:solidFill>
                  <a:effectLst/>
                  <a:uLnTx/>
                  <a:uFillTx/>
                  <a:latin typeface="Arial" panose="020B0604020202020204" pitchFamily="34" charset="0"/>
                  <a:cs typeface="Arial"/>
                  <a:sym typeface="Arial"/>
                </a:rPr>
                <a:t>1</a:t>
              </a: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3607" name="Rectangle 12">
              <a:extLst>
                <a:ext uri="{FF2B5EF4-FFF2-40B4-BE49-F238E27FC236}">
                  <a16:creationId xmlns:a16="http://schemas.microsoft.com/office/drawing/2014/main" id="{412E78F5-A5BD-498F-9562-9A7BB6E933A9}"/>
                </a:ext>
              </a:extLst>
            </p:cNvPr>
            <p:cNvSpPr>
              <a:spLocks noChangeArrowheads="1"/>
            </p:cNvSpPr>
            <p:nvPr/>
          </p:nvSpPr>
          <p:spPr bwMode="auto">
            <a:xfrm>
              <a:off x="672" y="2112"/>
              <a:ext cx="384" cy="288"/>
            </a:xfrm>
            <a:prstGeom prst="rect">
              <a:avLst/>
            </a:prstGeom>
            <a:solidFill>
              <a:schemeClr val="accent1">
                <a:alpha val="25882"/>
              </a:scheme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P</a:t>
              </a:r>
              <a:r>
                <a:rPr kumimoji="0" lang="en-US" altLang="en-US" sz="1400" b="0" i="0" u="none" strike="noStrike" kern="0" cap="none" spc="0" normalizeH="0" baseline="-25000" noProof="0">
                  <a:ln>
                    <a:noFill/>
                  </a:ln>
                  <a:solidFill>
                    <a:srgbClr val="000000"/>
                  </a:solidFill>
                  <a:effectLst/>
                  <a:uLnTx/>
                  <a:uFillTx/>
                  <a:latin typeface="Arial" panose="020B0604020202020204" pitchFamily="34" charset="0"/>
                  <a:cs typeface="Arial"/>
                  <a:sym typeface="Arial"/>
                </a:rPr>
                <a:t>2</a:t>
              </a: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3608" name="Rectangle 13">
              <a:extLst>
                <a:ext uri="{FF2B5EF4-FFF2-40B4-BE49-F238E27FC236}">
                  <a16:creationId xmlns:a16="http://schemas.microsoft.com/office/drawing/2014/main" id="{E8FF1413-5485-4850-8743-2A0DD98AB36B}"/>
                </a:ext>
              </a:extLst>
            </p:cNvPr>
            <p:cNvSpPr>
              <a:spLocks noChangeArrowheads="1"/>
            </p:cNvSpPr>
            <p:nvPr/>
          </p:nvSpPr>
          <p:spPr bwMode="auto">
            <a:xfrm>
              <a:off x="1440" y="2112"/>
              <a:ext cx="384" cy="288"/>
            </a:xfrm>
            <a:prstGeom prst="rect">
              <a:avLst/>
            </a:prstGeom>
            <a:solidFill>
              <a:schemeClr val="accent1">
                <a:alpha val="25882"/>
              </a:scheme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P</a:t>
              </a:r>
              <a:r>
                <a:rPr kumimoji="0" lang="en-US" altLang="en-US" sz="1400" b="0" i="0" u="none" strike="noStrike" kern="0" cap="none" spc="0" normalizeH="0" baseline="-25000" noProof="0">
                  <a:ln>
                    <a:noFill/>
                  </a:ln>
                  <a:solidFill>
                    <a:srgbClr val="000000"/>
                  </a:solidFill>
                  <a:effectLst/>
                  <a:uLnTx/>
                  <a:uFillTx/>
                  <a:latin typeface="Arial" panose="020B0604020202020204" pitchFamily="34" charset="0"/>
                  <a:cs typeface="Arial"/>
                  <a:sym typeface="Arial"/>
                </a:rPr>
                <a:t>n</a:t>
              </a: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3609" name="Line 14">
              <a:extLst>
                <a:ext uri="{FF2B5EF4-FFF2-40B4-BE49-F238E27FC236}">
                  <a16:creationId xmlns:a16="http://schemas.microsoft.com/office/drawing/2014/main" id="{D1174BBB-5260-42ED-BD72-13A8311FDB99}"/>
                </a:ext>
              </a:extLst>
            </p:cNvPr>
            <p:cNvSpPr>
              <a:spLocks noChangeShapeType="1"/>
            </p:cNvSpPr>
            <p:nvPr/>
          </p:nvSpPr>
          <p:spPr bwMode="auto">
            <a:xfrm>
              <a:off x="432" y="1872"/>
              <a:ext cx="0" cy="24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610" name="Line 15">
              <a:extLst>
                <a:ext uri="{FF2B5EF4-FFF2-40B4-BE49-F238E27FC236}">
                  <a16:creationId xmlns:a16="http://schemas.microsoft.com/office/drawing/2014/main" id="{A62AD855-1158-4340-85B4-0F368AC51DD2}"/>
                </a:ext>
              </a:extLst>
            </p:cNvPr>
            <p:cNvSpPr>
              <a:spLocks noChangeShapeType="1"/>
            </p:cNvSpPr>
            <p:nvPr/>
          </p:nvSpPr>
          <p:spPr bwMode="auto">
            <a:xfrm>
              <a:off x="864" y="1872"/>
              <a:ext cx="0" cy="24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611" name="Line 16">
              <a:extLst>
                <a:ext uri="{FF2B5EF4-FFF2-40B4-BE49-F238E27FC236}">
                  <a16:creationId xmlns:a16="http://schemas.microsoft.com/office/drawing/2014/main" id="{9F708D66-4C6C-40F2-9F16-1B1F2FC6DECA}"/>
                </a:ext>
              </a:extLst>
            </p:cNvPr>
            <p:cNvSpPr>
              <a:spLocks noChangeShapeType="1"/>
            </p:cNvSpPr>
            <p:nvPr/>
          </p:nvSpPr>
          <p:spPr bwMode="auto">
            <a:xfrm>
              <a:off x="1632" y="1872"/>
              <a:ext cx="0" cy="24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612" name="Text Box 17">
              <a:extLst>
                <a:ext uri="{FF2B5EF4-FFF2-40B4-BE49-F238E27FC236}">
                  <a16:creationId xmlns:a16="http://schemas.microsoft.com/office/drawing/2014/main" id="{C0EA47C2-E825-49EC-B87E-537897C6B744}"/>
                </a:ext>
              </a:extLst>
            </p:cNvPr>
            <p:cNvSpPr txBox="1">
              <a:spLocks noChangeArrowheads="1"/>
            </p:cNvSpPr>
            <p:nvPr/>
          </p:nvSpPr>
          <p:spPr bwMode="auto">
            <a:xfrm>
              <a:off x="1104" y="2112"/>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p>
          </p:txBody>
        </p:sp>
        <p:sp>
          <p:nvSpPr>
            <p:cNvPr id="23613" name="Text Box 18">
              <a:extLst>
                <a:ext uri="{FF2B5EF4-FFF2-40B4-BE49-F238E27FC236}">
                  <a16:creationId xmlns:a16="http://schemas.microsoft.com/office/drawing/2014/main" id="{2364C2D5-97D9-4A8E-A1C8-8AFD7A57742C}"/>
                </a:ext>
              </a:extLst>
            </p:cNvPr>
            <p:cNvSpPr txBox="1">
              <a:spLocks noChangeArrowheads="1"/>
            </p:cNvSpPr>
            <p:nvPr/>
          </p:nvSpPr>
          <p:spPr bwMode="auto">
            <a:xfrm>
              <a:off x="1104" y="1056"/>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p>
          </p:txBody>
        </p:sp>
      </p:grpSp>
      <p:sp>
        <p:nvSpPr>
          <p:cNvPr id="71699" name="Text Box 19">
            <a:extLst>
              <a:ext uri="{FF2B5EF4-FFF2-40B4-BE49-F238E27FC236}">
                <a16:creationId xmlns:a16="http://schemas.microsoft.com/office/drawing/2014/main" id="{6248AD47-B037-4A8F-9DDE-4273CC73A938}"/>
              </a:ext>
            </a:extLst>
          </p:cNvPr>
          <p:cNvSpPr txBox="1">
            <a:spLocks noChangeArrowheads="1"/>
          </p:cNvSpPr>
          <p:nvPr/>
        </p:nvSpPr>
        <p:spPr bwMode="auto">
          <a:xfrm>
            <a:off x="0" y="3962400"/>
            <a:ext cx="3733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Shared memory Architecture</a:t>
            </a:r>
          </a:p>
        </p:txBody>
      </p:sp>
      <p:grpSp>
        <p:nvGrpSpPr>
          <p:cNvPr id="3" name="Group 20">
            <a:extLst>
              <a:ext uri="{FF2B5EF4-FFF2-40B4-BE49-F238E27FC236}">
                <a16:creationId xmlns:a16="http://schemas.microsoft.com/office/drawing/2014/main" id="{68741527-4C6E-440F-B2FE-69E82D915625}"/>
              </a:ext>
            </a:extLst>
          </p:cNvPr>
          <p:cNvGrpSpPr>
            <a:grpSpLocks/>
          </p:cNvGrpSpPr>
          <p:nvPr/>
        </p:nvGrpSpPr>
        <p:grpSpPr bwMode="auto">
          <a:xfrm>
            <a:off x="3200400" y="1600200"/>
            <a:ext cx="2514600" cy="2057400"/>
            <a:chOff x="2016" y="1008"/>
            <a:chExt cx="1584" cy="1296"/>
          </a:xfrm>
        </p:grpSpPr>
        <p:sp>
          <p:nvSpPr>
            <p:cNvPr id="23585" name="Rectangle 21">
              <a:extLst>
                <a:ext uri="{FF2B5EF4-FFF2-40B4-BE49-F238E27FC236}">
                  <a16:creationId xmlns:a16="http://schemas.microsoft.com/office/drawing/2014/main" id="{CB49574E-9F2E-4055-B253-BB213143D3E5}"/>
                </a:ext>
              </a:extLst>
            </p:cNvPr>
            <p:cNvSpPr>
              <a:spLocks noChangeArrowheads="1"/>
            </p:cNvSpPr>
            <p:nvPr/>
          </p:nvSpPr>
          <p:spPr bwMode="auto">
            <a:xfrm>
              <a:off x="2016" y="1008"/>
              <a:ext cx="1584" cy="288"/>
            </a:xfrm>
            <a:prstGeom prst="rect">
              <a:avLst/>
            </a:prstGeom>
            <a:solidFill>
              <a:srgbClr val="FFFF99">
                <a:alpha val="27058"/>
              </a:srgbClr>
            </a:solidFill>
            <a:ln w="25400">
              <a:solidFill>
                <a:srgbClr val="CC0066"/>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rPr>
                <a:t>Interconnection Ntk</a:t>
              </a:r>
            </a:p>
          </p:txBody>
        </p:sp>
        <p:sp>
          <p:nvSpPr>
            <p:cNvPr id="23586" name="Oval 22">
              <a:extLst>
                <a:ext uri="{FF2B5EF4-FFF2-40B4-BE49-F238E27FC236}">
                  <a16:creationId xmlns:a16="http://schemas.microsoft.com/office/drawing/2014/main" id="{88560DAB-5D4C-46C8-AD78-F3F2024C3A79}"/>
                </a:ext>
              </a:extLst>
            </p:cNvPr>
            <p:cNvSpPr>
              <a:spLocks noChangeArrowheads="1"/>
            </p:cNvSpPr>
            <p:nvPr/>
          </p:nvSpPr>
          <p:spPr bwMode="auto">
            <a:xfrm>
              <a:off x="2064" y="1536"/>
              <a:ext cx="288" cy="288"/>
            </a:xfrm>
            <a:prstGeom prst="ellipse">
              <a:avLst/>
            </a:prstGeom>
            <a:solidFill>
              <a:srgbClr val="FFFF99">
                <a:alpha val="32941"/>
              </a:srgbClr>
            </a:solidFill>
            <a:ln w="25400">
              <a:solidFill>
                <a:srgbClr val="CC0066"/>
              </a:solidFill>
              <a:round/>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rPr>
                <a:t>P</a:t>
              </a:r>
              <a:r>
                <a:rPr kumimoji="0" lang="en-US" altLang="en-US" sz="1400" b="0" i="0" u="none" strike="noStrike" kern="0" cap="none" spc="0" normalizeH="0" baseline="-25000" noProof="0">
                  <a:ln>
                    <a:noFill/>
                  </a:ln>
                  <a:solidFill>
                    <a:srgbClr val="CC0066"/>
                  </a:solidFill>
                  <a:effectLst/>
                  <a:uLnTx/>
                  <a:uFillTx/>
                  <a:latin typeface="Arial" panose="020B0604020202020204" pitchFamily="34" charset="0"/>
                  <a:cs typeface="Arial"/>
                  <a:sym typeface="Arial"/>
                </a:rPr>
                <a:t>1</a:t>
              </a:r>
            </a:p>
          </p:txBody>
        </p:sp>
        <p:sp>
          <p:nvSpPr>
            <p:cNvPr id="23587" name="Oval 23">
              <a:extLst>
                <a:ext uri="{FF2B5EF4-FFF2-40B4-BE49-F238E27FC236}">
                  <a16:creationId xmlns:a16="http://schemas.microsoft.com/office/drawing/2014/main" id="{AEDB4F76-6F90-4B3D-94F7-70BACF9CC73A}"/>
                </a:ext>
              </a:extLst>
            </p:cNvPr>
            <p:cNvSpPr>
              <a:spLocks noChangeArrowheads="1"/>
            </p:cNvSpPr>
            <p:nvPr/>
          </p:nvSpPr>
          <p:spPr bwMode="auto">
            <a:xfrm>
              <a:off x="2400" y="1536"/>
              <a:ext cx="288" cy="288"/>
            </a:xfrm>
            <a:prstGeom prst="ellipse">
              <a:avLst/>
            </a:prstGeom>
            <a:solidFill>
              <a:srgbClr val="FFFF99">
                <a:alpha val="32941"/>
              </a:srgbClr>
            </a:solidFill>
            <a:ln w="25400">
              <a:solidFill>
                <a:srgbClr val="CC0066"/>
              </a:solidFill>
              <a:round/>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rPr>
                <a:t>P</a:t>
              </a:r>
              <a:r>
                <a:rPr kumimoji="0" lang="en-US" altLang="en-US" sz="1400" b="0" i="0" u="none" strike="noStrike" kern="0" cap="none" spc="0" normalizeH="0" baseline="-25000" noProof="0">
                  <a:ln>
                    <a:noFill/>
                  </a:ln>
                  <a:solidFill>
                    <a:srgbClr val="CC0066"/>
                  </a:solidFill>
                  <a:effectLst/>
                  <a:uLnTx/>
                  <a:uFillTx/>
                  <a:latin typeface="Arial" panose="020B0604020202020204" pitchFamily="34" charset="0"/>
                  <a:cs typeface="Arial"/>
                  <a:sym typeface="Arial"/>
                </a:rPr>
                <a:t>2</a:t>
              </a:r>
            </a:p>
          </p:txBody>
        </p:sp>
        <p:sp>
          <p:nvSpPr>
            <p:cNvPr id="23588" name="Oval 24">
              <a:extLst>
                <a:ext uri="{FF2B5EF4-FFF2-40B4-BE49-F238E27FC236}">
                  <a16:creationId xmlns:a16="http://schemas.microsoft.com/office/drawing/2014/main" id="{9901D784-E0DD-4505-A02D-ECB61B4AB68E}"/>
                </a:ext>
              </a:extLst>
            </p:cNvPr>
            <p:cNvSpPr>
              <a:spLocks noChangeArrowheads="1"/>
            </p:cNvSpPr>
            <p:nvPr/>
          </p:nvSpPr>
          <p:spPr bwMode="auto">
            <a:xfrm>
              <a:off x="3312" y="1536"/>
              <a:ext cx="288" cy="288"/>
            </a:xfrm>
            <a:prstGeom prst="ellipse">
              <a:avLst/>
            </a:prstGeom>
            <a:solidFill>
              <a:srgbClr val="FFFF99">
                <a:alpha val="32941"/>
              </a:srgbClr>
            </a:solidFill>
            <a:ln w="25400">
              <a:solidFill>
                <a:srgbClr val="CC0066"/>
              </a:solidFill>
              <a:round/>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rPr>
                <a:t>P</a:t>
              </a:r>
              <a:r>
                <a:rPr kumimoji="0" lang="en-US" altLang="en-US" sz="1400" b="0" i="0" u="none" strike="noStrike" kern="0" cap="none" spc="0" normalizeH="0" baseline="-25000" noProof="0">
                  <a:ln>
                    <a:noFill/>
                  </a:ln>
                  <a:solidFill>
                    <a:srgbClr val="CC0066"/>
                  </a:solidFill>
                  <a:effectLst/>
                  <a:uLnTx/>
                  <a:uFillTx/>
                  <a:latin typeface="Arial" panose="020B0604020202020204" pitchFamily="34" charset="0"/>
                  <a:cs typeface="Arial"/>
                  <a:sym typeface="Arial"/>
                </a:rPr>
                <a:t>n</a:t>
              </a:r>
            </a:p>
          </p:txBody>
        </p:sp>
        <p:sp>
          <p:nvSpPr>
            <p:cNvPr id="23589" name="Line 25">
              <a:extLst>
                <a:ext uri="{FF2B5EF4-FFF2-40B4-BE49-F238E27FC236}">
                  <a16:creationId xmlns:a16="http://schemas.microsoft.com/office/drawing/2014/main" id="{BD05461B-20CF-4E9E-B157-573ACECAF545}"/>
                </a:ext>
              </a:extLst>
            </p:cNvPr>
            <p:cNvSpPr>
              <a:spLocks noChangeShapeType="1"/>
            </p:cNvSpPr>
            <p:nvPr/>
          </p:nvSpPr>
          <p:spPr bwMode="auto">
            <a:xfrm>
              <a:off x="2208" y="1296"/>
              <a:ext cx="0" cy="24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590" name="Line 26">
              <a:extLst>
                <a:ext uri="{FF2B5EF4-FFF2-40B4-BE49-F238E27FC236}">
                  <a16:creationId xmlns:a16="http://schemas.microsoft.com/office/drawing/2014/main" id="{4BE4698B-120B-4292-B150-5C61EDB80632}"/>
                </a:ext>
              </a:extLst>
            </p:cNvPr>
            <p:cNvSpPr>
              <a:spLocks noChangeShapeType="1"/>
            </p:cNvSpPr>
            <p:nvPr/>
          </p:nvSpPr>
          <p:spPr bwMode="auto">
            <a:xfrm>
              <a:off x="2544" y="1296"/>
              <a:ext cx="0" cy="24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591" name="Line 27">
              <a:extLst>
                <a:ext uri="{FF2B5EF4-FFF2-40B4-BE49-F238E27FC236}">
                  <a16:creationId xmlns:a16="http://schemas.microsoft.com/office/drawing/2014/main" id="{F2B80361-927D-4B28-A3EB-4D37574259E1}"/>
                </a:ext>
              </a:extLst>
            </p:cNvPr>
            <p:cNvSpPr>
              <a:spLocks noChangeShapeType="1"/>
            </p:cNvSpPr>
            <p:nvPr/>
          </p:nvSpPr>
          <p:spPr bwMode="auto">
            <a:xfrm>
              <a:off x="3456" y="1296"/>
              <a:ext cx="0" cy="24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592" name="Line 28">
              <a:extLst>
                <a:ext uri="{FF2B5EF4-FFF2-40B4-BE49-F238E27FC236}">
                  <a16:creationId xmlns:a16="http://schemas.microsoft.com/office/drawing/2014/main" id="{A8017C82-2CA2-4BBF-BD0B-201A0EFFE400}"/>
                </a:ext>
              </a:extLst>
            </p:cNvPr>
            <p:cNvSpPr>
              <a:spLocks noChangeShapeType="1"/>
            </p:cNvSpPr>
            <p:nvPr/>
          </p:nvSpPr>
          <p:spPr bwMode="auto">
            <a:xfrm>
              <a:off x="3456" y="1824"/>
              <a:ext cx="0" cy="24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593" name="Line 29">
              <a:extLst>
                <a:ext uri="{FF2B5EF4-FFF2-40B4-BE49-F238E27FC236}">
                  <a16:creationId xmlns:a16="http://schemas.microsoft.com/office/drawing/2014/main" id="{593F00A9-585C-4543-BFEC-0385E002027C}"/>
                </a:ext>
              </a:extLst>
            </p:cNvPr>
            <p:cNvSpPr>
              <a:spLocks noChangeShapeType="1"/>
            </p:cNvSpPr>
            <p:nvPr/>
          </p:nvSpPr>
          <p:spPr bwMode="auto">
            <a:xfrm>
              <a:off x="2544" y="1824"/>
              <a:ext cx="0" cy="24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594" name="Line 30">
              <a:extLst>
                <a:ext uri="{FF2B5EF4-FFF2-40B4-BE49-F238E27FC236}">
                  <a16:creationId xmlns:a16="http://schemas.microsoft.com/office/drawing/2014/main" id="{8ED7E0B8-C89C-4FA4-B0E0-9FE75E2AA09E}"/>
                </a:ext>
              </a:extLst>
            </p:cNvPr>
            <p:cNvSpPr>
              <a:spLocks noChangeShapeType="1"/>
            </p:cNvSpPr>
            <p:nvPr/>
          </p:nvSpPr>
          <p:spPr bwMode="auto">
            <a:xfrm>
              <a:off x="2208" y="1824"/>
              <a:ext cx="0" cy="240"/>
            </a:xfrm>
            <a:prstGeom prst="line">
              <a:avLst/>
            </a:prstGeom>
            <a:noFill/>
            <a:ln w="25400">
              <a:solidFill>
                <a:srgbClr val="CC0066"/>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3595" name="Rectangle 31">
              <a:extLst>
                <a:ext uri="{FF2B5EF4-FFF2-40B4-BE49-F238E27FC236}">
                  <a16:creationId xmlns:a16="http://schemas.microsoft.com/office/drawing/2014/main" id="{61AA2881-D03C-4766-988C-05D158B4F859}"/>
                </a:ext>
              </a:extLst>
            </p:cNvPr>
            <p:cNvSpPr>
              <a:spLocks noChangeArrowheads="1"/>
            </p:cNvSpPr>
            <p:nvPr/>
          </p:nvSpPr>
          <p:spPr bwMode="auto">
            <a:xfrm>
              <a:off x="2064" y="2064"/>
              <a:ext cx="288" cy="240"/>
            </a:xfrm>
            <a:prstGeom prst="rect">
              <a:avLst/>
            </a:prstGeom>
            <a:solidFill>
              <a:srgbClr val="FFFF99">
                <a:alpha val="34117"/>
              </a:srgbClr>
            </a:solidFill>
            <a:ln w="25400">
              <a:solidFill>
                <a:srgbClr val="CC0066"/>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a:ln>
                    <a:noFill/>
                  </a:ln>
                  <a:solidFill>
                    <a:srgbClr val="CC0066"/>
                  </a:solidFill>
                  <a:effectLst/>
                  <a:uLnTx/>
                  <a:uFillTx/>
                  <a:latin typeface="Arial" panose="020B0604020202020204" pitchFamily="34" charset="0"/>
                  <a:cs typeface="Arial"/>
                  <a:sym typeface="Arial"/>
                </a:rPr>
                <a:t>1</a:t>
              </a:r>
              <a:endPar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endParaRPr>
            </a:p>
          </p:txBody>
        </p:sp>
        <p:sp>
          <p:nvSpPr>
            <p:cNvPr id="23596" name="Rectangle 32">
              <a:extLst>
                <a:ext uri="{FF2B5EF4-FFF2-40B4-BE49-F238E27FC236}">
                  <a16:creationId xmlns:a16="http://schemas.microsoft.com/office/drawing/2014/main" id="{4A78D107-D02B-4FE9-9902-3E8C9454B7ED}"/>
                </a:ext>
              </a:extLst>
            </p:cNvPr>
            <p:cNvSpPr>
              <a:spLocks noChangeArrowheads="1"/>
            </p:cNvSpPr>
            <p:nvPr/>
          </p:nvSpPr>
          <p:spPr bwMode="auto">
            <a:xfrm>
              <a:off x="2400" y="2064"/>
              <a:ext cx="288" cy="240"/>
            </a:xfrm>
            <a:prstGeom prst="rect">
              <a:avLst/>
            </a:prstGeom>
            <a:solidFill>
              <a:srgbClr val="FFFF99">
                <a:alpha val="34117"/>
              </a:srgbClr>
            </a:solidFill>
            <a:ln w="25400">
              <a:solidFill>
                <a:srgbClr val="CC0066"/>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a:ln>
                    <a:noFill/>
                  </a:ln>
                  <a:solidFill>
                    <a:srgbClr val="CC0066"/>
                  </a:solidFill>
                  <a:effectLst/>
                  <a:uLnTx/>
                  <a:uFillTx/>
                  <a:latin typeface="Arial" panose="020B0604020202020204" pitchFamily="34" charset="0"/>
                  <a:cs typeface="Arial"/>
                  <a:sym typeface="Arial"/>
                </a:rPr>
                <a:t>2</a:t>
              </a:r>
              <a:endPar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endParaRPr>
            </a:p>
          </p:txBody>
        </p:sp>
        <p:sp>
          <p:nvSpPr>
            <p:cNvPr id="23597" name="Rectangle 33">
              <a:extLst>
                <a:ext uri="{FF2B5EF4-FFF2-40B4-BE49-F238E27FC236}">
                  <a16:creationId xmlns:a16="http://schemas.microsoft.com/office/drawing/2014/main" id="{F5C9432B-A2A5-4405-925C-DC6012462251}"/>
                </a:ext>
              </a:extLst>
            </p:cNvPr>
            <p:cNvSpPr>
              <a:spLocks noChangeArrowheads="1"/>
            </p:cNvSpPr>
            <p:nvPr/>
          </p:nvSpPr>
          <p:spPr bwMode="auto">
            <a:xfrm>
              <a:off x="3312" y="2064"/>
              <a:ext cx="288" cy="240"/>
            </a:xfrm>
            <a:prstGeom prst="rect">
              <a:avLst/>
            </a:prstGeom>
            <a:solidFill>
              <a:srgbClr val="FFFF99">
                <a:alpha val="34117"/>
              </a:srgbClr>
            </a:solidFill>
            <a:ln w="25400">
              <a:solidFill>
                <a:srgbClr val="CC0066"/>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a:ln>
                    <a:noFill/>
                  </a:ln>
                  <a:solidFill>
                    <a:srgbClr val="CC0066"/>
                  </a:solidFill>
                  <a:effectLst/>
                  <a:uLnTx/>
                  <a:uFillTx/>
                  <a:latin typeface="Arial" panose="020B0604020202020204" pitchFamily="34" charset="0"/>
                  <a:cs typeface="Arial"/>
                  <a:sym typeface="Arial"/>
                </a:rPr>
                <a:t>n</a:t>
              </a:r>
              <a:endPar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endParaRPr>
            </a:p>
          </p:txBody>
        </p:sp>
        <p:sp>
          <p:nvSpPr>
            <p:cNvPr id="23598" name="Text Box 34">
              <a:extLst>
                <a:ext uri="{FF2B5EF4-FFF2-40B4-BE49-F238E27FC236}">
                  <a16:creationId xmlns:a16="http://schemas.microsoft.com/office/drawing/2014/main" id="{86B145B5-23A2-447F-A622-0A02457E893E}"/>
                </a:ext>
              </a:extLst>
            </p:cNvPr>
            <p:cNvSpPr txBox="1">
              <a:spLocks noChangeArrowheads="1"/>
            </p:cNvSpPr>
            <p:nvPr/>
          </p:nvSpPr>
          <p:spPr bwMode="auto">
            <a:xfrm>
              <a:off x="2784" y="1728"/>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rPr>
                <a:t>…….</a:t>
              </a:r>
            </a:p>
          </p:txBody>
        </p:sp>
      </p:grpSp>
      <p:sp>
        <p:nvSpPr>
          <p:cNvPr id="71715" name="Text Box 35">
            <a:extLst>
              <a:ext uri="{FF2B5EF4-FFF2-40B4-BE49-F238E27FC236}">
                <a16:creationId xmlns:a16="http://schemas.microsoft.com/office/drawing/2014/main" id="{9990278F-C98A-4634-BCB3-3205EFC5D3F6}"/>
              </a:ext>
            </a:extLst>
          </p:cNvPr>
          <p:cNvSpPr txBox="1">
            <a:spLocks noChangeArrowheads="1"/>
          </p:cNvSpPr>
          <p:nvPr/>
        </p:nvSpPr>
        <p:spPr bwMode="auto">
          <a:xfrm>
            <a:off x="4114800" y="396240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CC0066"/>
                </a:solidFill>
                <a:effectLst/>
                <a:uLnTx/>
                <a:uFillTx/>
                <a:latin typeface="Arial" panose="020B0604020202020204" pitchFamily="34" charset="0"/>
                <a:cs typeface="Arial"/>
                <a:sym typeface="Arial"/>
              </a:rPr>
              <a:t>UMA</a:t>
            </a:r>
          </a:p>
        </p:txBody>
      </p:sp>
      <p:grpSp>
        <p:nvGrpSpPr>
          <p:cNvPr id="4" name="Group 36">
            <a:extLst>
              <a:ext uri="{FF2B5EF4-FFF2-40B4-BE49-F238E27FC236}">
                <a16:creationId xmlns:a16="http://schemas.microsoft.com/office/drawing/2014/main" id="{8252E18D-F222-4CDF-8AA9-E6146B326AA7}"/>
              </a:ext>
            </a:extLst>
          </p:cNvPr>
          <p:cNvGrpSpPr>
            <a:grpSpLocks/>
          </p:cNvGrpSpPr>
          <p:nvPr/>
        </p:nvGrpSpPr>
        <p:grpSpPr bwMode="auto">
          <a:xfrm>
            <a:off x="6248400" y="1752600"/>
            <a:ext cx="2743200" cy="3048000"/>
            <a:chOff x="3936" y="1104"/>
            <a:chExt cx="1728" cy="1920"/>
          </a:xfrm>
        </p:grpSpPr>
        <p:sp>
          <p:nvSpPr>
            <p:cNvPr id="23564" name="Rectangle 37">
              <a:extLst>
                <a:ext uri="{FF2B5EF4-FFF2-40B4-BE49-F238E27FC236}">
                  <a16:creationId xmlns:a16="http://schemas.microsoft.com/office/drawing/2014/main" id="{B43A0D9D-94D3-4C8D-94BD-8741902CA38C}"/>
                </a:ext>
              </a:extLst>
            </p:cNvPr>
            <p:cNvSpPr>
              <a:spLocks noChangeArrowheads="1"/>
            </p:cNvSpPr>
            <p:nvPr/>
          </p:nvSpPr>
          <p:spPr bwMode="auto">
            <a:xfrm>
              <a:off x="3936" y="1632"/>
              <a:ext cx="1728" cy="288"/>
            </a:xfrm>
            <a:prstGeom prst="rect">
              <a:avLst/>
            </a:prstGeom>
            <a:solidFill>
              <a:srgbClr val="C0C0C0">
                <a:alpha val="34117"/>
              </a:srgb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rPr>
                <a:t>Interconnection </a:t>
              </a:r>
              <a:r>
                <a:rPr kumimoji="0" lang="en-US" altLang="en-US" sz="1400" b="0" i="0" u="none" strike="noStrike" kern="0" cap="none" spc="0" normalizeH="0" baseline="0" noProof="0" dirty="0" err="1">
                  <a:ln>
                    <a:noFill/>
                  </a:ln>
                  <a:solidFill>
                    <a:srgbClr val="000000">
                      <a:lumMod val="95000"/>
                      <a:lumOff val="5000"/>
                    </a:srgbClr>
                  </a:solidFill>
                  <a:effectLst/>
                  <a:uLnTx/>
                  <a:uFillTx/>
                  <a:latin typeface="Arial" panose="020B0604020202020204" pitchFamily="34" charset="0"/>
                  <a:cs typeface="Arial"/>
                  <a:sym typeface="Arial"/>
                </a:rPr>
                <a:t>Ntk</a:t>
              </a:r>
              <a:endPar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endParaRPr>
            </a:p>
          </p:txBody>
        </p:sp>
        <p:sp>
          <p:nvSpPr>
            <p:cNvPr id="23565" name="Rectangle 38">
              <a:extLst>
                <a:ext uri="{FF2B5EF4-FFF2-40B4-BE49-F238E27FC236}">
                  <a16:creationId xmlns:a16="http://schemas.microsoft.com/office/drawing/2014/main" id="{DFD2212C-55A1-437E-AA4F-22FF36C0C68F}"/>
                </a:ext>
              </a:extLst>
            </p:cNvPr>
            <p:cNvSpPr>
              <a:spLocks noChangeArrowheads="1"/>
            </p:cNvSpPr>
            <p:nvPr/>
          </p:nvSpPr>
          <p:spPr bwMode="auto">
            <a:xfrm>
              <a:off x="3936" y="1104"/>
              <a:ext cx="288" cy="240"/>
            </a:xfrm>
            <a:prstGeom prst="rect">
              <a:avLst/>
            </a:prstGeom>
            <a:solidFill>
              <a:srgbClr val="C0C0C0">
                <a:alpha val="45097"/>
              </a:srgb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dirty="0">
                  <a:ln>
                    <a:noFill/>
                  </a:ln>
                  <a:solidFill>
                    <a:srgbClr val="000000">
                      <a:lumMod val="95000"/>
                      <a:lumOff val="5000"/>
                    </a:srgbClr>
                  </a:solidFill>
                  <a:effectLst/>
                  <a:uLnTx/>
                  <a:uFillTx/>
                  <a:latin typeface="Arial" panose="020B0604020202020204" pitchFamily="34" charset="0"/>
                  <a:cs typeface="Arial"/>
                  <a:sym typeface="Arial"/>
                </a:rPr>
                <a:t>1</a:t>
              </a:r>
              <a:endPar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endParaRPr>
            </a:p>
          </p:txBody>
        </p:sp>
        <p:sp>
          <p:nvSpPr>
            <p:cNvPr id="23566" name="Line 39">
              <a:extLst>
                <a:ext uri="{FF2B5EF4-FFF2-40B4-BE49-F238E27FC236}">
                  <a16:creationId xmlns:a16="http://schemas.microsoft.com/office/drawing/2014/main" id="{33FF55F1-E327-4852-8115-9D11210E976F}"/>
                </a:ext>
              </a:extLst>
            </p:cNvPr>
            <p:cNvSpPr>
              <a:spLocks noChangeShapeType="1"/>
            </p:cNvSpPr>
            <p:nvPr/>
          </p:nvSpPr>
          <p:spPr bwMode="auto">
            <a:xfrm>
              <a:off x="4080" y="1344"/>
              <a:ext cx="0" cy="288"/>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95000"/>
                    <a:lumOff val="5000"/>
                  </a:srgbClr>
                </a:solidFill>
                <a:effectLst/>
                <a:uLnTx/>
                <a:uFillTx/>
                <a:latin typeface="Arial"/>
                <a:cs typeface="Arial"/>
                <a:sym typeface="Arial"/>
              </a:endParaRPr>
            </a:p>
          </p:txBody>
        </p:sp>
        <p:sp>
          <p:nvSpPr>
            <p:cNvPr id="23567" name="Rectangle 40">
              <a:extLst>
                <a:ext uri="{FF2B5EF4-FFF2-40B4-BE49-F238E27FC236}">
                  <a16:creationId xmlns:a16="http://schemas.microsoft.com/office/drawing/2014/main" id="{610BE51F-C033-42A2-B607-F428F44FEDE0}"/>
                </a:ext>
              </a:extLst>
            </p:cNvPr>
            <p:cNvSpPr>
              <a:spLocks noChangeArrowheads="1"/>
            </p:cNvSpPr>
            <p:nvPr/>
          </p:nvSpPr>
          <p:spPr bwMode="auto">
            <a:xfrm>
              <a:off x="4320" y="1104"/>
              <a:ext cx="288" cy="240"/>
            </a:xfrm>
            <a:prstGeom prst="rect">
              <a:avLst/>
            </a:prstGeom>
            <a:solidFill>
              <a:srgbClr val="C0C0C0">
                <a:alpha val="45097"/>
              </a:srgb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dirty="0">
                  <a:ln>
                    <a:noFill/>
                  </a:ln>
                  <a:solidFill>
                    <a:srgbClr val="000000">
                      <a:lumMod val="95000"/>
                      <a:lumOff val="5000"/>
                    </a:srgbClr>
                  </a:solidFill>
                  <a:effectLst/>
                  <a:uLnTx/>
                  <a:uFillTx/>
                  <a:latin typeface="Arial" panose="020B0604020202020204" pitchFamily="34" charset="0"/>
                  <a:cs typeface="Arial"/>
                  <a:sym typeface="Arial"/>
                </a:rPr>
                <a:t>2</a:t>
              </a:r>
              <a:endPar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endParaRPr>
            </a:p>
          </p:txBody>
        </p:sp>
        <p:sp>
          <p:nvSpPr>
            <p:cNvPr id="23568" name="Line 41">
              <a:extLst>
                <a:ext uri="{FF2B5EF4-FFF2-40B4-BE49-F238E27FC236}">
                  <a16:creationId xmlns:a16="http://schemas.microsoft.com/office/drawing/2014/main" id="{E54A8230-68D6-42F4-A213-AF1705A38D6E}"/>
                </a:ext>
              </a:extLst>
            </p:cNvPr>
            <p:cNvSpPr>
              <a:spLocks noChangeShapeType="1"/>
            </p:cNvSpPr>
            <p:nvPr/>
          </p:nvSpPr>
          <p:spPr bwMode="auto">
            <a:xfrm>
              <a:off x="4464" y="1344"/>
              <a:ext cx="0" cy="288"/>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95000"/>
                    <a:lumOff val="5000"/>
                  </a:srgbClr>
                </a:solidFill>
                <a:effectLst/>
                <a:uLnTx/>
                <a:uFillTx/>
                <a:latin typeface="Arial"/>
                <a:cs typeface="Arial"/>
                <a:sym typeface="Arial"/>
              </a:endParaRPr>
            </a:p>
          </p:txBody>
        </p:sp>
        <p:sp>
          <p:nvSpPr>
            <p:cNvPr id="23569" name="Rectangle 42">
              <a:extLst>
                <a:ext uri="{FF2B5EF4-FFF2-40B4-BE49-F238E27FC236}">
                  <a16:creationId xmlns:a16="http://schemas.microsoft.com/office/drawing/2014/main" id="{2B5C9690-9946-4C5C-8042-CE49EE31E653}"/>
                </a:ext>
              </a:extLst>
            </p:cNvPr>
            <p:cNvSpPr>
              <a:spLocks noChangeArrowheads="1"/>
            </p:cNvSpPr>
            <p:nvPr/>
          </p:nvSpPr>
          <p:spPr bwMode="auto">
            <a:xfrm>
              <a:off x="5232" y="1104"/>
              <a:ext cx="288" cy="240"/>
            </a:xfrm>
            <a:prstGeom prst="rect">
              <a:avLst/>
            </a:prstGeom>
            <a:solidFill>
              <a:srgbClr val="C0C0C0">
                <a:alpha val="45097"/>
              </a:srgb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dirty="0">
                  <a:ln>
                    <a:noFill/>
                  </a:ln>
                  <a:solidFill>
                    <a:srgbClr val="000000">
                      <a:lumMod val="95000"/>
                      <a:lumOff val="5000"/>
                    </a:srgbClr>
                  </a:solidFill>
                  <a:effectLst/>
                  <a:uLnTx/>
                  <a:uFillTx/>
                  <a:latin typeface="Arial" panose="020B0604020202020204" pitchFamily="34" charset="0"/>
                  <a:cs typeface="Arial"/>
                  <a:sym typeface="Arial"/>
                </a:rPr>
                <a:t>k</a:t>
              </a:r>
              <a:endPar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endParaRPr>
            </a:p>
          </p:txBody>
        </p:sp>
        <p:sp>
          <p:nvSpPr>
            <p:cNvPr id="23570" name="Line 43">
              <a:extLst>
                <a:ext uri="{FF2B5EF4-FFF2-40B4-BE49-F238E27FC236}">
                  <a16:creationId xmlns:a16="http://schemas.microsoft.com/office/drawing/2014/main" id="{F8965824-20FB-4E58-B961-DE5F6E0B2F85}"/>
                </a:ext>
              </a:extLst>
            </p:cNvPr>
            <p:cNvSpPr>
              <a:spLocks noChangeShapeType="1"/>
            </p:cNvSpPr>
            <p:nvPr/>
          </p:nvSpPr>
          <p:spPr bwMode="auto">
            <a:xfrm>
              <a:off x="5376" y="1344"/>
              <a:ext cx="0" cy="288"/>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95000"/>
                    <a:lumOff val="5000"/>
                  </a:srgbClr>
                </a:solidFill>
                <a:effectLst/>
                <a:uLnTx/>
                <a:uFillTx/>
                <a:latin typeface="Arial"/>
                <a:cs typeface="Arial"/>
                <a:sym typeface="Arial"/>
              </a:endParaRPr>
            </a:p>
          </p:txBody>
        </p:sp>
        <p:sp>
          <p:nvSpPr>
            <p:cNvPr id="23571" name="Text Box 44">
              <a:extLst>
                <a:ext uri="{FF2B5EF4-FFF2-40B4-BE49-F238E27FC236}">
                  <a16:creationId xmlns:a16="http://schemas.microsoft.com/office/drawing/2014/main" id="{69CDECAA-8621-4DBB-A68A-00C12F7CB6BC}"/>
                </a:ext>
              </a:extLst>
            </p:cNvPr>
            <p:cNvSpPr txBox="1">
              <a:spLocks noChangeArrowheads="1"/>
            </p:cNvSpPr>
            <p:nvPr/>
          </p:nvSpPr>
          <p:spPr bwMode="auto">
            <a:xfrm>
              <a:off x="4704" y="1152"/>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000000">
                      <a:lumMod val="95000"/>
                      <a:lumOff val="5000"/>
                    </a:srgbClr>
                  </a:solidFill>
                  <a:effectLst/>
                  <a:uLnTx/>
                  <a:uFillTx/>
                  <a:latin typeface="Arial" panose="020B0604020202020204" pitchFamily="34" charset="0"/>
                  <a:cs typeface="Arial"/>
                  <a:sym typeface="Arial"/>
                </a:rPr>
                <a:t>…….</a:t>
              </a:r>
            </a:p>
          </p:txBody>
        </p:sp>
        <p:sp>
          <p:nvSpPr>
            <p:cNvPr id="23572" name="Line 45">
              <a:extLst>
                <a:ext uri="{FF2B5EF4-FFF2-40B4-BE49-F238E27FC236}">
                  <a16:creationId xmlns:a16="http://schemas.microsoft.com/office/drawing/2014/main" id="{3CAB8CC0-34D2-47E4-9CB1-11EB211C18FF}"/>
                </a:ext>
              </a:extLst>
            </p:cNvPr>
            <p:cNvSpPr>
              <a:spLocks noChangeShapeType="1"/>
            </p:cNvSpPr>
            <p:nvPr/>
          </p:nvSpPr>
          <p:spPr bwMode="auto">
            <a:xfrm>
              <a:off x="4080" y="1920"/>
              <a:ext cx="0" cy="288"/>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95000"/>
                    <a:lumOff val="5000"/>
                  </a:srgbClr>
                </a:solidFill>
                <a:effectLst/>
                <a:uLnTx/>
                <a:uFillTx/>
                <a:latin typeface="Arial"/>
                <a:cs typeface="Arial"/>
                <a:sym typeface="Arial"/>
              </a:endParaRPr>
            </a:p>
          </p:txBody>
        </p:sp>
        <p:sp>
          <p:nvSpPr>
            <p:cNvPr id="23573" name="Line 46">
              <a:extLst>
                <a:ext uri="{FF2B5EF4-FFF2-40B4-BE49-F238E27FC236}">
                  <a16:creationId xmlns:a16="http://schemas.microsoft.com/office/drawing/2014/main" id="{AFC59742-FECA-47F0-9025-F650B164D4E7}"/>
                </a:ext>
              </a:extLst>
            </p:cNvPr>
            <p:cNvSpPr>
              <a:spLocks noChangeShapeType="1"/>
            </p:cNvSpPr>
            <p:nvPr/>
          </p:nvSpPr>
          <p:spPr bwMode="auto">
            <a:xfrm>
              <a:off x="4464" y="1920"/>
              <a:ext cx="0" cy="288"/>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95000"/>
                    <a:lumOff val="5000"/>
                  </a:srgbClr>
                </a:solidFill>
                <a:effectLst/>
                <a:uLnTx/>
                <a:uFillTx/>
                <a:latin typeface="Arial"/>
                <a:cs typeface="Arial"/>
                <a:sym typeface="Arial"/>
              </a:endParaRPr>
            </a:p>
          </p:txBody>
        </p:sp>
        <p:sp>
          <p:nvSpPr>
            <p:cNvPr id="23574" name="Line 47">
              <a:extLst>
                <a:ext uri="{FF2B5EF4-FFF2-40B4-BE49-F238E27FC236}">
                  <a16:creationId xmlns:a16="http://schemas.microsoft.com/office/drawing/2014/main" id="{E5B46CAA-A413-44BA-AADA-249295CCB4FC}"/>
                </a:ext>
              </a:extLst>
            </p:cNvPr>
            <p:cNvSpPr>
              <a:spLocks noChangeShapeType="1"/>
            </p:cNvSpPr>
            <p:nvPr/>
          </p:nvSpPr>
          <p:spPr bwMode="auto">
            <a:xfrm>
              <a:off x="5376" y="1920"/>
              <a:ext cx="0" cy="288"/>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95000"/>
                    <a:lumOff val="5000"/>
                  </a:srgbClr>
                </a:solidFill>
                <a:effectLst/>
                <a:uLnTx/>
                <a:uFillTx/>
                <a:latin typeface="Arial"/>
                <a:cs typeface="Arial"/>
                <a:sym typeface="Arial"/>
              </a:endParaRPr>
            </a:p>
          </p:txBody>
        </p:sp>
        <p:sp>
          <p:nvSpPr>
            <p:cNvPr id="23575" name="Text Box 48">
              <a:extLst>
                <a:ext uri="{FF2B5EF4-FFF2-40B4-BE49-F238E27FC236}">
                  <a16:creationId xmlns:a16="http://schemas.microsoft.com/office/drawing/2014/main" id="{C205AF3F-C5D8-4CC8-8033-0B61590CFF2A}"/>
                </a:ext>
              </a:extLst>
            </p:cNvPr>
            <p:cNvSpPr txBox="1">
              <a:spLocks noChangeArrowheads="1"/>
            </p:cNvSpPr>
            <p:nvPr/>
          </p:nvSpPr>
          <p:spPr bwMode="auto">
            <a:xfrm>
              <a:off x="4656" y="236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000000">
                      <a:lumMod val="95000"/>
                      <a:lumOff val="5000"/>
                    </a:srgbClr>
                  </a:solidFill>
                  <a:effectLst/>
                  <a:uLnTx/>
                  <a:uFillTx/>
                  <a:latin typeface="Arial" panose="020B0604020202020204" pitchFamily="34" charset="0"/>
                  <a:cs typeface="Arial"/>
                  <a:sym typeface="Arial"/>
                </a:rPr>
                <a:t>…….</a:t>
              </a:r>
            </a:p>
          </p:txBody>
        </p:sp>
        <p:sp>
          <p:nvSpPr>
            <p:cNvPr id="23576" name="Oval 49">
              <a:extLst>
                <a:ext uri="{FF2B5EF4-FFF2-40B4-BE49-F238E27FC236}">
                  <a16:creationId xmlns:a16="http://schemas.microsoft.com/office/drawing/2014/main" id="{6D17336E-5A58-4005-8A74-B3785D50FB3C}"/>
                </a:ext>
              </a:extLst>
            </p:cNvPr>
            <p:cNvSpPr>
              <a:spLocks noChangeArrowheads="1"/>
            </p:cNvSpPr>
            <p:nvPr/>
          </p:nvSpPr>
          <p:spPr bwMode="auto">
            <a:xfrm>
              <a:off x="3936" y="2208"/>
              <a:ext cx="288" cy="288"/>
            </a:xfrm>
            <a:prstGeom prst="ellipse">
              <a:avLst/>
            </a:prstGeom>
            <a:solidFill>
              <a:srgbClr val="C0C0C0">
                <a:alpha val="45882"/>
              </a:srgbClr>
            </a:solidFill>
            <a:ln w="25400">
              <a:solidFill>
                <a:schemeClr val="tx1"/>
              </a:solidFill>
              <a:round/>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rPr>
                <a:t>P</a:t>
              </a:r>
              <a:r>
                <a:rPr kumimoji="0" lang="en-US" altLang="en-US" sz="1400" b="0" i="0" u="none" strike="noStrike" kern="0" cap="none" spc="0" normalizeH="0" baseline="-25000" noProof="0" dirty="0">
                  <a:ln>
                    <a:noFill/>
                  </a:ln>
                  <a:solidFill>
                    <a:srgbClr val="000000">
                      <a:lumMod val="95000"/>
                      <a:lumOff val="5000"/>
                    </a:srgbClr>
                  </a:solidFill>
                  <a:effectLst/>
                  <a:uLnTx/>
                  <a:uFillTx/>
                  <a:latin typeface="Arial" panose="020B0604020202020204" pitchFamily="34" charset="0"/>
                  <a:cs typeface="Arial"/>
                  <a:sym typeface="Arial"/>
                </a:rPr>
                <a:t>1</a:t>
              </a:r>
              <a:endPar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endParaRPr>
            </a:p>
          </p:txBody>
        </p:sp>
        <p:sp>
          <p:nvSpPr>
            <p:cNvPr id="23577" name="Oval 50">
              <a:extLst>
                <a:ext uri="{FF2B5EF4-FFF2-40B4-BE49-F238E27FC236}">
                  <a16:creationId xmlns:a16="http://schemas.microsoft.com/office/drawing/2014/main" id="{BF67FDC8-1DC6-4E18-87B6-DB0A172A67D3}"/>
                </a:ext>
              </a:extLst>
            </p:cNvPr>
            <p:cNvSpPr>
              <a:spLocks noChangeArrowheads="1"/>
            </p:cNvSpPr>
            <p:nvPr/>
          </p:nvSpPr>
          <p:spPr bwMode="auto">
            <a:xfrm>
              <a:off x="4320" y="2208"/>
              <a:ext cx="288" cy="288"/>
            </a:xfrm>
            <a:prstGeom prst="ellipse">
              <a:avLst/>
            </a:prstGeom>
            <a:solidFill>
              <a:srgbClr val="C0C0C0">
                <a:alpha val="45882"/>
              </a:srgbClr>
            </a:solidFill>
            <a:ln w="25400">
              <a:solidFill>
                <a:schemeClr val="tx1"/>
              </a:solidFill>
              <a:round/>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rPr>
                <a:t>P</a:t>
              </a:r>
              <a:r>
                <a:rPr kumimoji="0" lang="en-US" altLang="en-US" sz="1400" b="0" i="0" u="none" strike="noStrike" kern="0" cap="none" spc="0" normalizeH="0" baseline="-25000" noProof="0" dirty="0">
                  <a:ln>
                    <a:noFill/>
                  </a:ln>
                  <a:solidFill>
                    <a:srgbClr val="000000">
                      <a:lumMod val="95000"/>
                      <a:lumOff val="5000"/>
                    </a:srgbClr>
                  </a:solidFill>
                  <a:effectLst/>
                  <a:uLnTx/>
                  <a:uFillTx/>
                  <a:latin typeface="Arial" panose="020B0604020202020204" pitchFamily="34" charset="0"/>
                  <a:cs typeface="Arial"/>
                  <a:sym typeface="Arial"/>
                </a:rPr>
                <a:t>2</a:t>
              </a:r>
              <a:endPar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endParaRPr>
            </a:p>
          </p:txBody>
        </p:sp>
        <p:sp>
          <p:nvSpPr>
            <p:cNvPr id="23578" name="Oval 51">
              <a:extLst>
                <a:ext uri="{FF2B5EF4-FFF2-40B4-BE49-F238E27FC236}">
                  <a16:creationId xmlns:a16="http://schemas.microsoft.com/office/drawing/2014/main" id="{F7B021A6-1B44-4C33-8D52-0B91179E24E4}"/>
                </a:ext>
              </a:extLst>
            </p:cNvPr>
            <p:cNvSpPr>
              <a:spLocks noChangeArrowheads="1"/>
            </p:cNvSpPr>
            <p:nvPr/>
          </p:nvSpPr>
          <p:spPr bwMode="auto">
            <a:xfrm>
              <a:off x="5232" y="2208"/>
              <a:ext cx="288" cy="288"/>
            </a:xfrm>
            <a:prstGeom prst="ellipse">
              <a:avLst/>
            </a:prstGeom>
            <a:solidFill>
              <a:srgbClr val="C0C0C0">
                <a:alpha val="45882"/>
              </a:srgbClr>
            </a:solidFill>
            <a:ln w="25400">
              <a:solidFill>
                <a:schemeClr val="tx1"/>
              </a:solidFill>
              <a:round/>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lumMod val="95000"/>
                      <a:lumOff val="5000"/>
                    </a:srgbClr>
                  </a:solidFill>
                  <a:effectLst/>
                  <a:uLnTx/>
                  <a:uFillTx/>
                  <a:latin typeface="Arial" panose="020B0604020202020204" pitchFamily="34" charset="0"/>
                  <a:cs typeface="Arial"/>
                  <a:sym typeface="Arial"/>
                </a:rPr>
                <a:t>P</a:t>
              </a:r>
              <a:r>
                <a:rPr kumimoji="0" lang="en-US" altLang="en-US" sz="1400" b="0" i="0" u="none" strike="noStrike" kern="0" cap="none" spc="0" normalizeH="0" baseline="-25000" noProof="0">
                  <a:ln>
                    <a:noFill/>
                  </a:ln>
                  <a:solidFill>
                    <a:srgbClr val="000000">
                      <a:lumMod val="95000"/>
                      <a:lumOff val="5000"/>
                    </a:srgbClr>
                  </a:solidFill>
                  <a:effectLst/>
                  <a:uLnTx/>
                  <a:uFillTx/>
                  <a:latin typeface="Arial" panose="020B0604020202020204" pitchFamily="34" charset="0"/>
                  <a:cs typeface="Arial"/>
                  <a:sym typeface="Arial"/>
                </a:rPr>
                <a:t>n</a:t>
              </a:r>
              <a:endParaRPr kumimoji="0" lang="en-US" altLang="en-US" sz="1400" b="0" i="0" u="none" strike="noStrike" kern="0" cap="none" spc="0" normalizeH="0" baseline="0" noProof="0">
                <a:ln>
                  <a:noFill/>
                </a:ln>
                <a:solidFill>
                  <a:srgbClr val="000000">
                    <a:lumMod val="95000"/>
                    <a:lumOff val="5000"/>
                  </a:srgbClr>
                </a:solidFill>
                <a:effectLst/>
                <a:uLnTx/>
                <a:uFillTx/>
                <a:latin typeface="Arial" panose="020B0604020202020204" pitchFamily="34" charset="0"/>
                <a:cs typeface="Arial"/>
                <a:sym typeface="Arial"/>
              </a:endParaRPr>
            </a:p>
          </p:txBody>
        </p:sp>
        <p:sp>
          <p:nvSpPr>
            <p:cNvPr id="23579" name="Line 52">
              <a:extLst>
                <a:ext uri="{FF2B5EF4-FFF2-40B4-BE49-F238E27FC236}">
                  <a16:creationId xmlns:a16="http://schemas.microsoft.com/office/drawing/2014/main" id="{0FC3B650-82D8-475D-AEA8-85DD3C65A320}"/>
                </a:ext>
              </a:extLst>
            </p:cNvPr>
            <p:cNvSpPr>
              <a:spLocks noChangeShapeType="1"/>
            </p:cNvSpPr>
            <p:nvPr/>
          </p:nvSpPr>
          <p:spPr bwMode="auto">
            <a:xfrm>
              <a:off x="4080" y="2496"/>
              <a:ext cx="0" cy="288"/>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95000"/>
                    <a:lumOff val="5000"/>
                  </a:srgbClr>
                </a:solidFill>
                <a:effectLst/>
                <a:uLnTx/>
                <a:uFillTx/>
                <a:latin typeface="Arial"/>
                <a:cs typeface="Arial"/>
                <a:sym typeface="Arial"/>
              </a:endParaRPr>
            </a:p>
          </p:txBody>
        </p:sp>
        <p:sp>
          <p:nvSpPr>
            <p:cNvPr id="23580" name="Line 53">
              <a:extLst>
                <a:ext uri="{FF2B5EF4-FFF2-40B4-BE49-F238E27FC236}">
                  <a16:creationId xmlns:a16="http://schemas.microsoft.com/office/drawing/2014/main" id="{88E29D8B-63FF-4469-A47D-D83E86AD1F0A}"/>
                </a:ext>
              </a:extLst>
            </p:cNvPr>
            <p:cNvSpPr>
              <a:spLocks noChangeShapeType="1"/>
            </p:cNvSpPr>
            <p:nvPr/>
          </p:nvSpPr>
          <p:spPr bwMode="auto">
            <a:xfrm>
              <a:off x="4464" y="2496"/>
              <a:ext cx="0" cy="288"/>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95000"/>
                    <a:lumOff val="5000"/>
                  </a:srgbClr>
                </a:solidFill>
                <a:effectLst/>
                <a:uLnTx/>
                <a:uFillTx/>
                <a:latin typeface="Arial"/>
                <a:cs typeface="Arial"/>
                <a:sym typeface="Arial"/>
              </a:endParaRPr>
            </a:p>
          </p:txBody>
        </p:sp>
        <p:sp>
          <p:nvSpPr>
            <p:cNvPr id="23581" name="Line 54">
              <a:extLst>
                <a:ext uri="{FF2B5EF4-FFF2-40B4-BE49-F238E27FC236}">
                  <a16:creationId xmlns:a16="http://schemas.microsoft.com/office/drawing/2014/main" id="{04ED09D7-EB58-473D-BE7C-9C00BC67A8E3}"/>
                </a:ext>
              </a:extLst>
            </p:cNvPr>
            <p:cNvSpPr>
              <a:spLocks noChangeShapeType="1"/>
            </p:cNvSpPr>
            <p:nvPr/>
          </p:nvSpPr>
          <p:spPr bwMode="auto">
            <a:xfrm>
              <a:off x="5376" y="2496"/>
              <a:ext cx="0" cy="288"/>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95000"/>
                    <a:lumOff val="5000"/>
                  </a:srgbClr>
                </a:solidFill>
                <a:effectLst/>
                <a:uLnTx/>
                <a:uFillTx/>
                <a:latin typeface="Arial"/>
                <a:cs typeface="Arial"/>
                <a:sym typeface="Arial"/>
              </a:endParaRPr>
            </a:p>
          </p:txBody>
        </p:sp>
        <p:sp>
          <p:nvSpPr>
            <p:cNvPr id="23582" name="Rectangle 55">
              <a:extLst>
                <a:ext uri="{FF2B5EF4-FFF2-40B4-BE49-F238E27FC236}">
                  <a16:creationId xmlns:a16="http://schemas.microsoft.com/office/drawing/2014/main" id="{85E7D365-BE55-4DC8-8B9E-92F45B5771A2}"/>
                </a:ext>
              </a:extLst>
            </p:cNvPr>
            <p:cNvSpPr>
              <a:spLocks noChangeArrowheads="1"/>
            </p:cNvSpPr>
            <p:nvPr/>
          </p:nvSpPr>
          <p:spPr bwMode="auto">
            <a:xfrm>
              <a:off x="3936" y="2784"/>
              <a:ext cx="288" cy="240"/>
            </a:xfrm>
            <a:prstGeom prst="rect">
              <a:avLst/>
            </a:prstGeom>
            <a:solidFill>
              <a:srgbClr val="C0C0C0">
                <a:alpha val="45097"/>
              </a:srgb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dirty="0">
                  <a:ln>
                    <a:noFill/>
                  </a:ln>
                  <a:solidFill>
                    <a:srgbClr val="000000">
                      <a:lumMod val="95000"/>
                      <a:lumOff val="5000"/>
                    </a:srgbClr>
                  </a:solidFill>
                  <a:effectLst/>
                  <a:uLnTx/>
                  <a:uFillTx/>
                  <a:latin typeface="Arial" panose="020B0604020202020204" pitchFamily="34" charset="0"/>
                  <a:cs typeface="Arial"/>
                  <a:sym typeface="Arial"/>
                </a:rPr>
                <a:t>1</a:t>
              </a:r>
              <a:endPar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endParaRPr>
            </a:p>
          </p:txBody>
        </p:sp>
        <p:sp>
          <p:nvSpPr>
            <p:cNvPr id="23583" name="Rectangle 56">
              <a:extLst>
                <a:ext uri="{FF2B5EF4-FFF2-40B4-BE49-F238E27FC236}">
                  <a16:creationId xmlns:a16="http://schemas.microsoft.com/office/drawing/2014/main" id="{BD14EDF0-AD22-42C3-9B45-5E7062C5B7FA}"/>
                </a:ext>
              </a:extLst>
            </p:cNvPr>
            <p:cNvSpPr>
              <a:spLocks noChangeArrowheads="1"/>
            </p:cNvSpPr>
            <p:nvPr/>
          </p:nvSpPr>
          <p:spPr bwMode="auto">
            <a:xfrm>
              <a:off x="4320" y="2784"/>
              <a:ext cx="288" cy="240"/>
            </a:xfrm>
            <a:prstGeom prst="rect">
              <a:avLst/>
            </a:prstGeom>
            <a:solidFill>
              <a:srgbClr val="C0C0C0">
                <a:alpha val="45097"/>
              </a:srgb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dirty="0">
                  <a:ln>
                    <a:noFill/>
                  </a:ln>
                  <a:solidFill>
                    <a:srgbClr val="000000">
                      <a:lumMod val="95000"/>
                      <a:lumOff val="5000"/>
                    </a:srgbClr>
                  </a:solidFill>
                  <a:effectLst/>
                  <a:uLnTx/>
                  <a:uFillTx/>
                  <a:latin typeface="Arial" panose="020B0604020202020204" pitchFamily="34" charset="0"/>
                  <a:cs typeface="Arial"/>
                  <a:sym typeface="Arial"/>
                </a:rPr>
                <a:t>2</a:t>
              </a:r>
              <a:endParaRPr kumimoji="0" lang="en-US" altLang="en-US" sz="1400" b="0" i="0" u="none" strike="noStrike" kern="0" cap="none" spc="0" normalizeH="0" baseline="0" noProof="0" dirty="0">
                <a:ln>
                  <a:noFill/>
                </a:ln>
                <a:solidFill>
                  <a:srgbClr val="000000">
                    <a:lumMod val="95000"/>
                    <a:lumOff val="5000"/>
                  </a:srgbClr>
                </a:solidFill>
                <a:effectLst/>
                <a:uLnTx/>
                <a:uFillTx/>
                <a:latin typeface="Arial" panose="020B0604020202020204" pitchFamily="34" charset="0"/>
                <a:cs typeface="Arial"/>
                <a:sym typeface="Arial"/>
              </a:endParaRPr>
            </a:p>
          </p:txBody>
        </p:sp>
        <p:sp>
          <p:nvSpPr>
            <p:cNvPr id="23584" name="Rectangle 57">
              <a:extLst>
                <a:ext uri="{FF2B5EF4-FFF2-40B4-BE49-F238E27FC236}">
                  <a16:creationId xmlns:a16="http://schemas.microsoft.com/office/drawing/2014/main" id="{8DEA35E0-A6DC-4B91-9C91-D5311E9B249B}"/>
                </a:ext>
              </a:extLst>
            </p:cNvPr>
            <p:cNvSpPr>
              <a:spLocks noChangeArrowheads="1"/>
            </p:cNvSpPr>
            <p:nvPr/>
          </p:nvSpPr>
          <p:spPr bwMode="auto">
            <a:xfrm>
              <a:off x="5232" y="2784"/>
              <a:ext cx="288" cy="240"/>
            </a:xfrm>
            <a:prstGeom prst="rect">
              <a:avLst/>
            </a:prstGeom>
            <a:solidFill>
              <a:srgbClr val="C0C0C0">
                <a:alpha val="45097"/>
              </a:srgbClr>
            </a:solidFill>
            <a:ln w="25400">
              <a:solidFill>
                <a:schemeClr val="tx1"/>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lumMod val="95000"/>
                      <a:lumOff val="5000"/>
                    </a:srgbClr>
                  </a:solidFill>
                  <a:effectLst/>
                  <a:uLnTx/>
                  <a:uFillTx/>
                  <a:latin typeface="Arial" panose="020B0604020202020204" pitchFamily="34" charset="0"/>
                  <a:cs typeface="Arial"/>
                  <a:sym typeface="Arial"/>
                </a:rPr>
                <a:t>M</a:t>
              </a:r>
              <a:r>
                <a:rPr kumimoji="0" lang="en-US" altLang="en-US" sz="1400" b="0" i="0" u="none" strike="noStrike" kern="0" cap="none" spc="0" normalizeH="0" baseline="-25000" noProof="0">
                  <a:ln>
                    <a:noFill/>
                  </a:ln>
                  <a:solidFill>
                    <a:srgbClr val="000000">
                      <a:lumMod val="95000"/>
                      <a:lumOff val="5000"/>
                    </a:srgbClr>
                  </a:solidFill>
                  <a:effectLst/>
                  <a:uLnTx/>
                  <a:uFillTx/>
                  <a:latin typeface="Arial" panose="020B0604020202020204" pitchFamily="34" charset="0"/>
                  <a:cs typeface="Arial"/>
                  <a:sym typeface="Arial"/>
                </a:rPr>
                <a:t>n</a:t>
              </a:r>
              <a:endParaRPr kumimoji="0" lang="en-US" altLang="en-US" sz="1400" b="0" i="0" u="none" strike="noStrike" kern="0" cap="none" spc="0" normalizeH="0" baseline="0" noProof="0">
                <a:ln>
                  <a:noFill/>
                </a:ln>
                <a:solidFill>
                  <a:srgbClr val="000000">
                    <a:lumMod val="95000"/>
                    <a:lumOff val="5000"/>
                  </a:srgbClr>
                </a:solidFill>
                <a:effectLst/>
                <a:uLnTx/>
                <a:uFillTx/>
                <a:latin typeface="Arial" panose="020B0604020202020204" pitchFamily="34" charset="0"/>
                <a:cs typeface="Arial"/>
                <a:sym typeface="Arial"/>
              </a:endParaRPr>
            </a:p>
          </p:txBody>
        </p:sp>
      </p:grpSp>
      <p:sp>
        <p:nvSpPr>
          <p:cNvPr id="71738" name="Text Box 58">
            <a:extLst>
              <a:ext uri="{FF2B5EF4-FFF2-40B4-BE49-F238E27FC236}">
                <a16:creationId xmlns:a16="http://schemas.microsoft.com/office/drawing/2014/main" id="{72EFCCAE-2B16-4DD6-B618-2F4755D4376A}"/>
              </a:ext>
            </a:extLst>
          </p:cNvPr>
          <p:cNvSpPr txBox="1">
            <a:spLocks noChangeArrowheads="1"/>
          </p:cNvSpPr>
          <p:nvPr/>
        </p:nvSpPr>
        <p:spPr bwMode="auto">
          <a:xfrm>
            <a:off x="7239000" y="4953000"/>
            <a:ext cx="1295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1400" b="0" i="0" u="none" strike="noStrike" kern="0" cap="none" spc="0" normalizeH="0" baseline="0" noProof="0">
                <a:ln>
                  <a:noFill/>
                </a:ln>
                <a:solidFill>
                  <a:srgbClr val="000000">
                    <a:lumMod val="95000"/>
                    <a:lumOff val="5000"/>
                  </a:srgbClr>
                </a:solidFill>
                <a:effectLst/>
                <a:uLnTx/>
                <a:uFillTx/>
                <a:latin typeface="Arial" panose="020B0604020202020204" pitchFamily="34" charset="0"/>
                <a:cs typeface="Arial"/>
                <a:sym typeface="Arial"/>
              </a:rPr>
              <a:t>NUMA</a:t>
            </a:r>
          </a:p>
        </p:txBody>
      </p:sp>
      <p:grpSp>
        <p:nvGrpSpPr>
          <p:cNvPr id="5" name="Group 59">
            <a:extLst>
              <a:ext uri="{FF2B5EF4-FFF2-40B4-BE49-F238E27FC236}">
                <a16:creationId xmlns:a16="http://schemas.microsoft.com/office/drawing/2014/main" id="{1887F65B-E07E-4200-A1EF-F1D48349F33E}"/>
              </a:ext>
            </a:extLst>
          </p:cNvPr>
          <p:cNvGrpSpPr>
            <a:grpSpLocks/>
          </p:cNvGrpSpPr>
          <p:nvPr/>
        </p:nvGrpSpPr>
        <p:grpSpPr bwMode="auto">
          <a:xfrm>
            <a:off x="3124200" y="4891088"/>
            <a:ext cx="5638800" cy="1738312"/>
            <a:chOff x="1968" y="3081"/>
            <a:chExt cx="3552" cy="1095"/>
          </a:xfrm>
        </p:grpSpPr>
        <p:sp>
          <p:nvSpPr>
            <p:cNvPr id="23562" name="AutoShape 60">
              <a:extLst>
                <a:ext uri="{FF2B5EF4-FFF2-40B4-BE49-F238E27FC236}">
                  <a16:creationId xmlns:a16="http://schemas.microsoft.com/office/drawing/2014/main" id="{E68688CB-1240-46BC-8FFB-8BB5264AE300}"/>
                </a:ext>
              </a:extLst>
            </p:cNvPr>
            <p:cNvSpPr>
              <a:spLocks noChangeArrowheads="1"/>
            </p:cNvSpPr>
            <p:nvPr/>
          </p:nvSpPr>
          <p:spPr bwMode="auto">
            <a:xfrm>
              <a:off x="2688" y="3456"/>
              <a:ext cx="2832" cy="720"/>
            </a:xfrm>
            <a:prstGeom prst="curvedUpArrow">
              <a:avLst>
                <a:gd name="adj1" fmla="val 60912"/>
                <a:gd name="adj2" fmla="val 139579"/>
                <a:gd name="adj3" fmla="val 31111"/>
              </a:avLst>
            </a:prstGeom>
            <a:solidFill>
              <a:srgbClr val="FFCC99">
                <a:alpha val="30980"/>
              </a:srgbClr>
            </a:solidFill>
            <a:ln w="25400">
              <a:solidFill>
                <a:srgbClr val="FF0000"/>
              </a:solidFill>
              <a:miter lim="800000"/>
              <a:headEnd/>
              <a:tailEnd type="none" w="lg" len="me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3563" name="Text Box 61">
              <a:extLst>
                <a:ext uri="{FF2B5EF4-FFF2-40B4-BE49-F238E27FC236}">
                  <a16:creationId xmlns:a16="http://schemas.microsoft.com/office/drawing/2014/main" id="{98769EF4-5A11-4C70-8C1D-90025EC20A71}"/>
                </a:ext>
              </a:extLst>
            </p:cNvPr>
            <p:cNvSpPr txBox="1">
              <a:spLocks noChangeArrowheads="1"/>
            </p:cNvSpPr>
            <p:nvPr/>
          </p:nvSpPr>
          <p:spPr bwMode="auto">
            <a:xfrm>
              <a:off x="1968" y="3081"/>
              <a:ext cx="23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n-US" sz="2000" b="0" i="0" u="none" strike="noStrike" kern="0" cap="none" spc="0" normalizeH="0" baseline="0" noProof="0">
                  <a:ln>
                    <a:noFill/>
                  </a:ln>
                  <a:solidFill>
                    <a:srgbClr val="FF0000"/>
                  </a:solidFill>
                  <a:effectLst/>
                  <a:uLnTx/>
                  <a:uFillTx/>
                  <a:latin typeface="Arial" panose="020B0604020202020204" pitchFamily="34" charset="0"/>
                  <a:cs typeface="Arial"/>
                  <a:sym typeface="Arial"/>
                </a:rPr>
                <a:t>Distributed memory Arch</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69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73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99" grpId="0"/>
      <p:bldP spid="71715" grpId="0"/>
      <p:bldP spid="71738"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3">
            <a:extLst>
              <a:ext uri="{FF2B5EF4-FFF2-40B4-BE49-F238E27FC236}">
                <a16:creationId xmlns:a16="http://schemas.microsoft.com/office/drawing/2014/main" id="{7494773E-698A-4965-A1CC-C040B80063E2}"/>
              </a:ext>
            </a:extLst>
          </p:cNvPr>
          <p:cNvGrpSpPr>
            <a:grpSpLocks/>
          </p:cNvGrpSpPr>
          <p:nvPr/>
        </p:nvGrpSpPr>
        <p:grpSpPr bwMode="auto">
          <a:xfrm>
            <a:off x="1447800" y="838200"/>
            <a:ext cx="1295400" cy="1371600"/>
            <a:chOff x="912" y="528"/>
            <a:chExt cx="816" cy="864"/>
          </a:xfrm>
        </p:grpSpPr>
        <p:sp>
          <p:nvSpPr>
            <p:cNvPr id="24600" name="Oval 4">
              <a:extLst>
                <a:ext uri="{FF2B5EF4-FFF2-40B4-BE49-F238E27FC236}">
                  <a16:creationId xmlns:a16="http://schemas.microsoft.com/office/drawing/2014/main" id="{08D0B802-610E-45BB-935D-5ABD95D35464}"/>
                </a:ext>
              </a:extLst>
            </p:cNvPr>
            <p:cNvSpPr>
              <a:spLocks noChangeArrowheads="1"/>
            </p:cNvSpPr>
            <p:nvPr/>
          </p:nvSpPr>
          <p:spPr bwMode="auto">
            <a:xfrm>
              <a:off x="912" y="768"/>
              <a:ext cx="336" cy="336"/>
            </a:xfrm>
            <a:prstGeom prst="ellipse">
              <a:avLst/>
            </a:prstGeom>
            <a:solidFill>
              <a:schemeClr val="bg2">
                <a:lumMod val="10000"/>
                <a:lumOff val="90000"/>
              </a:scheme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P11</a:t>
              </a:r>
            </a:p>
          </p:txBody>
        </p:sp>
        <p:sp>
          <p:nvSpPr>
            <p:cNvPr id="24601" name="Oval 8">
              <a:extLst>
                <a:ext uri="{FF2B5EF4-FFF2-40B4-BE49-F238E27FC236}">
                  <a16:creationId xmlns:a16="http://schemas.microsoft.com/office/drawing/2014/main" id="{A4AAEB5A-3858-41F7-9769-2E1DB0B7FBF0}"/>
                </a:ext>
              </a:extLst>
            </p:cNvPr>
            <p:cNvSpPr>
              <a:spLocks noChangeArrowheads="1"/>
            </p:cNvSpPr>
            <p:nvPr/>
          </p:nvSpPr>
          <p:spPr bwMode="auto">
            <a:xfrm>
              <a:off x="1392" y="528"/>
              <a:ext cx="336" cy="336"/>
            </a:xfrm>
            <a:prstGeom prst="ellipse">
              <a:avLst/>
            </a:prstGeom>
            <a:solidFill>
              <a:schemeClr val="bg2">
                <a:lumMod val="10000"/>
                <a:lumOff val="90000"/>
              </a:scheme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P12</a:t>
              </a:r>
            </a:p>
          </p:txBody>
        </p:sp>
        <p:sp>
          <p:nvSpPr>
            <p:cNvPr id="24602" name="Oval 9">
              <a:extLst>
                <a:ext uri="{FF2B5EF4-FFF2-40B4-BE49-F238E27FC236}">
                  <a16:creationId xmlns:a16="http://schemas.microsoft.com/office/drawing/2014/main" id="{FCDB8634-A692-4F5D-8409-08F9C0ED4CD6}"/>
                </a:ext>
              </a:extLst>
            </p:cNvPr>
            <p:cNvSpPr>
              <a:spLocks noChangeArrowheads="1"/>
            </p:cNvSpPr>
            <p:nvPr/>
          </p:nvSpPr>
          <p:spPr bwMode="auto">
            <a:xfrm>
              <a:off x="1200" y="1056"/>
              <a:ext cx="336" cy="336"/>
            </a:xfrm>
            <a:prstGeom prst="ellipse">
              <a:avLst/>
            </a:prstGeom>
            <a:solidFill>
              <a:schemeClr val="bg2">
                <a:lumMod val="10000"/>
                <a:lumOff val="90000"/>
              </a:schemeClr>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P13</a:t>
              </a:r>
            </a:p>
          </p:txBody>
        </p:sp>
      </p:grpSp>
      <p:sp>
        <p:nvSpPr>
          <p:cNvPr id="76815" name="Rectangle 15">
            <a:extLst>
              <a:ext uri="{FF2B5EF4-FFF2-40B4-BE49-F238E27FC236}">
                <a16:creationId xmlns:a16="http://schemas.microsoft.com/office/drawing/2014/main" id="{3C70600C-B16C-4A3A-9B32-CACEBD2014BD}"/>
              </a:ext>
            </a:extLst>
          </p:cNvPr>
          <p:cNvSpPr>
            <a:spLocks noChangeArrowheads="1"/>
          </p:cNvSpPr>
          <p:nvPr/>
        </p:nvSpPr>
        <p:spPr bwMode="auto">
          <a:xfrm>
            <a:off x="876300" y="762000"/>
            <a:ext cx="2362200" cy="1600200"/>
          </a:xfrm>
          <a:prstGeom prst="rect">
            <a:avLst/>
          </a:prstGeom>
          <a:solidFill>
            <a:schemeClr val="accent1">
              <a:alpha val="25098"/>
            </a:schemeClr>
          </a:solidFill>
          <a:ln w="2857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grpSp>
        <p:nvGrpSpPr>
          <p:cNvPr id="3" name="Group 44">
            <a:extLst>
              <a:ext uri="{FF2B5EF4-FFF2-40B4-BE49-F238E27FC236}">
                <a16:creationId xmlns:a16="http://schemas.microsoft.com/office/drawing/2014/main" id="{F4537924-32F3-4E83-8DA1-94FDCA686D4D}"/>
              </a:ext>
            </a:extLst>
          </p:cNvPr>
          <p:cNvGrpSpPr>
            <a:grpSpLocks/>
          </p:cNvGrpSpPr>
          <p:nvPr/>
        </p:nvGrpSpPr>
        <p:grpSpPr bwMode="auto">
          <a:xfrm>
            <a:off x="5562600" y="914400"/>
            <a:ext cx="2133600" cy="1295400"/>
            <a:chOff x="3504" y="576"/>
            <a:chExt cx="1344" cy="816"/>
          </a:xfrm>
        </p:grpSpPr>
        <p:sp>
          <p:nvSpPr>
            <p:cNvPr id="24596" name="Oval 10">
              <a:extLst>
                <a:ext uri="{FF2B5EF4-FFF2-40B4-BE49-F238E27FC236}">
                  <a16:creationId xmlns:a16="http://schemas.microsoft.com/office/drawing/2014/main" id="{C10C0166-84F2-40AF-98F6-28C09A7A861B}"/>
                </a:ext>
              </a:extLst>
            </p:cNvPr>
            <p:cNvSpPr>
              <a:spLocks noChangeArrowheads="1"/>
            </p:cNvSpPr>
            <p:nvPr/>
          </p:nvSpPr>
          <p:spPr bwMode="auto">
            <a:xfrm>
              <a:off x="3504" y="576"/>
              <a:ext cx="336" cy="336"/>
            </a:xfrm>
            <a:prstGeom prst="ellipse">
              <a:avLst/>
            </a:prstGeom>
            <a:solidFill>
              <a:srgbClr val="FFFF99"/>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P22</a:t>
              </a:r>
            </a:p>
          </p:txBody>
        </p:sp>
        <p:sp>
          <p:nvSpPr>
            <p:cNvPr id="24597" name="Oval 12">
              <a:extLst>
                <a:ext uri="{FF2B5EF4-FFF2-40B4-BE49-F238E27FC236}">
                  <a16:creationId xmlns:a16="http://schemas.microsoft.com/office/drawing/2014/main" id="{B09A9293-71CD-4258-AFAC-04F281003AFD}"/>
                </a:ext>
              </a:extLst>
            </p:cNvPr>
            <p:cNvSpPr>
              <a:spLocks noChangeArrowheads="1"/>
            </p:cNvSpPr>
            <p:nvPr/>
          </p:nvSpPr>
          <p:spPr bwMode="auto">
            <a:xfrm>
              <a:off x="3984" y="576"/>
              <a:ext cx="336" cy="336"/>
            </a:xfrm>
            <a:prstGeom prst="ellipse">
              <a:avLst/>
            </a:prstGeom>
            <a:solidFill>
              <a:srgbClr val="FFFF99"/>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P21</a:t>
              </a:r>
            </a:p>
          </p:txBody>
        </p:sp>
        <p:sp>
          <p:nvSpPr>
            <p:cNvPr id="24598" name="Oval 13">
              <a:extLst>
                <a:ext uri="{FF2B5EF4-FFF2-40B4-BE49-F238E27FC236}">
                  <a16:creationId xmlns:a16="http://schemas.microsoft.com/office/drawing/2014/main" id="{74C02105-0A3D-4BC8-AFFE-2D20AD870631}"/>
                </a:ext>
              </a:extLst>
            </p:cNvPr>
            <p:cNvSpPr>
              <a:spLocks noChangeArrowheads="1"/>
            </p:cNvSpPr>
            <p:nvPr/>
          </p:nvSpPr>
          <p:spPr bwMode="auto">
            <a:xfrm>
              <a:off x="4512" y="576"/>
              <a:ext cx="336" cy="336"/>
            </a:xfrm>
            <a:prstGeom prst="ellipse">
              <a:avLst/>
            </a:prstGeom>
            <a:solidFill>
              <a:srgbClr val="FFFF99"/>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P23</a:t>
              </a:r>
            </a:p>
          </p:txBody>
        </p:sp>
        <p:sp>
          <p:nvSpPr>
            <p:cNvPr id="24599" name="Oval 14">
              <a:extLst>
                <a:ext uri="{FF2B5EF4-FFF2-40B4-BE49-F238E27FC236}">
                  <a16:creationId xmlns:a16="http://schemas.microsoft.com/office/drawing/2014/main" id="{F4B112CF-4A60-4E96-AFBB-A97DBB7C5903}"/>
                </a:ext>
              </a:extLst>
            </p:cNvPr>
            <p:cNvSpPr>
              <a:spLocks noChangeArrowheads="1"/>
            </p:cNvSpPr>
            <p:nvPr/>
          </p:nvSpPr>
          <p:spPr bwMode="auto">
            <a:xfrm>
              <a:off x="3984" y="1056"/>
              <a:ext cx="336" cy="336"/>
            </a:xfrm>
            <a:prstGeom prst="ellipse">
              <a:avLst/>
            </a:prstGeom>
            <a:solidFill>
              <a:srgbClr val="FFFF99"/>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P24</a:t>
              </a:r>
            </a:p>
          </p:txBody>
        </p:sp>
      </p:grpSp>
      <p:sp>
        <p:nvSpPr>
          <p:cNvPr id="76816" name="Rectangle 16">
            <a:extLst>
              <a:ext uri="{FF2B5EF4-FFF2-40B4-BE49-F238E27FC236}">
                <a16:creationId xmlns:a16="http://schemas.microsoft.com/office/drawing/2014/main" id="{FC27CBEC-93F2-4A63-977E-FAE0CFC883A3}"/>
              </a:ext>
            </a:extLst>
          </p:cNvPr>
          <p:cNvSpPr>
            <a:spLocks noChangeArrowheads="1"/>
          </p:cNvSpPr>
          <p:nvPr/>
        </p:nvSpPr>
        <p:spPr bwMode="auto">
          <a:xfrm>
            <a:off x="5410200" y="838200"/>
            <a:ext cx="2362200" cy="1447800"/>
          </a:xfrm>
          <a:prstGeom prst="rect">
            <a:avLst/>
          </a:prstGeom>
          <a:solidFill>
            <a:srgbClr val="FF0000">
              <a:alpha val="10196"/>
            </a:srgbClr>
          </a:solidFill>
          <a:ln w="28575">
            <a:solidFill>
              <a:srgbClr val="FF0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76817" name="Rectangle 17">
            <a:extLst>
              <a:ext uri="{FF2B5EF4-FFF2-40B4-BE49-F238E27FC236}">
                <a16:creationId xmlns:a16="http://schemas.microsoft.com/office/drawing/2014/main" id="{181CAF05-54C6-463B-99FA-183133F2DA86}"/>
              </a:ext>
            </a:extLst>
          </p:cNvPr>
          <p:cNvSpPr>
            <a:spLocks noChangeArrowheads="1"/>
          </p:cNvSpPr>
          <p:nvPr/>
        </p:nvSpPr>
        <p:spPr bwMode="auto">
          <a:xfrm>
            <a:off x="3352800" y="4572000"/>
            <a:ext cx="2514600" cy="1447800"/>
          </a:xfrm>
          <a:prstGeom prst="rect">
            <a:avLst/>
          </a:prstGeom>
          <a:solidFill>
            <a:srgbClr val="CCFFCC">
              <a:alpha val="10196"/>
            </a:srgbClr>
          </a:solidFill>
          <a:ln w="28575">
            <a:solidFill>
              <a:srgbClr val="00008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grpSp>
        <p:nvGrpSpPr>
          <p:cNvPr id="4" name="Group 45">
            <a:extLst>
              <a:ext uri="{FF2B5EF4-FFF2-40B4-BE49-F238E27FC236}">
                <a16:creationId xmlns:a16="http://schemas.microsoft.com/office/drawing/2014/main" id="{ADDAA83E-6B8D-4103-975B-31AFFF148B8F}"/>
              </a:ext>
            </a:extLst>
          </p:cNvPr>
          <p:cNvGrpSpPr>
            <a:grpSpLocks/>
          </p:cNvGrpSpPr>
          <p:nvPr/>
        </p:nvGrpSpPr>
        <p:grpSpPr bwMode="auto">
          <a:xfrm>
            <a:off x="3810000" y="4724400"/>
            <a:ext cx="1447800" cy="609600"/>
            <a:chOff x="2400" y="2976"/>
            <a:chExt cx="912" cy="384"/>
          </a:xfrm>
        </p:grpSpPr>
        <p:sp>
          <p:nvSpPr>
            <p:cNvPr id="24594" name="Oval 19">
              <a:extLst>
                <a:ext uri="{FF2B5EF4-FFF2-40B4-BE49-F238E27FC236}">
                  <a16:creationId xmlns:a16="http://schemas.microsoft.com/office/drawing/2014/main" id="{89CC007B-CF8F-498A-8935-C586A26D8D1E}"/>
                </a:ext>
              </a:extLst>
            </p:cNvPr>
            <p:cNvSpPr>
              <a:spLocks noChangeArrowheads="1"/>
            </p:cNvSpPr>
            <p:nvPr/>
          </p:nvSpPr>
          <p:spPr bwMode="auto">
            <a:xfrm>
              <a:off x="2400" y="3024"/>
              <a:ext cx="336" cy="336"/>
            </a:xfrm>
            <a:prstGeom prst="ellipse">
              <a:avLst/>
            </a:prstGeom>
            <a:solidFill>
              <a:srgbClr val="CCFFCC"/>
            </a:solidFill>
            <a:ln w="9525">
              <a:solidFill>
                <a:srgbClr val="003366"/>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P31</a:t>
              </a:r>
            </a:p>
          </p:txBody>
        </p:sp>
        <p:sp>
          <p:nvSpPr>
            <p:cNvPr id="24595" name="Oval 20">
              <a:extLst>
                <a:ext uri="{FF2B5EF4-FFF2-40B4-BE49-F238E27FC236}">
                  <a16:creationId xmlns:a16="http://schemas.microsoft.com/office/drawing/2014/main" id="{59252C4F-FE9E-4164-9961-5E5BCAE4C990}"/>
                </a:ext>
              </a:extLst>
            </p:cNvPr>
            <p:cNvSpPr>
              <a:spLocks noChangeArrowheads="1"/>
            </p:cNvSpPr>
            <p:nvPr/>
          </p:nvSpPr>
          <p:spPr bwMode="auto">
            <a:xfrm>
              <a:off x="2976" y="2976"/>
              <a:ext cx="336" cy="336"/>
            </a:xfrm>
            <a:prstGeom prst="ellipse">
              <a:avLst/>
            </a:prstGeom>
            <a:solidFill>
              <a:srgbClr val="CCFFCC"/>
            </a:solidFill>
            <a:ln w="9525">
              <a:solidFill>
                <a:srgbClr val="000080"/>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P32</a:t>
              </a:r>
            </a:p>
          </p:txBody>
        </p:sp>
      </p:grpSp>
      <p:grpSp>
        <p:nvGrpSpPr>
          <p:cNvPr id="5" name="Group 30">
            <a:extLst>
              <a:ext uri="{FF2B5EF4-FFF2-40B4-BE49-F238E27FC236}">
                <a16:creationId xmlns:a16="http://schemas.microsoft.com/office/drawing/2014/main" id="{3BF30F26-EFCA-4C8E-89CD-413AEAB016B2}"/>
              </a:ext>
            </a:extLst>
          </p:cNvPr>
          <p:cNvGrpSpPr>
            <a:grpSpLocks/>
          </p:cNvGrpSpPr>
          <p:nvPr/>
        </p:nvGrpSpPr>
        <p:grpSpPr bwMode="auto">
          <a:xfrm>
            <a:off x="914400" y="2286000"/>
            <a:ext cx="7239000" cy="2286000"/>
            <a:chOff x="576" y="1440"/>
            <a:chExt cx="4560" cy="1440"/>
          </a:xfrm>
        </p:grpSpPr>
        <p:sp>
          <p:nvSpPr>
            <p:cNvPr id="24590" name="AutoShape 22">
              <a:extLst>
                <a:ext uri="{FF2B5EF4-FFF2-40B4-BE49-F238E27FC236}">
                  <a16:creationId xmlns:a16="http://schemas.microsoft.com/office/drawing/2014/main" id="{16F8B22F-9A38-404A-A43B-A3FA39483AFE}"/>
                </a:ext>
              </a:extLst>
            </p:cNvPr>
            <p:cNvSpPr>
              <a:spLocks noChangeArrowheads="1"/>
            </p:cNvSpPr>
            <p:nvPr/>
          </p:nvSpPr>
          <p:spPr bwMode="auto">
            <a:xfrm>
              <a:off x="576" y="1824"/>
              <a:ext cx="4560" cy="240"/>
            </a:xfrm>
            <a:prstGeom prst="flowChartPunchedTape">
              <a:avLst/>
            </a:prstGeom>
            <a:solidFill>
              <a:srgbClr val="CC99FF"/>
            </a:solidFill>
            <a:ln w="9525">
              <a:solidFill>
                <a:srgbClr val="008000"/>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24591" name="Line 27">
              <a:extLst>
                <a:ext uri="{FF2B5EF4-FFF2-40B4-BE49-F238E27FC236}">
                  <a16:creationId xmlns:a16="http://schemas.microsoft.com/office/drawing/2014/main" id="{EA62BEF5-84C6-4984-BD36-8EA14ECE588B}"/>
                </a:ext>
              </a:extLst>
            </p:cNvPr>
            <p:cNvSpPr>
              <a:spLocks noChangeShapeType="1"/>
            </p:cNvSpPr>
            <p:nvPr/>
          </p:nvSpPr>
          <p:spPr bwMode="auto">
            <a:xfrm>
              <a:off x="1392" y="1488"/>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4592" name="Line 28">
              <a:extLst>
                <a:ext uri="{FF2B5EF4-FFF2-40B4-BE49-F238E27FC236}">
                  <a16:creationId xmlns:a16="http://schemas.microsoft.com/office/drawing/2014/main" id="{B528E569-8194-4FCF-973B-A812351DAEB2}"/>
                </a:ext>
              </a:extLst>
            </p:cNvPr>
            <p:cNvSpPr>
              <a:spLocks noChangeShapeType="1"/>
            </p:cNvSpPr>
            <p:nvPr/>
          </p:nvSpPr>
          <p:spPr bwMode="auto">
            <a:xfrm>
              <a:off x="4224" y="1440"/>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4593" name="Line 29">
              <a:extLst>
                <a:ext uri="{FF2B5EF4-FFF2-40B4-BE49-F238E27FC236}">
                  <a16:creationId xmlns:a16="http://schemas.microsoft.com/office/drawing/2014/main" id="{9C7D5ED0-B7E6-4AF1-893B-815C45FBBCF7}"/>
                </a:ext>
              </a:extLst>
            </p:cNvPr>
            <p:cNvSpPr>
              <a:spLocks noChangeShapeType="1"/>
            </p:cNvSpPr>
            <p:nvPr/>
          </p:nvSpPr>
          <p:spPr bwMode="auto">
            <a:xfrm>
              <a:off x="2832" y="2064"/>
              <a:ext cx="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6" name="Group 41">
            <a:extLst>
              <a:ext uri="{FF2B5EF4-FFF2-40B4-BE49-F238E27FC236}">
                <a16:creationId xmlns:a16="http://schemas.microsoft.com/office/drawing/2014/main" id="{6397E721-D4AB-4E83-93D7-2EBB759FAAC6}"/>
              </a:ext>
            </a:extLst>
          </p:cNvPr>
          <p:cNvGrpSpPr>
            <a:grpSpLocks/>
          </p:cNvGrpSpPr>
          <p:nvPr/>
        </p:nvGrpSpPr>
        <p:grpSpPr bwMode="auto">
          <a:xfrm>
            <a:off x="2819400" y="2286000"/>
            <a:ext cx="3429000" cy="2286000"/>
            <a:chOff x="1776" y="1440"/>
            <a:chExt cx="2160" cy="1440"/>
          </a:xfrm>
        </p:grpSpPr>
        <p:sp>
          <p:nvSpPr>
            <p:cNvPr id="24586" name="Cloud">
              <a:extLst>
                <a:ext uri="{FF2B5EF4-FFF2-40B4-BE49-F238E27FC236}">
                  <a16:creationId xmlns:a16="http://schemas.microsoft.com/office/drawing/2014/main" id="{39E049D2-2151-426F-916F-6E349F1222CA}"/>
                </a:ext>
              </a:extLst>
            </p:cNvPr>
            <p:cNvSpPr>
              <a:spLocks noChangeAspect="1" noEditPoints="1" noChangeArrowheads="1"/>
            </p:cNvSpPr>
            <p:nvPr/>
          </p:nvSpPr>
          <p:spPr bwMode="auto">
            <a:xfrm>
              <a:off x="2016" y="1581"/>
              <a:ext cx="1728" cy="1158"/>
            </a:xfrm>
            <a:custGeom>
              <a:avLst/>
              <a:gdLst>
                <a:gd name="T0" fmla="*/ 0 w 21600"/>
                <a:gd name="T1" fmla="*/ 31 h 21600"/>
                <a:gd name="T2" fmla="*/ 69 w 21600"/>
                <a:gd name="T3" fmla="*/ 62 h 21600"/>
                <a:gd name="T4" fmla="*/ 138 w 21600"/>
                <a:gd name="T5" fmla="*/ 31 h 21600"/>
                <a:gd name="T6" fmla="*/ 69 w 21600"/>
                <a:gd name="T7" fmla="*/ 4 h 21600"/>
                <a:gd name="T8" fmla="*/ 0 60000 65536"/>
                <a:gd name="T9" fmla="*/ 0 60000 65536"/>
                <a:gd name="T10" fmla="*/ 0 60000 65536"/>
                <a:gd name="T11" fmla="*/ 0 60000 65536"/>
                <a:gd name="T12" fmla="*/ 2975 w 21600"/>
                <a:gd name="T13" fmla="*/ 3264 h 21600"/>
                <a:gd name="T14" fmla="*/ 17088 w 21600"/>
                <a:gd name="T15" fmla="*/ 17328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Network</a:t>
              </a:r>
            </a:p>
          </p:txBody>
        </p:sp>
        <p:sp>
          <p:nvSpPr>
            <p:cNvPr id="24587" name="Line 37">
              <a:extLst>
                <a:ext uri="{FF2B5EF4-FFF2-40B4-BE49-F238E27FC236}">
                  <a16:creationId xmlns:a16="http://schemas.microsoft.com/office/drawing/2014/main" id="{229F393D-E76C-49E2-BD7C-BEDCA8B1488C}"/>
                </a:ext>
              </a:extLst>
            </p:cNvPr>
            <p:cNvSpPr>
              <a:spLocks noChangeShapeType="1"/>
            </p:cNvSpPr>
            <p:nvPr/>
          </p:nvSpPr>
          <p:spPr bwMode="auto">
            <a:xfrm>
              <a:off x="1776" y="1488"/>
              <a:ext cx="576"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4588" name="Line 38">
              <a:extLst>
                <a:ext uri="{FF2B5EF4-FFF2-40B4-BE49-F238E27FC236}">
                  <a16:creationId xmlns:a16="http://schemas.microsoft.com/office/drawing/2014/main" id="{C01D8651-BFA4-41FB-B81E-157E8BFA20E6}"/>
                </a:ext>
              </a:extLst>
            </p:cNvPr>
            <p:cNvSpPr>
              <a:spLocks noChangeShapeType="1"/>
            </p:cNvSpPr>
            <p:nvPr/>
          </p:nvSpPr>
          <p:spPr bwMode="auto">
            <a:xfrm flipH="1">
              <a:off x="3504" y="1440"/>
              <a:ext cx="432"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24589" name="Line 39">
              <a:extLst>
                <a:ext uri="{FF2B5EF4-FFF2-40B4-BE49-F238E27FC236}">
                  <a16:creationId xmlns:a16="http://schemas.microsoft.com/office/drawing/2014/main" id="{E9854664-78FE-4B8D-B6A5-26D5FCD94001}"/>
                </a:ext>
              </a:extLst>
            </p:cNvPr>
            <p:cNvSpPr>
              <a:spLocks noChangeShapeType="1"/>
            </p:cNvSpPr>
            <p:nvPr/>
          </p:nvSpPr>
          <p:spPr bwMode="auto">
            <a:xfrm flipV="1">
              <a:off x="2928" y="2352"/>
              <a:ext cx="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81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681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681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xit" presetSubtype="4" fill="hold" nodeType="clickEffect">
                                  <p:stCondLst>
                                    <p:cond delay="0"/>
                                  </p:stCondLst>
                                  <p:childTnLst>
                                    <p:anim calcmode="lin" valueType="num">
                                      <p:cBhvr additive="base">
                                        <p:cTn id="34" dur="500"/>
                                        <p:tgtEl>
                                          <p:spTgt spid="5"/>
                                        </p:tgtEl>
                                        <p:attrNameLst>
                                          <p:attrName>ppt_x</p:attrName>
                                        </p:attrNameLst>
                                      </p:cBhvr>
                                      <p:tavLst>
                                        <p:tav tm="0">
                                          <p:val>
                                            <p:strVal val="ppt_x"/>
                                          </p:val>
                                        </p:tav>
                                        <p:tav tm="100000">
                                          <p:val>
                                            <p:strVal val="ppt_x"/>
                                          </p:val>
                                        </p:tav>
                                      </p:tavLst>
                                    </p:anim>
                                    <p:anim calcmode="lin" valueType="num">
                                      <p:cBhvr additive="base">
                                        <p:cTn id="35" dur="500"/>
                                        <p:tgtEl>
                                          <p:spTgt spid="5"/>
                                        </p:tgtEl>
                                        <p:attrNameLst>
                                          <p:attrName>ppt_y</p:attrName>
                                        </p:attrNameLst>
                                      </p:cBhvr>
                                      <p:tavLst>
                                        <p:tav tm="0">
                                          <p:val>
                                            <p:strVal val="ppt_y"/>
                                          </p:val>
                                        </p:tav>
                                        <p:tav tm="100000">
                                          <p:val>
                                            <p:strVal val="1+ppt_h/2"/>
                                          </p:val>
                                        </p:tav>
                                      </p:tavLst>
                                    </p:anim>
                                    <p:set>
                                      <p:cBhvr>
                                        <p:cTn id="36" dur="1" fill="hold">
                                          <p:stCondLst>
                                            <p:cond delay="499"/>
                                          </p:stCondLst>
                                        </p:cTn>
                                        <p:tgtEl>
                                          <p:spTgt spid="5"/>
                                        </p:tgtEl>
                                        <p:attrNameLst>
                                          <p:attrName>style.visibility</p:attrName>
                                        </p:attrNameLst>
                                      </p:cBhvr>
                                      <p:to>
                                        <p:strVal val="hidden"/>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ppt_x"/>
                                          </p:val>
                                        </p:tav>
                                        <p:tav tm="100000">
                                          <p:val>
                                            <p:strVal val="#ppt_x"/>
                                          </p:val>
                                        </p:tav>
                                      </p:tavLst>
                                    </p:anim>
                                    <p:anim calcmode="lin" valueType="num">
                                      <p:cBhvr additive="base">
                                        <p:cTn id="4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15" grpId="0" animBg="1"/>
      <p:bldP spid="76816" grpId="0" animBg="1"/>
      <p:bldP spid="76817"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99E4A-B699-D893-421D-BBEE495EB69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20C0B1-D1D9-9484-D59E-25505A8326DC}"/>
              </a:ext>
            </a:extLst>
          </p:cNvPr>
          <p:cNvSpPr>
            <a:spLocks noGrp="1"/>
          </p:cNvSpPr>
          <p:nvPr>
            <p:ph sz="quarter" idx="10"/>
          </p:nvPr>
        </p:nvSpPr>
        <p:spPr/>
        <p:txBody>
          <a:bodyPr/>
          <a:lstStyle/>
          <a:p>
            <a:pPr>
              <a:spcAft>
                <a:spcPts val="600"/>
              </a:spcAft>
            </a:pPr>
            <a:r>
              <a:rPr lang="en-IN" dirty="0"/>
              <a:t>Wireless Sensor Network</a:t>
            </a:r>
          </a:p>
        </p:txBody>
      </p:sp>
      <p:sp>
        <p:nvSpPr>
          <p:cNvPr id="3" name="Slide Number Placeholder 2">
            <a:extLst>
              <a:ext uri="{FF2B5EF4-FFF2-40B4-BE49-F238E27FC236}">
                <a16:creationId xmlns:a16="http://schemas.microsoft.com/office/drawing/2014/main" id="{B438354D-DD75-21A6-CB05-0A5890BBD598}"/>
              </a:ext>
            </a:extLst>
          </p:cNvPr>
          <p:cNvSpPr>
            <a:spLocks noGrp="1"/>
          </p:cNvSpPr>
          <p:nvPr>
            <p:ph type="sldNum" sz="quarter" idx="13"/>
          </p:nvPr>
        </p:nvSpPr>
        <p:spPr/>
        <p:txBody>
          <a:bodyPr/>
          <a:lstStyle/>
          <a:p>
            <a:fld id="{BC8D7E44-7D4F-4942-A8C9-2DF6BF8399E8}" type="slidenum">
              <a:rPr lang="en-US" smtClean="0"/>
              <a:pPr/>
              <a:t>91</a:t>
            </a:fld>
            <a:endParaRPr lang="en-US" dirty="0"/>
          </a:p>
        </p:txBody>
      </p:sp>
      <p:sp>
        <p:nvSpPr>
          <p:cNvPr id="4" name="TextBox 3">
            <a:extLst>
              <a:ext uri="{FF2B5EF4-FFF2-40B4-BE49-F238E27FC236}">
                <a16:creationId xmlns:a16="http://schemas.microsoft.com/office/drawing/2014/main" id="{784C6173-6BCC-E4EE-913E-DA9B7F8EB12A}"/>
              </a:ext>
            </a:extLst>
          </p:cNvPr>
          <p:cNvSpPr txBox="1"/>
          <p:nvPr/>
        </p:nvSpPr>
        <p:spPr>
          <a:xfrm>
            <a:off x="152400" y="1447800"/>
            <a:ext cx="8610600" cy="4801314"/>
          </a:xfrm>
          <a:prstGeom prst="rect">
            <a:avLst/>
          </a:prstGeom>
          <a:noFill/>
        </p:spPr>
        <p:txBody>
          <a:bodyPr wrap="square" rtlCol="0">
            <a:spAutoFit/>
          </a:bodyPr>
          <a:lstStyle/>
          <a:p>
            <a:pPr>
              <a:buNone/>
            </a:pPr>
            <a:r>
              <a:rPr lang="en-US" b="1" dirty="0"/>
              <a:t>1. Introduction to Wireless Sensor Networks (WSN)</a:t>
            </a:r>
          </a:p>
          <a:p>
            <a:r>
              <a:rPr lang="en-US" dirty="0"/>
              <a:t>Wireless Sensor Networks (WSNs) are a </a:t>
            </a:r>
            <a:r>
              <a:rPr lang="en-US" b="1" dirty="0"/>
              <a:t>network of interconnected sensor nodes</a:t>
            </a:r>
            <a:r>
              <a:rPr lang="en-US" dirty="0"/>
              <a:t> that can communicate wirelessly to </a:t>
            </a:r>
            <a:r>
              <a:rPr lang="en-US" b="1" dirty="0"/>
              <a:t>monitor and control</a:t>
            </a:r>
            <a:r>
              <a:rPr lang="en-US" dirty="0"/>
              <a:t> various urban and industrial functions. Toshiba’s technology enables these sensor networks to enhance </a:t>
            </a:r>
            <a:r>
              <a:rPr lang="en-US" b="1" dirty="0"/>
              <a:t>social safety and infrastructure monitoring</a:t>
            </a:r>
            <a:r>
              <a:rPr lang="en-US" dirty="0"/>
              <a:t> by providing </a:t>
            </a:r>
            <a:r>
              <a:rPr lang="en-US" b="1" dirty="0"/>
              <a:t>real-time data</a:t>
            </a:r>
            <a:r>
              <a:rPr lang="en-US" dirty="0"/>
              <a:t> without requiring physical connections like power or network cables.</a:t>
            </a:r>
          </a:p>
          <a:p>
            <a:pPr>
              <a:buNone/>
            </a:pPr>
            <a:r>
              <a:rPr lang="en-US" b="1" dirty="0"/>
              <a:t>2. Wireless Sensor Networks for Infrastructure Monitoring</a:t>
            </a:r>
          </a:p>
          <a:p>
            <a:pPr>
              <a:buNone/>
            </a:pPr>
            <a:r>
              <a:rPr lang="en-US" dirty="0"/>
              <a:t>One of the major applications of WSNs is in </a:t>
            </a:r>
            <a:r>
              <a:rPr lang="en-US" b="1" dirty="0"/>
              <a:t>monitoring critical infrastructure</a:t>
            </a:r>
            <a:r>
              <a:rPr lang="en-US" dirty="0"/>
              <a:t> such as:</a:t>
            </a:r>
            <a:br>
              <a:rPr lang="en-US" dirty="0"/>
            </a:br>
            <a:r>
              <a:rPr lang="en-US" dirty="0"/>
              <a:t>✔ </a:t>
            </a:r>
            <a:r>
              <a:rPr lang="en-US" b="1" dirty="0"/>
              <a:t>Bridges</a:t>
            </a:r>
            <a:r>
              <a:rPr lang="en-US" dirty="0"/>
              <a:t> – Sensors can detect </a:t>
            </a:r>
            <a:r>
              <a:rPr lang="en-US" b="1" dirty="0"/>
              <a:t>structural stress, cracks, and corrosion</a:t>
            </a:r>
            <a:r>
              <a:rPr lang="en-US" dirty="0"/>
              <a:t> over time.</a:t>
            </a:r>
            <a:br>
              <a:rPr lang="en-US" dirty="0"/>
            </a:br>
            <a:r>
              <a:rPr lang="en-US" dirty="0"/>
              <a:t>✔ </a:t>
            </a:r>
            <a:r>
              <a:rPr lang="en-US" b="1" dirty="0"/>
              <a:t>Tunnels</a:t>
            </a:r>
            <a:r>
              <a:rPr lang="en-US" dirty="0"/>
              <a:t> – Monitoring for </a:t>
            </a:r>
            <a:r>
              <a:rPr lang="en-US" b="1" dirty="0"/>
              <a:t>vibrations, gas leaks, or environmental changes</a:t>
            </a:r>
            <a:r>
              <a:rPr lang="en-US" dirty="0"/>
              <a:t> to ensure safety.</a:t>
            </a:r>
            <a:br>
              <a:rPr lang="en-US" dirty="0"/>
            </a:br>
            <a:r>
              <a:rPr lang="en-US" dirty="0"/>
              <a:t>✔ </a:t>
            </a:r>
            <a:r>
              <a:rPr lang="en-US" b="1" dirty="0"/>
              <a:t>Buildings</a:t>
            </a:r>
            <a:r>
              <a:rPr lang="en-US" dirty="0"/>
              <a:t> – Sensors detect </a:t>
            </a:r>
            <a:r>
              <a:rPr lang="en-US" b="1" dirty="0"/>
              <a:t>temperature fluctuations, movement, and foundation shifts</a:t>
            </a:r>
            <a:r>
              <a:rPr lang="en-US" dirty="0"/>
              <a:t>.</a:t>
            </a:r>
          </a:p>
          <a:p>
            <a:r>
              <a:rPr lang="en-US" dirty="0"/>
              <a:t>🔹 </a:t>
            </a:r>
            <a:r>
              <a:rPr lang="en-US" b="1" dirty="0"/>
              <a:t>Key Benefit:</a:t>
            </a:r>
            <a:r>
              <a:rPr lang="en-US" dirty="0"/>
              <a:t> Since no power or network cables are required, sensors can be deployed in </a:t>
            </a:r>
            <a:r>
              <a:rPr lang="en-US" b="1" dirty="0"/>
              <a:t>hard-to-reach or remote locations</a:t>
            </a:r>
            <a:r>
              <a:rPr lang="en-US" dirty="0"/>
              <a:t> for </a:t>
            </a:r>
            <a:r>
              <a:rPr lang="en-US" b="1" dirty="0"/>
              <a:t>long-term observation</a:t>
            </a:r>
            <a:r>
              <a:rPr lang="en-US" dirty="0"/>
              <a:t> without constant maintenance.</a:t>
            </a:r>
          </a:p>
          <a:p>
            <a:endParaRPr lang="en-US" dirty="0"/>
          </a:p>
        </p:txBody>
      </p:sp>
    </p:spTree>
    <p:extLst>
      <p:ext uri="{BB962C8B-B14F-4D97-AF65-F5344CB8AC3E}">
        <p14:creationId xmlns:p14="http://schemas.microsoft.com/office/powerpoint/2010/main" val="23795631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61C79-60F3-9578-8A65-9B290BE8574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3E717B-F6C0-DDFE-0B11-99391FDCE461}"/>
              </a:ext>
            </a:extLst>
          </p:cNvPr>
          <p:cNvSpPr>
            <a:spLocks noGrp="1"/>
          </p:cNvSpPr>
          <p:nvPr>
            <p:ph sz="quarter" idx="10"/>
          </p:nvPr>
        </p:nvSpPr>
        <p:spPr/>
        <p:txBody>
          <a:bodyPr/>
          <a:lstStyle/>
          <a:p>
            <a:pPr>
              <a:spcAft>
                <a:spcPts val="600"/>
              </a:spcAft>
            </a:pPr>
            <a:r>
              <a:rPr lang="en-IN" dirty="0"/>
              <a:t>Wireless Sensor Network</a:t>
            </a:r>
          </a:p>
        </p:txBody>
      </p:sp>
      <p:sp>
        <p:nvSpPr>
          <p:cNvPr id="3" name="Slide Number Placeholder 2">
            <a:extLst>
              <a:ext uri="{FF2B5EF4-FFF2-40B4-BE49-F238E27FC236}">
                <a16:creationId xmlns:a16="http://schemas.microsoft.com/office/drawing/2014/main" id="{9B3CDEED-73A3-B113-DCAD-11FCDDEFBDCB}"/>
              </a:ext>
            </a:extLst>
          </p:cNvPr>
          <p:cNvSpPr>
            <a:spLocks noGrp="1"/>
          </p:cNvSpPr>
          <p:nvPr>
            <p:ph type="sldNum" sz="quarter" idx="13"/>
          </p:nvPr>
        </p:nvSpPr>
        <p:spPr/>
        <p:txBody>
          <a:bodyPr/>
          <a:lstStyle/>
          <a:p>
            <a:fld id="{BC8D7E44-7D4F-4942-A8C9-2DF6BF8399E8}" type="slidenum">
              <a:rPr lang="en-US" smtClean="0"/>
              <a:pPr/>
              <a:t>92</a:t>
            </a:fld>
            <a:endParaRPr lang="en-US" dirty="0"/>
          </a:p>
        </p:txBody>
      </p:sp>
      <p:sp>
        <p:nvSpPr>
          <p:cNvPr id="4" name="TextBox 3">
            <a:extLst>
              <a:ext uri="{FF2B5EF4-FFF2-40B4-BE49-F238E27FC236}">
                <a16:creationId xmlns:a16="http://schemas.microsoft.com/office/drawing/2014/main" id="{654CB34E-C66D-E635-1EF9-D211E83E8F58}"/>
              </a:ext>
            </a:extLst>
          </p:cNvPr>
          <p:cNvSpPr txBox="1"/>
          <p:nvPr/>
        </p:nvSpPr>
        <p:spPr>
          <a:xfrm>
            <a:off x="152400" y="1447800"/>
            <a:ext cx="8610600" cy="3693319"/>
          </a:xfrm>
          <a:prstGeom prst="rect">
            <a:avLst/>
          </a:prstGeom>
          <a:noFill/>
        </p:spPr>
        <p:txBody>
          <a:bodyPr wrap="square" rtlCol="0">
            <a:spAutoFit/>
          </a:bodyPr>
          <a:lstStyle/>
          <a:p>
            <a:pPr>
              <a:buNone/>
            </a:pPr>
            <a:r>
              <a:rPr lang="en-US" b="1" dirty="0"/>
              <a:t>3. Autonomous &amp; Maintenance-Free Sensor Network</a:t>
            </a:r>
          </a:p>
          <a:p>
            <a:pPr>
              <a:buNone/>
            </a:pPr>
            <a:r>
              <a:rPr lang="en-US" dirty="0"/>
              <a:t>Toshiba’s WSN technology allows sensor nodes to </a:t>
            </a:r>
            <a:r>
              <a:rPr lang="en-US" b="1" dirty="0"/>
              <a:t>self-organize</a:t>
            </a:r>
            <a:r>
              <a:rPr lang="en-US" dirty="0"/>
              <a:t> into a </a:t>
            </a:r>
            <a:r>
              <a:rPr lang="en-US" b="1" dirty="0"/>
              <a:t>mesh network</a:t>
            </a:r>
            <a:r>
              <a:rPr lang="en-US" dirty="0"/>
              <a:t>, enabling:</a:t>
            </a:r>
            <a:br>
              <a:rPr lang="en-US" dirty="0"/>
            </a:br>
            <a:r>
              <a:rPr lang="en-US" dirty="0"/>
              <a:t>✔ </a:t>
            </a:r>
            <a:r>
              <a:rPr lang="en-US" b="1" dirty="0"/>
              <a:t>Autonomous Communication</a:t>
            </a:r>
            <a:r>
              <a:rPr lang="en-US" dirty="0"/>
              <a:t> – Each sensor </a:t>
            </a:r>
            <a:r>
              <a:rPr lang="en-US" b="1" dirty="0"/>
              <a:t>adapts to its surroundings</a:t>
            </a:r>
            <a:r>
              <a:rPr lang="en-US" dirty="0"/>
              <a:t>, detects </a:t>
            </a:r>
            <a:r>
              <a:rPr lang="en-US" b="1" dirty="0"/>
              <a:t>ambient conditions</a:t>
            </a:r>
            <a:r>
              <a:rPr lang="en-US" dirty="0"/>
              <a:t>, and </a:t>
            </a:r>
            <a:r>
              <a:rPr lang="en-US" b="1" dirty="0"/>
              <a:t>adjusts communication timing</a:t>
            </a:r>
            <a:r>
              <a:rPr lang="en-US" dirty="0"/>
              <a:t> accordingly.</a:t>
            </a:r>
            <a:br>
              <a:rPr lang="en-US" dirty="0"/>
            </a:br>
            <a:r>
              <a:rPr lang="en-US" dirty="0"/>
              <a:t>✔ </a:t>
            </a:r>
            <a:r>
              <a:rPr lang="en-US" b="1" dirty="0"/>
              <a:t>Bucket Relay Format</a:t>
            </a:r>
            <a:r>
              <a:rPr lang="en-US" dirty="0"/>
              <a:t> – Data is transmitted </a:t>
            </a:r>
            <a:r>
              <a:rPr lang="en-US" b="1" dirty="0"/>
              <a:t>node-to-node</a:t>
            </a:r>
            <a:r>
              <a:rPr lang="en-US" dirty="0"/>
              <a:t> (like a relay race) until it reaches the destination, ensuring </a:t>
            </a:r>
            <a:r>
              <a:rPr lang="en-US" b="1" dirty="0"/>
              <a:t>wide-area coverage</a:t>
            </a:r>
            <a:r>
              <a:rPr lang="en-US" dirty="0"/>
              <a:t> without requiring a direct connection to a central hub.</a:t>
            </a:r>
            <a:br>
              <a:rPr lang="en-US" dirty="0"/>
            </a:br>
            <a:r>
              <a:rPr lang="en-US" dirty="0"/>
              <a:t>✔ </a:t>
            </a:r>
            <a:r>
              <a:rPr lang="en-US" b="1" dirty="0"/>
              <a:t>Self-Healing Network</a:t>
            </a:r>
            <a:r>
              <a:rPr lang="en-US" dirty="0"/>
              <a:t> – If one sensor fails, the network </a:t>
            </a:r>
            <a:r>
              <a:rPr lang="en-US" b="1" dirty="0"/>
              <a:t>automatically re-routes</a:t>
            </a:r>
            <a:r>
              <a:rPr lang="en-US" dirty="0"/>
              <a:t> the data through alternative paths, maintaining reliability.</a:t>
            </a:r>
          </a:p>
          <a:p>
            <a:r>
              <a:rPr lang="en-US" dirty="0"/>
              <a:t>🔹 </a:t>
            </a:r>
            <a:r>
              <a:rPr lang="en-US" b="1" dirty="0"/>
              <a:t>Key Benefit:</a:t>
            </a:r>
            <a:r>
              <a:rPr lang="en-US" dirty="0"/>
              <a:t> The system </a:t>
            </a:r>
            <a:r>
              <a:rPr lang="en-US" b="1" dirty="0"/>
              <a:t>maximizes reliability</a:t>
            </a:r>
            <a:r>
              <a:rPr lang="en-US" dirty="0"/>
              <a:t> while minimizing </a:t>
            </a:r>
            <a:r>
              <a:rPr lang="en-US" b="1" dirty="0"/>
              <a:t>manual setup and maintenance efforts</a:t>
            </a:r>
            <a:r>
              <a:rPr lang="en-US" dirty="0"/>
              <a:t>.</a:t>
            </a:r>
          </a:p>
          <a:p>
            <a:endParaRPr lang="en-US" dirty="0"/>
          </a:p>
        </p:txBody>
      </p:sp>
    </p:spTree>
    <p:extLst>
      <p:ext uri="{BB962C8B-B14F-4D97-AF65-F5344CB8AC3E}">
        <p14:creationId xmlns:p14="http://schemas.microsoft.com/office/powerpoint/2010/main" val="17146491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47FBB-27DC-FBEC-2703-38A7CE93B5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7787FF-1A82-5FAD-0100-885E74DA2519}"/>
              </a:ext>
            </a:extLst>
          </p:cNvPr>
          <p:cNvSpPr>
            <a:spLocks noGrp="1"/>
          </p:cNvSpPr>
          <p:nvPr>
            <p:ph sz="quarter" idx="10"/>
          </p:nvPr>
        </p:nvSpPr>
        <p:spPr/>
        <p:txBody>
          <a:bodyPr/>
          <a:lstStyle/>
          <a:p>
            <a:pPr>
              <a:spcAft>
                <a:spcPts val="600"/>
              </a:spcAft>
            </a:pPr>
            <a:r>
              <a:rPr lang="en-IN" dirty="0"/>
              <a:t>Wireless Sensor Network</a:t>
            </a:r>
          </a:p>
        </p:txBody>
      </p:sp>
      <p:sp>
        <p:nvSpPr>
          <p:cNvPr id="3" name="Slide Number Placeholder 2">
            <a:extLst>
              <a:ext uri="{FF2B5EF4-FFF2-40B4-BE49-F238E27FC236}">
                <a16:creationId xmlns:a16="http://schemas.microsoft.com/office/drawing/2014/main" id="{B9D2A064-C4A4-CFB4-B449-07D4A9C073E5}"/>
              </a:ext>
            </a:extLst>
          </p:cNvPr>
          <p:cNvSpPr>
            <a:spLocks noGrp="1"/>
          </p:cNvSpPr>
          <p:nvPr>
            <p:ph type="sldNum" sz="quarter" idx="13"/>
          </p:nvPr>
        </p:nvSpPr>
        <p:spPr/>
        <p:txBody>
          <a:bodyPr/>
          <a:lstStyle/>
          <a:p>
            <a:fld id="{BC8D7E44-7D4F-4942-A8C9-2DF6BF8399E8}" type="slidenum">
              <a:rPr lang="en-US" smtClean="0"/>
              <a:pPr/>
              <a:t>93</a:t>
            </a:fld>
            <a:endParaRPr lang="en-US" dirty="0"/>
          </a:p>
        </p:txBody>
      </p:sp>
      <p:sp>
        <p:nvSpPr>
          <p:cNvPr id="4" name="TextBox 3">
            <a:extLst>
              <a:ext uri="{FF2B5EF4-FFF2-40B4-BE49-F238E27FC236}">
                <a16:creationId xmlns:a16="http://schemas.microsoft.com/office/drawing/2014/main" id="{6DAAB875-696D-3A54-0FAB-66952A5D543E}"/>
              </a:ext>
            </a:extLst>
          </p:cNvPr>
          <p:cNvSpPr txBox="1"/>
          <p:nvPr/>
        </p:nvSpPr>
        <p:spPr>
          <a:xfrm>
            <a:off x="152400" y="1447800"/>
            <a:ext cx="8610600" cy="3139321"/>
          </a:xfrm>
          <a:prstGeom prst="rect">
            <a:avLst/>
          </a:prstGeom>
          <a:noFill/>
        </p:spPr>
        <p:txBody>
          <a:bodyPr wrap="square" rtlCol="0">
            <a:spAutoFit/>
          </a:bodyPr>
          <a:lstStyle/>
          <a:p>
            <a:pPr>
              <a:buNone/>
            </a:pPr>
            <a:r>
              <a:rPr lang="en-US" b="1" dirty="0"/>
              <a:t>4. Energy-Efficient and Long-Lasting Network</a:t>
            </a:r>
          </a:p>
          <a:p>
            <a:pPr>
              <a:buNone/>
            </a:pPr>
            <a:r>
              <a:rPr lang="en-US" dirty="0"/>
              <a:t>A critical aspect of WSNs is </a:t>
            </a:r>
            <a:r>
              <a:rPr lang="en-US" b="1" dirty="0"/>
              <a:t>low power consumption</a:t>
            </a:r>
            <a:r>
              <a:rPr lang="en-US" dirty="0"/>
              <a:t>, ensuring that </a:t>
            </a:r>
            <a:r>
              <a:rPr lang="en-US" b="1" dirty="0"/>
              <a:t>sensor nodes can operate for extended periods on battery power alone</a:t>
            </a:r>
            <a:r>
              <a:rPr lang="en-US" dirty="0"/>
              <a:t>. Toshiba’s system achieves this by:</a:t>
            </a:r>
            <a:br>
              <a:rPr lang="en-US" dirty="0"/>
            </a:br>
            <a:r>
              <a:rPr lang="en-US" dirty="0"/>
              <a:t>✔ </a:t>
            </a:r>
            <a:r>
              <a:rPr lang="en-US" b="1" dirty="0"/>
              <a:t>Minimizing Standby Power</a:t>
            </a:r>
            <a:r>
              <a:rPr lang="en-US" dirty="0"/>
              <a:t> – Sensors only </a:t>
            </a:r>
            <a:r>
              <a:rPr lang="en-US" b="1" dirty="0"/>
              <a:t>activate when needed</a:t>
            </a:r>
            <a:r>
              <a:rPr lang="en-US" dirty="0"/>
              <a:t> based on environmental triggers.</a:t>
            </a:r>
            <a:br>
              <a:rPr lang="en-US" dirty="0"/>
            </a:br>
            <a:r>
              <a:rPr lang="en-US" dirty="0"/>
              <a:t>✔ </a:t>
            </a:r>
            <a:r>
              <a:rPr lang="en-US" b="1" dirty="0"/>
              <a:t>Optimized Communication</a:t>
            </a:r>
            <a:r>
              <a:rPr lang="en-US" dirty="0"/>
              <a:t> – Sensors </a:t>
            </a:r>
            <a:r>
              <a:rPr lang="en-US" b="1" dirty="0"/>
              <a:t>adjust transmission timing</a:t>
            </a:r>
            <a:r>
              <a:rPr lang="en-US" dirty="0"/>
              <a:t> to reduce unnecessary energy use.</a:t>
            </a:r>
            <a:br>
              <a:rPr lang="en-US" dirty="0"/>
            </a:br>
            <a:r>
              <a:rPr lang="en-US" dirty="0"/>
              <a:t>✔ </a:t>
            </a:r>
            <a:r>
              <a:rPr lang="en-US" b="1" dirty="0"/>
              <a:t>Long-Term Battery Life</a:t>
            </a:r>
            <a:r>
              <a:rPr lang="en-US" dirty="0"/>
              <a:t> – The network can function </a:t>
            </a:r>
            <a:r>
              <a:rPr lang="en-US" b="1" dirty="0"/>
              <a:t>for years without requiring battery replacements</a:t>
            </a:r>
            <a:r>
              <a:rPr lang="en-US" dirty="0"/>
              <a:t>, making it ideal for remote and inaccessible locations.</a:t>
            </a:r>
          </a:p>
          <a:p>
            <a:r>
              <a:rPr lang="en-US" dirty="0"/>
              <a:t>🔹 </a:t>
            </a:r>
            <a:r>
              <a:rPr lang="en-US" b="1" dirty="0"/>
              <a:t>Key Benefit:</a:t>
            </a:r>
            <a:r>
              <a:rPr lang="en-US" dirty="0"/>
              <a:t> This ensures </a:t>
            </a:r>
            <a:r>
              <a:rPr lang="en-US" b="1" dirty="0"/>
              <a:t>continuous monitoring</a:t>
            </a:r>
            <a:r>
              <a:rPr lang="en-US" dirty="0"/>
              <a:t> with </a:t>
            </a:r>
            <a:r>
              <a:rPr lang="en-US" b="1" dirty="0"/>
              <a:t>minimal human intervention</a:t>
            </a:r>
            <a:r>
              <a:rPr lang="en-US" dirty="0"/>
              <a:t>, making it </a:t>
            </a:r>
            <a:r>
              <a:rPr lang="en-US" b="1" dirty="0"/>
              <a:t>cost-effective and sustainable</a:t>
            </a:r>
            <a:r>
              <a:rPr lang="en-US" dirty="0"/>
              <a:t>.</a:t>
            </a:r>
          </a:p>
        </p:txBody>
      </p:sp>
    </p:spTree>
    <p:extLst>
      <p:ext uri="{BB962C8B-B14F-4D97-AF65-F5344CB8AC3E}">
        <p14:creationId xmlns:p14="http://schemas.microsoft.com/office/powerpoint/2010/main" val="603086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9762F-7AA8-7F59-37B7-60CFB850D7B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9C1AF3-D837-6F1E-8BA8-696709C1B9A0}"/>
              </a:ext>
            </a:extLst>
          </p:cNvPr>
          <p:cNvSpPr>
            <a:spLocks noGrp="1"/>
          </p:cNvSpPr>
          <p:nvPr>
            <p:ph sz="quarter" idx="10"/>
          </p:nvPr>
        </p:nvSpPr>
        <p:spPr/>
        <p:txBody>
          <a:bodyPr/>
          <a:lstStyle/>
          <a:p>
            <a:pPr>
              <a:spcAft>
                <a:spcPts val="600"/>
              </a:spcAft>
            </a:pPr>
            <a:r>
              <a:rPr lang="en-IN" dirty="0"/>
              <a:t>Wireless Sensor Network</a:t>
            </a:r>
          </a:p>
        </p:txBody>
      </p:sp>
      <p:sp>
        <p:nvSpPr>
          <p:cNvPr id="3" name="Slide Number Placeholder 2">
            <a:extLst>
              <a:ext uri="{FF2B5EF4-FFF2-40B4-BE49-F238E27FC236}">
                <a16:creationId xmlns:a16="http://schemas.microsoft.com/office/drawing/2014/main" id="{EB904E38-5997-C449-EB13-A2CC2442A25A}"/>
              </a:ext>
            </a:extLst>
          </p:cNvPr>
          <p:cNvSpPr>
            <a:spLocks noGrp="1"/>
          </p:cNvSpPr>
          <p:nvPr>
            <p:ph type="sldNum" sz="quarter" idx="13"/>
          </p:nvPr>
        </p:nvSpPr>
        <p:spPr/>
        <p:txBody>
          <a:bodyPr/>
          <a:lstStyle/>
          <a:p>
            <a:fld id="{BC8D7E44-7D4F-4942-A8C9-2DF6BF8399E8}" type="slidenum">
              <a:rPr lang="en-US" smtClean="0"/>
              <a:pPr/>
              <a:t>94</a:t>
            </a:fld>
            <a:endParaRPr lang="en-US" dirty="0"/>
          </a:p>
        </p:txBody>
      </p:sp>
      <p:sp>
        <p:nvSpPr>
          <p:cNvPr id="4" name="TextBox 3">
            <a:extLst>
              <a:ext uri="{FF2B5EF4-FFF2-40B4-BE49-F238E27FC236}">
                <a16:creationId xmlns:a16="http://schemas.microsoft.com/office/drawing/2014/main" id="{C45B158F-662C-39EE-505F-15428D3CA7DC}"/>
              </a:ext>
            </a:extLst>
          </p:cNvPr>
          <p:cNvSpPr txBox="1"/>
          <p:nvPr/>
        </p:nvSpPr>
        <p:spPr>
          <a:xfrm>
            <a:off x="152400" y="1447800"/>
            <a:ext cx="8610600" cy="3139321"/>
          </a:xfrm>
          <a:prstGeom prst="rect">
            <a:avLst/>
          </a:prstGeom>
          <a:noFill/>
        </p:spPr>
        <p:txBody>
          <a:bodyPr wrap="square" rtlCol="0">
            <a:spAutoFit/>
          </a:bodyPr>
          <a:lstStyle/>
          <a:p>
            <a:pPr>
              <a:buNone/>
            </a:pPr>
            <a:r>
              <a:rPr lang="en-US" b="1" dirty="0"/>
              <a:t>5. Maximizing Social Safety with WSNs</a:t>
            </a:r>
          </a:p>
          <a:p>
            <a:pPr>
              <a:buNone/>
            </a:pPr>
            <a:r>
              <a:rPr lang="en-US" dirty="0"/>
              <a:t>Toshiba envisions </a:t>
            </a:r>
            <a:r>
              <a:rPr lang="en-US" b="1" dirty="0"/>
              <a:t>Wireless Sensor Networks</a:t>
            </a:r>
            <a:r>
              <a:rPr lang="en-US" dirty="0"/>
              <a:t> as a </a:t>
            </a:r>
            <a:r>
              <a:rPr lang="en-US" b="1" dirty="0"/>
              <a:t>foundation for future smart cities</a:t>
            </a:r>
            <a:r>
              <a:rPr lang="en-US" dirty="0"/>
              <a:t> by:</a:t>
            </a:r>
            <a:br>
              <a:rPr lang="en-US" dirty="0"/>
            </a:br>
            <a:r>
              <a:rPr lang="en-US" dirty="0"/>
              <a:t>✔ </a:t>
            </a:r>
            <a:r>
              <a:rPr lang="en-US" b="1" dirty="0"/>
              <a:t>Enhancing Public Safety</a:t>
            </a:r>
            <a:r>
              <a:rPr lang="en-US" dirty="0"/>
              <a:t> – Detecting </a:t>
            </a:r>
            <a:r>
              <a:rPr lang="en-US" b="1" dirty="0"/>
              <a:t>earthquake tremors, environmental pollution, and fire hazards</a:t>
            </a:r>
            <a:r>
              <a:rPr lang="en-US" dirty="0"/>
              <a:t> in real-time.</a:t>
            </a:r>
            <a:br>
              <a:rPr lang="en-US" dirty="0"/>
            </a:br>
            <a:r>
              <a:rPr lang="en-US" dirty="0"/>
              <a:t>✔ </a:t>
            </a:r>
            <a:r>
              <a:rPr lang="en-US" b="1" dirty="0"/>
              <a:t>Traffic &amp; Transportation Management</a:t>
            </a:r>
            <a:r>
              <a:rPr lang="en-US" dirty="0"/>
              <a:t> – Monitoring </a:t>
            </a:r>
            <a:r>
              <a:rPr lang="en-US" b="1" dirty="0"/>
              <a:t>traffic flow, road conditions, and railway infrastructure</a:t>
            </a:r>
            <a:r>
              <a:rPr lang="en-US" dirty="0"/>
              <a:t> for improved efficiency.</a:t>
            </a:r>
            <a:br>
              <a:rPr lang="en-US" dirty="0"/>
            </a:br>
            <a:r>
              <a:rPr lang="en-US" dirty="0"/>
              <a:t>✔ </a:t>
            </a:r>
            <a:r>
              <a:rPr lang="en-US" b="1" dirty="0"/>
              <a:t>Disaster Prevention</a:t>
            </a:r>
            <a:r>
              <a:rPr lang="en-US" dirty="0"/>
              <a:t> – Sending </a:t>
            </a:r>
            <a:r>
              <a:rPr lang="en-US" b="1" dirty="0"/>
              <a:t>early warnings</a:t>
            </a:r>
            <a:r>
              <a:rPr lang="en-US" dirty="0"/>
              <a:t> about floods, landslides, or structural failures before they become catastrophic.</a:t>
            </a:r>
          </a:p>
          <a:p>
            <a:r>
              <a:rPr lang="en-US" dirty="0"/>
              <a:t>🔹 </a:t>
            </a:r>
            <a:r>
              <a:rPr lang="en-US" b="1" dirty="0"/>
              <a:t>Key Benefit:</a:t>
            </a:r>
            <a:r>
              <a:rPr lang="en-US" dirty="0"/>
              <a:t> These networks will </a:t>
            </a:r>
            <a:r>
              <a:rPr lang="en-US" b="1" dirty="0"/>
              <a:t>proactively protect people and society</a:t>
            </a:r>
            <a:r>
              <a:rPr lang="en-US" dirty="0"/>
              <a:t> by </a:t>
            </a:r>
            <a:r>
              <a:rPr lang="en-US" b="1" dirty="0"/>
              <a:t>detecting potential risks</a:t>
            </a:r>
            <a:r>
              <a:rPr lang="en-US" dirty="0"/>
              <a:t> before they escalate into disasters.</a:t>
            </a:r>
          </a:p>
          <a:p>
            <a:endParaRPr lang="en-US" dirty="0"/>
          </a:p>
        </p:txBody>
      </p:sp>
    </p:spTree>
    <p:extLst>
      <p:ext uri="{BB962C8B-B14F-4D97-AF65-F5344CB8AC3E}">
        <p14:creationId xmlns:p14="http://schemas.microsoft.com/office/powerpoint/2010/main" val="21116888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AD6A5-A545-1511-BF17-0616C1CDE1D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682C47-8587-2493-EDB2-F41F5DFC99A7}"/>
              </a:ext>
            </a:extLst>
          </p:cNvPr>
          <p:cNvSpPr>
            <a:spLocks noGrp="1"/>
          </p:cNvSpPr>
          <p:nvPr>
            <p:ph sz="quarter" idx="10"/>
          </p:nvPr>
        </p:nvSpPr>
        <p:spPr/>
        <p:txBody>
          <a:bodyPr/>
          <a:lstStyle/>
          <a:p>
            <a:pPr>
              <a:spcAft>
                <a:spcPts val="600"/>
              </a:spcAft>
            </a:pPr>
            <a:r>
              <a:rPr lang="en-IN" dirty="0"/>
              <a:t>Wireless Sensor Network</a:t>
            </a:r>
          </a:p>
        </p:txBody>
      </p:sp>
      <p:sp>
        <p:nvSpPr>
          <p:cNvPr id="3" name="Slide Number Placeholder 2">
            <a:extLst>
              <a:ext uri="{FF2B5EF4-FFF2-40B4-BE49-F238E27FC236}">
                <a16:creationId xmlns:a16="http://schemas.microsoft.com/office/drawing/2014/main" id="{D40DB866-0676-2457-D892-64CAD4F4C5DD}"/>
              </a:ext>
            </a:extLst>
          </p:cNvPr>
          <p:cNvSpPr>
            <a:spLocks noGrp="1"/>
          </p:cNvSpPr>
          <p:nvPr>
            <p:ph type="sldNum" sz="quarter" idx="13"/>
          </p:nvPr>
        </p:nvSpPr>
        <p:spPr/>
        <p:txBody>
          <a:bodyPr/>
          <a:lstStyle/>
          <a:p>
            <a:fld id="{BC8D7E44-7D4F-4942-A8C9-2DF6BF8399E8}" type="slidenum">
              <a:rPr lang="en-US" smtClean="0"/>
              <a:pPr/>
              <a:t>95</a:t>
            </a:fld>
            <a:endParaRPr lang="en-US" dirty="0"/>
          </a:p>
        </p:txBody>
      </p:sp>
      <p:sp>
        <p:nvSpPr>
          <p:cNvPr id="4" name="TextBox 3">
            <a:extLst>
              <a:ext uri="{FF2B5EF4-FFF2-40B4-BE49-F238E27FC236}">
                <a16:creationId xmlns:a16="http://schemas.microsoft.com/office/drawing/2014/main" id="{0E118736-8ABF-E8D4-28F5-023C8CCEC54D}"/>
              </a:ext>
            </a:extLst>
          </p:cNvPr>
          <p:cNvSpPr txBox="1"/>
          <p:nvPr/>
        </p:nvSpPr>
        <p:spPr>
          <a:xfrm>
            <a:off x="152400" y="1447800"/>
            <a:ext cx="8610600" cy="4524315"/>
          </a:xfrm>
          <a:prstGeom prst="rect">
            <a:avLst/>
          </a:prstGeom>
          <a:noFill/>
        </p:spPr>
        <p:txBody>
          <a:bodyPr wrap="square" rtlCol="0">
            <a:spAutoFit/>
          </a:bodyPr>
          <a:lstStyle/>
          <a:p>
            <a:pPr>
              <a:buNone/>
            </a:pPr>
            <a:r>
              <a:rPr lang="en-US" b="1" dirty="0"/>
              <a:t>6. The Future of Wireless Sensor Networks</a:t>
            </a:r>
          </a:p>
          <a:p>
            <a:pPr>
              <a:buNone/>
            </a:pPr>
            <a:r>
              <a:rPr lang="en-US" dirty="0"/>
              <a:t>Toshiba’s vision for WSNs aligns with the idea of </a:t>
            </a:r>
            <a:r>
              <a:rPr lang="en-US" b="1" dirty="0"/>
              <a:t>smart, connected cities</a:t>
            </a:r>
            <a:r>
              <a:rPr lang="en-US" dirty="0"/>
              <a:t> where sensors </a:t>
            </a:r>
            <a:r>
              <a:rPr lang="en-US" b="1" dirty="0"/>
              <a:t>seamlessly integrate into daily life</a:t>
            </a:r>
            <a:r>
              <a:rPr lang="en-US" dirty="0"/>
              <a:t> to enhance efficiency, safety, and sustainability. Their technology supports:</a:t>
            </a:r>
            <a:br>
              <a:rPr lang="en-US" dirty="0"/>
            </a:br>
            <a:r>
              <a:rPr lang="en-US" dirty="0"/>
              <a:t>✔ </a:t>
            </a:r>
            <a:r>
              <a:rPr lang="en-US" b="1" dirty="0"/>
              <a:t>Scalability</a:t>
            </a:r>
            <a:r>
              <a:rPr lang="en-US" dirty="0"/>
              <a:t> – The network can </a:t>
            </a:r>
            <a:r>
              <a:rPr lang="en-US" b="1" dirty="0"/>
              <a:t>grow dynamically</a:t>
            </a:r>
            <a:r>
              <a:rPr lang="en-US" dirty="0"/>
              <a:t> without requiring major infrastructure upgrades.</a:t>
            </a:r>
            <a:br>
              <a:rPr lang="en-US" dirty="0"/>
            </a:br>
            <a:r>
              <a:rPr lang="en-US" dirty="0"/>
              <a:t>✔ </a:t>
            </a:r>
            <a:r>
              <a:rPr lang="en-US" b="1" dirty="0"/>
              <a:t>Reliability</a:t>
            </a:r>
            <a:r>
              <a:rPr lang="en-US" dirty="0"/>
              <a:t> – </a:t>
            </a:r>
            <a:r>
              <a:rPr lang="en-US" b="1" dirty="0"/>
              <a:t>Self-healing</a:t>
            </a:r>
            <a:r>
              <a:rPr lang="en-US" dirty="0"/>
              <a:t> and </a:t>
            </a:r>
            <a:r>
              <a:rPr lang="en-US" b="1" dirty="0"/>
              <a:t>self-configuring</a:t>
            </a:r>
            <a:r>
              <a:rPr lang="en-US" dirty="0"/>
              <a:t> properties ensure uninterrupted operation.</a:t>
            </a:r>
            <a:br>
              <a:rPr lang="en-US" dirty="0"/>
            </a:br>
            <a:r>
              <a:rPr lang="en-US" dirty="0"/>
              <a:t>✔ </a:t>
            </a:r>
            <a:r>
              <a:rPr lang="en-US" b="1" dirty="0"/>
              <a:t>Energy Efficiency</a:t>
            </a:r>
            <a:r>
              <a:rPr lang="en-US" dirty="0"/>
              <a:t> – Ensuring long-term viability without excessive power consumption.</a:t>
            </a:r>
          </a:p>
          <a:p>
            <a:r>
              <a:rPr lang="en-US" dirty="0"/>
              <a:t>🔹 </a:t>
            </a:r>
            <a:r>
              <a:rPr lang="en-US" b="1" dirty="0"/>
              <a:t>Key Message:</a:t>
            </a:r>
            <a:r>
              <a:rPr lang="en-US" dirty="0"/>
              <a:t> </a:t>
            </a:r>
            <a:r>
              <a:rPr lang="en-US" b="1" dirty="0"/>
              <a:t>“Imagine the Future. Create the Future.”</a:t>
            </a:r>
            <a:r>
              <a:rPr lang="en-US" dirty="0"/>
              <a:t> Wireless Sensor Networks will be at the heart of tomorrow’s smart, sustainable, and safer societies.</a:t>
            </a:r>
          </a:p>
          <a:p>
            <a:endParaRPr lang="en-US" dirty="0"/>
          </a:p>
          <a:p>
            <a:r>
              <a:rPr lang="en-US" dirty="0"/>
              <a:t>Wireless Sensor Networks (WSNs) are a prime example of </a:t>
            </a:r>
            <a:r>
              <a:rPr lang="en-US" b="1" dirty="0"/>
              <a:t>Network Embedded Applications</a:t>
            </a:r>
            <a:r>
              <a:rPr lang="en-US" dirty="0"/>
              <a:t>, leveraging </a:t>
            </a:r>
            <a:r>
              <a:rPr lang="en-US" b="1" dirty="0"/>
              <a:t>autonomous communication, low power consumption, and wide-area connectivity</a:t>
            </a:r>
            <a:r>
              <a:rPr lang="en-US" dirty="0"/>
              <a:t> to enhance urban infrastructure, public safety, and environmental monitoring.</a:t>
            </a:r>
          </a:p>
        </p:txBody>
      </p:sp>
    </p:spTree>
    <p:extLst>
      <p:ext uri="{BB962C8B-B14F-4D97-AF65-F5344CB8AC3E}">
        <p14:creationId xmlns:p14="http://schemas.microsoft.com/office/powerpoint/2010/main" val="7691211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11161-8AEF-146F-954C-72D10670C5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3E8BD1-C39D-B94A-6157-4AE9B0ADE6E7}"/>
              </a:ext>
            </a:extLst>
          </p:cNvPr>
          <p:cNvSpPr>
            <a:spLocks noGrp="1"/>
          </p:cNvSpPr>
          <p:nvPr>
            <p:ph sz="quarter" idx="10"/>
          </p:nvPr>
        </p:nvSpPr>
        <p:spPr/>
        <p:txBody>
          <a:bodyPr/>
          <a:lstStyle/>
          <a:p>
            <a:r>
              <a:rPr lang="en-IN"/>
              <a:t>Wireless Sensor Network</a:t>
            </a:r>
            <a:endParaRPr lang="en-IN" dirty="0"/>
          </a:p>
        </p:txBody>
      </p:sp>
      <p:sp>
        <p:nvSpPr>
          <p:cNvPr id="5" name="Slide Number Placeholder 4">
            <a:extLst>
              <a:ext uri="{FF2B5EF4-FFF2-40B4-BE49-F238E27FC236}">
                <a16:creationId xmlns:a16="http://schemas.microsoft.com/office/drawing/2014/main" id="{033F8C0B-C23A-20A4-8456-513BF9254015}"/>
              </a:ext>
            </a:extLst>
          </p:cNvPr>
          <p:cNvSpPr>
            <a:spLocks noGrp="1"/>
          </p:cNvSpPr>
          <p:nvPr>
            <p:ph type="sldNum" sz="quarter" idx="14"/>
          </p:nvPr>
        </p:nvSpPr>
        <p:spPr/>
        <p:txBody>
          <a:bodyPr/>
          <a:lstStyle/>
          <a:p>
            <a:fld id="{BC8D7E44-7D4F-4942-A8C9-2DF6BF8399E8}" type="slidenum">
              <a:rPr lang="en-US" smtClean="0"/>
              <a:pPr/>
              <a:t>96</a:t>
            </a:fld>
            <a:endParaRPr lang="en-US" dirty="0"/>
          </a:p>
        </p:txBody>
      </p:sp>
      <p:sp>
        <p:nvSpPr>
          <p:cNvPr id="4" name="TextBox 3">
            <a:extLst>
              <a:ext uri="{FF2B5EF4-FFF2-40B4-BE49-F238E27FC236}">
                <a16:creationId xmlns:a16="http://schemas.microsoft.com/office/drawing/2014/main" id="{258CC7DE-95DC-3430-1768-C8938942A653}"/>
              </a:ext>
            </a:extLst>
          </p:cNvPr>
          <p:cNvSpPr txBox="1"/>
          <p:nvPr/>
        </p:nvSpPr>
        <p:spPr>
          <a:xfrm>
            <a:off x="0" y="1371600"/>
            <a:ext cx="9067800" cy="563231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Main Components: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Sensing Unit:</a:t>
            </a:r>
            <a:r>
              <a:rPr kumimoji="0" lang="en-US" altLang="en-US" sz="1800" b="0" i="0" u="none" strike="noStrike" cap="none" normalizeH="0" baseline="0" dirty="0">
                <a:ln>
                  <a:noFill/>
                </a:ln>
                <a:solidFill>
                  <a:schemeClr val="tx1"/>
                </a:solidFill>
                <a:effectLst/>
                <a:latin typeface="Arial" panose="020B0604020202020204" pitchFamily="34" charset="0"/>
              </a:rPr>
              <a:t> Responsible for </a:t>
            </a:r>
            <a:r>
              <a:rPr kumimoji="0" lang="en-US" altLang="en-US" sz="1800" b="1" i="0" u="none" strike="noStrike" cap="none" normalizeH="0" baseline="0" dirty="0">
                <a:ln>
                  <a:noFill/>
                </a:ln>
                <a:solidFill>
                  <a:schemeClr val="tx1"/>
                </a:solidFill>
                <a:effectLst/>
                <a:latin typeface="Arial" panose="020B0604020202020204" pitchFamily="34" charset="0"/>
              </a:rPr>
              <a:t>data gathering and processing</a:t>
            </a:r>
            <a:r>
              <a:rPr kumimoji="0" lang="en-US" altLang="en-US" sz="1800" b="0" i="0" u="none" strike="noStrike" cap="none" normalizeH="0" baseline="0" dirty="0">
                <a:ln>
                  <a:noFill/>
                </a:ln>
                <a:solidFill>
                  <a:schemeClr val="tx1"/>
                </a:solidFill>
                <a:effectLst/>
                <a:latin typeface="Arial" panose="020B0604020202020204" pitchFamily="34" charset="0"/>
              </a:rPr>
              <a:t> from the environment.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Transceiver (Communication):</a:t>
            </a:r>
            <a:r>
              <a:rPr kumimoji="0" lang="en-US" altLang="en-US" sz="1800" b="0" i="0" u="none" strike="noStrike" cap="none" normalizeH="0" baseline="0" dirty="0">
                <a:ln>
                  <a:noFill/>
                </a:ln>
                <a:solidFill>
                  <a:schemeClr val="tx1"/>
                </a:solidFill>
                <a:effectLst/>
                <a:latin typeface="Arial" panose="020B0604020202020204" pitchFamily="34" charset="0"/>
              </a:rPr>
              <a:t> Sends and receives data to/from other nodes.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Microcontroller:</a:t>
            </a:r>
            <a:r>
              <a:rPr kumimoji="0" lang="en-US" altLang="en-US" sz="1800" b="0" i="0" u="none" strike="noStrike" cap="none" normalizeH="0" baseline="0" dirty="0">
                <a:ln>
                  <a:noFill/>
                </a:ln>
                <a:solidFill>
                  <a:schemeClr val="tx1"/>
                </a:solidFill>
                <a:effectLst/>
                <a:latin typeface="Arial" panose="020B0604020202020204" pitchFamily="34" charset="0"/>
              </a:rPr>
              <a:t> Manages </a:t>
            </a:r>
            <a:r>
              <a:rPr kumimoji="0" lang="en-US" altLang="en-US" sz="1800" b="1" i="0" u="none" strike="noStrike" cap="none" normalizeH="0" baseline="0" dirty="0">
                <a:ln>
                  <a:noFill/>
                </a:ln>
                <a:solidFill>
                  <a:schemeClr val="tx1"/>
                </a:solidFill>
                <a:effectLst/>
                <a:latin typeface="Arial" panose="020B0604020202020204" pitchFamily="34" charset="0"/>
              </a:rPr>
              <a:t>data processing, decision-making, and memory storage</a:t>
            </a:r>
            <a:r>
              <a:rPr kumimoji="0" lang="en-US" altLang="en-US" sz="1800" b="0" i="0" u="none" strike="noStrike" cap="none" normalizeH="0" baseline="0" dirty="0">
                <a:ln>
                  <a:noFill/>
                </a:ln>
                <a:solidFill>
                  <a:schemeClr val="tx1"/>
                </a:solidFill>
                <a:effectLst/>
                <a:latin typeface="Arial" panose="020B0604020202020204" pitchFamily="34" charset="0"/>
              </a:rPr>
              <a:t> with an embedded operating system.</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Arial" panose="020B0604020202020204" pitchFamily="34" charset="0"/>
              </a:rPr>
              <a:t>Power Unit:</a:t>
            </a:r>
            <a:r>
              <a:rPr kumimoji="0" lang="en-US" altLang="en-US" sz="1800" b="0" i="0" u="none" strike="noStrike" cap="none" normalizeH="0" baseline="0" dirty="0">
                <a:ln>
                  <a:noFill/>
                </a:ln>
                <a:solidFill>
                  <a:schemeClr val="tx1"/>
                </a:solidFill>
                <a:effectLst/>
                <a:latin typeface="Arial" panose="020B0604020202020204" pitchFamily="34" charset="0"/>
              </a:rPr>
              <a:t> Provides </a:t>
            </a:r>
            <a:r>
              <a:rPr kumimoji="0" lang="en-US" altLang="en-US" sz="1800" b="1" i="0" u="none" strike="noStrike" cap="none" normalizeH="0" baseline="0" dirty="0">
                <a:ln>
                  <a:noFill/>
                </a:ln>
                <a:solidFill>
                  <a:schemeClr val="tx1"/>
                </a:solidFill>
                <a:effectLst/>
                <a:latin typeface="Arial" panose="020B0604020202020204" pitchFamily="34" charset="0"/>
              </a:rPr>
              <a:t>energy</a:t>
            </a:r>
            <a:r>
              <a:rPr kumimoji="0" lang="en-US" altLang="en-US" sz="1800" b="0" i="0" u="none" strike="noStrike" cap="none" normalizeH="0" baseline="0" dirty="0">
                <a:ln>
                  <a:noFill/>
                </a:ln>
                <a:solidFill>
                  <a:schemeClr val="tx1"/>
                </a:solidFill>
                <a:effectLst/>
                <a:latin typeface="Arial" panose="020B0604020202020204" pitchFamily="34" charset="0"/>
              </a:rPr>
              <a:t> to all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How it Works: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sensor </a:t>
            </a:r>
            <a:r>
              <a:rPr kumimoji="0" lang="en-US" altLang="en-US" sz="1800" b="1" i="0" u="none" strike="noStrike" cap="none" normalizeH="0" baseline="0" dirty="0">
                <a:ln>
                  <a:noFill/>
                </a:ln>
                <a:solidFill>
                  <a:schemeClr val="tx1"/>
                </a:solidFill>
                <a:effectLst/>
                <a:latin typeface="Arial" panose="020B0604020202020204" pitchFamily="34" charset="0"/>
              </a:rPr>
              <a:t>collects data</a:t>
            </a:r>
            <a:r>
              <a:rPr kumimoji="0" lang="en-US" altLang="en-US" sz="1800" b="0" i="0" u="none" strike="noStrike" cap="none" normalizeH="0" baseline="0" dirty="0">
                <a:ln>
                  <a:noFill/>
                </a:ln>
                <a:solidFill>
                  <a:schemeClr val="tx1"/>
                </a:solidFill>
                <a:effectLst/>
                <a:latin typeface="Arial" panose="020B0604020202020204" pitchFamily="34" charset="0"/>
              </a:rPr>
              <a:t> from the environment.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microcontroller processes</a:t>
            </a:r>
            <a:r>
              <a:rPr kumimoji="0" lang="en-US" altLang="en-US" sz="1800" b="0" i="0" u="none" strike="noStrike" cap="none" normalizeH="0" baseline="0" dirty="0">
                <a:ln>
                  <a:noFill/>
                </a:ln>
                <a:solidFill>
                  <a:schemeClr val="tx1"/>
                </a:solidFill>
                <a:effectLst/>
                <a:latin typeface="Arial" panose="020B0604020202020204" pitchFamily="34" charset="0"/>
              </a:rPr>
              <a:t> the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transceiver communicates</a:t>
            </a:r>
            <a:r>
              <a:rPr kumimoji="0" lang="en-US" altLang="en-US" sz="1800" b="0" i="0" u="none" strike="noStrike" cap="none" normalizeH="0" baseline="0" dirty="0">
                <a:ln>
                  <a:noFill/>
                </a:ln>
                <a:solidFill>
                  <a:schemeClr val="tx1"/>
                </a:solidFill>
                <a:effectLst/>
                <a:latin typeface="Arial" panose="020B0604020202020204" pitchFamily="34" charset="0"/>
              </a:rPr>
              <a:t> with other sensors.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power unit</a:t>
            </a:r>
            <a:r>
              <a:rPr kumimoji="0" lang="en-US" altLang="en-US" sz="1800" b="0" i="0" u="none" strike="noStrike" cap="none" normalizeH="0" baseline="0" dirty="0">
                <a:ln>
                  <a:noFill/>
                </a:ln>
                <a:solidFill>
                  <a:schemeClr val="tx1"/>
                </a:solidFill>
                <a:effectLst/>
                <a:latin typeface="Arial" panose="020B0604020202020204" pitchFamily="34" charset="0"/>
              </a:rPr>
              <a:t> ensures the system operates efficiently.</a:t>
            </a:r>
          </a:p>
          <a:p>
            <a:pPr>
              <a:buNone/>
            </a:pPr>
            <a:r>
              <a:rPr lang="en-US" b="1" dirty="0"/>
              <a:t>Key Features of Wireless Sensor Networks:</a:t>
            </a:r>
          </a:p>
          <a:p>
            <a:pPr>
              <a:buFont typeface="Arial" panose="020B0604020202020204" pitchFamily="34" charset="0"/>
              <a:buChar char="•"/>
            </a:pPr>
            <a:r>
              <a:rPr lang="en-US" b="1" dirty="0"/>
              <a:t>Self-organizing:</a:t>
            </a:r>
            <a:r>
              <a:rPr lang="en-US" dirty="0"/>
              <a:t> No need for pre-configured settings; nodes automatically form a network.</a:t>
            </a:r>
          </a:p>
          <a:p>
            <a:pPr>
              <a:buFont typeface="Arial" panose="020B0604020202020204" pitchFamily="34" charset="0"/>
              <a:buChar char="•"/>
            </a:pPr>
            <a:r>
              <a:rPr lang="en-US" b="1" dirty="0"/>
              <a:t>Low Power Consumption:</a:t>
            </a:r>
            <a:r>
              <a:rPr lang="en-US" dirty="0"/>
              <a:t> Sensors are designed to work for long periods using minimal energy.</a:t>
            </a:r>
          </a:p>
          <a:p>
            <a:pPr>
              <a:buFont typeface="Arial" panose="020B0604020202020204" pitchFamily="34" charset="0"/>
              <a:buChar char="•"/>
            </a:pPr>
            <a:r>
              <a:rPr lang="en-US" b="1" dirty="0"/>
              <a:t>Scalability:</a:t>
            </a:r>
            <a:r>
              <a:rPr lang="en-US" dirty="0"/>
              <a:t> Can cover a wide area with many sensors.</a:t>
            </a:r>
          </a:p>
          <a:p>
            <a:pPr>
              <a:buFont typeface="Arial" panose="020B0604020202020204" pitchFamily="34" charset="0"/>
              <a:buChar char="•"/>
            </a:pPr>
            <a:r>
              <a:rPr lang="en-US" b="1" dirty="0"/>
              <a:t>Applications:</a:t>
            </a:r>
            <a:r>
              <a:rPr lang="en-US" dirty="0"/>
              <a:t> Used in </a:t>
            </a:r>
            <a:r>
              <a:rPr lang="en-US" b="1" dirty="0"/>
              <a:t>smart cities, environmental monitoring, industrial automation, healthcare, and security</a:t>
            </a:r>
            <a:r>
              <a:rPr lang="en-US"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27320447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3EA3F5-C231-AAC2-D214-2D74B77DB9E3}"/>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0682E9C0-2701-CF46-DB1D-31A50241186D}"/>
              </a:ext>
            </a:extLst>
          </p:cNvPr>
          <p:cNvSpPr>
            <a:spLocks noGrp="1"/>
          </p:cNvSpPr>
          <p:nvPr>
            <p:ph type="sldNum" sz="quarter" idx="13"/>
          </p:nvPr>
        </p:nvSpPr>
        <p:spPr/>
        <p:txBody>
          <a:bodyPr/>
          <a:lstStyle/>
          <a:p>
            <a:fld id="{BC8D7E44-7D4F-4942-A8C9-2DF6BF8399E8}" type="slidenum">
              <a:rPr lang="en-US" smtClean="0"/>
              <a:pPr/>
              <a:t>97</a:t>
            </a:fld>
            <a:endParaRPr lang="en-US" dirty="0"/>
          </a:p>
        </p:txBody>
      </p:sp>
      <p:sp>
        <p:nvSpPr>
          <p:cNvPr id="4" name="Rectangle 3">
            <a:extLst>
              <a:ext uri="{FF2B5EF4-FFF2-40B4-BE49-F238E27FC236}">
                <a16:creationId xmlns:a16="http://schemas.microsoft.com/office/drawing/2014/main" id="{CEC8C1DA-B7AA-51BF-195C-E60EA2863E95}"/>
              </a:ext>
            </a:extLst>
          </p:cNvPr>
          <p:cNvSpPr/>
          <p:nvPr/>
        </p:nvSpPr>
        <p:spPr>
          <a:xfrm>
            <a:off x="196630" y="5574962"/>
            <a:ext cx="3566984" cy="700217"/>
          </a:xfrm>
          <a:prstGeom prst="rect">
            <a:avLst/>
          </a:prstGeom>
          <a:scene3d>
            <a:camera prst="orthographicFront"/>
            <a:lightRig rig="threePt" dir="t"/>
          </a:scene3d>
          <a:sp3d>
            <a:bevelT/>
          </a:sp3d>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Physical</a:t>
            </a:r>
          </a:p>
        </p:txBody>
      </p:sp>
      <p:sp>
        <p:nvSpPr>
          <p:cNvPr id="5" name="Rectangle 4">
            <a:extLst>
              <a:ext uri="{FF2B5EF4-FFF2-40B4-BE49-F238E27FC236}">
                <a16:creationId xmlns:a16="http://schemas.microsoft.com/office/drawing/2014/main" id="{33B937CC-7AA6-D832-87A4-49E6F504137E}"/>
              </a:ext>
            </a:extLst>
          </p:cNvPr>
          <p:cNvSpPr/>
          <p:nvPr/>
        </p:nvSpPr>
        <p:spPr>
          <a:xfrm>
            <a:off x="196630" y="4812962"/>
            <a:ext cx="3566984" cy="700217"/>
          </a:xfrm>
          <a:prstGeom prst="rect">
            <a:avLst/>
          </a:prstGeom>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Data Link</a:t>
            </a:r>
          </a:p>
        </p:txBody>
      </p:sp>
      <p:sp>
        <p:nvSpPr>
          <p:cNvPr id="6" name="Rectangle 5">
            <a:extLst>
              <a:ext uri="{FF2B5EF4-FFF2-40B4-BE49-F238E27FC236}">
                <a16:creationId xmlns:a16="http://schemas.microsoft.com/office/drawing/2014/main" id="{64DE90CC-A1B5-1B45-50D8-82787D23209B}"/>
              </a:ext>
            </a:extLst>
          </p:cNvPr>
          <p:cNvSpPr/>
          <p:nvPr/>
        </p:nvSpPr>
        <p:spPr>
          <a:xfrm>
            <a:off x="196630" y="4074643"/>
            <a:ext cx="3566984" cy="700217"/>
          </a:xfrm>
          <a:prstGeom prst="rect">
            <a:avLst/>
          </a:prstGeom>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Network</a:t>
            </a:r>
          </a:p>
        </p:txBody>
      </p:sp>
      <p:sp>
        <p:nvSpPr>
          <p:cNvPr id="7" name="Rectangle 6">
            <a:extLst>
              <a:ext uri="{FF2B5EF4-FFF2-40B4-BE49-F238E27FC236}">
                <a16:creationId xmlns:a16="http://schemas.microsoft.com/office/drawing/2014/main" id="{2226DDDA-4A08-A2B7-AC04-9741466116BA}"/>
              </a:ext>
            </a:extLst>
          </p:cNvPr>
          <p:cNvSpPr/>
          <p:nvPr/>
        </p:nvSpPr>
        <p:spPr>
          <a:xfrm>
            <a:off x="196630" y="3336325"/>
            <a:ext cx="3566984" cy="700217"/>
          </a:xfrm>
          <a:prstGeom prst="rect">
            <a:avLst/>
          </a:prstGeom>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Transport</a:t>
            </a:r>
          </a:p>
        </p:txBody>
      </p:sp>
      <p:sp>
        <p:nvSpPr>
          <p:cNvPr id="8" name="Rectangle 7">
            <a:extLst>
              <a:ext uri="{FF2B5EF4-FFF2-40B4-BE49-F238E27FC236}">
                <a16:creationId xmlns:a16="http://schemas.microsoft.com/office/drawing/2014/main" id="{ED4ED1C4-DA7D-A672-3F29-8F75498DF98A}"/>
              </a:ext>
            </a:extLst>
          </p:cNvPr>
          <p:cNvSpPr/>
          <p:nvPr/>
        </p:nvSpPr>
        <p:spPr>
          <a:xfrm>
            <a:off x="192508" y="2590800"/>
            <a:ext cx="3566984" cy="700217"/>
          </a:xfrm>
          <a:prstGeom prst="rect">
            <a:avLst/>
          </a:prstGeom>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sym typeface="Arial"/>
              </a:rPr>
              <a:t>Appln</a:t>
            </a:r>
            <a:endPar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endParaRPr>
          </a:p>
        </p:txBody>
      </p:sp>
      <p:sp>
        <p:nvSpPr>
          <p:cNvPr id="9" name="TextBox 8">
            <a:extLst>
              <a:ext uri="{FF2B5EF4-FFF2-40B4-BE49-F238E27FC236}">
                <a16:creationId xmlns:a16="http://schemas.microsoft.com/office/drawing/2014/main" id="{8581964F-D897-C353-6EF5-8FF4D87C9FEC}"/>
              </a:ext>
            </a:extLst>
          </p:cNvPr>
          <p:cNvSpPr txBox="1"/>
          <p:nvPr/>
        </p:nvSpPr>
        <p:spPr>
          <a:xfrm>
            <a:off x="4028304" y="3223057"/>
            <a:ext cx="4950940" cy="2769959"/>
          </a:xfrm>
          <a:prstGeom prst="rect">
            <a:avLst/>
          </a:prstGeom>
          <a:noFill/>
          <a:ln>
            <a:noFill/>
          </a:ln>
        </p:spPr>
        <p:txBody>
          <a:bodyPr wrap="square" lIns="91425" tIns="91425" rIns="91425" bIns="91425" rtlCol="0" anchor="b" anchorCtr="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ISM – 2.4GHz</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ZigBee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LoRa, UWB</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Simple Modulation Technique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Energy Aware  - Short Range</a:t>
            </a:r>
          </a:p>
        </p:txBody>
      </p:sp>
    </p:spTree>
    <p:extLst>
      <p:ext uri="{BB962C8B-B14F-4D97-AF65-F5344CB8AC3E}">
        <p14:creationId xmlns:p14="http://schemas.microsoft.com/office/powerpoint/2010/main" val="329453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0" presetClass="emph" presetSubtype="0" fill="hold" grpId="1" nodeType="clickEffect">
                                  <p:stCondLst>
                                    <p:cond delay="0"/>
                                  </p:stCondLst>
                                  <p:childTnLst>
                                    <p:animClr clrSpc="hsl" dir="cw">
                                      <p:cBhvr override="childStyle">
                                        <p:cTn id="28" dur="500" fill="hold"/>
                                        <p:tgtEl>
                                          <p:spTgt spid="8"/>
                                        </p:tgtEl>
                                        <p:attrNameLst>
                                          <p:attrName>style.color</p:attrName>
                                        </p:attrNameLst>
                                      </p:cBhvr>
                                      <p:by>
                                        <p:hsl h="0" s="12549" l="25098"/>
                                      </p:by>
                                    </p:animClr>
                                    <p:animClr clrSpc="hsl" dir="cw">
                                      <p:cBhvr>
                                        <p:cTn id="29" dur="500" fill="hold"/>
                                        <p:tgtEl>
                                          <p:spTgt spid="8"/>
                                        </p:tgtEl>
                                        <p:attrNameLst>
                                          <p:attrName>fillcolor</p:attrName>
                                        </p:attrNameLst>
                                      </p:cBhvr>
                                      <p:by>
                                        <p:hsl h="0" s="12549" l="25098"/>
                                      </p:by>
                                    </p:animClr>
                                    <p:animClr clrSpc="hsl" dir="cw">
                                      <p:cBhvr>
                                        <p:cTn id="30" dur="500" fill="hold"/>
                                        <p:tgtEl>
                                          <p:spTgt spid="8"/>
                                        </p:tgtEl>
                                        <p:attrNameLst>
                                          <p:attrName>stroke.color</p:attrName>
                                        </p:attrNameLst>
                                      </p:cBhvr>
                                      <p:by>
                                        <p:hsl h="0" s="12549" l="25098"/>
                                      </p:by>
                                    </p:animClr>
                                    <p:set>
                                      <p:cBhvr>
                                        <p:cTn id="31" dur="500" fill="hold"/>
                                        <p:tgtEl>
                                          <p:spTgt spid="8"/>
                                        </p:tgtEl>
                                        <p:attrNameLst>
                                          <p:attrName>fill.type</p:attrName>
                                        </p:attrNameLst>
                                      </p:cBhvr>
                                      <p:to>
                                        <p:strVal val="solid"/>
                                      </p:to>
                                    </p:set>
                                  </p:childTnLst>
                                </p:cTn>
                              </p:par>
                              <p:par>
                                <p:cTn id="32" presetID="30" presetClass="emph" presetSubtype="0" fill="hold" grpId="1" nodeType="withEffect">
                                  <p:stCondLst>
                                    <p:cond delay="0"/>
                                  </p:stCondLst>
                                  <p:childTnLst>
                                    <p:animClr clrSpc="hsl" dir="cw">
                                      <p:cBhvr override="childStyle">
                                        <p:cTn id="33" dur="500" fill="hold"/>
                                        <p:tgtEl>
                                          <p:spTgt spid="7"/>
                                        </p:tgtEl>
                                        <p:attrNameLst>
                                          <p:attrName>style.color</p:attrName>
                                        </p:attrNameLst>
                                      </p:cBhvr>
                                      <p:by>
                                        <p:hsl h="0" s="12549" l="25098"/>
                                      </p:by>
                                    </p:animClr>
                                    <p:animClr clrSpc="hsl" dir="cw">
                                      <p:cBhvr>
                                        <p:cTn id="34" dur="500" fill="hold"/>
                                        <p:tgtEl>
                                          <p:spTgt spid="7"/>
                                        </p:tgtEl>
                                        <p:attrNameLst>
                                          <p:attrName>fillcolor</p:attrName>
                                        </p:attrNameLst>
                                      </p:cBhvr>
                                      <p:by>
                                        <p:hsl h="0" s="12549" l="25098"/>
                                      </p:by>
                                    </p:animClr>
                                    <p:animClr clrSpc="hsl" dir="cw">
                                      <p:cBhvr>
                                        <p:cTn id="35" dur="500" fill="hold"/>
                                        <p:tgtEl>
                                          <p:spTgt spid="7"/>
                                        </p:tgtEl>
                                        <p:attrNameLst>
                                          <p:attrName>stroke.color</p:attrName>
                                        </p:attrNameLst>
                                      </p:cBhvr>
                                      <p:by>
                                        <p:hsl h="0" s="12549" l="25098"/>
                                      </p:by>
                                    </p:animClr>
                                    <p:set>
                                      <p:cBhvr>
                                        <p:cTn id="36" dur="500" fill="hold"/>
                                        <p:tgtEl>
                                          <p:spTgt spid="7"/>
                                        </p:tgtEl>
                                        <p:attrNameLst>
                                          <p:attrName>fill.type</p:attrName>
                                        </p:attrNameLst>
                                      </p:cBhvr>
                                      <p:to>
                                        <p:strVal val="solid"/>
                                      </p:to>
                                    </p:set>
                                  </p:childTnLst>
                                </p:cTn>
                              </p:par>
                              <p:par>
                                <p:cTn id="37" presetID="30" presetClass="emph" presetSubtype="0" fill="hold" grpId="1" nodeType="withEffect">
                                  <p:stCondLst>
                                    <p:cond delay="0"/>
                                  </p:stCondLst>
                                  <p:childTnLst>
                                    <p:animClr clrSpc="hsl" dir="cw">
                                      <p:cBhvr override="childStyle">
                                        <p:cTn id="38" dur="500" fill="hold"/>
                                        <p:tgtEl>
                                          <p:spTgt spid="6"/>
                                        </p:tgtEl>
                                        <p:attrNameLst>
                                          <p:attrName>style.color</p:attrName>
                                        </p:attrNameLst>
                                      </p:cBhvr>
                                      <p:by>
                                        <p:hsl h="0" s="12549" l="25098"/>
                                      </p:by>
                                    </p:animClr>
                                    <p:animClr clrSpc="hsl" dir="cw">
                                      <p:cBhvr>
                                        <p:cTn id="39" dur="500" fill="hold"/>
                                        <p:tgtEl>
                                          <p:spTgt spid="6"/>
                                        </p:tgtEl>
                                        <p:attrNameLst>
                                          <p:attrName>fillcolor</p:attrName>
                                        </p:attrNameLst>
                                      </p:cBhvr>
                                      <p:by>
                                        <p:hsl h="0" s="12549" l="25098"/>
                                      </p:by>
                                    </p:animClr>
                                    <p:animClr clrSpc="hsl" dir="cw">
                                      <p:cBhvr>
                                        <p:cTn id="40" dur="500" fill="hold"/>
                                        <p:tgtEl>
                                          <p:spTgt spid="6"/>
                                        </p:tgtEl>
                                        <p:attrNameLst>
                                          <p:attrName>stroke.color</p:attrName>
                                        </p:attrNameLst>
                                      </p:cBhvr>
                                      <p:by>
                                        <p:hsl h="0" s="12549" l="25098"/>
                                      </p:by>
                                    </p:animClr>
                                    <p:set>
                                      <p:cBhvr>
                                        <p:cTn id="41" dur="500" fill="hold"/>
                                        <p:tgtEl>
                                          <p:spTgt spid="6"/>
                                        </p:tgtEl>
                                        <p:attrNameLst>
                                          <p:attrName>fill.type</p:attrName>
                                        </p:attrNameLst>
                                      </p:cBhvr>
                                      <p:to>
                                        <p:strVal val="solid"/>
                                      </p:to>
                                    </p:set>
                                  </p:childTnLst>
                                </p:cTn>
                              </p:par>
                              <p:par>
                                <p:cTn id="42" presetID="30" presetClass="emph" presetSubtype="0" fill="hold" grpId="1" nodeType="withEffect">
                                  <p:stCondLst>
                                    <p:cond delay="0"/>
                                  </p:stCondLst>
                                  <p:childTnLst>
                                    <p:animClr clrSpc="hsl" dir="cw">
                                      <p:cBhvr override="childStyle">
                                        <p:cTn id="43" dur="500" fill="hold"/>
                                        <p:tgtEl>
                                          <p:spTgt spid="5"/>
                                        </p:tgtEl>
                                        <p:attrNameLst>
                                          <p:attrName>style.color</p:attrName>
                                        </p:attrNameLst>
                                      </p:cBhvr>
                                      <p:by>
                                        <p:hsl h="0" s="12549" l="25098"/>
                                      </p:by>
                                    </p:animClr>
                                    <p:animClr clrSpc="hsl" dir="cw">
                                      <p:cBhvr>
                                        <p:cTn id="44" dur="500" fill="hold"/>
                                        <p:tgtEl>
                                          <p:spTgt spid="5"/>
                                        </p:tgtEl>
                                        <p:attrNameLst>
                                          <p:attrName>fillcolor</p:attrName>
                                        </p:attrNameLst>
                                      </p:cBhvr>
                                      <p:by>
                                        <p:hsl h="0" s="12549" l="25098"/>
                                      </p:by>
                                    </p:animClr>
                                    <p:animClr clrSpc="hsl" dir="cw">
                                      <p:cBhvr>
                                        <p:cTn id="45" dur="500" fill="hold"/>
                                        <p:tgtEl>
                                          <p:spTgt spid="5"/>
                                        </p:tgtEl>
                                        <p:attrNameLst>
                                          <p:attrName>stroke.color</p:attrName>
                                        </p:attrNameLst>
                                      </p:cBhvr>
                                      <p:by>
                                        <p:hsl h="0" s="12549" l="25098"/>
                                      </p:by>
                                    </p:animClr>
                                    <p:set>
                                      <p:cBhvr>
                                        <p:cTn id="46" dur="500" fill="hold"/>
                                        <p:tgtEl>
                                          <p:spTgt spid="5"/>
                                        </p:tgtEl>
                                        <p:attrNameLst>
                                          <p:attrName>fill.type</p:attrName>
                                        </p:attrNameLst>
                                      </p:cBhvr>
                                      <p:to>
                                        <p:strVal val="solid"/>
                                      </p:to>
                                    </p:set>
                                  </p:childTnLst>
                                </p:cTn>
                              </p:par>
                              <p:par>
                                <p:cTn id="47" presetID="24" presetClass="emph" presetSubtype="0" fill="hold" grpId="1" nodeType="withEffect">
                                  <p:stCondLst>
                                    <p:cond delay="0"/>
                                  </p:stCondLst>
                                  <p:childTnLst>
                                    <p:animClr clrSpc="hsl" dir="cw">
                                      <p:cBhvr override="childStyle">
                                        <p:cTn id="48" dur="500" fill="hold"/>
                                        <p:tgtEl>
                                          <p:spTgt spid="4"/>
                                        </p:tgtEl>
                                        <p:attrNameLst>
                                          <p:attrName>style.color</p:attrName>
                                        </p:attrNameLst>
                                      </p:cBhvr>
                                      <p:by>
                                        <p:hsl h="0" s="-12549" l="-25098"/>
                                      </p:by>
                                    </p:animClr>
                                    <p:animClr clrSpc="hsl" dir="cw">
                                      <p:cBhvr>
                                        <p:cTn id="49" dur="500" fill="hold"/>
                                        <p:tgtEl>
                                          <p:spTgt spid="4"/>
                                        </p:tgtEl>
                                        <p:attrNameLst>
                                          <p:attrName>fillcolor</p:attrName>
                                        </p:attrNameLst>
                                      </p:cBhvr>
                                      <p:by>
                                        <p:hsl h="0" s="-12549" l="-25098"/>
                                      </p:by>
                                    </p:animClr>
                                    <p:animClr clrSpc="hsl" dir="cw">
                                      <p:cBhvr>
                                        <p:cTn id="50" dur="500" fill="hold"/>
                                        <p:tgtEl>
                                          <p:spTgt spid="4"/>
                                        </p:tgtEl>
                                        <p:attrNameLst>
                                          <p:attrName>stroke.color</p:attrName>
                                        </p:attrNameLst>
                                      </p:cBhvr>
                                      <p:by>
                                        <p:hsl h="0" s="-12549" l="-25098"/>
                                      </p:by>
                                    </p:animClr>
                                    <p:set>
                                      <p:cBhvr>
                                        <p:cTn id="51" dur="500" fill="hold"/>
                                        <p:tgtEl>
                                          <p:spTgt spid="4"/>
                                        </p:tgtEl>
                                        <p:attrNameLst>
                                          <p:attrName>fill.type</p:attrName>
                                        </p:attrNameLst>
                                      </p:cBhvr>
                                      <p:to>
                                        <p:strVal val="solid"/>
                                      </p:to>
                                    </p:set>
                                  </p:childTnLst>
                                </p:cTn>
                              </p:par>
                            </p:childTnLst>
                          </p:cTn>
                        </p:par>
                      </p:childTnLst>
                    </p:cTn>
                  </p:par>
                  <p:par>
                    <p:cTn id="52" fill="hold">
                      <p:stCondLst>
                        <p:cond delay="indefinite"/>
                      </p:stCondLst>
                      <p:childTnLst>
                        <p:par>
                          <p:cTn id="53" fill="hold">
                            <p:stCondLst>
                              <p:cond delay="0"/>
                            </p:stCondLst>
                            <p:childTnLst>
                              <p:par>
                                <p:cTn id="54" presetID="2" presetClass="entr" presetSubtype="2"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additive="base">
                                        <p:cTn id="56" dur="500" fill="hold"/>
                                        <p:tgtEl>
                                          <p:spTgt spid="9"/>
                                        </p:tgtEl>
                                        <p:attrNameLst>
                                          <p:attrName>ppt_x</p:attrName>
                                        </p:attrNameLst>
                                      </p:cBhvr>
                                      <p:tavLst>
                                        <p:tav tm="0">
                                          <p:val>
                                            <p:strVal val="1+#ppt_w/2"/>
                                          </p:val>
                                        </p:tav>
                                        <p:tav tm="100000">
                                          <p:val>
                                            <p:strVal val="#ppt_x"/>
                                          </p:val>
                                        </p:tav>
                                      </p:tavLst>
                                    </p:anim>
                                    <p:anim calcmode="lin" valueType="num">
                                      <p:cBhvr additive="base">
                                        <p:cTn id="57"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9"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E73AF-0F31-8DF7-C44C-9FB99403A5C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2A23CF-AB1B-BF29-185A-7A2AD79F722B}"/>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5E0A670A-05AE-7DCA-C1C2-42DDFF91FE28}"/>
              </a:ext>
            </a:extLst>
          </p:cNvPr>
          <p:cNvSpPr>
            <a:spLocks noGrp="1"/>
          </p:cNvSpPr>
          <p:nvPr>
            <p:ph type="sldNum" sz="quarter" idx="13"/>
          </p:nvPr>
        </p:nvSpPr>
        <p:spPr/>
        <p:txBody>
          <a:bodyPr/>
          <a:lstStyle/>
          <a:p>
            <a:fld id="{BC8D7E44-7D4F-4942-A8C9-2DF6BF8399E8}" type="slidenum">
              <a:rPr lang="en-US" smtClean="0"/>
              <a:pPr/>
              <a:t>98</a:t>
            </a:fld>
            <a:endParaRPr lang="en-US" dirty="0"/>
          </a:p>
        </p:txBody>
      </p:sp>
      <p:sp>
        <p:nvSpPr>
          <p:cNvPr id="10" name="TextBox 9">
            <a:extLst>
              <a:ext uri="{FF2B5EF4-FFF2-40B4-BE49-F238E27FC236}">
                <a16:creationId xmlns:a16="http://schemas.microsoft.com/office/drawing/2014/main" id="{AC84CE83-189C-3DE2-863E-C703F7C87EE4}"/>
              </a:ext>
            </a:extLst>
          </p:cNvPr>
          <p:cNvSpPr txBox="1"/>
          <p:nvPr/>
        </p:nvSpPr>
        <p:spPr>
          <a:xfrm>
            <a:off x="0" y="1295400"/>
            <a:ext cx="9144000" cy="5078313"/>
          </a:xfrm>
          <a:prstGeom prst="rect">
            <a:avLst/>
          </a:prstGeom>
          <a:noFill/>
        </p:spPr>
        <p:txBody>
          <a:bodyPr wrap="square" rtlCol="0">
            <a:spAutoFit/>
          </a:bodyPr>
          <a:lstStyle/>
          <a:p>
            <a:pPr>
              <a:buNone/>
            </a:pPr>
            <a:r>
              <a:rPr lang="en-IN" dirty="0"/>
              <a:t>Network Embedded Applications use </a:t>
            </a:r>
            <a:r>
              <a:rPr lang="en-IN" b="1" dirty="0"/>
              <a:t>Wireless Sensor Networks (WSNs)</a:t>
            </a:r>
            <a:r>
              <a:rPr lang="en-IN" dirty="0"/>
              <a:t> and other </a:t>
            </a:r>
            <a:r>
              <a:rPr lang="en-IN" b="1" dirty="0"/>
              <a:t>low-power communication protocols</a:t>
            </a:r>
            <a:r>
              <a:rPr lang="en-IN" dirty="0"/>
              <a:t> for real-time monitoring, automation, and control. The </a:t>
            </a:r>
            <a:r>
              <a:rPr lang="en-IN" b="1" dirty="0"/>
              <a:t>protocol stack</a:t>
            </a:r>
            <a:r>
              <a:rPr lang="en-IN" dirty="0"/>
              <a:t> shown in the image represents the layered architecture for communication in such applications.</a:t>
            </a:r>
          </a:p>
          <a:p>
            <a:pPr>
              <a:buNone/>
            </a:pPr>
            <a:r>
              <a:rPr lang="en-IN" b="1" dirty="0"/>
              <a:t>1. Layers of the Protocol Stack</a:t>
            </a:r>
          </a:p>
          <a:p>
            <a:pPr>
              <a:buFont typeface="Arial" panose="020B0604020202020204" pitchFamily="34" charset="0"/>
              <a:buChar char="•"/>
            </a:pPr>
            <a:r>
              <a:rPr lang="en-IN" b="1" dirty="0"/>
              <a:t>Application Layer (</a:t>
            </a:r>
            <a:r>
              <a:rPr lang="en-IN" b="1" dirty="0" err="1"/>
              <a:t>Appln</a:t>
            </a:r>
            <a:r>
              <a:rPr lang="en-IN" b="1" dirty="0"/>
              <a:t>):</a:t>
            </a:r>
            <a:endParaRPr lang="en-IN" dirty="0"/>
          </a:p>
          <a:p>
            <a:pPr marL="742950" lvl="1" indent="-285750">
              <a:buFont typeface="Arial" panose="020B0604020202020204" pitchFamily="34" charset="0"/>
              <a:buChar char="•"/>
            </a:pPr>
            <a:r>
              <a:rPr lang="en-IN" dirty="0"/>
              <a:t>Handles data collection, processing, and user interaction.</a:t>
            </a:r>
          </a:p>
          <a:p>
            <a:pPr marL="742950" lvl="1" indent="-285750">
              <a:buFont typeface="Arial" panose="020B0604020202020204" pitchFamily="34" charset="0"/>
              <a:buChar char="•"/>
            </a:pPr>
            <a:r>
              <a:rPr lang="en-IN" dirty="0"/>
              <a:t>Examples: Environmental monitoring, smart agriculture, industrial automation.</a:t>
            </a:r>
          </a:p>
          <a:p>
            <a:pPr>
              <a:buFont typeface="Arial" panose="020B0604020202020204" pitchFamily="34" charset="0"/>
              <a:buChar char="•"/>
            </a:pPr>
            <a:r>
              <a:rPr lang="en-IN" b="1" dirty="0"/>
              <a:t>Transport Layer:</a:t>
            </a:r>
            <a:endParaRPr lang="en-IN" dirty="0"/>
          </a:p>
          <a:p>
            <a:pPr marL="742950" lvl="1" indent="-285750">
              <a:buFont typeface="Arial" panose="020B0604020202020204" pitchFamily="34" charset="0"/>
              <a:buChar char="•"/>
            </a:pPr>
            <a:r>
              <a:rPr lang="en-IN" dirty="0"/>
              <a:t>Ensures reliable data transmission with protocols like TCP/UDP.</a:t>
            </a:r>
          </a:p>
          <a:p>
            <a:pPr marL="742950" lvl="1" indent="-285750">
              <a:buFont typeface="Arial" panose="020B0604020202020204" pitchFamily="34" charset="0"/>
              <a:buChar char="•"/>
            </a:pPr>
            <a:r>
              <a:rPr lang="en-IN" dirty="0"/>
              <a:t>Used in scenarios needing acknowledgment and retransmission control.</a:t>
            </a:r>
          </a:p>
          <a:p>
            <a:pPr>
              <a:buFont typeface="Arial" panose="020B0604020202020204" pitchFamily="34" charset="0"/>
              <a:buChar char="•"/>
            </a:pPr>
            <a:r>
              <a:rPr lang="en-IN" b="1" dirty="0"/>
              <a:t>Network Layer:</a:t>
            </a:r>
            <a:endParaRPr lang="en-IN" dirty="0"/>
          </a:p>
          <a:p>
            <a:pPr marL="742950" lvl="1" indent="-285750">
              <a:buFont typeface="Arial" panose="020B0604020202020204" pitchFamily="34" charset="0"/>
              <a:buChar char="•"/>
            </a:pPr>
            <a:r>
              <a:rPr lang="en-IN" dirty="0"/>
              <a:t>Manages routing and addressing of sensor nodes.</a:t>
            </a:r>
          </a:p>
          <a:p>
            <a:pPr marL="742950" lvl="1" indent="-285750">
              <a:buFont typeface="Arial" panose="020B0604020202020204" pitchFamily="34" charset="0"/>
              <a:buChar char="•"/>
            </a:pPr>
            <a:r>
              <a:rPr lang="en-IN" dirty="0"/>
              <a:t>Adapts to </a:t>
            </a:r>
            <a:r>
              <a:rPr lang="en-IN" b="1" dirty="0"/>
              <a:t>energy constraints</a:t>
            </a:r>
            <a:r>
              <a:rPr lang="en-IN" dirty="0"/>
              <a:t> by using efficient routing algorithms (e.g., AODV, LEACH).</a:t>
            </a:r>
          </a:p>
          <a:p>
            <a:pPr>
              <a:buFont typeface="Arial" panose="020B0604020202020204" pitchFamily="34" charset="0"/>
              <a:buChar char="•"/>
            </a:pPr>
            <a:r>
              <a:rPr lang="en-IN" b="1" dirty="0"/>
              <a:t>Data Link Layer:</a:t>
            </a:r>
            <a:endParaRPr lang="en-IN" dirty="0"/>
          </a:p>
          <a:p>
            <a:pPr marL="742950" lvl="1" indent="-285750">
              <a:buFont typeface="Arial" panose="020B0604020202020204" pitchFamily="34" charset="0"/>
              <a:buChar char="•"/>
            </a:pPr>
            <a:r>
              <a:rPr lang="en-IN" dirty="0"/>
              <a:t>Provides </a:t>
            </a:r>
            <a:r>
              <a:rPr lang="en-IN" b="1" dirty="0"/>
              <a:t>error detection, data framing, and MAC (Medium Access Control) mechanisms</a:t>
            </a:r>
            <a:r>
              <a:rPr lang="en-IN" dirty="0"/>
              <a:t>.</a:t>
            </a:r>
          </a:p>
          <a:p>
            <a:pPr marL="742950" lvl="1" indent="-285750">
              <a:buFont typeface="Arial" panose="020B0604020202020204" pitchFamily="34" charset="0"/>
              <a:buChar char="•"/>
            </a:pPr>
            <a:r>
              <a:rPr lang="en-IN" dirty="0"/>
              <a:t>Optimized for </a:t>
            </a:r>
            <a:r>
              <a:rPr lang="en-IN" b="1" dirty="0"/>
              <a:t>low-power consumption</a:t>
            </a:r>
            <a:r>
              <a:rPr lang="en-IN" dirty="0"/>
              <a:t> using TDMA, CSMA, or other MAC protocols.</a:t>
            </a:r>
          </a:p>
          <a:p>
            <a:endParaRPr lang="en-IN" dirty="0"/>
          </a:p>
        </p:txBody>
      </p:sp>
    </p:spTree>
    <p:extLst>
      <p:ext uri="{BB962C8B-B14F-4D97-AF65-F5344CB8AC3E}">
        <p14:creationId xmlns:p14="http://schemas.microsoft.com/office/powerpoint/2010/main" val="3618984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473E8-B10C-E534-9737-EB08B21B565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BC2E24-D509-1E01-B064-195EF455DAE4}"/>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0A8D45F3-BB6B-9256-348C-86C45D8B592D}"/>
              </a:ext>
            </a:extLst>
          </p:cNvPr>
          <p:cNvSpPr>
            <a:spLocks noGrp="1"/>
          </p:cNvSpPr>
          <p:nvPr>
            <p:ph type="sldNum" sz="quarter" idx="13"/>
          </p:nvPr>
        </p:nvSpPr>
        <p:spPr/>
        <p:txBody>
          <a:bodyPr/>
          <a:lstStyle/>
          <a:p>
            <a:fld id="{BC8D7E44-7D4F-4942-A8C9-2DF6BF8399E8}" type="slidenum">
              <a:rPr lang="en-US" smtClean="0"/>
              <a:pPr/>
              <a:t>99</a:t>
            </a:fld>
            <a:endParaRPr lang="en-US" dirty="0"/>
          </a:p>
        </p:txBody>
      </p:sp>
      <p:sp>
        <p:nvSpPr>
          <p:cNvPr id="10" name="TextBox 9">
            <a:extLst>
              <a:ext uri="{FF2B5EF4-FFF2-40B4-BE49-F238E27FC236}">
                <a16:creationId xmlns:a16="http://schemas.microsoft.com/office/drawing/2014/main" id="{4ACDA24B-64E2-E075-E215-C34C5FA92636}"/>
              </a:ext>
            </a:extLst>
          </p:cNvPr>
          <p:cNvSpPr txBox="1"/>
          <p:nvPr/>
        </p:nvSpPr>
        <p:spPr>
          <a:xfrm>
            <a:off x="0" y="1295400"/>
            <a:ext cx="9144000" cy="4247317"/>
          </a:xfrm>
          <a:prstGeom prst="rect">
            <a:avLst/>
          </a:prstGeom>
          <a:noFill/>
        </p:spPr>
        <p:txBody>
          <a:bodyPr wrap="square" rtlCol="0">
            <a:spAutoFit/>
          </a:bodyPr>
          <a:lstStyle/>
          <a:p>
            <a:pPr>
              <a:buNone/>
            </a:pPr>
            <a:r>
              <a:rPr lang="en-US" b="1" dirty="0"/>
              <a:t>Physical Layer:</a:t>
            </a:r>
            <a:endParaRPr lang="en-US" dirty="0"/>
          </a:p>
          <a:p>
            <a:pPr>
              <a:buFont typeface="Arial" panose="020B0604020202020204" pitchFamily="34" charset="0"/>
              <a:buChar char="•"/>
            </a:pPr>
            <a:r>
              <a:rPr lang="en-US" dirty="0"/>
              <a:t>Defines </a:t>
            </a:r>
            <a:r>
              <a:rPr lang="en-US" b="1" dirty="0"/>
              <a:t>frequency bands, transmission power, and modulation techniques</a:t>
            </a:r>
            <a:r>
              <a:rPr lang="en-US" dirty="0"/>
              <a:t>.</a:t>
            </a:r>
          </a:p>
          <a:p>
            <a:pPr>
              <a:buFont typeface="Arial" panose="020B0604020202020204" pitchFamily="34" charset="0"/>
              <a:buChar char="•"/>
            </a:pPr>
            <a:r>
              <a:rPr lang="en-US" dirty="0"/>
              <a:t>Uses ISM bands (2.4 GHz) and protocols like ZigBee, LoRa, UWB.</a:t>
            </a:r>
          </a:p>
          <a:p>
            <a:pPr>
              <a:buFont typeface="Arial" panose="020B0604020202020204" pitchFamily="34" charset="0"/>
              <a:buChar char="•"/>
            </a:pPr>
            <a:endParaRPr lang="en-US" dirty="0"/>
          </a:p>
          <a:p>
            <a:pPr>
              <a:buNone/>
            </a:pPr>
            <a:r>
              <a:rPr lang="en-IN" b="1" dirty="0"/>
              <a:t>2. Protocols for Network Embedded Applications</a:t>
            </a:r>
          </a:p>
          <a:p>
            <a:pPr>
              <a:buFont typeface="Arial" panose="020B0604020202020204" pitchFamily="34" charset="0"/>
              <a:buChar char="•"/>
            </a:pPr>
            <a:r>
              <a:rPr lang="en-IN" b="1" dirty="0"/>
              <a:t>ISM – 2.4GHz:</a:t>
            </a:r>
            <a:r>
              <a:rPr lang="en-IN" dirty="0"/>
              <a:t> Unlicensed </a:t>
            </a:r>
            <a:r>
              <a:rPr lang="en-IN" b="1" dirty="0"/>
              <a:t>Industrial, Scientific, and Medical (ISM)</a:t>
            </a:r>
            <a:r>
              <a:rPr lang="en-IN" dirty="0"/>
              <a:t> band used for wireless communication.</a:t>
            </a:r>
          </a:p>
          <a:p>
            <a:pPr>
              <a:buFont typeface="Arial" panose="020B0604020202020204" pitchFamily="34" charset="0"/>
              <a:buChar char="•"/>
            </a:pPr>
            <a:r>
              <a:rPr lang="en-IN" b="1" dirty="0"/>
              <a:t>ZigBee:</a:t>
            </a:r>
            <a:r>
              <a:rPr lang="en-IN" dirty="0"/>
              <a:t> Low-power, short-range communication for IoT and WSNs.</a:t>
            </a:r>
          </a:p>
          <a:p>
            <a:pPr>
              <a:buFont typeface="Arial" panose="020B0604020202020204" pitchFamily="34" charset="0"/>
              <a:buChar char="•"/>
            </a:pPr>
            <a:r>
              <a:rPr lang="en-IN" b="1" dirty="0"/>
              <a:t>LoRa (Long Range):</a:t>
            </a:r>
            <a:r>
              <a:rPr lang="en-IN" dirty="0"/>
              <a:t> Used for </a:t>
            </a:r>
            <a:r>
              <a:rPr lang="en-IN" b="1" dirty="0"/>
              <a:t>long-range, low-power IoT applications</a:t>
            </a:r>
            <a:r>
              <a:rPr lang="en-IN" dirty="0"/>
              <a:t>.</a:t>
            </a:r>
          </a:p>
          <a:p>
            <a:pPr>
              <a:buFont typeface="Arial" panose="020B0604020202020204" pitchFamily="34" charset="0"/>
              <a:buChar char="•"/>
            </a:pPr>
            <a:r>
              <a:rPr lang="en-IN" b="1" dirty="0"/>
              <a:t>UWB (Ultra-Wideband):</a:t>
            </a:r>
            <a:r>
              <a:rPr lang="en-IN" dirty="0"/>
              <a:t> Provides </a:t>
            </a:r>
            <a:r>
              <a:rPr lang="en-IN" b="1" dirty="0"/>
              <a:t>high data rate, low power, and precise localization</a:t>
            </a:r>
            <a:r>
              <a:rPr lang="en-IN" dirty="0"/>
              <a:t>.</a:t>
            </a:r>
          </a:p>
          <a:p>
            <a:pPr>
              <a:buFont typeface="Arial" panose="020B0604020202020204" pitchFamily="34" charset="0"/>
              <a:buChar char="•"/>
            </a:pPr>
            <a:r>
              <a:rPr lang="en-IN" b="1" dirty="0"/>
              <a:t>Simple Modulation Technique:</a:t>
            </a:r>
            <a:r>
              <a:rPr lang="en-IN" dirty="0"/>
              <a:t> Ensures minimal energy consumption, crucial for battery-powered sensor nodes.</a:t>
            </a:r>
          </a:p>
          <a:p>
            <a:pPr>
              <a:buFont typeface="Arial" panose="020B0604020202020204" pitchFamily="34" charset="0"/>
              <a:buChar char="•"/>
            </a:pPr>
            <a:r>
              <a:rPr lang="en-IN" b="1" dirty="0"/>
              <a:t>Energy Aware – Short Range:</a:t>
            </a:r>
            <a:r>
              <a:rPr lang="en-IN" dirty="0"/>
              <a:t> Optimizes power usage for </a:t>
            </a:r>
            <a:r>
              <a:rPr lang="en-IN" b="1" dirty="0"/>
              <a:t>energy-constrained</a:t>
            </a:r>
            <a:r>
              <a:rPr lang="en-IN" dirty="0"/>
              <a:t> embedded systems.</a:t>
            </a:r>
          </a:p>
          <a:p>
            <a:endParaRPr lang="en-US" dirty="0"/>
          </a:p>
        </p:txBody>
      </p:sp>
    </p:spTree>
    <p:extLst>
      <p:ext uri="{BB962C8B-B14F-4D97-AF65-F5344CB8AC3E}">
        <p14:creationId xmlns:p14="http://schemas.microsoft.com/office/powerpoint/2010/main" val="123490177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E48F91-341D-94AD-ECC1-8427B6C00034}"/>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333329EC-4ABC-2AD4-37BF-947F110F2A41}"/>
              </a:ext>
            </a:extLst>
          </p:cNvPr>
          <p:cNvSpPr>
            <a:spLocks noGrp="1"/>
          </p:cNvSpPr>
          <p:nvPr>
            <p:ph type="sldNum" sz="quarter" idx="13"/>
          </p:nvPr>
        </p:nvSpPr>
        <p:spPr/>
        <p:txBody>
          <a:bodyPr/>
          <a:lstStyle/>
          <a:p>
            <a:fld id="{BC8D7E44-7D4F-4942-A8C9-2DF6BF8399E8}" type="slidenum">
              <a:rPr lang="en-US" smtClean="0"/>
              <a:pPr/>
              <a:t>100</a:t>
            </a:fld>
            <a:endParaRPr lang="en-US" dirty="0"/>
          </a:p>
        </p:txBody>
      </p:sp>
      <p:sp>
        <p:nvSpPr>
          <p:cNvPr id="4" name="Rectangle 3">
            <a:extLst>
              <a:ext uri="{FF2B5EF4-FFF2-40B4-BE49-F238E27FC236}">
                <a16:creationId xmlns:a16="http://schemas.microsoft.com/office/drawing/2014/main" id="{F7B45513-402D-E461-5F1A-578019562AD6}"/>
              </a:ext>
            </a:extLst>
          </p:cNvPr>
          <p:cNvSpPr/>
          <p:nvPr/>
        </p:nvSpPr>
        <p:spPr>
          <a:xfrm>
            <a:off x="196630" y="5758248"/>
            <a:ext cx="3566984" cy="700217"/>
          </a:xfrm>
          <a:prstGeom prst="rect">
            <a:avLst/>
          </a:prstGeom>
          <a:scene3d>
            <a:camera prst="orthographicFront"/>
            <a:lightRig rig="threePt" dir="t"/>
          </a:scene3d>
          <a:sp3d>
            <a:bevelT/>
          </a:sp3d>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Physical</a:t>
            </a:r>
          </a:p>
        </p:txBody>
      </p:sp>
      <p:sp>
        <p:nvSpPr>
          <p:cNvPr id="5" name="Rectangle 4">
            <a:extLst>
              <a:ext uri="{FF2B5EF4-FFF2-40B4-BE49-F238E27FC236}">
                <a16:creationId xmlns:a16="http://schemas.microsoft.com/office/drawing/2014/main" id="{9716B118-5AC4-A7F3-FC38-903FA50DEDDD}"/>
              </a:ext>
            </a:extLst>
          </p:cNvPr>
          <p:cNvSpPr/>
          <p:nvPr/>
        </p:nvSpPr>
        <p:spPr>
          <a:xfrm>
            <a:off x="196630" y="4996248"/>
            <a:ext cx="3566984" cy="700217"/>
          </a:xfrm>
          <a:prstGeom prst="rect">
            <a:avLst/>
          </a:prstGeom>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Data Link</a:t>
            </a:r>
          </a:p>
        </p:txBody>
      </p:sp>
      <p:sp>
        <p:nvSpPr>
          <p:cNvPr id="6" name="Rectangle 5">
            <a:extLst>
              <a:ext uri="{FF2B5EF4-FFF2-40B4-BE49-F238E27FC236}">
                <a16:creationId xmlns:a16="http://schemas.microsoft.com/office/drawing/2014/main" id="{1B045BE4-469B-99A3-7E66-CC3AF826C3F9}"/>
              </a:ext>
            </a:extLst>
          </p:cNvPr>
          <p:cNvSpPr/>
          <p:nvPr/>
        </p:nvSpPr>
        <p:spPr>
          <a:xfrm>
            <a:off x="196630" y="4257929"/>
            <a:ext cx="3566984" cy="700217"/>
          </a:xfrm>
          <a:prstGeom prst="rect">
            <a:avLst/>
          </a:prstGeom>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Network</a:t>
            </a:r>
          </a:p>
        </p:txBody>
      </p:sp>
      <p:sp>
        <p:nvSpPr>
          <p:cNvPr id="7" name="Rectangle 6">
            <a:extLst>
              <a:ext uri="{FF2B5EF4-FFF2-40B4-BE49-F238E27FC236}">
                <a16:creationId xmlns:a16="http://schemas.microsoft.com/office/drawing/2014/main" id="{1F1EB375-DAE7-90E9-9359-AA3C8116BA2D}"/>
              </a:ext>
            </a:extLst>
          </p:cNvPr>
          <p:cNvSpPr/>
          <p:nvPr/>
        </p:nvSpPr>
        <p:spPr>
          <a:xfrm>
            <a:off x="196630" y="3519611"/>
            <a:ext cx="3566984" cy="700217"/>
          </a:xfrm>
          <a:prstGeom prst="rect">
            <a:avLst/>
          </a:prstGeom>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Transport</a:t>
            </a:r>
          </a:p>
        </p:txBody>
      </p:sp>
      <p:sp>
        <p:nvSpPr>
          <p:cNvPr id="8" name="Rectangle 7">
            <a:extLst>
              <a:ext uri="{FF2B5EF4-FFF2-40B4-BE49-F238E27FC236}">
                <a16:creationId xmlns:a16="http://schemas.microsoft.com/office/drawing/2014/main" id="{98E7EB1B-6322-AD5C-B6FA-FB6936DAE4FF}"/>
              </a:ext>
            </a:extLst>
          </p:cNvPr>
          <p:cNvSpPr/>
          <p:nvPr/>
        </p:nvSpPr>
        <p:spPr>
          <a:xfrm>
            <a:off x="192508" y="2774086"/>
            <a:ext cx="3566984" cy="700217"/>
          </a:xfrm>
          <a:prstGeom prst="rect">
            <a:avLst/>
          </a:prstGeom>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sym typeface="Arial"/>
              </a:rPr>
              <a:t>Appln</a:t>
            </a:r>
            <a:endPar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endParaRPr>
          </a:p>
        </p:txBody>
      </p:sp>
      <p:sp>
        <p:nvSpPr>
          <p:cNvPr id="9" name="TextBox 8">
            <a:extLst>
              <a:ext uri="{FF2B5EF4-FFF2-40B4-BE49-F238E27FC236}">
                <a16:creationId xmlns:a16="http://schemas.microsoft.com/office/drawing/2014/main" id="{657DB5DA-41F0-E7C4-7583-504600400AA4}"/>
              </a:ext>
            </a:extLst>
          </p:cNvPr>
          <p:cNvSpPr txBox="1"/>
          <p:nvPr/>
        </p:nvSpPr>
        <p:spPr>
          <a:xfrm>
            <a:off x="4036542" y="2774086"/>
            <a:ext cx="4950940" cy="3631733"/>
          </a:xfrm>
          <a:prstGeom prst="rect">
            <a:avLst/>
          </a:prstGeom>
          <a:noFill/>
          <a:ln>
            <a:noFill/>
          </a:ln>
        </p:spPr>
        <p:txBody>
          <a:bodyPr wrap="square" lIns="91425" tIns="91425" rIns="91425" bIns="91425" rtlCol="0" anchor="b" anchorCtr="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Energy Aware</a:t>
            </a:r>
          </a:p>
          <a:p>
            <a:pPr marL="914400" marR="0" lvl="0" indent="-4032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Collisions</a:t>
            </a:r>
          </a:p>
          <a:p>
            <a:pPr marL="914400" marR="0" lvl="0" indent="-4032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Idle Listening</a:t>
            </a:r>
          </a:p>
          <a:p>
            <a:pPr marL="914400" marR="0" lvl="0" indent="-4032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Overhearing</a:t>
            </a:r>
          </a:p>
          <a:p>
            <a:pPr marL="914400" marR="0" lvl="0" indent="-4032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Sleep state</a:t>
            </a:r>
          </a:p>
          <a:p>
            <a:pPr marL="1376363" marR="0" lvl="1" indent="-4619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Over- emitting</a:t>
            </a:r>
          </a:p>
          <a:p>
            <a:pPr marL="403225" marR="0" lvl="1" indent="-4032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Multi Channel</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147035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mph" presetSubtype="0" fill="hold" grpId="0" nodeType="clickEffect">
                                  <p:stCondLst>
                                    <p:cond delay="0"/>
                                  </p:stCondLst>
                                  <p:childTnLst>
                                    <p:animClr clrSpc="hsl" dir="cw">
                                      <p:cBhvr override="childStyle">
                                        <p:cTn id="6" dur="500" fill="hold"/>
                                        <p:tgtEl>
                                          <p:spTgt spid="8"/>
                                        </p:tgtEl>
                                        <p:attrNameLst>
                                          <p:attrName>style.color</p:attrName>
                                        </p:attrNameLst>
                                      </p:cBhvr>
                                      <p:by>
                                        <p:hsl h="0" s="12549" l="25098"/>
                                      </p:by>
                                    </p:animClr>
                                    <p:animClr clrSpc="hsl" dir="cw">
                                      <p:cBhvr>
                                        <p:cTn id="7" dur="500" fill="hold"/>
                                        <p:tgtEl>
                                          <p:spTgt spid="8"/>
                                        </p:tgtEl>
                                        <p:attrNameLst>
                                          <p:attrName>fillcolor</p:attrName>
                                        </p:attrNameLst>
                                      </p:cBhvr>
                                      <p:by>
                                        <p:hsl h="0" s="12549" l="25098"/>
                                      </p:by>
                                    </p:animClr>
                                    <p:animClr clrSpc="hsl" dir="cw">
                                      <p:cBhvr>
                                        <p:cTn id="8" dur="500" fill="hold"/>
                                        <p:tgtEl>
                                          <p:spTgt spid="8"/>
                                        </p:tgtEl>
                                        <p:attrNameLst>
                                          <p:attrName>stroke.color</p:attrName>
                                        </p:attrNameLst>
                                      </p:cBhvr>
                                      <p:by>
                                        <p:hsl h="0" s="12549" l="25098"/>
                                      </p:by>
                                    </p:animClr>
                                    <p:set>
                                      <p:cBhvr>
                                        <p:cTn id="9" dur="500" fill="hold"/>
                                        <p:tgtEl>
                                          <p:spTgt spid="8"/>
                                        </p:tgtEl>
                                        <p:attrNameLst>
                                          <p:attrName>fill.type</p:attrName>
                                        </p:attrNameLst>
                                      </p:cBhvr>
                                      <p:to>
                                        <p:strVal val="solid"/>
                                      </p:to>
                                    </p:set>
                                  </p:childTnLst>
                                </p:cTn>
                              </p:par>
                              <p:par>
                                <p:cTn id="10" presetID="30" presetClass="emph" presetSubtype="0" fill="hold" grpId="0" nodeType="withEffect">
                                  <p:stCondLst>
                                    <p:cond delay="0"/>
                                  </p:stCondLst>
                                  <p:childTnLst>
                                    <p:animClr clrSpc="hsl" dir="cw">
                                      <p:cBhvr override="childStyle">
                                        <p:cTn id="11" dur="500" fill="hold"/>
                                        <p:tgtEl>
                                          <p:spTgt spid="7"/>
                                        </p:tgtEl>
                                        <p:attrNameLst>
                                          <p:attrName>style.color</p:attrName>
                                        </p:attrNameLst>
                                      </p:cBhvr>
                                      <p:by>
                                        <p:hsl h="0" s="12549" l="25098"/>
                                      </p:by>
                                    </p:animClr>
                                    <p:animClr clrSpc="hsl" dir="cw">
                                      <p:cBhvr>
                                        <p:cTn id="12" dur="500" fill="hold"/>
                                        <p:tgtEl>
                                          <p:spTgt spid="7"/>
                                        </p:tgtEl>
                                        <p:attrNameLst>
                                          <p:attrName>fillcolor</p:attrName>
                                        </p:attrNameLst>
                                      </p:cBhvr>
                                      <p:by>
                                        <p:hsl h="0" s="12549" l="25098"/>
                                      </p:by>
                                    </p:animClr>
                                    <p:animClr clrSpc="hsl" dir="cw">
                                      <p:cBhvr>
                                        <p:cTn id="13" dur="500" fill="hold"/>
                                        <p:tgtEl>
                                          <p:spTgt spid="7"/>
                                        </p:tgtEl>
                                        <p:attrNameLst>
                                          <p:attrName>stroke.color</p:attrName>
                                        </p:attrNameLst>
                                      </p:cBhvr>
                                      <p:by>
                                        <p:hsl h="0" s="12549" l="25098"/>
                                      </p:by>
                                    </p:animClr>
                                    <p:set>
                                      <p:cBhvr>
                                        <p:cTn id="14" dur="500" fill="hold"/>
                                        <p:tgtEl>
                                          <p:spTgt spid="7"/>
                                        </p:tgtEl>
                                        <p:attrNameLst>
                                          <p:attrName>fill.type</p:attrName>
                                        </p:attrNameLst>
                                      </p:cBhvr>
                                      <p:to>
                                        <p:strVal val="solid"/>
                                      </p:to>
                                    </p:set>
                                  </p:childTnLst>
                                </p:cTn>
                              </p:par>
                              <p:par>
                                <p:cTn id="15" presetID="30" presetClass="emph" presetSubtype="0" fill="hold" grpId="0" nodeType="withEffect">
                                  <p:stCondLst>
                                    <p:cond delay="0"/>
                                  </p:stCondLst>
                                  <p:childTnLst>
                                    <p:animClr clrSpc="hsl" dir="cw">
                                      <p:cBhvr override="childStyle">
                                        <p:cTn id="16" dur="500" fill="hold"/>
                                        <p:tgtEl>
                                          <p:spTgt spid="6"/>
                                        </p:tgtEl>
                                        <p:attrNameLst>
                                          <p:attrName>style.color</p:attrName>
                                        </p:attrNameLst>
                                      </p:cBhvr>
                                      <p:by>
                                        <p:hsl h="0" s="12549" l="25098"/>
                                      </p:by>
                                    </p:animClr>
                                    <p:animClr clrSpc="hsl" dir="cw">
                                      <p:cBhvr>
                                        <p:cTn id="17" dur="500" fill="hold"/>
                                        <p:tgtEl>
                                          <p:spTgt spid="6"/>
                                        </p:tgtEl>
                                        <p:attrNameLst>
                                          <p:attrName>fillcolor</p:attrName>
                                        </p:attrNameLst>
                                      </p:cBhvr>
                                      <p:by>
                                        <p:hsl h="0" s="12549" l="25098"/>
                                      </p:by>
                                    </p:animClr>
                                    <p:animClr clrSpc="hsl" dir="cw">
                                      <p:cBhvr>
                                        <p:cTn id="18" dur="500" fill="hold"/>
                                        <p:tgtEl>
                                          <p:spTgt spid="6"/>
                                        </p:tgtEl>
                                        <p:attrNameLst>
                                          <p:attrName>stroke.color</p:attrName>
                                        </p:attrNameLst>
                                      </p:cBhvr>
                                      <p:by>
                                        <p:hsl h="0" s="12549" l="25098"/>
                                      </p:by>
                                    </p:animClr>
                                    <p:set>
                                      <p:cBhvr>
                                        <p:cTn id="19" dur="500" fill="hold"/>
                                        <p:tgtEl>
                                          <p:spTgt spid="6"/>
                                        </p:tgtEl>
                                        <p:attrNameLst>
                                          <p:attrName>fill.type</p:attrName>
                                        </p:attrNameLst>
                                      </p:cBhvr>
                                      <p:to>
                                        <p:strVal val="solid"/>
                                      </p:to>
                                    </p:set>
                                  </p:childTnLst>
                                </p:cTn>
                              </p:par>
                              <p:par>
                                <p:cTn id="20" presetID="24" presetClass="emph" presetSubtype="0" fill="hold" grpId="0" nodeType="withEffect">
                                  <p:stCondLst>
                                    <p:cond delay="0"/>
                                  </p:stCondLst>
                                  <p:childTnLst>
                                    <p:animClr clrSpc="hsl" dir="cw">
                                      <p:cBhvr override="childStyle">
                                        <p:cTn id="21" dur="500" fill="hold"/>
                                        <p:tgtEl>
                                          <p:spTgt spid="5"/>
                                        </p:tgtEl>
                                        <p:attrNameLst>
                                          <p:attrName>style.color</p:attrName>
                                        </p:attrNameLst>
                                      </p:cBhvr>
                                      <p:by>
                                        <p:hsl h="0" s="-12549" l="-25098"/>
                                      </p:by>
                                    </p:animClr>
                                    <p:animClr clrSpc="hsl" dir="cw">
                                      <p:cBhvr>
                                        <p:cTn id="22" dur="500" fill="hold"/>
                                        <p:tgtEl>
                                          <p:spTgt spid="5"/>
                                        </p:tgtEl>
                                        <p:attrNameLst>
                                          <p:attrName>fillcolor</p:attrName>
                                        </p:attrNameLst>
                                      </p:cBhvr>
                                      <p:by>
                                        <p:hsl h="0" s="-12549" l="-25098"/>
                                      </p:by>
                                    </p:animClr>
                                    <p:animClr clrSpc="hsl" dir="cw">
                                      <p:cBhvr>
                                        <p:cTn id="23" dur="500" fill="hold"/>
                                        <p:tgtEl>
                                          <p:spTgt spid="5"/>
                                        </p:tgtEl>
                                        <p:attrNameLst>
                                          <p:attrName>stroke.color</p:attrName>
                                        </p:attrNameLst>
                                      </p:cBhvr>
                                      <p:by>
                                        <p:hsl h="0" s="-12549" l="-25098"/>
                                      </p:by>
                                    </p:animClr>
                                    <p:set>
                                      <p:cBhvr>
                                        <p:cTn id="24" dur="500" fill="hold"/>
                                        <p:tgtEl>
                                          <p:spTgt spid="5"/>
                                        </p:tgtEl>
                                        <p:attrNameLst>
                                          <p:attrName>fill.type</p:attrName>
                                        </p:attrNameLst>
                                      </p:cBhvr>
                                      <p:to>
                                        <p:strVal val="solid"/>
                                      </p:to>
                                    </p:set>
                                  </p:childTnLst>
                                </p:cTn>
                              </p:par>
                              <p:par>
                                <p:cTn id="25" presetID="30" presetClass="emph" presetSubtype="0" fill="hold" grpId="0" nodeType="withEffect">
                                  <p:stCondLst>
                                    <p:cond delay="0"/>
                                  </p:stCondLst>
                                  <p:childTnLst>
                                    <p:animClr clrSpc="hsl" dir="cw">
                                      <p:cBhvr override="childStyle">
                                        <p:cTn id="26" dur="500" fill="hold"/>
                                        <p:tgtEl>
                                          <p:spTgt spid="4"/>
                                        </p:tgtEl>
                                        <p:attrNameLst>
                                          <p:attrName>style.color</p:attrName>
                                        </p:attrNameLst>
                                      </p:cBhvr>
                                      <p:by>
                                        <p:hsl h="0" s="12549" l="25098"/>
                                      </p:by>
                                    </p:animClr>
                                    <p:animClr clrSpc="hsl" dir="cw">
                                      <p:cBhvr>
                                        <p:cTn id="27" dur="500" fill="hold"/>
                                        <p:tgtEl>
                                          <p:spTgt spid="4"/>
                                        </p:tgtEl>
                                        <p:attrNameLst>
                                          <p:attrName>fillcolor</p:attrName>
                                        </p:attrNameLst>
                                      </p:cBhvr>
                                      <p:by>
                                        <p:hsl h="0" s="12549" l="25098"/>
                                      </p:by>
                                    </p:animClr>
                                    <p:animClr clrSpc="hsl" dir="cw">
                                      <p:cBhvr>
                                        <p:cTn id="28" dur="500" fill="hold"/>
                                        <p:tgtEl>
                                          <p:spTgt spid="4"/>
                                        </p:tgtEl>
                                        <p:attrNameLst>
                                          <p:attrName>stroke.color</p:attrName>
                                        </p:attrNameLst>
                                      </p:cBhvr>
                                      <p:by>
                                        <p:hsl h="0" s="12549" l="25098"/>
                                      </p:by>
                                    </p:animClr>
                                    <p:set>
                                      <p:cBhvr>
                                        <p:cTn id="29" dur="500" fill="hold"/>
                                        <p:tgtEl>
                                          <p:spTgt spid="4"/>
                                        </p:tgtEl>
                                        <p:attrNameLst>
                                          <p:attrName>fill.type</p:attrName>
                                        </p:attrNameLst>
                                      </p:cBhvr>
                                      <p:to>
                                        <p:strVal val="solid"/>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1+#ppt_w/2"/>
                                          </p:val>
                                        </p:tav>
                                        <p:tav tm="100000">
                                          <p:val>
                                            <p:strVal val="#ppt_x"/>
                                          </p:val>
                                        </p:tav>
                                      </p:tavLst>
                                    </p:anim>
                                    <p:anim calcmode="lin" valueType="num">
                                      <p:cBhvr additive="base">
                                        <p:cTn id="35"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7F694-E89F-C9EE-B112-055A47095BB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70D245-0493-488F-2F2F-5459B33F82E6}"/>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0C5A2AE4-C690-BAAE-E542-52EF6E8CD118}"/>
              </a:ext>
            </a:extLst>
          </p:cNvPr>
          <p:cNvSpPr>
            <a:spLocks noGrp="1"/>
          </p:cNvSpPr>
          <p:nvPr>
            <p:ph type="sldNum" sz="quarter" idx="13"/>
          </p:nvPr>
        </p:nvSpPr>
        <p:spPr/>
        <p:txBody>
          <a:bodyPr/>
          <a:lstStyle/>
          <a:p>
            <a:fld id="{BC8D7E44-7D4F-4942-A8C9-2DF6BF8399E8}" type="slidenum">
              <a:rPr lang="en-US" smtClean="0"/>
              <a:pPr/>
              <a:t>101</a:t>
            </a:fld>
            <a:endParaRPr lang="en-US" dirty="0"/>
          </a:p>
        </p:txBody>
      </p:sp>
      <p:sp>
        <p:nvSpPr>
          <p:cNvPr id="9" name="TextBox 8">
            <a:extLst>
              <a:ext uri="{FF2B5EF4-FFF2-40B4-BE49-F238E27FC236}">
                <a16:creationId xmlns:a16="http://schemas.microsoft.com/office/drawing/2014/main" id="{1E376BC3-D608-F0DE-F932-7F1F4132FBB1}"/>
              </a:ext>
            </a:extLst>
          </p:cNvPr>
          <p:cNvSpPr txBox="1"/>
          <p:nvPr/>
        </p:nvSpPr>
        <p:spPr>
          <a:xfrm>
            <a:off x="0" y="1317702"/>
            <a:ext cx="8839200" cy="5047505"/>
          </a:xfrm>
          <a:prstGeom prst="rect">
            <a:avLst/>
          </a:prstGeom>
          <a:noFill/>
          <a:ln>
            <a:noFill/>
          </a:ln>
        </p:spPr>
        <p:txBody>
          <a:bodyPr wrap="square" lIns="91425" tIns="91425" rIns="91425" bIns="91425" rtlCol="0" anchor="b" anchorCtr="0">
            <a:spAutoFit/>
          </a:bodyPr>
          <a:lstStyle/>
          <a:p>
            <a:r>
              <a:rPr lang="en-US" dirty="0"/>
              <a:t>Energy efficiency is a critical concern in </a:t>
            </a:r>
            <a:r>
              <a:rPr lang="en-US" b="1" dirty="0"/>
              <a:t>network-embedded applications</a:t>
            </a:r>
            <a:r>
              <a:rPr lang="en-US" dirty="0"/>
              <a:t> like </a:t>
            </a:r>
            <a:r>
              <a:rPr lang="en-US" b="1" dirty="0"/>
              <a:t>Wireless Sensor Networks (WSNs)</a:t>
            </a:r>
            <a:r>
              <a:rPr lang="en-US" dirty="0"/>
              <a:t> and </a:t>
            </a:r>
            <a:r>
              <a:rPr lang="en-US" b="1" dirty="0"/>
              <a:t>IoT systems</a:t>
            </a:r>
            <a:r>
              <a:rPr lang="en-US" dirty="0"/>
              <a:t>, where nodes are often battery-powered. The image highlights key challenges and techniques related to energy-aware communication.</a:t>
            </a:r>
          </a:p>
          <a:p>
            <a:r>
              <a:rPr lang="en-US" b="1" dirty="0"/>
              <a:t>1. Energy Awareness Factors</a:t>
            </a:r>
          </a:p>
          <a:p>
            <a:r>
              <a:rPr lang="en-US" b="1" dirty="0"/>
              <a:t>Collisions:</a:t>
            </a:r>
            <a:endParaRPr lang="en-US" dirty="0"/>
          </a:p>
          <a:p>
            <a:pPr lvl="1"/>
            <a:r>
              <a:rPr lang="en-US" dirty="0"/>
              <a:t>When multiple nodes transmit at the same time, data packets collide, causing retransmissions and </a:t>
            </a:r>
            <a:r>
              <a:rPr lang="en-US" b="1" dirty="0"/>
              <a:t>wasting energy</a:t>
            </a:r>
            <a:r>
              <a:rPr lang="en-US" dirty="0"/>
              <a:t>.</a:t>
            </a:r>
          </a:p>
          <a:p>
            <a:pPr lvl="1"/>
            <a:r>
              <a:rPr lang="en-US" b="1" dirty="0"/>
              <a:t>Solution:</a:t>
            </a:r>
            <a:r>
              <a:rPr lang="en-US" dirty="0"/>
              <a:t> Collision avoidance mechanisms (e.g., TDMA, CSMA/CA).</a:t>
            </a:r>
          </a:p>
          <a:p>
            <a:r>
              <a:rPr lang="en-US" b="1" dirty="0"/>
              <a:t>Idle Listening:</a:t>
            </a:r>
            <a:endParaRPr lang="en-US" dirty="0"/>
          </a:p>
          <a:p>
            <a:pPr lvl="1"/>
            <a:r>
              <a:rPr lang="en-US" dirty="0"/>
              <a:t>Nodes consume power while </a:t>
            </a:r>
            <a:r>
              <a:rPr lang="en-US" b="1" dirty="0"/>
              <a:t>listening for incoming data</a:t>
            </a:r>
            <a:r>
              <a:rPr lang="en-US" dirty="0"/>
              <a:t>, even when no transmission occurs.</a:t>
            </a:r>
          </a:p>
          <a:p>
            <a:pPr lvl="1"/>
            <a:r>
              <a:rPr lang="en-US" b="1" dirty="0"/>
              <a:t>Solution:</a:t>
            </a:r>
            <a:r>
              <a:rPr lang="en-US" dirty="0"/>
              <a:t> </a:t>
            </a:r>
            <a:r>
              <a:rPr lang="en-US" b="1" dirty="0"/>
              <a:t>Duty cycling</a:t>
            </a:r>
            <a:r>
              <a:rPr lang="en-US" dirty="0"/>
              <a:t> (nodes wake up only when necessary).</a:t>
            </a:r>
          </a:p>
          <a:p>
            <a:r>
              <a:rPr lang="en-US" b="1" dirty="0"/>
              <a:t>Overhearing:</a:t>
            </a:r>
            <a:endParaRPr lang="en-US" dirty="0"/>
          </a:p>
          <a:p>
            <a:pPr lvl="1"/>
            <a:r>
              <a:rPr lang="en-US" dirty="0"/>
              <a:t>A node </a:t>
            </a:r>
            <a:r>
              <a:rPr lang="en-US" b="1" dirty="0"/>
              <a:t>unnecessarily receives</a:t>
            </a:r>
            <a:r>
              <a:rPr lang="en-US" dirty="0"/>
              <a:t> packets not meant for it, wasting energy.</a:t>
            </a:r>
          </a:p>
          <a:p>
            <a:pPr lvl="1"/>
            <a:r>
              <a:rPr lang="en-US" b="1" dirty="0"/>
              <a:t>Solution:</a:t>
            </a:r>
            <a:r>
              <a:rPr lang="en-US" dirty="0"/>
              <a:t> Filtering mechanisms at the MAC layer to </a:t>
            </a:r>
            <a:r>
              <a:rPr lang="en-US" b="1" dirty="0"/>
              <a:t>ignore irrelevant traffic</a:t>
            </a:r>
            <a:r>
              <a:rPr lang="en-US" dirty="0"/>
              <a:t>.</a:t>
            </a:r>
          </a:p>
          <a:p>
            <a:pPr lvl="1"/>
            <a:endParaRPr lang="en-US" dirty="0"/>
          </a:p>
          <a:p>
            <a:pPr marR="0" lvl="0" algn="l" defTabSz="914400" rtl="0" eaLnBrk="1" fontAlgn="auto" latinLnBrk="0" hangingPunct="1">
              <a:lnSpc>
                <a:spcPct val="100000"/>
              </a:lnSpc>
              <a:spcBef>
                <a:spcPts val="0"/>
              </a:spcBef>
              <a:spcAft>
                <a:spcPts val="0"/>
              </a:spcAft>
              <a:buClrTx/>
              <a:buSzTx/>
              <a:tabLst/>
              <a:defRPr/>
            </a:pPr>
            <a:endPar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3501573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CB969-C6B0-B5E0-7FF6-51D1AAAF3EE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B8A915-7116-889E-B500-886CD3F08F51}"/>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CA7D1E20-DFB5-FFCD-5BE9-24ECBFE1B659}"/>
              </a:ext>
            </a:extLst>
          </p:cNvPr>
          <p:cNvSpPr>
            <a:spLocks noGrp="1"/>
          </p:cNvSpPr>
          <p:nvPr>
            <p:ph type="sldNum" sz="quarter" idx="13"/>
          </p:nvPr>
        </p:nvSpPr>
        <p:spPr/>
        <p:txBody>
          <a:bodyPr/>
          <a:lstStyle/>
          <a:p>
            <a:fld id="{BC8D7E44-7D4F-4942-A8C9-2DF6BF8399E8}" type="slidenum">
              <a:rPr lang="en-US" smtClean="0"/>
              <a:pPr/>
              <a:t>102</a:t>
            </a:fld>
            <a:endParaRPr lang="en-US" dirty="0"/>
          </a:p>
        </p:txBody>
      </p:sp>
      <p:sp>
        <p:nvSpPr>
          <p:cNvPr id="9" name="TextBox 8">
            <a:extLst>
              <a:ext uri="{FF2B5EF4-FFF2-40B4-BE49-F238E27FC236}">
                <a16:creationId xmlns:a16="http://schemas.microsoft.com/office/drawing/2014/main" id="{0CE27DCE-273E-293A-DEB8-FA60E045717B}"/>
              </a:ext>
            </a:extLst>
          </p:cNvPr>
          <p:cNvSpPr txBox="1"/>
          <p:nvPr/>
        </p:nvSpPr>
        <p:spPr>
          <a:xfrm>
            <a:off x="0" y="1237541"/>
            <a:ext cx="8839200" cy="5447615"/>
          </a:xfrm>
          <a:prstGeom prst="rect">
            <a:avLst/>
          </a:prstGeom>
          <a:noFill/>
          <a:ln>
            <a:noFill/>
          </a:ln>
        </p:spPr>
        <p:txBody>
          <a:bodyPr wrap="square" lIns="91425" tIns="91425" rIns="91425" bIns="91425" rtlCol="0" anchor="b" anchorCtr="0">
            <a:spAutoFit/>
          </a:bodyPr>
          <a:lstStyle/>
          <a:p>
            <a:r>
              <a:rPr lang="en-IN" b="1" dirty="0"/>
              <a:t>Sleep State &amp; Over-Emitting:</a:t>
            </a:r>
            <a:endParaRPr lang="en-IN" dirty="0"/>
          </a:p>
          <a:p>
            <a:pPr lvl="1"/>
            <a:r>
              <a:rPr lang="en-IN" b="1" dirty="0"/>
              <a:t>Sleep Mode:</a:t>
            </a:r>
            <a:r>
              <a:rPr lang="en-IN" dirty="0"/>
              <a:t> Nodes enter low-power mode when idle to conserve energy.</a:t>
            </a:r>
          </a:p>
          <a:p>
            <a:pPr lvl="1"/>
            <a:r>
              <a:rPr lang="en-IN" b="1" dirty="0"/>
              <a:t>Over-Emitting:</a:t>
            </a:r>
            <a:r>
              <a:rPr lang="en-IN" dirty="0"/>
              <a:t> Unnecessary or long-range transmissions drain battery power.</a:t>
            </a:r>
          </a:p>
          <a:p>
            <a:pPr lvl="1"/>
            <a:r>
              <a:rPr lang="en-IN" b="1" dirty="0"/>
              <a:t>Solution:</a:t>
            </a:r>
            <a:r>
              <a:rPr lang="en-IN" dirty="0"/>
              <a:t> </a:t>
            </a:r>
            <a:r>
              <a:rPr lang="en-IN" b="1" dirty="0"/>
              <a:t>Adaptive transmission power control</a:t>
            </a:r>
            <a:r>
              <a:rPr lang="en-IN" dirty="0"/>
              <a:t> and efficient </a:t>
            </a:r>
            <a:r>
              <a:rPr lang="en-IN" b="1" dirty="0"/>
              <a:t>wake-up scheduling</a:t>
            </a:r>
            <a:r>
              <a:rPr lang="en-IN" dirty="0"/>
              <a:t>.</a:t>
            </a:r>
          </a:p>
          <a:p>
            <a:r>
              <a:rPr lang="en-IN" b="1" dirty="0"/>
              <a:t>2. Multi-Channel Communication</a:t>
            </a:r>
          </a:p>
          <a:p>
            <a:r>
              <a:rPr lang="en-IN" b="1" dirty="0"/>
              <a:t>Why Multi-Channel?</a:t>
            </a:r>
            <a:endParaRPr lang="en-IN" dirty="0"/>
          </a:p>
          <a:p>
            <a:pPr lvl="1"/>
            <a:r>
              <a:rPr lang="en-IN" dirty="0"/>
              <a:t>Reduces congestion, </a:t>
            </a:r>
            <a:r>
              <a:rPr lang="en-IN" b="1" dirty="0"/>
              <a:t>minimizes collisions</a:t>
            </a:r>
            <a:r>
              <a:rPr lang="en-IN" dirty="0"/>
              <a:t>, and improves throughput.</a:t>
            </a:r>
          </a:p>
          <a:p>
            <a:pPr lvl="1"/>
            <a:r>
              <a:rPr lang="en-IN" dirty="0"/>
              <a:t>Enhances </a:t>
            </a:r>
            <a:r>
              <a:rPr lang="en-IN" b="1" dirty="0"/>
              <a:t>reliability</a:t>
            </a:r>
            <a:r>
              <a:rPr lang="en-IN" dirty="0"/>
              <a:t> in dense networks by distributing traffic.</a:t>
            </a:r>
          </a:p>
          <a:p>
            <a:r>
              <a:rPr lang="en-IN" b="1" dirty="0"/>
              <a:t>Implementation:</a:t>
            </a:r>
            <a:endParaRPr lang="en-IN" dirty="0"/>
          </a:p>
          <a:p>
            <a:pPr lvl="1"/>
            <a:r>
              <a:rPr lang="en-IN" dirty="0"/>
              <a:t>Nodes can </a:t>
            </a:r>
            <a:r>
              <a:rPr lang="en-IN" b="1" dirty="0"/>
              <a:t>dynamically switch between multiple frequency channels</a:t>
            </a:r>
            <a:r>
              <a:rPr lang="en-IN" dirty="0"/>
              <a:t> to avoid interference.</a:t>
            </a:r>
          </a:p>
          <a:p>
            <a:pPr lvl="1"/>
            <a:r>
              <a:rPr lang="en-IN" dirty="0"/>
              <a:t>Used in </a:t>
            </a:r>
            <a:r>
              <a:rPr lang="en-IN" b="1" dirty="0"/>
              <a:t>ZigBee, LoRa, and cognitive radio networks</a:t>
            </a:r>
            <a:r>
              <a:rPr lang="en-IN" dirty="0"/>
              <a:t> for efficient spectrum usage.</a:t>
            </a:r>
          </a:p>
          <a:p>
            <a:r>
              <a:rPr lang="en-IN" b="1" dirty="0"/>
              <a:t>Impact on Network Embedded Applications</a:t>
            </a:r>
          </a:p>
          <a:p>
            <a:r>
              <a:rPr lang="en-IN" b="1" dirty="0"/>
              <a:t>Smart Grids &amp; Smart Cities:</a:t>
            </a:r>
            <a:r>
              <a:rPr lang="en-IN" dirty="0"/>
              <a:t> Efficient energy-aware protocols improve communication in large-scale sensor networks.</a:t>
            </a:r>
          </a:p>
          <a:p>
            <a:r>
              <a:rPr lang="en-IN" b="1" dirty="0"/>
              <a:t>Industrial IoT:</a:t>
            </a:r>
            <a:r>
              <a:rPr lang="en-IN" dirty="0"/>
              <a:t> Reduces power consumption in </a:t>
            </a:r>
            <a:r>
              <a:rPr lang="en-IN" b="1" dirty="0"/>
              <a:t>remote monitoring</a:t>
            </a:r>
            <a:r>
              <a:rPr lang="en-IN" dirty="0"/>
              <a:t> applications.</a:t>
            </a:r>
          </a:p>
          <a:p>
            <a:r>
              <a:rPr lang="en-IN" b="1" dirty="0"/>
              <a:t>Environmental Sensing:</a:t>
            </a:r>
            <a:r>
              <a:rPr lang="en-IN" dirty="0"/>
              <a:t> Enables long-term operation in </a:t>
            </a:r>
            <a:r>
              <a:rPr lang="en-IN" b="1" dirty="0"/>
              <a:t>harsh, battery-restricted environments</a:t>
            </a:r>
            <a:r>
              <a:rPr lang="en-IN" dirty="0"/>
              <a:t>.</a:t>
            </a:r>
          </a:p>
          <a:p>
            <a:pPr lvl="1"/>
            <a:endParaRPr lang="en-IN" dirty="0"/>
          </a:p>
        </p:txBody>
      </p:sp>
    </p:spTree>
    <p:extLst>
      <p:ext uri="{BB962C8B-B14F-4D97-AF65-F5344CB8AC3E}">
        <p14:creationId xmlns:p14="http://schemas.microsoft.com/office/powerpoint/2010/main" val="258786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E19A62-DFB5-82F6-D411-B03245C7F143}"/>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62FABDCC-C681-D5A6-2B02-1D6FA4CFB9E9}"/>
              </a:ext>
            </a:extLst>
          </p:cNvPr>
          <p:cNvSpPr>
            <a:spLocks noGrp="1"/>
          </p:cNvSpPr>
          <p:nvPr>
            <p:ph type="sldNum" sz="quarter" idx="13"/>
          </p:nvPr>
        </p:nvSpPr>
        <p:spPr/>
        <p:txBody>
          <a:bodyPr/>
          <a:lstStyle/>
          <a:p>
            <a:fld id="{BC8D7E44-7D4F-4942-A8C9-2DF6BF8399E8}" type="slidenum">
              <a:rPr lang="en-US" smtClean="0"/>
              <a:pPr/>
              <a:t>103</a:t>
            </a:fld>
            <a:endParaRPr lang="en-US" dirty="0"/>
          </a:p>
        </p:txBody>
      </p:sp>
      <p:sp>
        <p:nvSpPr>
          <p:cNvPr id="4" name="Rectangle 3">
            <a:extLst>
              <a:ext uri="{FF2B5EF4-FFF2-40B4-BE49-F238E27FC236}">
                <a16:creationId xmlns:a16="http://schemas.microsoft.com/office/drawing/2014/main" id="{FDE1C172-CAA8-B185-929D-61DAFB353A13}"/>
              </a:ext>
            </a:extLst>
          </p:cNvPr>
          <p:cNvSpPr/>
          <p:nvPr/>
        </p:nvSpPr>
        <p:spPr>
          <a:xfrm>
            <a:off x="196630" y="5758248"/>
            <a:ext cx="3566984" cy="700217"/>
          </a:xfrm>
          <a:prstGeom prst="rect">
            <a:avLst/>
          </a:prstGeom>
          <a:scene3d>
            <a:camera prst="orthographicFront"/>
            <a:lightRig rig="threePt" dir="t"/>
          </a:scene3d>
          <a:sp3d>
            <a:bevelT/>
          </a:sp3d>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Physical</a:t>
            </a:r>
          </a:p>
        </p:txBody>
      </p:sp>
      <p:sp>
        <p:nvSpPr>
          <p:cNvPr id="5" name="Rectangle 4">
            <a:extLst>
              <a:ext uri="{FF2B5EF4-FFF2-40B4-BE49-F238E27FC236}">
                <a16:creationId xmlns:a16="http://schemas.microsoft.com/office/drawing/2014/main" id="{1F778E0E-C44B-F18C-A997-0F60C25312EC}"/>
              </a:ext>
            </a:extLst>
          </p:cNvPr>
          <p:cNvSpPr/>
          <p:nvPr/>
        </p:nvSpPr>
        <p:spPr>
          <a:xfrm>
            <a:off x="196630" y="4996248"/>
            <a:ext cx="3566984" cy="700217"/>
          </a:xfrm>
          <a:prstGeom prst="rect">
            <a:avLst/>
          </a:prstGeom>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Data Link</a:t>
            </a:r>
          </a:p>
        </p:txBody>
      </p:sp>
      <p:sp>
        <p:nvSpPr>
          <p:cNvPr id="6" name="Rectangle 5">
            <a:extLst>
              <a:ext uri="{FF2B5EF4-FFF2-40B4-BE49-F238E27FC236}">
                <a16:creationId xmlns:a16="http://schemas.microsoft.com/office/drawing/2014/main" id="{C654DF49-ECBD-F072-AAC4-CA32204CBCC1}"/>
              </a:ext>
            </a:extLst>
          </p:cNvPr>
          <p:cNvSpPr/>
          <p:nvPr/>
        </p:nvSpPr>
        <p:spPr>
          <a:xfrm>
            <a:off x="196630" y="4257929"/>
            <a:ext cx="3566984" cy="700217"/>
          </a:xfrm>
          <a:prstGeom prst="rect">
            <a:avLst/>
          </a:prstGeom>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Network</a:t>
            </a:r>
          </a:p>
        </p:txBody>
      </p:sp>
      <p:sp>
        <p:nvSpPr>
          <p:cNvPr id="7" name="Rectangle 6">
            <a:extLst>
              <a:ext uri="{FF2B5EF4-FFF2-40B4-BE49-F238E27FC236}">
                <a16:creationId xmlns:a16="http://schemas.microsoft.com/office/drawing/2014/main" id="{E23B8C19-18E4-E629-FA3C-F255CC3129A2}"/>
              </a:ext>
            </a:extLst>
          </p:cNvPr>
          <p:cNvSpPr/>
          <p:nvPr/>
        </p:nvSpPr>
        <p:spPr>
          <a:xfrm>
            <a:off x="196630" y="3519611"/>
            <a:ext cx="3566984" cy="700217"/>
          </a:xfrm>
          <a:prstGeom prst="rect">
            <a:avLst/>
          </a:prstGeom>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Transport</a:t>
            </a:r>
          </a:p>
        </p:txBody>
      </p:sp>
      <p:sp>
        <p:nvSpPr>
          <p:cNvPr id="8" name="Rectangle 7">
            <a:extLst>
              <a:ext uri="{FF2B5EF4-FFF2-40B4-BE49-F238E27FC236}">
                <a16:creationId xmlns:a16="http://schemas.microsoft.com/office/drawing/2014/main" id="{02760D7B-F5C0-3FE0-A65E-5549C6867158}"/>
              </a:ext>
            </a:extLst>
          </p:cNvPr>
          <p:cNvSpPr/>
          <p:nvPr/>
        </p:nvSpPr>
        <p:spPr>
          <a:xfrm>
            <a:off x="192508" y="2774086"/>
            <a:ext cx="3566984" cy="700217"/>
          </a:xfrm>
          <a:prstGeom prst="rect">
            <a:avLst/>
          </a:prstGeom>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sym typeface="Arial"/>
              </a:rPr>
              <a:t>Appln</a:t>
            </a:r>
            <a:endPar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endParaRPr>
          </a:p>
        </p:txBody>
      </p:sp>
      <p:sp>
        <p:nvSpPr>
          <p:cNvPr id="9" name="Star: 5 Points 8">
            <a:extLst>
              <a:ext uri="{FF2B5EF4-FFF2-40B4-BE49-F238E27FC236}">
                <a16:creationId xmlns:a16="http://schemas.microsoft.com/office/drawing/2014/main" id="{9F507A61-8B9C-18F2-ACC6-B754DA37868E}"/>
              </a:ext>
            </a:extLst>
          </p:cNvPr>
          <p:cNvSpPr/>
          <p:nvPr/>
        </p:nvSpPr>
        <p:spPr>
          <a:xfrm>
            <a:off x="2965622" y="4377377"/>
            <a:ext cx="436606" cy="461319"/>
          </a:xfrm>
          <a:prstGeom prst="star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TextBox 9">
            <a:extLst>
              <a:ext uri="{FF2B5EF4-FFF2-40B4-BE49-F238E27FC236}">
                <a16:creationId xmlns:a16="http://schemas.microsoft.com/office/drawing/2014/main" id="{B9753623-4CF5-60D0-17C3-0F8243943880}"/>
              </a:ext>
            </a:extLst>
          </p:cNvPr>
          <p:cNvSpPr txBox="1"/>
          <p:nvPr/>
        </p:nvSpPr>
        <p:spPr>
          <a:xfrm>
            <a:off x="4036542" y="4066747"/>
            <a:ext cx="4950940" cy="2339072"/>
          </a:xfrm>
          <a:prstGeom prst="rect">
            <a:avLst/>
          </a:prstGeom>
          <a:noFill/>
          <a:ln>
            <a:noFill/>
          </a:ln>
        </p:spPr>
        <p:txBody>
          <a:bodyPr wrap="square" lIns="91425" tIns="91425" rIns="91425" bIns="91425" rtlCol="0" anchor="b" anchorCtr="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Data Centric</a:t>
            </a:r>
          </a:p>
          <a:p>
            <a:pPr marL="914400" marR="0" lvl="0" indent="-4032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Energy Aware</a:t>
            </a:r>
          </a:p>
          <a:p>
            <a:pPr marL="914400" marR="0" lvl="0" indent="-4032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Data Aggregation</a:t>
            </a:r>
          </a:p>
          <a:p>
            <a:pPr marL="403225" marR="0" lvl="1" indent="-4032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Query- Response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241755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mph" presetSubtype="0" fill="hold" grpId="0" nodeType="clickEffect">
                                  <p:stCondLst>
                                    <p:cond delay="0"/>
                                  </p:stCondLst>
                                  <p:childTnLst>
                                    <p:animClr clrSpc="hsl" dir="cw">
                                      <p:cBhvr override="childStyle">
                                        <p:cTn id="6" dur="500" fill="hold"/>
                                        <p:tgtEl>
                                          <p:spTgt spid="8"/>
                                        </p:tgtEl>
                                        <p:attrNameLst>
                                          <p:attrName>style.color</p:attrName>
                                        </p:attrNameLst>
                                      </p:cBhvr>
                                      <p:by>
                                        <p:hsl h="0" s="12549" l="25098"/>
                                      </p:by>
                                    </p:animClr>
                                    <p:animClr clrSpc="hsl" dir="cw">
                                      <p:cBhvr>
                                        <p:cTn id="7" dur="500" fill="hold"/>
                                        <p:tgtEl>
                                          <p:spTgt spid="8"/>
                                        </p:tgtEl>
                                        <p:attrNameLst>
                                          <p:attrName>fillcolor</p:attrName>
                                        </p:attrNameLst>
                                      </p:cBhvr>
                                      <p:by>
                                        <p:hsl h="0" s="12549" l="25098"/>
                                      </p:by>
                                    </p:animClr>
                                    <p:animClr clrSpc="hsl" dir="cw">
                                      <p:cBhvr>
                                        <p:cTn id="8" dur="500" fill="hold"/>
                                        <p:tgtEl>
                                          <p:spTgt spid="8"/>
                                        </p:tgtEl>
                                        <p:attrNameLst>
                                          <p:attrName>stroke.color</p:attrName>
                                        </p:attrNameLst>
                                      </p:cBhvr>
                                      <p:by>
                                        <p:hsl h="0" s="12549" l="25098"/>
                                      </p:by>
                                    </p:animClr>
                                    <p:set>
                                      <p:cBhvr>
                                        <p:cTn id="9" dur="500" fill="hold"/>
                                        <p:tgtEl>
                                          <p:spTgt spid="8"/>
                                        </p:tgtEl>
                                        <p:attrNameLst>
                                          <p:attrName>fill.type</p:attrName>
                                        </p:attrNameLst>
                                      </p:cBhvr>
                                      <p:to>
                                        <p:strVal val="solid"/>
                                      </p:to>
                                    </p:set>
                                  </p:childTnLst>
                                </p:cTn>
                              </p:par>
                              <p:par>
                                <p:cTn id="10" presetID="30" presetClass="emph" presetSubtype="0" fill="hold" grpId="0" nodeType="withEffect">
                                  <p:stCondLst>
                                    <p:cond delay="0"/>
                                  </p:stCondLst>
                                  <p:childTnLst>
                                    <p:animClr clrSpc="hsl" dir="cw">
                                      <p:cBhvr override="childStyle">
                                        <p:cTn id="11" dur="500" fill="hold"/>
                                        <p:tgtEl>
                                          <p:spTgt spid="7"/>
                                        </p:tgtEl>
                                        <p:attrNameLst>
                                          <p:attrName>style.color</p:attrName>
                                        </p:attrNameLst>
                                      </p:cBhvr>
                                      <p:by>
                                        <p:hsl h="0" s="12549" l="25098"/>
                                      </p:by>
                                    </p:animClr>
                                    <p:animClr clrSpc="hsl" dir="cw">
                                      <p:cBhvr>
                                        <p:cTn id="12" dur="500" fill="hold"/>
                                        <p:tgtEl>
                                          <p:spTgt spid="7"/>
                                        </p:tgtEl>
                                        <p:attrNameLst>
                                          <p:attrName>fillcolor</p:attrName>
                                        </p:attrNameLst>
                                      </p:cBhvr>
                                      <p:by>
                                        <p:hsl h="0" s="12549" l="25098"/>
                                      </p:by>
                                    </p:animClr>
                                    <p:animClr clrSpc="hsl" dir="cw">
                                      <p:cBhvr>
                                        <p:cTn id="13" dur="500" fill="hold"/>
                                        <p:tgtEl>
                                          <p:spTgt spid="7"/>
                                        </p:tgtEl>
                                        <p:attrNameLst>
                                          <p:attrName>stroke.color</p:attrName>
                                        </p:attrNameLst>
                                      </p:cBhvr>
                                      <p:by>
                                        <p:hsl h="0" s="12549" l="25098"/>
                                      </p:by>
                                    </p:animClr>
                                    <p:set>
                                      <p:cBhvr>
                                        <p:cTn id="14" dur="500" fill="hold"/>
                                        <p:tgtEl>
                                          <p:spTgt spid="7"/>
                                        </p:tgtEl>
                                        <p:attrNameLst>
                                          <p:attrName>fill.type</p:attrName>
                                        </p:attrNameLst>
                                      </p:cBhvr>
                                      <p:to>
                                        <p:strVal val="solid"/>
                                      </p:to>
                                    </p:set>
                                  </p:childTnLst>
                                </p:cTn>
                              </p:par>
                              <p:par>
                                <p:cTn id="15" presetID="24" presetClass="emph" presetSubtype="0" fill="hold" grpId="0" nodeType="withEffect">
                                  <p:stCondLst>
                                    <p:cond delay="0"/>
                                  </p:stCondLst>
                                  <p:childTnLst>
                                    <p:animClr clrSpc="hsl" dir="cw">
                                      <p:cBhvr override="childStyle">
                                        <p:cTn id="16" dur="500" fill="hold"/>
                                        <p:tgtEl>
                                          <p:spTgt spid="6"/>
                                        </p:tgtEl>
                                        <p:attrNameLst>
                                          <p:attrName>style.color</p:attrName>
                                        </p:attrNameLst>
                                      </p:cBhvr>
                                      <p:by>
                                        <p:hsl h="0" s="-12549" l="-25098"/>
                                      </p:by>
                                    </p:animClr>
                                    <p:animClr clrSpc="hsl" dir="cw">
                                      <p:cBhvr>
                                        <p:cTn id="17" dur="500" fill="hold"/>
                                        <p:tgtEl>
                                          <p:spTgt spid="6"/>
                                        </p:tgtEl>
                                        <p:attrNameLst>
                                          <p:attrName>fillcolor</p:attrName>
                                        </p:attrNameLst>
                                      </p:cBhvr>
                                      <p:by>
                                        <p:hsl h="0" s="-12549" l="-25098"/>
                                      </p:by>
                                    </p:animClr>
                                    <p:animClr clrSpc="hsl" dir="cw">
                                      <p:cBhvr>
                                        <p:cTn id="18" dur="500" fill="hold"/>
                                        <p:tgtEl>
                                          <p:spTgt spid="6"/>
                                        </p:tgtEl>
                                        <p:attrNameLst>
                                          <p:attrName>stroke.color</p:attrName>
                                        </p:attrNameLst>
                                      </p:cBhvr>
                                      <p:by>
                                        <p:hsl h="0" s="-12549" l="-25098"/>
                                      </p:by>
                                    </p:animClr>
                                    <p:set>
                                      <p:cBhvr>
                                        <p:cTn id="19" dur="500" fill="hold"/>
                                        <p:tgtEl>
                                          <p:spTgt spid="6"/>
                                        </p:tgtEl>
                                        <p:attrNameLst>
                                          <p:attrName>fill.type</p:attrName>
                                        </p:attrNameLst>
                                      </p:cBhvr>
                                      <p:to>
                                        <p:strVal val="solid"/>
                                      </p:to>
                                    </p:set>
                                  </p:childTnLst>
                                </p:cTn>
                              </p:par>
                              <p:par>
                                <p:cTn id="20" presetID="30" presetClass="emph" presetSubtype="0" fill="hold" grpId="0" nodeType="withEffect">
                                  <p:stCondLst>
                                    <p:cond delay="0"/>
                                  </p:stCondLst>
                                  <p:childTnLst>
                                    <p:animClr clrSpc="hsl" dir="cw">
                                      <p:cBhvr override="childStyle">
                                        <p:cTn id="21" dur="500" fill="hold"/>
                                        <p:tgtEl>
                                          <p:spTgt spid="5"/>
                                        </p:tgtEl>
                                        <p:attrNameLst>
                                          <p:attrName>style.color</p:attrName>
                                        </p:attrNameLst>
                                      </p:cBhvr>
                                      <p:by>
                                        <p:hsl h="0" s="12549" l="25098"/>
                                      </p:by>
                                    </p:animClr>
                                    <p:animClr clrSpc="hsl" dir="cw">
                                      <p:cBhvr>
                                        <p:cTn id="22" dur="500" fill="hold"/>
                                        <p:tgtEl>
                                          <p:spTgt spid="5"/>
                                        </p:tgtEl>
                                        <p:attrNameLst>
                                          <p:attrName>fillcolor</p:attrName>
                                        </p:attrNameLst>
                                      </p:cBhvr>
                                      <p:by>
                                        <p:hsl h="0" s="12549" l="25098"/>
                                      </p:by>
                                    </p:animClr>
                                    <p:animClr clrSpc="hsl" dir="cw">
                                      <p:cBhvr>
                                        <p:cTn id="23" dur="500" fill="hold"/>
                                        <p:tgtEl>
                                          <p:spTgt spid="5"/>
                                        </p:tgtEl>
                                        <p:attrNameLst>
                                          <p:attrName>stroke.color</p:attrName>
                                        </p:attrNameLst>
                                      </p:cBhvr>
                                      <p:by>
                                        <p:hsl h="0" s="12549" l="25098"/>
                                      </p:by>
                                    </p:animClr>
                                    <p:set>
                                      <p:cBhvr>
                                        <p:cTn id="24" dur="500" fill="hold"/>
                                        <p:tgtEl>
                                          <p:spTgt spid="5"/>
                                        </p:tgtEl>
                                        <p:attrNameLst>
                                          <p:attrName>fill.type</p:attrName>
                                        </p:attrNameLst>
                                      </p:cBhvr>
                                      <p:to>
                                        <p:strVal val="solid"/>
                                      </p:to>
                                    </p:set>
                                  </p:childTnLst>
                                </p:cTn>
                              </p:par>
                              <p:par>
                                <p:cTn id="25" presetID="30" presetClass="emph" presetSubtype="0" fill="hold" grpId="0" nodeType="withEffect">
                                  <p:stCondLst>
                                    <p:cond delay="0"/>
                                  </p:stCondLst>
                                  <p:childTnLst>
                                    <p:animClr clrSpc="hsl" dir="cw">
                                      <p:cBhvr override="childStyle">
                                        <p:cTn id="26" dur="500" fill="hold"/>
                                        <p:tgtEl>
                                          <p:spTgt spid="4"/>
                                        </p:tgtEl>
                                        <p:attrNameLst>
                                          <p:attrName>style.color</p:attrName>
                                        </p:attrNameLst>
                                      </p:cBhvr>
                                      <p:by>
                                        <p:hsl h="0" s="12549" l="25098"/>
                                      </p:by>
                                    </p:animClr>
                                    <p:animClr clrSpc="hsl" dir="cw">
                                      <p:cBhvr>
                                        <p:cTn id="27" dur="500" fill="hold"/>
                                        <p:tgtEl>
                                          <p:spTgt spid="4"/>
                                        </p:tgtEl>
                                        <p:attrNameLst>
                                          <p:attrName>fillcolor</p:attrName>
                                        </p:attrNameLst>
                                      </p:cBhvr>
                                      <p:by>
                                        <p:hsl h="0" s="12549" l="25098"/>
                                      </p:by>
                                    </p:animClr>
                                    <p:animClr clrSpc="hsl" dir="cw">
                                      <p:cBhvr>
                                        <p:cTn id="28" dur="500" fill="hold"/>
                                        <p:tgtEl>
                                          <p:spTgt spid="4"/>
                                        </p:tgtEl>
                                        <p:attrNameLst>
                                          <p:attrName>stroke.color</p:attrName>
                                        </p:attrNameLst>
                                      </p:cBhvr>
                                      <p:by>
                                        <p:hsl h="0" s="12549" l="25098"/>
                                      </p:by>
                                    </p:animClr>
                                    <p:set>
                                      <p:cBhvr>
                                        <p:cTn id="29" dur="500" fill="hold"/>
                                        <p:tgtEl>
                                          <p:spTgt spid="4"/>
                                        </p:tgtEl>
                                        <p:attrNameLst>
                                          <p:attrName>fill.type</p:attrName>
                                        </p:attrNameLst>
                                      </p:cBhvr>
                                      <p:to>
                                        <p:strVal val="solid"/>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1+#ppt_w/2"/>
                                          </p:val>
                                        </p:tav>
                                        <p:tav tm="100000">
                                          <p:val>
                                            <p:strVal val="#ppt_x"/>
                                          </p:val>
                                        </p:tav>
                                      </p:tavLst>
                                    </p:anim>
                                    <p:anim calcmode="lin" valueType="num">
                                      <p:cBhvr additive="base">
                                        <p:cTn id="39"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7FC36-44D5-8F41-75FF-9D7B6558F33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87B3AD-CD93-E65E-2A04-E460F0B55C75}"/>
              </a:ext>
            </a:extLst>
          </p:cNvPr>
          <p:cNvSpPr>
            <a:spLocks noGrp="1"/>
          </p:cNvSpPr>
          <p:nvPr>
            <p:ph sz="quarter" idx="10"/>
          </p:nvPr>
        </p:nvSpPr>
        <p:spPr/>
        <p:txBody>
          <a:bodyPr/>
          <a:lstStyle/>
          <a:p>
            <a:r>
              <a:rPr lang="en-IN" dirty="0"/>
              <a:t>Protocol Stack</a:t>
            </a:r>
          </a:p>
        </p:txBody>
      </p:sp>
      <p:sp>
        <p:nvSpPr>
          <p:cNvPr id="11" name="TextBox 10">
            <a:extLst>
              <a:ext uri="{FF2B5EF4-FFF2-40B4-BE49-F238E27FC236}">
                <a16:creationId xmlns:a16="http://schemas.microsoft.com/office/drawing/2014/main" id="{C667B958-B3E2-1F52-3683-518DDC00CBD8}"/>
              </a:ext>
            </a:extLst>
          </p:cNvPr>
          <p:cNvSpPr txBox="1"/>
          <p:nvPr/>
        </p:nvSpPr>
        <p:spPr>
          <a:xfrm>
            <a:off x="76200" y="1524000"/>
            <a:ext cx="8686800" cy="5078313"/>
          </a:xfrm>
          <a:prstGeom prst="rect">
            <a:avLst/>
          </a:prstGeom>
          <a:noFill/>
        </p:spPr>
        <p:txBody>
          <a:bodyPr wrap="square" rtlCol="0">
            <a:spAutoFit/>
          </a:bodyPr>
          <a:lstStyle/>
          <a:p>
            <a:pPr>
              <a:buNone/>
            </a:pPr>
            <a:r>
              <a:rPr lang="en-US" dirty="0"/>
              <a:t>The </a:t>
            </a:r>
            <a:r>
              <a:rPr lang="en-US" b="1" dirty="0"/>
              <a:t>network layer</a:t>
            </a:r>
            <a:r>
              <a:rPr lang="en-US" dirty="0"/>
              <a:t> in network-embedded applications focuses on efficient </a:t>
            </a:r>
            <a:r>
              <a:rPr lang="en-US" b="1" dirty="0"/>
              <a:t>data-centric communication</a:t>
            </a:r>
            <a:r>
              <a:rPr lang="en-US" dirty="0"/>
              <a:t> while maintaining energy efficiency. The image highlights three key aspects:</a:t>
            </a:r>
          </a:p>
          <a:p>
            <a:pPr>
              <a:buNone/>
            </a:pPr>
            <a:r>
              <a:rPr lang="en-US" b="1" dirty="0"/>
              <a:t>1. Data-Centric Approach</a:t>
            </a:r>
          </a:p>
          <a:p>
            <a:pPr>
              <a:buFont typeface="Arial" panose="020B0604020202020204" pitchFamily="34" charset="0"/>
              <a:buChar char="•"/>
            </a:pPr>
            <a:r>
              <a:rPr lang="en-US" dirty="0"/>
              <a:t>Traditional networks </a:t>
            </a:r>
            <a:r>
              <a:rPr lang="en-US" b="1" dirty="0"/>
              <a:t>route packets</a:t>
            </a:r>
            <a:r>
              <a:rPr lang="en-US" dirty="0"/>
              <a:t> based on source and destination addresses.</a:t>
            </a:r>
          </a:p>
          <a:p>
            <a:pPr>
              <a:buFont typeface="Arial" panose="020B0604020202020204" pitchFamily="34" charset="0"/>
              <a:buChar char="•"/>
            </a:pPr>
            <a:r>
              <a:rPr lang="en-US" b="1" dirty="0"/>
              <a:t>Data-centric networks</a:t>
            </a:r>
            <a:r>
              <a:rPr lang="en-US" dirty="0"/>
              <a:t> in embedded systems </a:t>
            </a:r>
            <a:r>
              <a:rPr lang="en-US" b="1" dirty="0"/>
              <a:t>focus on the content</a:t>
            </a:r>
            <a:r>
              <a:rPr lang="en-US" dirty="0"/>
              <a:t> rather than the source.</a:t>
            </a:r>
          </a:p>
          <a:p>
            <a:pPr>
              <a:buFont typeface="Arial" panose="020B0604020202020204" pitchFamily="34" charset="0"/>
              <a:buChar char="•"/>
            </a:pPr>
            <a:r>
              <a:rPr lang="en-US" dirty="0"/>
              <a:t>Nodes process, filter, and forward </a:t>
            </a:r>
            <a:r>
              <a:rPr lang="en-US" b="1" dirty="0"/>
              <a:t>only relevant data</a:t>
            </a:r>
            <a:r>
              <a:rPr lang="en-US" dirty="0"/>
              <a:t>, reducing redundant transmissions.</a:t>
            </a:r>
          </a:p>
          <a:p>
            <a:pPr>
              <a:buFont typeface="Arial" panose="020B0604020202020204" pitchFamily="34" charset="0"/>
              <a:buChar char="•"/>
            </a:pPr>
            <a:r>
              <a:rPr lang="en-US" b="1" dirty="0"/>
              <a:t>Example:</a:t>
            </a:r>
            <a:r>
              <a:rPr lang="en-US" dirty="0"/>
              <a:t> Instead of querying a specific node, a sink node may request “temperature data from all sensors above 30°C.”</a:t>
            </a:r>
          </a:p>
          <a:p>
            <a:pPr>
              <a:buNone/>
            </a:pPr>
            <a:r>
              <a:rPr lang="en-US" b="1" dirty="0"/>
              <a:t>2. Data Aggregation</a:t>
            </a:r>
          </a:p>
          <a:p>
            <a:pPr>
              <a:buFont typeface="Arial" panose="020B0604020202020204" pitchFamily="34" charset="0"/>
              <a:buChar char="•"/>
            </a:pPr>
            <a:r>
              <a:rPr lang="en-US" dirty="0"/>
              <a:t>Instead of forwarding </a:t>
            </a:r>
            <a:r>
              <a:rPr lang="en-US" b="1" dirty="0"/>
              <a:t>raw data from all nodes</a:t>
            </a:r>
            <a:r>
              <a:rPr lang="en-US" dirty="0"/>
              <a:t>, intermediate nodes </a:t>
            </a:r>
            <a:r>
              <a:rPr lang="en-US" b="1" dirty="0"/>
              <a:t>aggregate</a:t>
            </a:r>
            <a:r>
              <a:rPr lang="en-US" dirty="0"/>
              <a:t> and </a:t>
            </a:r>
            <a:r>
              <a:rPr lang="en-US" b="1" dirty="0"/>
              <a:t>compress</a:t>
            </a:r>
            <a:r>
              <a:rPr lang="en-US" dirty="0"/>
              <a:t> the data to reduce redundancy.</a:t>
            </a:r>
          </a:p>
          <a:p>
            <a:pPr>
              <a:buFont typeface="Arial" panose="020B0604020202020204" pitchFamily="34" charset="0"/>
              <a:buChar char="•"/>
            </a:pPr>
            <a:r>
              <a:rPr lang="en-US" b="1" dirty="0"/>
              <a:t>Benefits:</a:t>
            </a:r>
            <a:endParaRPr lang="en-US" dirty="0"/>
          </a:p>
          <a:p>
            <a:pPr marL="742950" lvl="1" indent="-285750">
              <a:buFont typeface="Arial" panose="020B0604020202020204" pitchFamily="34" charset="0"/>
              <a:buChar char="•"/>
            </a:pPr>
            <a:r>
              <a:rPr lang="en-US" b="1" dirty="0"/>
              <a:t>Minimizes packet transmissions</a:t>
            </a:r>
            <a:r>
              <a:rPr lang="en-US" dirty="0"/>
              <a:t>, reducing energy consumption.</a:t>
            </a:r>
          </a:p>
          <a:p>
            <a:pPr marL="742950" lvl="1" indent="-285750">
              <a:buFont typeface="Arial" panose="020B0604020202020204" pitchFamily="34" charset="0"/>
              <a:buChar char="•"/>
            </a:pPr>
            <a:r>
              <a:rPr lang="en-US" dirty="0"/>
              <a:t>Reduces </a:t>
            </a:r>
            <a:r>
              <a:rPr lang="en-US" b="1" dirty="0"/>
              <a:t>network congestion</a:t>
            </a:r>
            <a:r>
              <a:rPr lang="en-US" dirty="0"/>
              <a:t> and improves scalability.</a:t>
            </a:r>
          </a:p>
          <a:p>
            <a:pPr>
              <a:buFont typeface="Arial" panose="020B0604020202020204" pitchFamily="34" charset="0"/>
              <a:buChar char="•"/>
            </a:pPr>
            <a:r>
              <a:rPr lang="en-US" b="1" dirty="0"/>
              <a:t>Example:</a:t>
            </a:r>
            <a:r>
              <a:rPr lang="en-US" dirty="0"/>
              <a:t> In a smart irrigation system, multiple sensors measuring </a:t>
            </a:r>
            <a:r>
              <a:rPr lang="en-US" b="1" dirty="0"/>
              <a:t>soil moisture</a:t>
            </a:r>
            <a:r>
              <a:rPr lang="en-US" dirty="0"/>
              <a:t> in the same region send an </a:t>
            </a:r>
            <a:r>
              <a:rPr lang="en-US" b="1" dirty="0"/>
              <a:t>average value</a:t>
            </a:r>
            <a:r>
              <a:rPr lang="en-US" dirty="0"/>
              <a:t> instead of individual readings.</a:t>
            </a:r>
          </a:p>
          <a:p>
            <a:endParaRPr lang="en-IN" dirty="0"/>
          </a:p>
        </p:txBody>
      </p:sp>
    </p:spTree>
    <p:extLst>
      <p:ext uri="{BB962C8B-B14F-4D97-AF65-F5344CB8AC3E}">
        <p14:creationId xmlns:p14="http://schemas.microsoft.com/office/powerpoint/2010/main" val="220546079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9EA99-D787-E286-81D3-FC7ACF1164A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B77797-D7AE-0E54-3650-CB5DEE720DEA}"/>
              </a:ext>
            </a:extLst>
          </p:cNvPr>
          <p:cNvSpPr>
            <a:spLocks noGrp="1"/>
          </p:cNvSpPr>
          <p:nvPr>
            <p:ph sz="quarter" idx="10"/>
          </p:nvPr>
        </p:nvSpPr>
        <p:spPr/>
        <p:txBody>
          <a:bodyPr/>
          <a:lstStyle/>
          <a:p>
            <a:r>
              <a:rPr lang="en-IN" dirty="0"/>
              <a:t>Protocol Stack</a:t>
            </a:r>
          </a:p>
        </p:txBody>
      </p:sp>
      <p:sp>
        <p:nvSpPr>
          <p:cNvPr id="11" name="TextBox 10">
            <a:extLst>
              <a:ext uri="{FF2B5EF4-FFF2-40B4-BE49-F238E27FC236}">
                <a16:creationId xmlns:a16="http://schemas.microsoft.com/office/drawing/2014/main" id="{45576101-5CBA-F2CB-7147-DC675C952E6C}"/>
              </a:ext>
            </a:extLst>
          </p:cNvPr>
          <p:cNvSpPr txBox="1"/>
          <p:nvPr/>
        </p:nvSpPr>
        <p:spPr>
          <a:xfrm>
            <a:off x="76200" y="1371600"/>
            <a:ext cx="8686800" cy="5078313"/>
          </a:xfrm>
          <a:prstGeom prst="rect">
            <a:avLst/>
          </a:prstGeom>
          <a:noFill/>
        </p:spPr>
        <p:txBody>
          <a:bodyPr wrap="square" rtlCol="0">
            <a:spAutoFit/>
          </a:bodyPr>
          <a:lstStyle/>
          <a:p>
            <a:pPr>
              <a:buNone/>
            </a:pPr>
            <a:r>
              <a:rPr lang="en-US" b="1" dirty="0"/>
              <a:t>3. Query-Response Model</a:t>
            </a:r>
          </a:p>
          <a:p>
            <a:pPr>
              <a:buFont typeface="Arial" panose="020B0604020202020204" pitchFamily="34" charset="0"/>
              <a:buChar char="•"/>
            </a:pPr>
            <a:r>
              <a:rPr lang="en-US" dirty="0"/>
              <a:t>Unlike continuous data transmission, embedded networks often use an </a:t>
            </a:r>
            <a:r>
              <a:rPr lang="en-US" b="1" dirty="0"/>
              <a:t>on-demand model</a:t>
            </a:r>
            <a:r>
              <a:rPr lang="en-US" dirty="0"/>
              <a:t>, where data is sent </a:t>
            </a:r>
            <a:r>
              <a:rPr lang="en-US" b="1" dirty="0"/>
              <a:t>only when requested</a:t>
            </a:r>
            <a:r>
              <a:rPr lang="en-US" dirty="0"/>
              <a:t>.</a:t>
            </a:r>
          </a:p>
          <a:p>
            <a:pPr>
              <a:buFont typeface="Arial" panose="020B0604020202020204" pitchFamily="34" charset="0"/>
              <a:buChar char="•"/>
            </a:pPr>
            <a:r>
              <a:rPr lang="en-US" b="1" dirty="0"/>
              <a:t>Two types of queries:</a:t>
            </a:r>
            <a:endParaRPr lang="en-US" dirty="0"/>
          </a:p>
          <a:p>
            <a:pPr marL="742950" lvl="1" indent="-285750">
              <a:buFont typeface="Arial" panose="020B0604020202020204" pitchFamily="34" charset="0"/>
              <a:buChar char="•"/>
            </a:pPr>
            <a:r>
              <a:rPr lang="en-US" b="1" dirty="0"/>
              <a:t>Event-driven:</a:t>
            </a:r>
            <a:r>
              <a:rPr lang="en-US" dirty="0"/>
              <a:t> Nodes transmit data when a specific event occurs (e.g., motion detected in surveillance).</a:t>
            </a:r>
          </a:p>
          <a:p>
            <a:pPr marL="742950" lvl="1" indent="-285750">
              <a:buFont typeface="Arial" panose="020B0604020202020204" pitchFamily="34" charset="0"/>
              <a:buChar char="•"/>
            </a:pPr>
            <a:r>
              <a:rPr lang="en-US" b="1" dirty="0"/>
              <a:t>Periodic queries:</a:t>
            </a:r>
            <a:r>
              <a:rPr lang="en-US" dirty="0"/>
              <a:t> Data is collected at regular intervals for monitoring applications.</a:t>
            </a:r>
          </a:p>
          <a:p>
            <a:pPr>
              <a:buFont typeface="Arial" panose="020B0604020202020204" pitchFamily="34" charset="0"/>
              <a:buChar char="•"/>
            </a:pPr>
            <a:r>
              <a:rPr lang="en-US" dirty="0"/>
              <a:t>This approach reduces </a:t>
            </a:r>
            <a:r>
              <a:rPr lang="en-US" b="1" dirty="0"/>
              <a:t>unnecessary transmissions</a:t>
            </a:r>
            <a:r>
              <a:rPr lang="en-US" dirty="0"/>
              <a:t>, saving </a:t>
            </a:r>
            <a:r>
              <a:rPr lang="en-US" b="1" dirty="0"/>
              <a:t>bandwidth and power</a:t>
            </a:r>
            <a:r>
              <a:rPr lang="en-US" dirty="0"/>
              <a:t>.</a:t>
            </a:r>
          </a:p>
          <a:p>
            <a:pPr>
              <a:buNone/>
            </a:pPr>
            <a:r>
              <a:rPr lang="en-US" b="1" dirty="0"/>
              <a:t>Impact on Network Embedded Applications</a:t>
            </a:r>
          </a:p>
          <a:p>
            <a:pPr>
              <a:buFont typeface="Arial" panose="020B0604020202020204" pitchFamily="34" charset="0"/>
              <a:buChar char="•"/>
            </a:pPr>
            <a:r>
              <a:rPr lang="en-US" b="1" dirty="0"/>
              <a:t>Smart Homes &amp; Cities:</a:t>
            </a:r>
            <a:r>
              <a:rPr lang="en-US" dirty="0"/>
              <a:t> Efficient environmental monitoring with </a:t>
            </a:r>
            <a:r>
              <a:rPr lang="en-US" b="1" dirty="0"/>
              <a:t>on-demand sensor queries</a:t>
            </a:r>
            <a:r>
              <a:rPr lang="en-US" dirty="0"/>
              <a:t>.</a:t>
            </a:r>
          </a:p>
          <a:p>
            <a:pPr>
              <a:buFont typeface="Arial" panose="020B0604020202020204" pitchFamily="34" charset="0"/>
              <a:buChar char="•"/>
            </a:pPr>
            <a:r>
              <a:rPr lang="en-US" b="1" dirty="0"/>
              <a:t>Healthcare IoT:</a:t>
            </a:r>
            <a:r>
              <a:rPr lang="en-US" dirty="0"/>
              <a:t> Patient monitoring systems transmit </a:t>
            </a:r>
            <a:r>
              <a:rPr lang="en-US" b="1" dirty="0"/>
              <a:t>aggregated vitals</a:t>
            </a:r>
            <a:r>
              <a:rPr lang="en-US" dirty="0"/>
              <a:t> instead of raw sensor readings.</a:t>
            </a:r>
          </a:p>
          <a:p>
            <a:pPr>
              <a:buFont typeface="Arial" panose="020B0604020202020204" pitchFamily="34" charset="0"/>
              <a:buChar char="•"/>
            </a:pPr>
            <a:r>
              <a:rPr lang="en-US" b="1" dirty="0"/>
              <a:t>Industrial Automation:</a:t>
            </a:r>
            <a:r>
              <a:rPr lang="en-US" dirty="0"/>
              <a:t> Energy-efficient </a:t>
            </a:r>
            <a:r>
              <a:rPr lang="en-US" b="1" dirty="0"/>
              <a:t>predictive maintenance</a:t>
            </a:r>
            <a:r>
              <a:rPr lang="en-US" dirty="0"/>
              <a:t> using data aggregation techniques.</a:t>
            </a:r>
          </a:p>
          <a:p>
            <a:r>
              <a:rPr lang="en-US" dirty="0"/>
              <a:t>By </a:t>
            </a:r>
            <a:r>
              <a:rPr lang="en-US" b="1" dirty="0"/>
              <a:t>optimizing data routing, reducing redundancy, and enabling on-demand data retrieval</a:t>
            </a:r>
            <a:r>
              <a:rPr lang="en-US" dirty="0"/>
              <a:t>, network-layer protocols in embedded applications </a:t>
            </a:r>
            <a:r>
              <a:rPr lang="en-US" b="1" dirty="0"/>
              <a:t>improve efficiency, conserve energy, and enhance real-time decision-making</a:t>
            </a:r>
            <a:r>
              <a:rPr lang="en-US" dirty="0"/>
              <a:t>.</a:t>
            </a:r>
          </a:p>
        </p:txBody>
      </p:sp>
    </p:spTree>
    <p:extLst>
      <p:ext uri="{BB962C8B-B14F-4D97-AF65-F5344CB8AC3E}">
        <p14:creationId xmlns:p14="http://schemas.microsoft.com/office/powerpoint/2010/main" val="217695268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8FF6E0-E125-5B4B-AE5E-E40BCB2439C2}"/>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9A12F9D7-9DB4-5AA5-F946-49BC1F94B133}"/>
              </a:ext>
            </a:extLst>
          </p:cNvPr>
          <p:cNvSpPr>
            <a:spLocks noGrp="1"/>
          </p:cNvSpPr>
          <p:nvPr>
            <p:ph type="sldNum" sz="quarter" idx="13"/>
          </p:nvPr>
        </p:nvSpPr>
        <p:spPr/>
        <p:txBody>
          <a:bodyPr/>
          <a:lstStyle/>
          <a:p>
            <a:fld id="{BC8D7E44-7D4F-4942-A8C9-2DF6BF8399E8}" type="slidenum">
              <a:rPr lang="en-US" smtClean="0"/>
              <a:pPr/>
              <a:t>106</a:t>
            </a:fld>
            <a:endParaRPr lang="en-US" dirty="0"/>
          </a:p>
        </p:txBody>
      </p:sp>
      <p:sp>
        <p:nvSpPr>
          <p:cNvPr id="4" name="Rectangle 3">
            <a:extLst>
              <a:ext uri="{FF2B5EF4-FFF2-40B4-BE49-F238E27FC236}">
                <a16:creationId xmlns:a16="http://schemas.microsoft.com/office/drawing/2014/main" id="{A8A136B2-6CE2-6F4F-094A-5CA3364B690D}"/>
              </a:ext>
            </a:extLst>
          </p:cNvPr>
          <p:cNvSpPr/>
          <p:nvPr/>
        </p:nvSpPr>
        <p:spPr>
          <a:xfrm>
            <a:off x="196630" y="5758248"/>
            <a:ext cx="3566984" cy="700217"/>
          </a:xfrm>
          <a:prstGeom prst="rect">
            <a:avLst/>
          </a:prstGeom>
          <a:scene3d>
            <a:camera prst="orthographicFront"/>
            <a:lightRig rig="threePt" dir="t"/>
          </a:scene3d>
          <a:sp3d>
            <a:bevelT/>
          </a:sp3d>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Physical</a:t>
            </a:r>
          </a:p>
        </p:txBody>
      </p:sp>
      <p:sp>
        <p:nvSpPr>
          <p:cNvPr id="5" name="Rectangle 4">
            <a:extLst>
              <a:ext uri="{FF2B5EF4-FFF2-40B4-BE49-F238E27FC236}">
                <a16:creationId xmlns:a16="http://schemas.microsoft.com/office/drawing/2014/main" id="{163AC494-D016-346A-3916-E7838B3D432B}"/>
              </a:ext>
            </a:extLst>
          </p:cNvPr>
          <p:cNvSpPr/>
          <p:nvPr/>
        </p:nvSpPr>
        <p:spPr>
          <a:xfrm>
            <a:off x="196630" y="4996248"/>
            <a:ext cx="3566984" cy="700217"/>
          </a:xfrm>
          <a:prstGeom prst="rect">
            <a:avLst/>
          </a:prstGeom>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Data Link</a:t>
            </a:r>
          </a:p>
        </p:txBody>
      </p:sp>
      <p:sp>
        <p:nvSpPr>
          <p:cNvPr id="6" name="Rectangle 5">
            <a:extLst>
              <a:ext uri="{FF2B5EF4-FFF2-40B4-BE49-F238E27FC236}">
                <a16:creationId xmlns:a16="http://schemas.microsoft.com/office/drawing/2014/main" id="{7E692298-6C2F-E0FC-0363-653A37F503E7}"/>
              </a:ext>
            </a:extLst>
          </p:cNvPr>
          <p:cNvSpPr/>
          <p:nvPr/>
        </p:nvSpPr>
        <p:spPr>
          <a:xfrm>
            <a:off x="196630" y="4257929"/>
            <a:ext cx="3566984" cy="700217"/>
          </a:xfrm>
          <a:prstGeom prst="rect">
            <a:avLst/>
          </a:prstGeom>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Network</a:t>
            </a:r>
          </a:p>
        </p:txBody>
      </p:sp>
      <p:sp>
        <p:nvSpPr>
          <p:cNvPr id="7" name="Rectangle 6">
            <a:extLst>
              <a:ext uri="{FF2B5EF4-FFF2-40B4-BE49-F238E27FC236}">
                <a16:creationId xmlns:a16="http://schemas.microsoft.com/office/drawing/2014/main" id="{A4A4EAEC-625C-B9F9-9C8B-8754C3104EEE}"/>
              </a:ext>
            </a:extLst>
          </p:cNvPr>
          <p:cNvSpPr/>
          <p:nvPr/>
        </p:nvSpPr>
        <p:spPr>
          <a:xfrm>
            <a:off x="196630" y="3519611"/>
            <a:ext cx="3566984" cy="700217"/>
          </a:xfrm>
          <a:prstGeom prst="rect">
            <a:avLst/>
          </a:prstGeom>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Transport</a:t>
            </a:r>
          </a:p>
        </p:txBody>
      </p:sp>
      <p:sp>
        <p:nvSpPr>
          <p:cNvPr id="8" name="Rectangle 7">
            <a:extLst>
              <a:ext uri="{FF2B5EF4-FFF2-40B4-BE49-F238E27FC236}">
                <a16:creationId xmlns:a16="http://schemas.microsoft.com/office/drawing/2014/main" id="{102B17BA-A7DA-B0E2-E42C-65860CD08997}"/>
              </a:ext>
            </a:extLst>
          </p:cNvPr>
          <p:cNvSpPr/>
          <p:nvPr/>
        </p:nvSpPr>
        <p:spPr>
          <a:xfrm>
            <a:off x="192508" y="2774086"/>
            <a:ext cx="3566984" cy="700217"/>
          </a:xfrm>
          <a:prstGeom prst="rect">
            <a:avLst/>
          </a:prstGeom>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sym typeface="Arial"/>
              </a:rPr>
              <a:t>Appln</a:t>
            </a:r>
            <a:endPar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endParaRPr>
          </a:p>
        </p:txBody>
      </p:sp>
      <p:sp>
        <p:nvSpPr>
          <p:cNvPr id="9" name="TextBox 8">
            <a:extLst>
              <a:ext uri="{FF2B5EF4-FFF2-40B4-BE49-F238E27FC236}">
                <a16:creationId xmlns:a16="http://schemas.microsoft.com/office/drawing/2014/main" id="{15CB1CB6-843D-340E-12ED-BA06FD9E2051}"/>
              </a:ext>
            </a:extLst>
          </p:cNvPr>
          <p:cNvSpPr txBox="1"/>
          <p:nvPr/>
        </p:nvSpPr>
        <p:spPr>
          <a:xfrm>
            <a:off x="4020066" y="3704282"/>
            <a:ext cx="4950940" cy="2339072"/>
          </a:xfrm>
          <a:prstGeom prst="rect">
            <a:avLst/>
          </a:prstGeom>
          <a:noFill/>
          <a:ln>
            <a:noFill/>
          </a:ln>
        </p:spPr>
        <p:txBody>
          <a:bodyPr wrap="square" lIns="91425" tIns="91425" rIns="91425" bIns="91425" rtlCol="0" anchor="b" anchorCtr="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Appears only when WSN connects to standard infrastructure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Nodes – Gateway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Gateway needs Transport</a:t>
            </a:r>
          </a:p>
        </p:txBody>
      </p:sp>
    </p:spTree>
    <p:extLst>
      <p:ext uri="{BB962C8B-B14F-4D97-AF65-F5344CB8AC3E}">
        <p14:creationId xmlns:p14="http://schemas.microsoft.com/office/powerpoint/2010/main" val="196922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mph" presetSubtype="0" fill="hold" grpId="0" nodeType="clickEffect">
                                  <p:stCondLst>
                                    <p:cond delay="0"/>
                                  </p:stCondLst>
                                  <p:childTnLst>
                                    <p:animClr clrSpc="hsl" dir="cw">
                                      <p:cBhvr override="childStyle">
                                        <p:cTn id="6" dur="500" fill="hold"/>
                                        <p:tgtEl>
                                          <p:spTgt spid="8"/>
                                        </p:tgtEl>
                                        <p:attrNameLst>
                                          <p:attrName>style.color</p:attrName>
                                        </p:attrNameLst>
                                      </p:cBhvr>
                                      <p:by>
                                        <p:hsl h="0" s="12549" l="25098"/>
                                      </p:by>
                                    </p:animClr>
                                    <p:animClr clrSpc="hsl" dir="cw">
                                      <p:cBhvr>
                                        <p:cTn id="7" dur="500" fill="hold"/>
                                        <p:tgtEl>
                                          <p:spTgt spid="8"/>
                                        </p:tgtEl>
                                        <p:attrNameLst>
                                          <p:attrName>fillcolor</p:attrName>
                                        </p:attrNameLst>
                                      </p:cBhvr>
                                      <p:by>
                                        <p:hsl h="0" s="12549" l="25098"/>
                                      </p:by>
                                    </p:animClr>
                                    <p:animClr clrSpc="hsl" dir="cw">
                                      <p:cBhvr>
                                        <p:cTn id="8" dur="500" fill="hold"/>
                                        <p:tgtEl>
                                          <p:spTgt spid="8"/>
                                        </p:tgtEl>
                                        <p:attrNameLst>
                                          <p:attrName>stroke.color</p:attrName>
                                        </p:attrNameLst>
                                      </p:cBhvr>
                                      <p:by>
                                        <p:hsl h="0" s="12549" l="25098"/>
                                      </p:by>
                                    </p:animClr>
                                    <p:set>
                                      <p:cBhvr>
                                        <p:cTn id="9" dur="500" fill="hold"/>
                                        <p:tgtEl>
                                          <p:spTgt spid="8"/>
                                        </p:tgtEl>
                                        <p:attrNameLst>
                                          <p:attrName>fill.type</p:attrName>
                                        </p:attrNameLst>
                                      </p:cBhvr>
                                      <p:to>
                                        <p:strVal val="solid"/>
                                      </p:to>
                                    </p:set>
                                  </p:childTnLst>
                                </p:cTn>
                              </p:par>
                              <p:par>
                                <p:cTn id="10" presetID="24" presetClass="emph" presetSubtype="0" fill="hold" grpId="0" nodeType="withEffect">
                                  <p:stCondLst>
                                    <p:cond delay="0"/>
                                  </p:stCondLst>
                                  <p:childTnLst>
                                    <p:animClr clrSpc="hsl" dir="cw">
                                      <p:cBhvr override="childStyle">
                                        <p:cTn id="11" dur="500" fill="hold"/>
                                        <p:tgtEl>
                                          <p:spTgt spid="7"/>
                                        </p:tgtEl>
                                        <p:attrNameLst>
                                          <p:attrName>style.color</p:attrName>
                                        </p:attrNameLst>
                                      </p:cBhvr>
                                      <p:by>
                                        <p:hsl h="0" s="-12549" l="-25098"/>
                                      </p:by>
                                    </p:animClr>
                                    <p:animClr clrSpc="hsl" dir="cw">
                                      <p:cBhvr>
                                        <p:cTn id="12" dur="500" fill="hold"/>
                                        <p:tgtEl>
                                          <p:spTgt spid="7"/>
                                        </p:tgtEl>
                                        <p:attrNameLst>
                                          <p:attrName>fillcolor</p:attrName>
                                        </p:attrNameLst>
                                      </p:cBhvr>
                                      <p:by>
                                        <p:hsl h="0" s="-12549" l="-25098"/>
                                      </p:by>
                                    </p:animClr>
                                    <p:animClr clrSpc="hsl" dir="cw">
                                      <p:cBhvr>
                                        <p:cTn id="13" dur="500" fill="hold"/>
                                        <p:tgtEl>
                                          <p:spTgt spid="7"/>
                                        </p:tgtEl>
                                        <p:attrNameLst>
                                          <p:attrName>stroke.color</p:attrName>
                                        </p:attrNameLst>
                                      </p:cBhvr>
                                      <p:by>
                                        <p:hsl h="0" s="-12549" l="-25098"/>
                                      </p:by>
                                    </p:animClr>
                                    <p:set>
                                      <p:cBhvr>
                                        <p:cTn id="14" dur="500" fill="hold"/>
                                        <p:tgtEl>
                                          <p:spTgt spid="7"/>
                                        </p:tgtEl>
                                        <p:attrNameLst>
                                          <p:attrName>fill.type</p:attrName>
                                        </p:attrNameLst>
                                      </p:cBhvr>
                                      <p:to>
                                        <p:strVal val="solid"/>
                                      </p:to>
                                    </p:set>
                                  </p:childTnLst>
                                </p:cTn>
                              </p:par>
                              <p:par>
                                <p:cTn id="15" presetID="30" presetClass="emph" presetSubtype="0" fill="hold" grpId="0" nodeType="withEffect">
                                  <p:stCondLst>
                                    <p:cond delay="0"/>
                                  </p:stCondLst>
                                  <p:childTnLst>
                                    <p:animClr clrSpc="hsl" dir="cw">
                                      <p:cBhvr override="childStyle">
                                        <p:cTn id="16" dur="500" fill="hold"/>
                                        <p:tgtEl>
                                          <p:spTgt spid="6"/>
                                        </p:tgtEl>
                                        <p:attrNameLst>
                                          <p:attrName>style.color</p:attrName>
                                        </p:attrNameLst>
                                      </p:cBhvr>
                                      <p:by>
                                        <p:hsl h="0" s="12549" l="25098"/>
                                      </p:by>
                                    </p:animClr>
                                    <p:animClr clrSpc="hsl" dir="cw">
                                      <p:cBhvr>
                                        <p:cTn id="17" dur="500" fill="hold"/>
                                        <p:tgtEl>
                                          <p:spTgt spid="6"/>
                                        </p:tgtEl>
                                        <p:attrNameLst>
                                          <p:attrName>fillcolor</p:attrName>
                                        </p:attrNameLst>
                                      </p:cBhvr>
                                      <p:by>
                                        <p:hsl h="0" s="12549" l="25098"/>
                                      </p:by>
                                    </p:animClr>
                                    <p:animClr clrSpc="hsl" dir="cw">
                                      <p:cBhvr>
                                        <p:cTn id="18" dur="500" fill="hold"/>
                                        <p:tgtEl>
                                          <p:spTgt spid="6"/>
                                        </p:tgtEl>
                                        <p:attrNameLst>
                                          <p:attrName>stroke.color</p:attrName>
                                        </p:attrNameLst>
                                      </p:cBhvr>
                                      <p:by>
                                        <p:hsl h="0" s="12549" l="25098"/>
                                      </p:by>
                                    </p:animClr>
                                    <p:set>
                                      <p:cBhvr>
                                        <p:cTn id="19" dur="500" fill="hold"/>
                                        <p:tgtEl>
                                          <p:spTgt spid="6"/>
                                        </p:tgtEl>
                                        <p:attrNameLst>
                                          <p:attrName>fill.type</p:attrName>
                                        </p:attrNameLst>
                                      </p:cBhvr>
                                      <p:to>
                                        <p:strVal val="solid"/>
                                      </p:to>
                                    </p:set>
                                  </p:childTnLst>
                                </p:cTn>
                              </p:par>
                              <p:par>
                                <p:cTn id="20" presetID="30" presetClass="emph" presetSubtype="0" fill="hold" grpId="0" nodeType="withEffect">
                                  <p:stCondLst>
                                    <p:cond delay="0"/>
                                  </p:stCondLst>
                                  <p:childTnLst>
                                    <p:animClr clrSpc="hsl" dir="cw">
                                      <p:cBhvr override="childStyle">
                                        <p:cTn id="21" dur="500" fill="hold"/>
                                        <p:tgtEl>
                                          <p:spTgt spid="5"/>
                                        </p:tgtEl>
                                        <p:attrNameLst>
                                          <p:attrName>style.color</p:attrName>
                                        </p:attrNameLst>
                                      </p:cBhvr>
                                      <p:by>
                                        <p:hsl h="0" s="12549" l="25098"/>
                                      </p:by>
                                    </p:animClr>
                                    <p:animClr clrSpc="hsl" dir="cw">
                                      <p:cBhvr>
                                        <p:cTn id="22" dur="500" fill="hold"/>
                                        <p:tgtEl>
                                          <p:spTgt spid="5"/>
                                        </p:tgtEl>
                                        <p:attrNameLst>
                                          <p:attrName>fillcolor</p:attrName>
                                        </p:attrNameLst>
                                      </p:cBhvr>
                                      <p:by>
                                        <p:hsl h="0" s="12549" l="25098"/>
                                      </p:by>
                                    </p:animClr>
                                    <p:animClr clrSpc="hsl" dir="cw">
                                      <p:cBhvr>
                                        <p:cTn id="23" dur="500" fill="hold"/>
                                        <p:tgtEl>
                                          <p:spTgt spid="5"/>
                                        </p:tgtEl>
                                        <p:attrNameLst>
                                          <p:attrName>stroke.color</p:attrName>
                                        </p:attrNameLst>
                                      </p:cBhvr>
                                      <p:by>
                                        <p:hsl h="0" s="12549" l="25098"/>
                                      </p:by>
                                    </p:animClr>
                                    <p:set>
                                      <p:cBhvr>
                                        <p:cTn id="24" dur="500" fill="hold"/>
                                        <p:tgtEl>
                                          <p:spTgt spid="5"/>
                                        </p:tgtEl>
                                        <p:attrNameLst>
                                          <p:attrName>fill.type</p:attrName>
                                        </p:attrNameLst>
                                      </p:cBhvr>
                                      <p:to>
                                        <p:strVal val="solid"/>
                                      </p:to>
                                    </p:set>
                                  </p:childTnLst>
                                </p:cTn>
                              </p:par>
                              <p:par>
                                <p:cTn id="25" presetID="30" presetClass="emph" presetSubtype="0" fill="hold" grpId="0" nodeType="withEffect">
                                  <p:stCondLst>
                                    <p:cond delay="0"/>
                                  </p:stCondLst>
                                  <p:childTnLst>
                                    <p:animClr clrSpc="hsl" dir="cw">
                                      <p:cBhvr override="childStyle">
                                        <p:cTn id="26" dur="500" fill="hold"/>
                                        <p:tgtEl>
                                          <p:spTgt spid="4"/>
                                        </p:tgtEl>
                                        <p:attrNameLst>
                                          <p:attrName>style.color</p:attrName>
                                        </p:attrNameLst>
                                      </p:cBhvr>
                                      <p:by>
                                        <p:hsl h="0" s="12549" l="25098"/>
                                      </p:by>
                                    </p:animClr>
                                    <p:animClr clrSpc="hsl" dir="cw">
                                      <p:cBhvr>
                                        <p:cTn id="27" dur="500" fill="hold"/>
                                        <p:tgtEl>
                                          <p:spTgt spid="4"/>
                                        </p:tgtEl>
                                        <p:attrNameLst>
                                          <p:attrName>fillcolor</p:attrName>
                                        </p:attrNameLst>
                                      </p:cBhvr>
                                      <p:by>
                                        <p:hsl h="0" s="12549" l="25098"/>
                                      </p:by>
                                    </p:animClr>
                                    <p:animClr clrSpc="hsl" dir="cw">
                                      <p:cBhvr>
                                        <p:cTn id="28" dur="500" fill="hold"/>
                                        <p:tgtEl>
                                          <p:spTgt spid="4"/>
                                        </p:tgtEl>
                                        <p:attrNameLst>
                                          <p:attrName>stroke.color</p:attrName>
                                        </p:attrNameLst>
                                      </p:cBhvr>
                                      <p:by>
                                        <p:hsl h="0" s="12549" l="25098"/>
                                      </p:by>
                                    </p:animClr>
                                    <p:set>
                                      <p:cBhvr>
                                        <p:cTn id="29" dur="500" fill="hold"/>
                                        <p:tgtEl>
                                          <p:spTgt spid="4"/>
                                        </p:tgtEl>
                                        <p:attrNameLst>
                                          <p:attrName>fill.type</p:attrName>
                                        </p:attrNameLst>
                                      </p:cBhvr>
                                      <p:to>
                                        <p:strVal val="solid"/>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1+#ppt_w/2"/>
                                          </p:val>
                                        </p:tav>
                                        <p:tav tm="100000">
                                          <p:val>
                                            <p:strVal val="#ppt_x"/>
                                          </p:val>
                                        </p:tav>
                                      </p:tavLst>
                                    </p:anim>
                                    <p:anim calcmode="lin" valueType="num">
                                      <p:cBhvr additive="base">
                                        <p:cTn id="35"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8067D-321E-8F7E-82D4-BE592710B43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33833A-007D-AF83-7C27-C605EB55F004}"/>
              </a:ext>
            </a:extLst>
          </p:cNvPr>
          <p:cNvSpPr>
            <a:spLocks noGrp="1"/>
          </p:cNvSpPr>
          <p:nvPr>
            <p:ph sz="quarter" idx="10"/>
          </p:nvPr>
        </p:nvSpPr>
        <p:spPr/>
        <p:txBody>
          <a:bodyPr/>
          <a:lstStyle/>
          <a:p>
            <a:r>
              <a:rPr lang="en-IN" dirty="0"/>
              <a:t>Protocol Stack</a:t>
            </a:r>
          </a:p>
        </p:txBody>
      </p:sp>
      <p:sp>
        <p:nvSpPr>
          <p:cNvPr id="10" name="TextBox 9">
            <a:extLst>
              <a:ext uri="{FF2B5EF4-FFF2-40B4-BE49-F238E27FC236}">
                <a16:creationId xmlns:a16="http://schemas.microsoft.com/office/drawing/2014/main" id="{5EF7DD76-B667-6125-9450-851B1A02646F}"/>
              </a:ext>
            </a:extLst>
          </p:cNvPr>
          <p:cNvSpPr txBox="1"/>
          <p:nvPr/>
        </p:nvSpPr>
        <p:spPr>
          <a:xfrm>
            <a:off x="152400" y="1371600"/>
            <a:ext cx="8915400" cy="4801314"/>
          </a:xfrm>
          <a:prstGeom prst="rect">
            <a:avLst/>
          </a:prstGeom>
          <a:noFill/>
        </p:spPr>
        <p:txBody>
          <a:bodyPr wrap="square" rtlCol="0">
            <a:spAutoFit/>
          </a:bodyPr>
          <a:lstStyle/>
          <a:p>
            <a:pPr>
              <a:buNone/>
            </a:pPr>
            <a:r>
              <a:rPr lang="en-US" dirty="0"/>
              <a:t>The </a:t>
            </a:r>
            <a:r>
              <a:rPr lang="en-US" b="1" dirty="0"/>
              <a:t>transport layer</a:t>
            </a:r>
            <a:r>
              <a:rPr lang="en-US" dirty="0"/>
              <a:t> plays a crucial role in wireless sensor networks (WSNs) </a:t>
            </a:r>
            <a:r>
              <a:rPr lang="en-US" b="1" dirty="0"/>
              <a:t>only when they need to connect to a standard infrastructure</a:t>
            </a:r>
            <a:r>
              <a:rPr lang="en-US" dirty="0"/>
              <a:t> such as the internet or cloud platforms. In typical embedded systems, WSNs may not always require a transport layer, but it becomes essential in the following scenarios:</a:t>
            </a:r>
          </a:p>
          <a:p>
            <a:pPr>
              <a:buNone/>
            </a:pPr>
            <a:r>
              <a:rPr lang="en-US" b="1" dirty="0"/>
              <a:t>1. Role in WSN to Infrastructure Communication</a:t>
            </a:r>
          </a:p>
          <a:p>
            <a:pPr>
              <a:buFont typeface="Arial" panose="020B0604020202020204" pitchFamily="34" charset="0"/>
              <a:buChar char="•"/>
            </a:pPr>
            <a:r>
              <a:rPr lang="en-US" dirty="0"/>
              <a:t>When sensor networks operate </a:t>
            </a:r>
            <a:r>
              <a:rPr lang="en-US" b="1" dirty="0"/>
              <a:t>independently</a:t>
            </a:r>
            <a:r>
              <a:rPr lang="en-US" dirty="0"/>
              <a:t>, they often rely on lightweight, application-specific communication.</a:t>
            </a:r>
          </a:p>
          <a:p>
            <a:pPr>
              <a:buFont typeface="Arial" panose="020B0604020202020204" pitchFamily="34" charset="0"/>
              <a:buChar char="•"/>
            </a:pPr>
            <a:r>
              <a:rPr lang="en-US" dirty="0"/>
              <a:t>However, when they need to </a:t>
            </a:r>
            <a:r>
              <a:rPr lang="en-US" b="1" dirty="0"/>
              <a:t>integrate with traditional networks</a:t>
            </a:r>
            <a:r>
              <a:rPr lang="en-US" dirty="0"/>
              <a:t>, a </a:t>
            </a:r>
            <a:r>
              <a:rPr lang="en-US" b="1" dirty="0"/>
              <a:t>gateway</a:t>
            </a:r>
            <a:r>
              <a:rPr lang="en-US" dirty="0"/>
              <a:t> is used.</a:t>
            </a:r>
          </a:p>
          <a:p>
            <a:pPr>
              <a:buFont typeface="Arial" panose="020B0604020202020204" pitchFamily="34" charset="0"/>
              <a:buChar char="•"/>
            </a:pPr>
            <a:r>
              <a:rPr lang="en-US" dirty="0"/>
              <a:t>The transport layer ensures </a:t>
            </a:r>
            <a:r>
              <a:rPr lang="en-US" b="1" dirty="0"/>
              <a:t>reliable end-to-end communication</a:t>
            </a:r>
            <a:r>
              <a:rPr lang="en-US" dirty="0"/>
              <a:t> between WSN nodes and external networks.</a:t>
            </a:r>
          </a:p>
          <a:p>
            <a:pPr>
              <a:buNone/>
            </a:pPr>
            <a:r>
              <a:rPr lang="en-US" b="1" dirty="0"/>
              <a:t>2. Nodes-to-Gateway Communication</a:t>
            </a:r>
          </a:p>
          <a:p>
            <a:pPr>
              <a:buFont typeface="Arial" panose="020B0604020202020204" pitchFamily="34" charset="0"/>
              <a:buChar char="•"/>
            </a:pPr>
            <a:r>
              <a:rPr lang="en-US" dirty="0"/>
              <a:t>In many WSNs, nodes communicate </a:t>
            </a:r>
            <a:r>
              <a:rPr lang="en-US" b="1" dirty="0"/>
              <a:t>locally</a:t>
            </a:r>
            <a:r>
              <a:rPr lang="en-US" dirty="0"/>
              <a:t> using lightweight protocols without transport-layer features.</a:t>
            </a:r>
          </a:p>
          <a:p>
            <a:pPr>
              <a:buFont typeface="Arial" panose="020B0604020202020204" pitchFamily="34" charset="0"/>
              <a:buChar char="•"/>
            </a:pPr>
            <a:r>
              <a:rPr lang="en-US" dirty="0"/>
              <a:t>When data needs to be </a:t>
            </a:r>
            <a:r>
              <a:rPr lang="en-US" b="1" dirty="0"/>
              <a:t>relayed to a central system</a:t>
            </a:r>
            <a:r>
              <a:rPr lang="en-US" dirty="0"/>
              <a:t> or cloud services, it passes through a </a:t>
            </a:r>
            <a:r>
              <a:rPr lang="en-US" b="1" dirty="0"/>
              <a:t>gateway</a:t>
            </a:r>
            <a:r>
              <a:rPr lang="en-US" dirty="0"/>
              <a:t>.</a:t>
            </a:r>
          </a:p>
          <a:p>
            <a:pPr>
              <a:buFont typeface="Arial" panose="020B0604020202020204" pitchFamily="34" charset="0"/>
              <a:buChar char="•"/>
            </a:pPr>
            <a:r>
              <a:rPr lang="en-US" dirty="0"/>
              <a:t>The gateway </a:t>
            </a:r>
            <a:r>
              <a:rPr lang="en-US" b="1" dirty="0"/>
              <a:t>translates</a:t>
            </a:r>
            <a:r>
              <a:rPr lang="en-US" dirty="0"/>
              <a:t> and </a:t>
            </a:r>
            <a:r>
              <a:rPr lang="en-US" b="1" dirty="0"/>
              <a:t>forwards</a:t>
            </a:r>
            <a:r>
              <a:rPr lang="en-US" dirty="0"/>
              <a:t> data between the WSN and external networks.</a:t>
            </a:r>
          </a:p>
          <a:p>
            <a:endParaRPr lang="en-IN" dirty="0"/>
          </a:p>
        </p:txBody>
      </p:sp>
    </p:spTree>
    <p:extLst>
      <p:ext uri="{BB962C8B-B14F-4D97-AF65-F5344CB8AC3E}">
        <p14:creationId xmlns:p14="http://schemas.microsoft.com/office/powerpoint/2010/main" val="279505138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EF6E7-9972-1E29-E129-31180BEF726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D6277E-0CF3-959C-E899-7FF07407489C}"/>
              </a:ext>
            </a:extLst>
          </p:cNvPr>
          <p:cNvSpPr>
            <a:spLocks noGrp="1"/>
          </p:cNvSpPr>
          <p:nvPr>
            <p:ph sz="quarter" idx="10"/>
          </p:nvPr>
        </p:nvSpPr>
        <p:spPr/>
        <p:txBody>
          <a:bodyPr/>
          <a:lstStyle/>
          <a:p>
            <a:r>
              <a:rPr lang="en-IN" dirty="0"/>
              <a:t>Protocol Stack</a:t>
            </a:r>
          </a:p>
        </p:txBody>
      </p:sp>
      <p:sp>
        <p:nvSpPr>
          <p:cNvPr id="10" name="TextBox 9">
            <a:extLst>
              <a:ext uri="{FF2B5EF4-FFF2-40B4-BE49-F238E27FC236}">
                <a16:creationId xmlns:a16="http://schemas.microsoft.com/office/drawing/2014/main" id="{69AA92B2-38FE-F2FC-D80E-C8CF0CE92BAC}"/>
              </a:ext>
            </a:extLst>
          </p:cNvPr>
          <p:cNvSpPr txBox="1"/>
          <p:nvPr/>
        </p:nvSpPr>
        <p:spPr>
          <a:xfrm>
            <a:off x="0" y="1371600"/>
            <a:ext cx="9067800" cy="5355312"/>
          </a:xfrm>
          <a:prstGeom prst="rect">
            <a:avLst/>
          </a:prstGeom>
          <a:noFill/>
        </p:spPr>
        <p:txBody>
          <a:bodyPr wrap="square" rtlCol="0">
            <a:spAutoFit/>
          </a:bodyPr>
          <a:lstStyle/>
          <a:p>
            <a:pPr>
              <a:buNone/>
            </a:pPr>
            <a:r>
              <a:rPr lang="en-US" b="1" dirty="0"/>
              <a:t>3. Why the Gateway Needs the Transport Layer</a:t>
            </a:r>
          </a:p>
          <a:p>
            <a:pPr>
              <a:buFont typeface="Arial" panose="020B0604020202020204" pitchFamily="34" charset="0"/>
              <a:buChar char="•"/>
            </a:pPr>
            <a:r>
              <a:rPr lang="en-US" dirty="0"/>
              <a:t>The gateway connects WSNs to </a:t>
            </a:r>
            <a:r>
              <a:rPr lang="en-US" b="1" dirty="0"/>
              <a:t>standard communication networks</a:t>
            </a:r>
            <a:r>
              <a:rPr lang="en-US" dirty="0"/>
              <a:t> (e.g., the Internet).</a:t>
            </a:r>
          </a:p>
          <a:p>
            <a:pPr>
              <a:buFont typeface="Arial" panose="020B0604020202020204" pitchFamily="34" charset="0"/>
              <a:buChar char="•"/>
            </a:pPr>
            <a:r>
              <a:rPr lang="en-US" dirty="0"/>
              <a:t>The transport layer enables </a:t>
            </a:r>
            <a:r>
              <a:rPr lang="en-US" b="1" dirty="0"/>
              <a:t>error recovery, congestion control, and reliable data transmission</a:t>
            </a:r>
            <a:r>
              <a:rPr lang="en-US" dirty="0"/>
              <a:t> over IP-based networks.</a:t>
            </a:r>
          </a:p>
          <a:p>
            <a:pPr>
              <a:buFont typeface="Arial" panose="020B0604020202020204" pitchFamily="34" charset="0"/>
              <a:buChar char="•"/>
            </a:pPr>
            <a:r>
              <a:rPr lang="en-US" dirty="0"/>
              <a:t>Common transport layer protocols:</a:t>
            </a:r>
          </a:p>
          <a:p>
            <a:pPr marL="742950" lvl="1" indent="-285750">
              <a:buFont typeface="Arial" panose="020B0604020202020204" pitchFamily="34" charset="0"/>
              <a:buChar char="•"/>
            </a:pPr>
            <a:r>
              <a:rPr lang="en-US" b="1" dirty="0"/>
              <a:t>TCP (Transmission Control Protocol):</a:t>
            </a:r>
            <a:r>
              <a:rPr lang="en-US" dirty="0"/>
              <a:t> Ensures </a:t>
            </a:r>
            <a:r>
              <a:rPr lang="en-US" b="1" dirty="0"/>
              <a:t>reliable, ordered, and error-checked delivery</a:t>
            </a:r>
            <a:r>
              <a:rPr lang="en-US" dirty="0"/>
              <a:t> of data.</a:t>
            </a:r>
          </a:p>
          <a:p>
            <a:pPr marL="742950" lvl="1" indent="-285750">
              <a:buFont typeface="Arial" panose="020B0604020202020204" pitchFamily="34" charset="0"/>
              <a:buChar char="•"/>
            </a:pPr>
            <a:r>
              <a:rPr lang="en-US" b="1" dirty="0"/>
              <a:t>UDP (User Datagram Protocol):</a:t>
            </a:r>
            <a:r>
              <a:rPr lang="en-US" dirty="0"/>
              <a:t> Used when </a:t>
            </a:r>
            <a:r>
              <a:rPr lang="en-US" b="1" dirty="0"/>
              <a:t>low latency</a:t>
            </a:r>
            <a:r>
              <a:rPr lang="en-US" dirty="0"/>
              <a:t> is prioritized over reliability (e.g., real-time applications).</a:t>
            </a:r>
          </a:p>
          <a:p>
            <a:pPr>
              <a:buNone/>
            </a:pPr>
            <a:r>
              <a:rPr lang="en-US" b="1" dirty="0"/>
              <a:t>Impact on Network Embedded Applications</a:t>
            </a:r>
          </a:p>
          <a:p>
            <a:pPr>
              <a:buFont typeface="Arial" panose="020B0604020202020204" pitchFamily="34" charset="0"/>
              <a:buChar char="•"/>
            </a:pPr>
            <a:r>
              <a:rPr lang="en-US" b="1" dirty="0"/>
              <a:t>Smart Cities:</a:t>
            </a:r>
            <a:r>
              <a:rPr lang="en-US" dirty="0"/>
              <a:t> WSNs in traffic monitoring or environmental sensing connect to cloud servers via a </a:t>
            </a:r>
            <a:r>
              <a:rPr lang="en-US" b="1" dirty="0"/>
              <a:t>gateway</a:t>
            </a:r>
            <a:r>
              <a:rPr lang="en-US" dirty="0"/>
              <a:t>.</a:t>
            </a:r>
          </a:p>
          <a:p>
            <a:pPr>
              <a:buFont typeface="Arial" panose="020B0604020202020204" pitchFamily="34" charset="0"/>
              <a:buChar char="•"/>
            </a:pPr>
            <a:r>
              <a:rPr lang="en-US" b="1" dirty="0"/>
              <a:t>Healthcare IoT:</a:t>
            </a:r>
            <a:r>
              <a:rPr lang="en-US" dirty="0"/>
              <a:t> Patient monitoring devices in hospitals use gateways to transmit data securely to cloud databases.</a:t>
            </a:r>
          </a:p>
          <a:p>
            <a:pPr>
              <a:buFont typeface="Arial" panose="020B0604020202020204" pitchFamily="34" charset="0"/>
              <a:buChar char="•"/>
            </a:pPr>
            <a:r>
              <a:rPr lang="en-US" b="1" dirty="0"/>
              <a:t>Industrial IoT:</a:t>
            </a:r>
            <a:r>
              <a:rPr lang="en-US" dirty="0"/>
              <a:t> Factory sensor networks send predictive maintenance data to remote servers through transport-layer-enabled gateways.</a:t>
            </a:r>
          </a:p>
          <a:p>
            <a:r>
              <a:rPr lang="en-US" dirty="0"/>
              <a:t>Thus, the </a:t>
            </a:r>
            <a:r>
              <a:rPr lang="en-US" b="1" dirty="0"/>
              <a:t>transport layer ensures WSNs can seamlessly integrate with larger, internet-based systems</a:t>
            </a:r>
            <a:r>
              <a:rPr lang="en-US" dirty="0"/>
              <a:t>, enabling </a:t>
            </a:r>
            <a:r>
              <a:rPr lang="en-US" b="1" dirty="0"/>
              <a:t>real-time monitoring, data analytics, and remote control</a:t>
            </a:r>
            <a:r>
              <a:rPr lang="en-US" dirty="0"/>
              <a:t> in embedded applications.</a:t>
            </a:r>
          </a:p>
        </p:txBody>
      </p:sp>
    </p:spTree>
    <p:extLst>
      <p:ext uri="{BB962C8B-B14F-4D97-AF65-F5344CB8AC3E}">
        <p14:creationId xmlns:p14="http://schemas.microsoft.com/office/powerpoint/2010/main" val="312649693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A0F506-0C67-BBEC-A397-7730B512BF34}"/>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30D097F0-AD92-1111-2276-8A73EB704410}"/>
              </a:ext>
            </a:extLst>
          </p:cNvPr>
          <p:cNvSpPr>
            <a:spLocks noGrp="1"/>
          </p:cNvSpPr>
          <p:nvPr>
            <p:ph type="sldNum" sz="quarter" idx="13"/>
          </p:nvPr>
        </p:nvSpPr>
        <p:spPr/>
        <p:txBody>
          <a:bodyPr/>
          <a:lstStyle/>
          <a:p>
            <a:fld id="{BC8D7E44-7D4F-4942-A8C9-2DF6BF8399E8}" type="slidenum">
              <a:rPr lang="en-US" smtClean="0"/>
              <a:pPr/>
              <a:t>109</a:t>
            </a:fld>
            <a:endParaRPr lang="en-US" dirty="0"/>
          </a:p>
        </p:txBody>
      </p:sp>
      <p:sp>
        <p:nvSpPr>
          <p:cNvPr id="4" name="Rectangle 3">
            <a:extLst>
              <a:ext uri="{FF2B5EF4-FFF2-40B4-BE49-F238E27FC236}">
                <a16:creationId xmlns:a16="http://schemas.microsoft.com/office/drawing/2014/main" id="{D5918F61-1838-5FBE-B1BA-42C515986035}"/>
              </a:ext>
            </a:extLst>
          </p:cNvPr>
          <p:cNvSpPr/>
          <p:nvPr/>
        </p:nvSpPr>
        <p:spPr>
          <a:xfrm>
            <a:off x="196630" y="5758248"/>
            <a:ext cx="3566984" cy="700217"/>
          </a:xfrm>
          <a:prstGeom prst="rect">
            <a:avLst/>
          </a:prstGeom>
          <a:scene3d>
            <a:camera prst="orthographicFront"/>
            <a:lightRig rig="threePt" dir="t"/>
          </a:scene3d>
          <a:sp3d>
            <a:bevelT/>
          </a:sp3d>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Physical</a:t>
            </a:r>
          </a:p>
        </p:txBody>
      </p:sp>
      <p:sp>
        <p:nvSpPr>
          <p:cNvPr id="5" name="Rectangle 4">
            <a:extLst>
              <a:ext uri="{FF2B5EF4-FFF2-40B4-BE49-F238E27FC236}">
                <a16:creationId xmlns:a16="http://schemas.microsoft.com/office/drawing/2014/main" id="{8BAE08A2-2AF3-DBA7-A2DB-A07428CD3A4C}"/>
              </a:ext>
            </a:extLst>
          </p:cNvPr>
          <p:cNvSpPr/>
          <p:nvPr/>
        </p:nvSpPr>
        <p:spPr>
          <a:xfrm>
            <a:off x="196630" y="4996248"/>
            <a:ext cx="3566984" cy="700217"/>
          </a:xfrm>
          <a:prstGeom prst="rect">
            <a:avLst/>
          </a:prstGeom>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Data Link</a:t>
            </a:r>
          </a:p>
        </p:txBody>
      </p:sp>
      <p:sp>
        <p:nvSpPr>
          <p:cNvPr id="6" name="Rectangle 5">
            <a:extLst>
              <a:ext uri="{FF2B5EF4-FFF2-40B4-BE49-F238E27FC236}">
                <a16:creationId xmlns:a16="http://schemas.microsoft.com/office/drawing/2014/main" id="{200A3E1C-9BD6-4EAB-880B-A32C21C81C85}"/>
              </a:ext>
            </a:extLst>
          </p:cNvPr>
          <p:cNvSpPr/>
          <p:nvPr/>
        </p:nvSpPr>
        <p:spPr>
          <a:xfrm>
            <a:off x="196630" y="4257929"/>
            <a:ext cx="3566984" cy="700217"/>
          </a:xfrm>
          <a:prstGeom prst="rect">
            <a:avLst/>
          </a:prstGeom>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Network</a:t>
            </a:r>
          </a:p>
        </p:txBody>
      </p:sp>
      <p:sp>
        <p:nvSpPr>
          <p:cNvPr id="7" name="Rectangle 6">
            <a:extLst>
              <a:ext uri="{FF2B5EF4-FFF2-40B4-BE49-F238E27FC236}">
                <a16:creationId xmlns:a16="http://schemas.microsoft.com/office/drawing/2014/main" id="{8BA6552D-44D5-C841-CA7B-A126C22838AA}"/>
              </a:ext>
            </a:extLst>
          </p:cNvPr>
          <p:cNvSpPr/>
          <p:nvPr/>
        </p:nvSpPr>
        <p:spPr>
          <a:xfrm>
            <a:off x="196630" y="3519611"/>
            <a:ext cx="3566984" cy="700217"/>
          </a:xfrm>
          <a:prstGeom prst="rect">
            <a:avLst/>
          </a:prstGeom>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rPr>
              <a:t>Transport</a:t>
            </a:r>
          </a:p>
        </p:txBody>
      </p:sp>
      <p:sp>
        <p:nvSpPr>
          <p:cNvPr id="8" name="Rectangle 7">
            <a:extLst>
              <a:ext uri="{FF2B5EF4-FFF2-40B4-BE49-F238E27FC236}">
                <a16:creationId xmlns:a16="http://schemas.microsoft.com/office/drawing/2014/main" id="{ECDDB541-64BB-E536-D95E-A7AD929895B9}"/>
              </a:ext>
            </a:extLst>
          </p:cNvPr>
          <p:cNvSpPr/>
          <p:nvPr/>
        </p:nvSpPr>
        <p:spPr>
          <a:xfrm>
            <a:off x="192508" y="2774086"/>
            <a:ext cx="3566984" cy="700217"/>
          </a:xfrm>
          <a:prstGeom prst="rect">
            <a:avLst/>
          </a:prstGeom>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sym typeface="Arial"/>
              </a:rPr>
              <a:t>Appln</a:t>
            </a:r>
            <a:endPar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sym typeface="Arial"/>
            </a:endParaRPr>
          </a:p>
        </p:txBody>
      </p:sp>
      <p:sp>
        <p:nvSpPr>
          <p:cNvPr id="9" name="TextBox 8">
            <a:extLst>
              <a:ext uri="{FF2B5EF4-FFF2-40B4-BE49-F238E27FC236}">
                <a16:creationId xmlns:a16="http://schemas.microsoft.com/office/drawing/2014/main" id="{5B78790E-78EE-8252-7C2F-C3844BCEA5F6}"/>
              </a:ext>
            </a:extLst>
          </p:cNvPr>
          <p:cNvSpPr txBox="1"/>
          <p:nvPr/>
        </p:nvSpPr>
        <p:spPr>
          <a:xfrm>
            <a:off x="3995352" y="2580511"/>
            <a:ext cx="4950940" cy="3877954"/>
          </a:xfrm>
          <a:prstGeom prst="rect">
            <a:avLst/>
          </a:prstGeom>
          <a:noFill/>
          <a:ln>
            <a:noFill/>
          </a:ln>
        </p:spPr>
        <p:txBody>
          <a:bodyPr wrap="square" lIns="91425" tIns="91425" rIns="91425" bIns="91425" rtlCol="0" anchor="b" anchorCtr="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One single application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Whole protocol stack designed for a special </a:t>
            </a:r>
            <a:r>
              <a:rPr kumimoji="0" lang="en-IN" sz="2000" b="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appln</a:t>
            </a:r>
            <a:r>
              <a:rPr kumimoji="0" lang="en-IN"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Whole network is seen as an instrument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Application layer  distributed along the whole protocol stack</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Not  appear explicitly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Explicit application </a:t>
            </a:r>
          </a:p>
          <a:p>
            <a:pPr marL="914400" marR="0" lvl="0" indent="-4524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Sensor management</a:t>
            </a:r>
          </a:p>
          <a:p>
            <a:pPr marL="914400" marR="0" lvl="0" indent="-4524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Task management </a:t>
            </a:r>
          </a:p>
          <a:p>
            <a:pPr marL="914400" marR="0" lvl="0" indent="-4524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Data advertisement</a:t>
            </a:r>
          </a:p>
          <a:p>
            <a:pPr marL="914400" marR="0" lvl="0" indent="-4524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sensor query &amp; data extraction</a:t>
            </a:r>
            <a:endParaRPr kumimoji="0" lang="en-US" sz="20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186460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mph" presetSubtype="0" fill="hold" grpId="0" nodeType="clickEffect">
                                  <p:stCondLst>
                                    <p:cond delay="0"/>
                                  </p:stCondLst>
                                  <p:childTnLst>
                                    <p:animClr clrSpc="hsl" dir="cw">
                                      <p:cBhvr override="childStyle">
                                        <p:cTn id="6" dur="500" fill="hold"/>
                                        <p:tgtEl>
                                          <p:spTgt spid="8"/>
                                        </p:tgtEl>
                                        <p:attrNameLst>
                                          <p:attrName>style.color</p:attrName>
                                        </p:attrNameLst>
                                      </p:cBhvr>
                                      <p:by>
                                        <p:hsl h="0" s="12549" l="25098"/>
                                      </p:by>
                                    </p:animClr>
                                    <p:animClr clrSpc="hsl" dir="cw">
                                      <p:cBhvr>
                                        <p:cTn id="7" dur="500" fill="hold"/>
                                        <p:tgtEl>
                                          <p:spTgt spid="8"/>
                                        </p:tgtEl>
                                        <p:attrNameLst>
                                          <p:attrName>fillcolor</p:attrName>
                                        </p:attrNameLst>
                                      </p:cBhvr>
                                      <p:by>
                                        <p:hsl h="0" s="12549" l="25098"/>
                                      </p:by>
                                    </p:animClr>
                                    <p:animClr clrSpc="hsl" dir="cw">
                                      <p:cBhvr>
                                        <p:cTn id="8" dur="500" fill="hold"/>
                                        <p:tgtEl>
                                          <p:spTgt spid="8"/>
                                        </p:tgtEl>
                                        <p:attrNameLst>
                                          <p:attrName>stroke.color</p:attrName>
                                        </p:attrNameLst>
                                      </p:cBhvr>
                                      <p:by>
                                        <p:hsl h="0" s="12549" l="25098"/>
                                      </p:by>
                                    </p:animClr>
                                    <p:set>
                                      <p:cBhvr>
                                        <p:cTn id="9" dur="500" fill="hold"/>
                                        <p:tgtEl>
                                          <p:spTgt spid="8"/>
                                        </p:tgtEl>
                                        <p:attrNameLst>
                                          <p:attrName>fill.type</p:attrName>
                                        </p:attrNameLst>
                                      </p:cBhvr>
                                      <p:to>
                                        <p:strVal val="solid"/>
                                      </p:to>
                                    </p:set>
                                  </p:childTnLst>
                                </p:cTn>
                              </p:par>
                              <p:par>
                                <p:cTn id="10" presetID="24" presetClass="emph" presetSubtype="0" fill="hold" grpId="0" nodeType="withEffect">
                                  <p:stCondLst>
                                    <p:cond delay="0"/>
                                  </p:stCondLst>
                                  <p:childTnLst>
                                    <p:animClr clrSpc="hsl" dir="cw">
                                      <p:cBhvr override="childStyle">
                                        <p:cTn id="11" dur="500" fill="hold"/>
                                        <p:tgtEl>
                                          <p:spTgt spid="7"/>
                                        </p:tgtEl>
                                        <p:attrNameLst>
                                          <p:attrName>style.color</p:attrName>
                                        </p:attrNameLst>
                                      </p:cBhvr>
                                      <p:by>
                                        <p:hsl h="0" s="-12549" l="-25098"/>
                                      </p:by>
                                    </p:animClr>
                                    <p:animClr clrSpc="hsl" dir="cw">
                                      <p:cBhvr>
                                        <p:cTn id="12" dur="500" fill="hold"/>
                                        <p:tgtEl>
                                          <p:spTgt spid="7"/>
                                        </p:tgtEl>
                                        <p:attrNameLst>
                                          <p:attrName>fillcolor</p:attrName>
                                        </p:attrNameLst>
                                      </p:cBhvr>
                                      <p:by>
                                        <p:hsl h="0" s="-12549" l="-25098"/>
                                      </p:by>
                                    </p:animClr>
                                    <p:animClr clrSpc="hsl" dir="cw">
                                      <p:cBhvr>
                                        <p:cTn id="13" dur="500" fill="hold"/>
                                        <p:tgtEl>
                                          <p:spTgt spid="7"/>
                                        </p:tgtEl>
                                        <p:attrNameLst>
                                          <p:attrName>stroke.color</p:attrName>
                                        </p:attrNameLst>
                                      </p:cBhvr>
                                      <p:by>
                                        <p:hsl h="0" s="-12549" l="-25098"/>
                                      </p:by>
                                    </p:animClr>
                                    <p:set>
                                      <p:cBhvr>
                                        <p:cTn id="14" dur="500" fill="hold"/>
                                        <p:tgtEl>
                                          <p:spTgt spid="7"/>
                                        </p:tgtEl>
                                        <p:attrNameLst>
                                          <p:attrName>fill.type</p:attrName>
                                        </p:attrNameLst>
                                      </p:cBhvr>
                                      <p:to>
                                        <p:strVal val="solid"/>
                                      </p:to>
                                    </p:set>
                                  </p:childTnLst>
                                </p:cTn>
                              </p:par>
                              <p:par>
                                <p:cTn id="15" presetID="30" presetClass="emph" presetSubtype="0" fill="hold" grpId="0" nodeType="withEffect">
                                  <p:stCondLst>
                                    <p:cond delay="0"/>
                                  </p:stCondLst>
                                  <p:childTnLst>
                                    <p:animClr clrSpc="hsl" dir="cw">
                                      <p:cBhvr override="childStyle">
                                        <p:cTn id="16" dur="500" fill="hold"/>
                                        <p:tgtEl>
                                          <p:spTgt spid="6"/>
                                        </p:tgtEl>
                                        <p:attrNameLst>
                                          <p:attrName>style.color</p:attrName>
                                        </p:attrNameLst>
                                      </p:cBhvr>
                                      <p:by>
                                        <p:hsl h="0" s="12549" l="25098"/>
                                      </p:by>
                                    </p:animClr>
                                    <p:animClr clrSpc="hsl" dir="cw">
                                      <p:cBhvr>
                                        <p:cTn id="17" dur="500" fill="hold"/>
                                        <p:tgtEl>
                                          <p:spTgt spid="6"/>
                                        </p:tgtEl>
                                        <p:attrNameLst>
                                          <p:attrName>fillcolor</p:attrName>
                                        </p:attrNameLst>
                                      </p:cBhvr>
                                      <p:by>
                                        <p:hsl h="0" s="12549" l="25098"/>
                                      </p:by>
                                    </p:animClr>
                                    <p:animClr clrSpc="hsl" dir="cw">
                                      <p:cBhvr>
                                        <p:cTn id="18" dur="500" fill="hold"/>
                                        <p:tgtEl>
                                          <p:spTgt spid="6"/>
                                        </p:tgtEl>
                                        <p:attrNameLst>
                                          <p:attrName>stroke.color</p:attrName>
                                        </p:attrNameLst>
                                      </p:cBhvr>
                                      <p:by>
                                        <p:hsl h="0" s="12549" l="25098"/>
                                      </p:by>
                                    </p:animClr>
                                    <p:set>
                                      <p:cBhvr>
                                        <p:cTn id="19" dur="500" fill="hold"/>
                                        <p:tgtEl>
                                          <p:spTgt spid="6"/>
                                        </p:tgtEl>
                                        <p:attrNameLst>
                                          <p:attrName>fill.type</p:attrName>
                                        </p:attrNameLst>
                                      </p:cBhvr>
                                      <p:to>
                                        <p:strVal val="solid"/>
                                      </p:to>
                                    </p:set>
                                  </p:childTnLst>
                                </p:cTn>
                              </p:par>
                              <p:par>
                                <p:cTn id="20" presetID="30" presetClass="emph" presetSubtype="0" fill="hold" grpId="0" nodeType="withEffect">
                                  <p:stCondLst>
                                    <p:cond delay="0"/>
                                  </p:stCondLst>
                                  <p:childTnLst>
                                    <p:animClr clrSpc="hsl" dir="cw">
                                      <p:cBhvr override="childStyle">
                                        <p:cTn id="21" dur="500" fill="hold"/>
                                        <p:tgtEl>
                                          <p:spTgt spid="5"/>
                                        </p:tgtEl>
                                        <p:attrNameLst>
                                          <p:attrName>style.color</p:attrName>
                                        </p:attrNameLst>
                                      </p:cBhvr>
                                      <p:by>
                                        <p:hsl h="0" s="12549" l="25098"/>
                                      </p:by>
                                    </p:animClr>
                                    <p:animClr clrSpc="hsl" dir="cw">
                                      <p:cBhvr>
                                        <p:cTn id="22" dur="500" fill="hold"/>
                                        <p:tgtEl>
                                          <p:spTgt spid="5"/>
                                        </p:tgtEl>
                                        <p:attrNameLst>
                                          <p:attrName>fillcolor</p:attrName>
                                        </p:attrNameLst>
                                      </p:cBhvr>
                                      <p:by>
                                        <p:hsl h="0" s="12549" l="25098"/>
                                      </p:by>
                                    </p:animClr>
                                    <p:animClr clrSpc="hsl" dir="cw">
                                      <p:cBhvr>
                                        <p:cTn id="23" dur="500" fill="hold"/>
                                        <p:tgtEl>
                                          <p:spTgt spid="5"/>
                                        </p:tgtEl>
                                        <p:attrNameLst>
                                          <p:attrName>stroke.color</p:attrName>
                                        </p:attrNameLst>
                                      </p:cBhvr>
                                      <p:by>
                                        <p:hsl h="0" s="12549" l="25098"/>
                                      </p:by>
                                    </p:animClr>
                                    <p:set>
                                      <p:cBhvr>
                                        <p:cTn id="24" dur="500" fill="hold"/>
                                        <p:tgtEl>
                                          <p:spTgt spid="5"/>
                                        </p:tgtEl>
                                        <p:attrNameLst>
                                          <p:attrName>fill.type</p:attrName>
                                        </p:attrNameLst>
                                      </p:cBhvr>
                                      <p:to>
                                        <p:strVal val="solid"/>
                                      </p:to>
                                    </p:set>
                                  </p:childTnLst>
                                </p:cTn>
                              </p:par>
                              <p:par>
                                <p:cTn id="25" presetID="30" presetClass="emph" presetSubtype="0" fill="hold" grpId="0" nodeType="withEffect">
                                  <p:stCondLst>
                                    <p:cond delay="0"/>
                                  </p:stCondLst>
                                  <p:childTnLst>
                                    <p:animClr clrSpc="hsl" dir="cw">
                                      <p:cBhvr override="childStyle">
                                        <p:cTn id="26" dur="500" fill="hold"/>
                                        <p:tgtEl>
                                          <p:spTgt spid="4"/>
                                        </p:tgtEl>
                                        <p:attrNameLst>
                                          <p:attrName>style.color</p:attrName>
                                        </p:attrNameLst>
                                      </p:cBhvr>
                                      <p:by>
                                        <p:hsl h="0" s="12549" l="25098"/>
                                      </p:by>
                                    </p:animClr>
                                    <p:animClr clrSpc="hsl" dir="cw">
                                      <p:cBhvr>
                                        <p:cTn id="27" dur="500" fill="hold"/>
                                        <p:tgtEl>
                                          <p:spTgt spid="4"/>
                                        </p:tgtEl>
                                        <p:attrNameLst>
                                          <p:attrName>fillcolor</p:attrName>
                                        </p:attrNameLst>
                                      </p:cBhvr>
                                      <p:by>
                                        <p:hsl h="0" s="12549" l="25098"/>
                                      </p:by>
                                    </p:animClr>
                                    <p:animClr clrSpc="hsl" dir="cw">
                                      <p:cBhvr>
                                        <p:cTn id="28" dur="500" fill="hold"/>
                                        <p:tgtEl>
                                          <p:spTgt spid="4"/>
                                        </p:tgtEl>
                                        <p:attrNameLst>
                                          <p:attrName>stroke.color</p:attrName>
                                        </p:attrNameLst>
                                      </p:cBhvr>
                                      <p:by>
                                        <p:hsl h="0" s="12549" l="25098"/>
                                      </p:by>
                                    </p:animClr>
                                    <p:set>
                                      <p:cBhvr>
                                        <p:cTn id="29" dur="500" fill="hold"/>
                                        <p:tgtEl>
                                          <p:spTgt spid="4"/>
                                        </p:tgtEl>
                                        <p:attrNameLst>
                                          <p:attrName>fill.type</p:attrName>
                                        </p:attrNameLst>
                                      </p:cBhvr>
                                      <p:to>
                                        <p:strVal val="solid"/>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1+#ppt_w/2"/>
                                          </p:val>
                                        </p:tav>
                                        <p:tav tm="100000">
                                          <p:val>
                                            <p:strVal val="#ppt_x"/>
                                          </p:val>
                                        </p:tav>
                                      </p:tavLst>
                                    </p:anim>
                                    <p:anim calcmode="lin" valueType="num">
                                      <p:cBhvr additive="base">
                                        <p:cTn id="35"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14395-E571-AD8C-5EA0-12D863E2902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0464F3-ABDE-3792-58AA-338FF106F036}"/>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1A7B17DE-E33E-F183-B5D8-6047D3D5AA34}"/>
              </a:ext>
            </a:extLst>
          </p:cNvPr>
          <p:cNvSpPr>
            <a:spLocks noGrp="1"/>
          </p:cNvSpPr>
          <p:nvPr>
            <p:ph type="sldNum" sz="quarter" idx="13"/>
          </p:nvPr>
        </p:nvSpPr>
        <p:spPr/>
        <p:txBody>
          <a:bodyPr/>
          <a:lstStyle/>
          <a:p>
            <a:fld id="{BC8D7E44-7D4F-4942-A8C9-2DF6BF8399E8}" type="slidenum">
              <a:rPr lang="en-US" smtClean="0"/>
              <a:pPr/>
              <a:t>110</a:t>
            </a:fld>
            <a:endParaRPr lang="en-US" dirty="0"/>
          </a:p>
        </p:txBody>
      </p:sp>
      <p:sp>
        <p:nvSpPr>
          <p:cNvPr id="10" name="TextBox 9">
            <a:extLst>
              <a:ext uri="{FF2B5EF4-FFF2-40B4-BE49-F238E27FC236}">
                <a16:creationId xmlns:a16="http://schemas.microsoft.com/office/drawing/2014/main" id="{6B11776D-D9FB-0E4D-87A8-0E548B67A643}"/>
              </a:ext>
            </a:extLst>
          </p:cNvPr>
          <p:cNvSpPr txBox="1"/>
          <p:nvPr/>
        </p:nvSpPr>
        <p:spPr>
          <a:xfrm>
            <a:off x="76200" y="1447800"/>
            <a:ext cx="8991600" cy="3970318"/>
          </a:xfrm>
          <a:prstGeom prst="rect">
            <a:avLst/>
          </a:prstGeom>
          <a:noFill/>
        </p:spPr>
        <p:txBody>
          <a:bodyPr wrap="square" rtlCol="0">
            <a:spAutoFit/>
          </a:bodyPr>
          <a:lstStyle/>
          <a:p>
            <a:pPr>
              <a:buNone/>
            </a:pPr>
            <a:r>
              <a:rPr lang="en-US" dirty="0"/>
              <a:t>The </a:t>
            </a:r>
            <a:r>
              <a:rPr lang="en-US" b="1" dirty="0"/>
              <a:t>application layer</a:t>
            </a:r>
            <a:r>
              <a:rPr lang="en-US" dirty="0"/>
              <a:t> in network-embedded systems is designed to cater to a </a:t>
            </a:r>
            <a:r>
              <a:rPr lang="en-US" b="1" dirty="0"/>
              <a:t>specific application</a:t>
            </a:r>
            <a:r>
              <a:rPr lang="en-US" dirty="0"/>
              <a:t> rather than being a general-purpose layer, as in traditional networks. This design approach ensures </a:t>
            </a:r>
            <a:r>
              <a:rPr lang="en-US" b="1" dirty="0"/>
              <a:t>optimized performance, efficiency, and energy conservation</a:t>
            </a:r>
            <a:r>
              <a:rPr lang="en-US" dirty="0"/>
              <a:t> in wireless sensor networks (WSNs) and other embedded applications.</a:t>
            </a:r>
          </a:p>
          <a:p>
            <a:pPr>
              <a:buNone/>
            </a:pPr>
            <a:r>
              <a:rPr lang="en-US" b="1" dirty="0"/>
              <a:t>1. Single Application Focus</a:t>
            </a:r>
          </a:p>
          <a:p>
            <a:pPr>
              <a:buFont typeface="Arial" panose="020B0604020202020204" pitchFamily="34" charset="0"/>
              <a:buChar char="•"/>
            </a:pPr>
            <a:r>
              <a:rPr lang="en-US" dirty="0"/>
              <a:t>Unlike traditional networks that support multiple applications, </a:t>
            </a:r>
            <a:r>
              <a:rPr lang="en-US" b="1" dirty="0"/>
              <a:t>WSNs are usually designed for a specific purpose</a:t>
            </a:r>
            <a:r>
              <a:rPr lang="en-US" dirty="0"/>
              <a:t>, such as environmental monitoring, healthcare, or industrial automation.</a:t>
            </a:r>
          </a:p>
          <a:p>
            <a:pPr>
              <a:buFont typeface="Arial" panose="020B0604020202020204" pitchFamily="34" charset="0"/>
              <a:buChar char="•"/>
            </a:pPr>
            <a:r>
              <a:rPr lang="en-US" dirty="0"/>
              <a:t>The </a:t>
            </a:r>
            <a:r>
              <a:rPr lang="en-US" b="1" dirty="0"/>
              <a:t>entire protocol stack is tailored</a:t>
            </a:r>
            <a:r>
              <a:rPr lang="en-US" dirty="0"/>
              <a:t> to meet the needs of this single application.</a:t>
            </a:r>
          </a:p>
          <a:p>
            <a:pPr>
              <a:buNone/>
            </a:pPr>
            <a:r>
              <a:rPr lang="en-US" b="1" dirty="0"/>
              <a:t>2. Network as an Instrument</a:t>
            </a:r>
          </a:p>
          <a:p>
            <a:pPr>
              <a:buFont typeface="Arial" panose="020B0604020202020204" pitchFamily="34" charset="0"/>
              <a:buChar char="•"/>
            </a:pPr>
            <a:r>
              <a:rPr lang="en-US" dirty="0"/>
              <a:t>In WSNs, the entire </a:t>
            </a:r>
            <a:r>
              <a:rPr lang="en-US" b="1" dirty="0"/>
              <a:t>network is treated as a unified instrument</a:t>
            </a:r>
            <a:r>
              <a:rPr lang="en-US" dirty="0"/>
              <a:t> rather than as individual nodes performing separate tasks.</a:t>
            </a:r>
          </a:p>
          <a:p>
            <a:pPr>
              <a:buFont typeface="Arial" panose="020B0604020202020204" pitchFamily="34" charset="0"/>
              <a:buChar char="•"/>
            </a:pPr>
            <a:r>
              <a:rPr lang="en-US" dirty="0"/>
              <a:t>This allows </a:t>
            </a:r>
            <a:r>
              <a:rPr lang="en-US" b="1" dirty="0"/>
              <a:t>seamless data collection, processing, and transmission</a:t>
            </a:r>
            <a:r>
              <a:rPr lang="en-US" dirty="0"/>
              <a:t> across multiple sensor nodes.</a:t>
            </a:r>
          </a:p>
          <a:p>
            <a:endParaRPr lang="en-IN" dirty="0"/>
          </a:p>
        </p:txBody>
      </p:sp>
    </p:spTree>
    <p:extLst>
      <p:ext uri="{BB962C8B-B14F-4D97-AF65-F5344CB8AC3E}">
        <p14:creationId xmlns:p14="http://schemas.microsoft.com/office/powerpoint/2010/main" val="77773881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FF7DE-4AB8-E66D-F51E-55F08F8C2C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3E0E20-5DF9-F9E3-79F2-AA5FCE5B8193}"/>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01D15043-6A56-56E5-AB9E-DA63C80019B5}"/>
              </a:ext>
            </a:extLst>
          </p:cNvPr>
          <p:cNvSpPr>
            <a:spLocks noGrp="1"/>
          </p:cNvSpPr>
          <p:nvPr>
            <p:ph type="sldNum" sz="quarter" idx="13"/>
          </p:nvPr>
        </p:nvSpPr>
        <p:spPr/>
        <p:txBody>
          <a:bodyPr/>
          <a:lstStyle/>
          <a:p>
            <a:fld id="{BC8D7E44-7D4F-4942-A8C9-2DF6BF8399E8}" type="slidenum">
              <a:rPr lang="en-US" smtClean="0"/>
              <a:pPr/>
              <a:t>111</a:t>
            </a:fld>
            <a:endParaRPr lang="en-US" dirty="0"/>
          </a:p>
        </p:txBody>
      </p:sp>
      <p:sp>
        <p:nvSpPr>
          <p:cNvPr id="10" name="TextBox 9">
            <a:extLst>
              <a:ext uri="{FF2B5EF4-FFF2-40B4-BE49-F238E27FC236}">
                <a16:creationId xmlns:a16="http://schemas.microsoft.com/office/drawing/2014/main" id="{6A5150CB-F453-C95A-321B-07637C4FF4F5}"/>
              </a:ext>
            </a:extLst>
          </p:cNvPr>
          <p:cNvSpPr txBox="1"/>
          <p:nvPr/>
        </p:nvSpPr>
        <p:spPr>
          <a:xfrm>
            <a:off x="76200" y="1447800"/>
            <a:ext cx="8991600" cy="4524315"/>
          </a:xfrm>
          <a:prstGeom prst="rect">
            <a:avLst/>
          </a:prstGeom>
          <a:noFill/>
        </p:spPr>
        <p:txBody>
          <a:bodyPr wrap="square" rtlCol="0">
            <a:spAutoFit/>
          </a:bodyPr>
          <a:lstStyle/>
          <a:p>
            <a:pPr>
              <a:buNone/>
            </a:pPr>
            <a:r>
              <a:rPr lang="en-US" b="1" dirty="0"/>
              <a:t>3. Distributed Application Layer</a:t>
            </a:r>
          </a:p>
          <a:p>
            <a:pPr>
              <a:buFont typeface="Arial" panose="020B0604020202020204" pitchFamily="34" charset="0"/>
              <a:buChar char="•"/>
            </a:pPr>
            <a:r>
              <a:rPr lang="en-US" dirty="0"/>
              <a:t>Instead of existing as a separate layer, the </a:t>
            </a:r>
            <a:r>
              <a:rPr lang="en-US" b="1" dirty="0"/>
              <a:t>application layer is distributed</a:t>
            </a:r>
            <a:r>
              <a:rPr lang="en-US" dirty="0"/>
              <a:t> across the entire protocol stack.</a:t>
            </a:r>
          </a:p>
          <a:p>
            <a:pPr>
              <a:buFont typeface="Arial" panose="020B0604020202020204" pitchFamily="34" charset="0"/>
              <a:buChar char="•"/>
            </a:pPr>
            <a:r>
              <a:rPr lang="en-US" dirty="0"/>
              <a:t>This means that </a:t>
            </a:r>
            <a:r>
              <a:rPr lang="en-US" b="1" dirty="0"/>
              <a:t>application-specific functionalities</a:t>
            </a:r>
            <a:r>
              <a:rPr lang="en-US" dirty="0"/>
              <a:t> are integrated into </a:t>
            </a:r>
            <a:r>
              <a:rPr lang="en-US" b="1" dirty="0"/>
              <a:t>lower layers</a:t>
            </a:r>
            <a:r>
              <a:rPr lang="en-US" dirty="0"/>
              <a:t>, optimizing </a:t>
            </a:r>
            <a:r>
              <a:rPr lang="en-US" b="1" dirty="0"/>
              <a:t>data processing and communication</a:t>
            </a:r>
            <a:r>
              <a:rPr lang="en-US" dirty="0"/>
              <a:t>.</a:t>
            </a:r>
          </a:p>
          <a:p>
            <a:pPr>
              <a:buFont typeface="Arial" panose="020B0604020202020204" pitchFamily="34" charset="0"/>
              <a:buChar char="•"/>
            </a:pPr>
            <a:r>
              <a:rPr lang="en-US" dirty="0"/>
              <a:t>The </a:t>
            </a:r>
            <a:r>
              <a:rPr lang="en-US" b="1" dirty="0"/>
              <a:t>application logic is embedded</a:t>
            </a:r>
            <a:r>
              <a:rPr lang="en-US" dirty="0"/>
              <a:t> at multiple points to reduce energy consumption and improve efficiency.</a:t>
            </a:r>
          </a:p>
          <a:p>
            <a:pPr>
              <a:buNone/>
            </a:pPr>
            <a:r>
              <a:rPr lang="en-US" b="1" dirty="0"/>
              <a:t>4. Explicit Functionalities of the Application Layer</a:t>
            </a:r>
          </a:p>
          <a:p>
            <a:pPr>
              <a:buNone/>
            </a:pPr>
            <a:r>
              <a:rPr lang="en-US" dirty="0"/>
              <a:t>The application layer in embedded systems plays a direct role in:</a:t>
            </a:r>
          </a:p>
          <a:p>
            <a:pPr>
              <a:buFont typeface="Arial" panose="020B0604020202020204" pitchFamily="34" charset="0"/>
              <a:buChar char="•"/>
            </a:pPr>
            <a:r>
              <a:rPr lang="en-US" b="1" dirty="0"/>
              <a:t>Sensor Management:</a:t>
            </a:r>
            <a:r>
              <a:rPr lang="en-US" dirty="0"/>
              <a:t> Controlling and configuring sensor nodes to optimize performance.</a:t>
            </a:r>
          </a:p>
          <a:p>
            <a:pPr>
              <a:buFont typeface="Arial" panose="020B0604020202020204" pitchFamily="34" charset="0"/>
              <a:buChar char="•"/>
            </a:pPr>
            <a:r>
              <a:rPr lang="en-US" b="1" dirty="0"/>
              <a:t>Task Management:</a:t>
            </a:r>
            <a:r>
              <a:rPr lang="en-US" dirty="0"/>
              <a:t> Assigning and scheduling tasks dynamically to ensure efficient network operation.</a:t>
            </a:r>
          </a:p>
          <a:p>
            <a:pPr>
              <a:buFont typeface="Arial" panose="020B0604020202020204" pitchFamily="34" charset="0"/>
              <a:buChar char="•"/>
            </a:pPr>
            <a:r>
              <a:rPr lang="en-US" b="1" dirty="0"/>
              <a:t>Data Advertisement:</a:t>
            </a:r>
            <a:r>
              <a:rPr lang="en-US" dirty="0"/>
              <a:t> Announcing available data to interested nodes, reducing redundant transmissions.</a:t>
            </a:r>
          </a:p>
          <a:p>
            <a:pPr>
              <a:buFont typeface="Arial" panose="020B0604020202020204" pitchFamily="34" charset="0"/>
              <a:buChar char="•"/>
            </a:pPr>
            <a:r>
              <a:rPr lang="en-US" b="1" dirty="0"/>
              <a:t>Sensor Query &amp; Data Extraction:</a:t>
            </a:r>
            <a:r>
              <a:rPr lang="en-US" dirty="0"/>
              <a:t> Enabling queries from external users to retrieve relevant sensor data.</a:t>
            </a:r>
          </a:p>
        </p:txBody>
      </p:sp>
    </p:spTree>
    <p:extLst>
      <p:ext uri="{BB962C8B-B14F-4D97-AF65-F5344CB8AC3E}">
        <p14:creationId xmlns:p14="http://schemas.microsoft.com/office/powerpoint/2010/main" val="293773484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C829F-D0BF-D13E-0EA2-5C787D0FC46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E55ECC-5DE5-31BC-2417-A1AA116C17E9}"/>
              </a:ext>
            </a:extLst>
          </p:cNvPr>
          <p:cNvSpPr>
            <a:spLocks noGrp="1"/>
          </p:cNvSpPr>
          <p:nvPr>
            <p:ph sz="quarter" idx="10"/>
          </p:nvPr>
        </p:nvSpPr>
        <p:spPr/>
        <p:txBody>
          <a:bodyPr/>
          <a:lstStyle/>
          <a:p>
            <a:r>
              <a:rPr lang="en-IN" dirty="0"/>
              <a:t>Protocol stack</a:t>
            </a:r>
          </a:p>
        </p:txBody>
      </p:sp>
      <p:sp>
        <p:nvSpPr>
          <p:cNvPr id="3" name="Slide Number Placeholder 2">
            <a:extLst>
              <a:ext uri="{FF2B5EF4-FFF2-40B4-BE49-F238E27FC236}">
                <a16:creationId xmlns:a16="http://schemas.microsoft.com/office/drawing/2014/main" id="{9413577F-C3B4-1C51-CB83-2C26CD808D76}"/>
              </a:ext>
            </a:extLst>
          </p:cNvPr>
          <p:cNvSpPr>
            <a:spLocks noGrp="1"/>
          </p:cNvSpPr>
          <p:nvPr>
            <p:ph type="sldNum" sz="quarter" idx="13"/>
          </p:nvPr>
        </p:nvSpPr>
        <p:spPr/>
        <p:txBody>
          <a:bodyPr/>
          <a:lstStyle/>
          <a:p>
            <a:fld id="{BC8D7E44-7D4F-4942-A8C9-2DF6BF8399E8}" type="slidenum">
              <a:rPr lang="en-US" smtClean="0"/>
              <a:pPr/>
              <a:t>112</a:t>
            </a:fld>
            <a:endParaRPr lang="en-US" dirty="0"/>
          </a:p>
        </p:txBody>
      </p:sp>
      <p:sp>
        <p:nvSpPr>
          <p:cNvPr id="10" name="TextBox 9">
            <a:extLst>
              <a:ext uri="{FF2B5EF4-FFF2-40B4-BE49-F238E27FC236}">
                <a16:creationId xmlns:a16="http://schemas.microsoft.com/office/drawing/2014/main" id="{D7F722A1-A01F-EA59-42AC-A31A9A87E76C}"/>
              </a:ext>
            </a:extLst>
          </p:cNvPr>
          <p:cNvSpPr txBox="1"/>
          <p:nvPr/>
        </p:nvSpPr>
        <p:spPr>
          <a:xfrm>
            <a:off x="76200" y="1447800"/>
            <a:ext cx="8991600" cy="1477328"/>
          </a:xfrm>
          <a:prstGeom prst="rect">
            <a:avLst/>
          </a:prstGeom>
          <a:noFill/>
        </p:spPr>
        <p:txBody>
          <a:bodyPr wrap="square" rtlCol="0">
            <a:spAutoFit/>
          </a:bodyPr>
          <a:lstStyle/>
          <a:p>
            <a:pPr>
              <a:buNone/>
            </a:pPr>
            <a:r>
              <a:rPr lang="en-US" dirty="0"/>
              <a:t>In embedded network systems, the </a:t>
            </a:r>
            <a:r>
              <a:rPr lang="en-US" b="1" dirty="0"/>
              <a:t>application layer is deeply integrated with the entire protocol stack</a:t>
            </a:r>
            <a:r>
              <a:rPr lang="en-US" dirty="0"/>
              <a:t>, ensuring </a:t>
            </a:r>
            <a:r>
              <a:rPr lang="en-US" b="1" dirty="0"/>
              <a:t>optimized, energy-efficient, and task-specific communication</a:t>
            </a:r>
            <a:r>
              <a:rPr lang="en-US" dirty="0"/>
              <a:t>. Instead of being an independent layer, it </a:t>
            </a:r>
            <a:r>
              <a:rPr lang="en-US" b="1" dirty="0"/>
              <a:t>operates at all levels</a:t>
            </a:r>
            <a:r>
              <a:rPr lang="en-US" dirty="0"/>
              <a:t>, enabling seamless </a:t>
            </a:r>
            <a:r>
              <a:rPr lang="en-US" b="1" dirty="0"/>
              <a:t>sensor management, task execution, and data handling</a:t>
            </a:r>
            <a:r>
              <a:rPr lang="en-US" dirty="0"/>
              <a:t> for </a:t>
            </a:r>
            <a:r>
              <a:rPr lang="en-US" b="1" dirty="0"/>
              <a:t>real-world applications</a:t>
            </a:r>
            <a:r>
              <a:rPr lang="en-US" dirty="0"/>
              <a:t> like IoT, smart cities, and industrial automation.</a:t>
            </a:r>
          </a:p>
        </p:txBody>
      </p:sp>
    </p:spTree>
    <p:extLst>
      <p:ext uri="{BB962C8B-B14F-4D97-AF65-F5344CB8AC3E}">
        <p14:creationId xmlns:p14="http://schemas.microsoft.com/office/powerpoint/2010/main" val="122877727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F62245-5628-2AAA-27C1-DF3C98FF223F}"/>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Protocol Stack - Issues</a:t>
            </a:r>
            <a:endParaRPr lang="en-IN" dirty="0"/>
          </a:p>
        </p:txBody>
      </p:sp>
      <p:sp>
        <p:nvSpPr>
          <p:cNvPr id="3" name="Slide Number Placeholder 2">
            <a:extLst>
              <a:ext uri="{FF2B5EF4-FFF2-40B4-BE49-F238E27FC236}">
                <a16:creationId xmlns:a16="http://schemas.microsoft.com/office/drawing/2014/main" id="{3FCC54BB-0982-30FA-B15C-912633888DA2}"/>
              </a:ext>
            </a:extLst>
          </p:cNvPr>
          <p:cNvSpPr>
            <a:spLocks noGrp="1"/>
          </p:cNvSpPr>
          <p:nvPr>
            <p:ph type="sldNum" sz="quarter" idx="13"/>
          </p:nvPr>
        </p:nvSpPr>
        <p:spPr/>
        <p:txBody>
          <a:bodyPr/>
          <a:lstStyle/>
          <a:p>
            <a:fld id="{BC8D7E44-7D4F-4942-A8C9-2DF6BF8399E8}" type="slidenum">
              <a:rPr lang="en-US" smtClean="0"/>
              <a:pPr/>
              <a:t>113</a:t>
            </a:fld>
            <a:endParaRPr lang="en-US" dirty="0"/>
          </a:p>
        </p:txBody>
      </p:sp>
      <p:sp>
        <p:nvSpPr>
          <p:cNvPr id="4" name="TextBox 3">
            <a:extLst>
              <a:ext uri="{FF2B5EF4-FFF2-40B4-BE49-F238E27FC236}">
                <a16:creationId xmlns:a16="http://schemas.microsoft.com/office/drawing/2014/main" id="{E7FE3B5D-CEEF-A011-9504-7A79805440B3}"/>
              </a:ext>
            </a:extLst>
          </p:cNvPr>
          <p:cNvSpPr txBox="1"/>
          <p:nvPr/>
        </p:nvSpPr>
        <p:spPr>
          <a:xfrm>
            <a:off x="263612" y="1588536"/>
            <a:ext cx="8155458" cy="4062620"/>
          </a:xfrm>
          <a:prstGeom prst="rect">
            <a:avLst/>
          </a:prstGeom>
          <a:noFill/>
          <a:ln>
            <a:noFill/>
          </a:ln>
        </p:spPr>
        <p:txBody>
          <a:bodyPr wrap="square" lIns="91425" tIns="91425" rIns="91425" bIns="91425" rtlCol="0" anchor="b" anchorCtr="0">
            <a:spAutoFit/>
          </a:bodyPr>
          <a:lstStyle/>
          <a:p>
            <a:endParaRPr lang="en-US" sz="2800" dirty="0">
              <a:latin typeface="Calibri" panose="020F0502020204030204" pitchFamily="34" charset="0"/>
              <a:cs typeface="Calibri" panose="020F0502020204030204" pitchFamily="34" charset="0"/>
            </a:endParaRPr>
          </a:p>
          <a:p>
            <a:pPr marL="457200" indent="-457200">
              <a:lnSpc>
                <a:spcPct val="200000"/>
              </a:lnSpc>
              <a:buFont typeface="Arial" panose="020B0604020202020204" pitchFamily="34" charset="0"/>
              <a:buChar char="•"/>
            </a:pPr>
            <a:r>
              <a:rPr lang="en-IN" sz="2800" dirty="0">
                <a:latin typeface="Calibri" panose="020F0502020204030204" pitchFamily="34" charset="0"/>
                <a:cs typeface="Calibri" panose="020F0502020204030204" pitchFamily="34" charset="0"/>
              </a:rPr>
              <a:t>Dynamic environment</a:t>
            </a:r>
          </a:p>
          <a:p>
            <a:pPr marL="457200" indent="-457200">
              <a:lnSpc>
                <a:spcPct val="200000"/>
              </a:lnSpc>
              <a:buFont typeface="Arial" panose="020B0604020202020204" pitchFamily="34" charset="0"/>
              <a:buChar char="•"/>
            </a:pPr>
            <a:r>
              <a:rPr lang="en-IN" sz="2800" dirty="0">
                <a:latin typeface="Calibri" panose="020F0502020204030204" pitchFamily="34" charset="0"/>
                <a:cs typeface="Calibri" panose="020F0502020204030204" pitchFamily="34" charset="0"/>
              </a:rPr>
              <a:t>Power control - </a:t>
            </a:r>
            <a:r>
              <a:rPr lang="en-IN" sz="2800" dirty="0" err="1">
                <a:latin typeface="Calibri" panose="020F0502020204030204" pitchFamily="34" charset="0"/>
                <a:cs typeface="Calibri" panose="020F0502020204030204" pitchFamily="34" charset="0"/>
              </a:rPr>
              <a:t>Longetivity</a:t>
            </a:r>
            <a:endParaRPr lang="en-IN" sz="2800" dirty="0">
              <a:latin typeface="Calibri" panose="020F0502020204030204" pitchFamily="34" charset="0"/>
              <a:cs typeface="Calibri" panose="020F0502020204030204" pitchFamily="34" charset="0"/>
            </a:endParaRPr>
          </a:p>
          <a:p>
            <a:pPr marL="457200" indent="-457200">
              <a:lnSpc>
                <a:spcPct val="200000"/>
              </a:lnSpc>
              <a:buFont typeface="Arial" panose="020B0604020202020204" pitchFamily="34" charset="0"/>
              <a:buChar char="•"/>
            </a:pPr>
            <a:r>
              <a:rPr lang="en-IN" sz="2800" dirty="0">
                <a:latin typeface="Calibri" panose="020F0502020204030204" pitchFamily="34" charset="0"/>
                <a:cs typeface="Calibri" panose="020F0502020204030204" pitchFamily="34" charset="0"/>
              </a:rPr>
              <a:t>Protocol place in the sensor node architecture</a:t>
            </a:r>
          </a:p>
          <a:p>
            <a:pPr marL="457200" indent="-457200">
              <a:lnSpc>
                <a:spcPct val="200000"/>
              </a:lnSpc>
              <a:buFont typeface="Arial" panose="020B0604020202020204" pitchFamily="34" charset="0"/>
              <a:buChar char="•"/>
            </a:pPr>
            <a:r>
              <a:rPr lang="en-IN" sz="2800" dirty="0">
                <a:latin typeface="Calibri" panose="020F0502020204030204" pitchFamily="34" charset="0"/>
                <a:cs typeface="Calibri" panose="020F0502020204030204" pitchFamily="34" charset="0"/>
              </a:rPr>
              <a:t>Protocol availability</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791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4">
                                            <p:txEl>
                                              <p:pRg st="1" end="1"/>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4">
                                            <p:txEl>
                                              <p:pRg st="2" end="2"/>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4">
                                            <p:txEl>
                                              <p:pRg st="3" end="3"/>
                                            </p:txEl>
                                          </p:spTgt>
                                        </p:tgtEl>
                                        <p:attrNameLst>
                                          <p:attrName>style.textDecorationUnderline</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4">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7166A-72F9-0966-7F47-1952960FCC1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FE847C-EDB4-5080-48F9-1C98CBDF39CA}"/>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Dynamic Environment</a:t>
            </a:r>
            <a:endParaRPr lang="en-IN" dirty="0"/>
          </a:p>
        </p:txBody>
      </p:sp>
      <p:sp>
        <p:nvSpPr>
          <p:cNvPr id="3" name="Slide Number Placeholder 2">
            <a:extLst>
              <a:ext uri="{FF2B5EF4-FFF2-40B4-BE49-F238E27FC236}">
                <a16:creationId xmlns:a16="http://schemas.microsoft.com/office/drawing/2014/main" id="{0CFD6B58-3D98-CFA6-AE22-1FDD2A995B3C}"/>
              </a:ext>
            </a:extLst>
          </p:cNvPr>
          <p:cNvSpPr>
            <a:spLocks noGrp="1"/>
          </p:cNvSpPr>
          <p:nvPr>
            <p:ph type="sldNum" sz="quarter" idx="13"/>
          </p:nvPr>
        </p:nvSpPr>
        <p:spPr/>
        <p:txBody>
          <a:bodyPr/>
          <a:lstStyle/>
          <a:p>
            <a:fld id="{BC8D7E44-7D4F-4942-A8C9-2DF6BF8399E8}" type="slidenum">
              <a:rPr lang="en-US" smtClean="0"/>
              <a:pPr/>
              <a:t>114</a:t>
            </a:fld>
            <a:endParaRPr lang="en-US" dirty="0"/>
          </a:p>
        </p:txBody>
      </p:sp>
      <p:sp>
        <p:nvSpPr>
          <p:cNvPr id="4" name="TextBox 3">
            <a:extLst>
              <a:ext uri="{FF2B5EF4-FFF2-40B4-BE49-F238E27FC236}">
                <a16:creationId xmlns:a16="http://schemas.microsoft.com/office/drawing/2014/main" id="{4F3A4B6A-ED6E-AE09-1583-02F8A4A68289}"/>
              </a:ext>
            </a:extLst>
          </p:cNvPr>
          <p:cNvSpPr txBox="1"/>
          <p:nvPr/>
        </p:nvSpPr>
        <p:spPr>
          <a:xfrm>
            <a:off x="230660" y="1420911"/>
            <a:ext cx="8155458" cy="4642138"/>
          </a:xfrm>
          <a:prstGeom prst="rect">
            <a:avLst/>
          </a:prstGeom>
          <a:noFill/>
          <a:ln>
            <a:noFill/>
          </a:ln>
        </p:spPr>
        <p:txBody>
          <a:bodyPr wrap="square" lIns="91425" tIns="91425" rIns="91425" bIns="91425" rtlCol="0" anchor="b" anchorCtr="0">
            <a:spAutoFit/>
          </a:bodyPr>
          <a:lstStyle/>
          <a:p>
            <a:r>
              <a:rPr lang="en-US" b="1" dirty="0"/>
              <a:t>1. Dynamic Environment</a:t>
            </a:r>
          </a:p>
          <a:p>
            <a:r>
              <a:rPr lang="en-US" dirty="0"/>
              <a:t>WSNs are often deployed in outdoor and </a:t>
            </a:r>
            <a:r>
              <a:rPr lang="en-US" b="1" dirty="0"/>
              <a:t>uncontrolled environments</a:t>
            </a:r>
            <a:r>
              <a:rPr lang="en-US" dirty="0"/>
              <a:t>, such as forests, battlefields, industrial areas, or underwater. These environments are subject to </a:t>
            </a:r>
            <a:r>
              <a:rPr lang="en-US" b="1" dirty="0"/>
              <a:t>frequent changes</a:t>
            </a:r>
            <a:r>
              <a:rPr lang="en-US" dirty="0"/>
              <a:t> that impact network stability.</a:t>
            </a:r>
          </a:p>
          <a:p>
            <a:r>
              <a:rPr lang="en-US" b="1" dirty="0"/>
              <a:t>Factors affecting communication:</a:t>
            </a:r>
            <a:endParaRPr lang="en-US" dirty="0"/>
          </a:p>
          <a:p>
            <a:pPr lvl="1"/>
            <a:r>
              <a:rPr lang="en-US" b="1" dirty="0"/>
              <a:t>Node mobility</a:t>
            </a:r>
            <a:r>
              <a:rPr lang="en-US" dirty="0"/>
              <a:t> – Some sensor nodes may move due to external factors like wind or water currents.</a:t>
            </a:r>
          </a:p>
          <a:p>
            <a:pPr lvl="1"/>
            <a:r>
              <a:rPr lang="en-US" b="1" dirty="0"/>
              <a:t>Environmental conditions</a:t>
            </a:r>
            <a:r>
              <a:rPr lang="en-US" dirty="0"/>
              <a:t> – Weather changes (rain, fog, storms) can interfere with wireless signals.</a:t>
            </a:r>
          </a:p>
          <a:p>
            <a:pPr lvl="1"/>
            <a:r>
              <a:rPr lang="en-US" b="1" dirty="0"/>
              <a:t>Obstacles and interference</a:t>
            </a:r>
            <a:r>
              <a:rPr lang="en-US" dirty="0"/>
              <a:t> – Physical obstructions like buildings or trees, as well as electromagnetic interference from other devices, can weaken signals.</a:t>
            </a:r>
          </a:p>
          <a:p>
            <a:r>
              <a:rPr lang="en-US" b="1" dirty="0"/>
              <a:t>Solution:</a:t>
            </a:r>
            <a:r>
              <a:rPr lang="en-US" dirty="0"/>
              <a:t> Protocols must be designed to </a:t>
            </a:r>
            <a:r>
              <a:rPr lang="en-US" b="1" dirty="0"/>
              <a:t>adapt dynamically</a:t>
            </a:r>
            <a:r>
              <a:rPr lang="en-US" dirty="0"/>
              <a:t> to changing network conditions by incorporating techniques like </a:t>
            </a:r>
            <a:r>
              <a:rPr lang="en-US" b="1" dirty="0"/>
              <a:t>self-healing</a:t>
            </a:r>
            <a:r>
              <a:rPr lang="en-US" dirty="0"/>
              <a:t>, </a:t>
            </a:r>
            <a:r>
              <a:rPr lang="en-US" b="1" dirty="0"/>
              <a:t>fault tolerance</a:t>
            </a:r>
            <a:r>
              <a:rPr lang="en-US" dirty="0"/>
              <a:t>, and </a:t>
            </a:r>
            <a:r>
              <a:rPr lang="en-US" b="1" dirty="0"/>
              <a:t>adaptive routing</a:t>
            </a:r>
            <a:r>
              <a:rPr lang="en-US" dirty="0"/>
              <a:t> to maintain stable communication.</a:t>
            </a:r>
          </a:p>
          <a:p>
            <a:pPr>
              <a:lnSpc>
                <a:spcPct val="150000"/>
              </a:lnSpc>
            </a:pPr>
            <a:endParaRPr lang="en-IN"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390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4">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4">
                                            <p:txEl>
                                              <p:pRg st="1" end="1"/>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4">
                                            <p:txEl>
                                              <p:pRg st="2" end="2"/>
                                            </p:txEl>
                                          </p:spTgt>
                                        </p:tgtEl>
                                        <p:attrNameLst>
                                          <p:attrName>style.textDecorationUnderline</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4">
                                            <p:txEl>
                                              <p:pRg st="3" end="3"/>
                                            </p:txEl>
                                          </p:spTgt>
                                        </p:tgtEl>
                                        <p:attrNameLst>
                                          <p:attrName>style.textDecorationUnderline</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8" presetClass="emph" presetSubtype="0" fill="hold" nodeType="clickEffect">
                                  <p:stCondLst>
                                    <p:cond delay="0"/>
                                  </p:stCondLst>
                                  <p:iterate type="lt">
                                    <p:tmPct val="4000"/>
                                  </p:iterate>
                                  <p:childTnLst>
                                    <p:set>
                                      <p:cBhvr override="childStyle">
                                        <p:cTn id="22" dur="500" fill="hold"/>
                                        <p:tgtEl>
                                          <p:spTgt spid="4">
                                            <p:txEl>
                                              <p:pRg st="4" end="4"/>
                                            </p:txEl>
                                          </p:spTgt>
                                        </p:tgtEl>
                                        <p:attrNameLst>
                                          <p:attrName>style.textDecorationUnderline</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8" presetClass="emph" presetSubtype="0" fill="hold" nodeType="clickEffect">
                                  <p:stCondLst>
                                    <p:cond delay="0"/>
                                  </p:stCondLst>
                                  <p:iterate type="lt">
                                    <p:tmPct val="4000"/>
                                  </p:iterate>
                                  <p:childTnLst>
                                    <p:set>
                                      <p:cBhvr override="childStyle">
                                        <p:cTn id="26" dur="500" fill="hold"/>
                                        <p:tgtEl>
                                          <p:spTgt spid="4">
                                            <p:txEl>
                                              <p:pRg st="5" end="5"/>
                                            </p:txEl>
                                          </p:spTgt>
                                        </p:tgtEl>
                                        <p:attrNameLst>
                                          <p:attrName>style.textDecorationUnderline</p:attrName>
                                        </p:attrNameLst>
                                      </p:cBhvr>
                                      <p:to>
                                        <p:strVal val="true"/>
                                      </p:to>
                                    </p:set>
                                  </p:childTnLst>
                                </p:cTn>
                              </p:par>
                            </p:childTnLst>
                          </p:cTn>
                        </p:par>
                      </p:childTnLst>
                    </p:cTn>
                  </p:par>
                  <p:par>
                    <p:cTn id="27" fill="hold">
                      <p:stCondLst>
                        <p:cond delay="indefinite"/>
                      </p:stCondLst>
                      <p:childTnLst>
                        <p:par>
                          <p:cTn id="28" fill="hold">
                            <p:stCondLst>
                              <p:cond delay="0"/>
                            </p:stCondLst>
                            <p:childTnLst>
                              <p:par>
                                <p:cTn id="29" presetID="18" presetClass="emph" presetSubtype="0" fill="hold" nodeType="clickEffect">
                                  <p:stCondLst>
                                    <p:cond delay="0"/>
                                  </p:stCondLst>
                                  <p:iterate type="lt">
                                    <p:tmPct val="4000"/>
                                  </p:iterate>
                                  <p:childTnLst>
                                    <p:set>
                                      <p:cBhvr override="childStyle">
                                        <p:cTn id="30" dur="500" fill="hold"/>
                                        <p:tgtEl>
                                          <p:spTgt spid="4">
                                            <p:txEl>
                                              <p:pRg st="6" end="6"/>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9014B1-8333-9CF2-BA66-55F09290E060}"/>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Error Control</a:t>
            </a:r>
            <a:endParaRPr lang="en-IN" dirty="0"/>
          </a:p>
        </p:txBody>
      </p:sp>
      <p:sp>
        <p:nvSpPr>
          <p:cNvPr id="3" name="Slide Number Placeholder 2">
            <a:extLst>
              <a:ext uri="{FF2B5EF4-FFF2-40B4-BE49-F238E27FC236}">
                <a16:creationId xmlns:a16="http://schemas.microsoft.com/office/drawing/2014/main" id="{AEE4DF63-F8AA-F700-B3D5-C6ADBC56D103}"/>
              </a:ext>
            </a:extLst>
          </p:cNvPr>
          <p:cNvSpPr>
            <a:spLocks noGrp="1"/>
          </p:cNvSpPr>
          <p:nvPr>
            <p:ph type="sldNum" sz="quarter" idx="13"/>
          </p:nvPr>
        </p:nvSpPr>
        <p:spPr/>
        <p:txBody>
          <a:bodyPr/>
          <a:lstStyle/>
          <a:p>
            <a:fld id="{BC8D7E44-7D4F-4942-A8C9-2DF6BF8399E8}" type="slidenum">
              <a:rPr lang="en-US" smtClean="0"/>
              <a:pPr/>
              <a:t>115</a:t>
            </a:fld>
            <a:endParaRPr lang="en-US" dirty="0"/>
          </a:p>
        </p:txBody>
      </p:sp>
      <p:sp>
        <p:nvSpPr>
          <p:cNvPr id="4" name="TextBox 3">
            <a:extLst>
              <a:ext uri="{FF2B5EF4-FFF2-40B4-BE49-F238E27FC236}">
                <a16:creationId xmlns:a16="http://schemas.microsoft.com/office/drawing/2014/main" id="{6AEBC298-A673-67D5-336B-AF042DC8F864}"/>
              </a:ext>
            </a:extLst>
          </p:cNvPr>
          <p:cNvSpPr txBox="1"/>
          <p:nvPr/>
        </p:nvSpPr>
        <p:spPr>
          <a:xfrm>
            <a:off x="345990" y="1531782"/>
            <a:ext cx="8155458" cy="3995807"/>
          </a:xfrm>
          <a:prstGeom prst="rect">
            <a:avLst/>
          </a:prstGeom>
          <a:noFill/>
          <a:ln>
            <a:noFill/>
          </a:ln>
        </p:spPr>
        <p:txBody>
          <a:bodyPr wrap="square" lIns="91425" tIns="91425" rIns="91425" bIns="91425" rtlCol="0" anchor="b" anchorCtr="0">
            <a:spAutoFit/>
          </a:bodyPr>
          <a:lstStyle/>
          <a:p>
            <a:pPr marL="457200" indent="-457200">
              <a:lnSpc>
                <a:spcPct val="150000"/>
              </a:lnSpc>
              <a:buFont typeface="Arial" panose="020B0604020202020204" pitchFamily="34" charset="0"/>
              <a:buChar char="•"/>
            </a:pPr>
            <a:r>
              <a:rPr lang="en-IN" sz="2800" dirty="0">
                <a:latin typeface="Calibri" panose="020F0502020204030204" pitchFamily="34" charset="0"/>
                <a:cs typeface="Calibri" panose="020F0502020204030204" pitchFamily="34" charset="0"/>
              </a:rPr>
              <a:t>Normally resides in all protocol layers – worst case scenarios are handled</a:t>
            </a:r>
          </a:p>
          <a:p>
            <a:pPr marL="457200" indent="-457200">
              <a:lnSpc>
                <a:spcPct val="150000"/>
              </a:lnSpc>
              <a:buFont typeface="Arial" panose="020B0604020202020204" pitchFamily="34" charset="0"/>
              <a:buChar char="•"/>
            </a:pPr>
            <a:r>
              <a:rPr lang="en-IN" sz="2800" dirty="0">
                <a:latin typeface="Calibri" panose="020F0502020204030204" pitchFamily="34" charset="0"/>
                <a:cs typeface="Calibri" panose="020F0502020204030204" pitchFamily="34" charset="0"/>
              </a:rPr>
              <a:t>WSN this redundancy- too expensive</a:t>
            </a:r>
          </a:p>
          <a:p>
            <a:pPr marL="457200" indent="-457200">
              <a:lnSpc>
                <a:spcPct val="150000"/>
              </a:lnSpc>
              <a:buFont typeface="Arial" panose="020B0604020202020204" pitchFamily="34" charset="0"/>
              <a:buChar char="•"/>
            </a:pPr>
            <a:r>
              <a:rPr lang="en-IN" sz="2800" dirty="0">
                <a:latin typeface="Calibri" panose="020F0502020204030204" pitchFamily="34" charset="0"/>
                <a:cs typeface="Calibri" panose="020F0502020204030204" pitchFamily="34" charset="0"/>
              </a:rPr>
              <a:t>Adopting a central view on how error control is performed and cross-layer design reduces the resources spent for error control</a:t>
            </a:r>
          </a:p>
        </p:txBody>
      </p:sp>
    </p:spTree>
    <p:extLst>
      <p:ext uri="{BB962C8B-B14F-4D97-AF65-F5344CB8AC3E}">
        <p14:creationId xmlns:p14="http://schemas.microsoft.com/office/powerpoint/2010/main" val="364509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4">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4">
                                            <p:txEl>
                                              <p:pRg st="1" end="1"/>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4">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77076-8C50-1E92-547C-89C435F646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282E65-23E5-D5A9-6D6C-15BD46816A34}"/>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Power Control</a:t>
            </a:r>
            <a:endParaRPr lang="en-IN" dirty="0"/>
          </a:p>
        </p:txBody>
      </p:sp>
      <p:sp>
        <p:nvSpPr>
          <p:cNvPr id="3" name="Slide Number Placeholder 2">
            <a:extLst>
              <a:ext uri="{FF2B5EF4-FFF2-40B4-BE49-F238E27FC236}">
                <a16:creationId xmlns:a16="http://schemas.microsoft.com/office/drawing/2014/main" id="{8850D4C0-B09E-E963-F63A-D0DC69922F56}"/>
              </a:ext>
            </a:extLst>
          </p:cNvPr>
          <p:cNvSpPr>
            <a:spLocks noGrp="1"/>
          </p:cNvSpPr>
          <p:nvPr>
            <p:ph type="sldNum" sz="quarter" idx="13"/>
          </p:nvPr>
        </p:nvSpPr>
        <p:spPr/>
        <p:txBody>
          <a:bodyPr/>
          <a:lstStyle/>
          <a:p>
            <a:fld id="{BC8D7E44-7D4F-4942-A8C9-2DF6BF8399E8}" type="slidenum">
              <a:rPr lang="en-US" smtClean="0"/>
              <a:pPr/>
              <a:t>116</a:t>
            </a:fld>
            <a:endParaRPr lang="en-US" dirty="0"/>
          </a:p>
        </p:txBody>
      </p:sp>
      <p:sp>
        <p:nvSpPr>
          <p:cNvPr id="7" name="TextBox 6">
            <a:extLst>
              <a:ext uri="{FF2B5EF4-FFF2-40B4-BE49-F238E27FC236}">
                <a16:creationId xmlns:a16="http://schemas.microsoft.com/office/drawing/2014/main" id="{EEC8AD63-BC85-C4C3-67A1-F3B0D2BC0990}"/>
              </a:ext>
            </a:extLst>
          </p:cNvPr>
          <p:cNvSpPr txBox="1"/>
          <p:nvPr/>
        </p:nvSpPr>
        <p:spPr>
          <a:xfrm>
            <a:off x="152400" y="1303116"/>
            <a:ext cx="8458200" cy="59093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Sensor nodes are typically powered by </a:t>
            </a:r>
            <a:r>
              <a:rPr kumimoji="0" lang="en-US" altLang="en-US" sz="1800" b="1" i="0" u="none" strike="noStrike" cap="none" normalizeH="0" baseline="0" dirty="0">
                <a:ln>
                  <a:noFill/>
                </a:ln>
                <a:solidFill>
                  <a:schemeClr val="tx1"/>
                </a:solidFill>
                <a:effectLst/>
                <a:latin typeface="Arial" panose="020B0604020202020204" pitchFamily="34" charset="0"/>
              </a:rPr>
              <a:t>batteries</a:t>
            </a:r>
            <a:r>
              <a:rPr kumimoji="0" lang="en-US" altLang="en-US" sz="1800" b="0" i="0" u="none" strike="noStrike" cap="none" normalizeH="0" baseline="0" dirty="0">
                <a:ln>
                  <a:noFill/>
                </a:ln>
                <a:solidFill>
                  <a:schemeClr val="tx1"/>
                </a:solidFill>
                <a:effectLst/>
                <a:latin typeface="Arial" panose="020B0604020202020204" pitchFamily="34" charset="0"/>
              </a:rPr>
              <a:t>, and in many cases, replacing or recharging them is </a:t>
            </a:r>
            <a:r>
              <a:rPr kumimoji="0" lang="en-US" altLang="en-US" sz="1800" b="1" i="0" u="none" strike="noStrike" cap="none" normalizeH="0" baseline="0" dirty="0">
                <a:ln>
                  <a:noFill/>
                </a:ln>
                <a:solidFill>
                  <a:schemeClr val="tx1"/>
                </a:solidFill>
                <a:effectLst/>
                <a:latin typeface="Arial" panose="020B0604020202020204" pitchFamily="34" charset="0"/>
              </a:rPr>
              <a:t>difficult or impossible</a:t>
            </a:r>
            <a:r>
              <a:rPr kumimoji="0" lang="en-US" altLang="en-US" sz="1800" b="0" i="0" u="none" strike="noStrike" cap="none" normalizeH="0" baseline="0" dirty="0">
                <a:ln>
                  <a:noFill/>
                </a:ln>
                <a:solidFill>
                  <a:schemeClr val="tx1"/>
                </a:solidFill>
                <a:effectLst/>
                <a:latin typeface="Arial" panose="020B0604020202020204" pitchFamily="34" charset="0"/>
              </a:rPr>
              <a:t> (e.g., in remote areas or hazardous environments).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Challenges related to power consumption: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Radio transmission &amp; reception</a:t>
            </a:r>
            <a:r>
              <a:rPr kumimoji="0" lang="en-US" altLang="en-US" sz="1800" b="0" i="0" u="none" strike="noStrike" cap="none" normalizeH="0" baseline="0" dirty="0">
                <a:ln>
                  <a:noFill/>
                </a:ln>
                <a:solidFill>
                  <a:schemeClr val="tx1"/>
                </a:solidFill>
                <a:effectLst/>
                <a:latin typeface="Arial" panose="020B0604020202020204" pitchFamily="34" charset="0"/>
              </a:rPr>
              <a:t> – Wireless communication consumes the most power, especially long-range transmissions.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Idle listening</a:t>
            </a:r>
            <a:r>
              <a:rPr kumimoji="0" lang="en-US" altLang="en-US" sz="1800" b="0" i="0" u="none" strike="noStrike" cap="none" normalizeH="0" baseline="0" dirty="0">
                <a:ln>
                  <a:noFill/>
                </a:ln>
                <a:solidFill>
                  <a:schemeClr val="tx1"/>
                </a:solidFill>
                <a:effectLst/>
                <a:latin typeface="Arial" panose="020B0604020202020204" pitchFamily="34" charset="0"/>
              </a:rPr>
              <a:t> – Keeping the radio receiver ON continuously drains battery life.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processing</a:t>
            </a:r>
            <a:r>
              <a:rPr kumimoji="0" lang="en-US" altLang="en-US" sz="1800" b="0" i="0" u="none" strike="noStrike" cap="none" normalizeH="0" baseline="0" dirty="0">
                <a:ln>
                  <a:noFill/>
                </a:ln>
                <a:solidFill>
                  <a:schemeClr val="tx1"/>
                </a:solidFill>
                <a:effectLst/>
                <a:latin typeface="Arial" panose="020B0604020202020204" pitchFamily="34" charset="0"/>
              </a:rPr>
              <a:t> – Computation within the node consumes power, especially for complex processing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Sensing operations</a:t>
            </a:r>
            <a:r>
              <a:rPr kumimoji="0" lang="en-US" altLang="en-US" sz="1800" b="0" i="0" u="none" strike="noStrike" cap="none" normalizeH="0" baseline="0" dirty="0">
                <a:ln>
                  <a:noFill/>
                </a:ln>
                <a:solidFill>
                  <a:schemeClr val="tx1"/>
                </a:solidFill>
                <a:effectLst/>
                <a:latin typeface="Arial" panose="020B0604020202020204" pitchFamily="34" charset="0"/>
              </a:rPr>
              <a:t> – Continuously collecting data from sensors can be energy-intensive.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Solution: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Duty cycling</a:t>
            </a:r>
            <a:r>
              <a:rPr kumimoji="0" lang="en-US" altLang="en-US" sz="1800" b="0" i="0" u="none" strike="noStrike" cap="none" normalizeH="0" baseline="0" dirty="0">
                <a:ln>
                  <a:noFill/>
                </a:ln>
                <a:solidFill>
                  <a:schemeClr val="tx1"/>
                </a:solidFill>
                <a:effectLst/>
                <a:latin typeface="Arial" panose="020B0604020202020204" pitchFamily="34" charset="0"/>
              </a:rPr>
              <a:t> – Turning off the radio when not needed to save energy.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Energy-efficient routing protocols</a:t>
            </a:r>
            <a:r>
              <a:rPr kumimoji="0" lang="en-US" altLang="en-US" sz="1800" b="0" i="0" u="none" strike="noStrike" cap="none" normalizeH="0" baseline="0" dirty="0">
                <a:ln>
                  <a:noFill/>
                </a:ln>
                <a:solidFill>
                  <a:schemeClr val="tx1"/>
                </a:solidFill>
                <a:effectLst/>
                <a:latin typeface="Arial" panose="020B0604020202020204" pitchFamily="34" charset="0"/>
              </a:rPr>
              <a:t> – Using power-aware routing methods to extend network life.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aggregation</a:t>
            </a:r>
            <a:r>
              <a:rPr kumimoji="0" lang="en-US" altLang="en-US" sz="1800" b="0" i="0" u="none" strike="noStrike" cap="none" normalizeH="0" baseline="0" dirty="0">
                <a:ln>
                  <a:noFill/>
                </a:ln>
                <a:solidFill>
                  <a:schemeClr val="tx1"/>
                </a:solidFill>
                <a:effectLst/>
                <a:latin typeface="Arial" panose="020B0604020202020204" pitchFamily="34" charset="0"/>
              </a:rPr>
              <a:t> – Reducing redundant data transmission by processing data at intermediate nodes.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Harvesting energy</a:t>
            </a:r>
            <a:r>
              <a:rPr kumimoji="0" lang="en-US" altLang="en-US" sz="1800" b="0" i="0" u="none" strike="noStrike" cap="none" normalizeH="0" baseline="0" dirty="0">
                <a:ln>
                  <a:noFill/>
                </a:ln>
                <a:solidFill>
                  <a:schemeClr val="tx1"/>
                </a:solidFill>
                <a:effectLst/>
                <a:latin typeface="Arial" panose="020B0604020202020204" pitchFamily="34" charset="0"/>
              </a:rPr>
              <a:t> – Some advanced WSNs use solar, vibration, or thermal energy to recharge batteries.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219421038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98209A-343A-4C01-8641-D827151728CC}"/>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Protocol Place</a:t>
            </a:r>
            <a:endParaRPr lang="en-IN" dirty="0"/>
          </a:p>
        </p:txBody>
      </p:sp>
      <p:sp>
        <p:nvSpPr>
          <p:cNvPr id="3" name="Slide Number Placeholder 2">
            <a:extLst>
              <a:ext uri="{FF2B5EF4-FFF2-40B4-BE49-F238E27FC236}">
                <a16:creationId xmlns:a16="http://schemas.microsoft.com/office/drawing/2014/main" id="{5DA3F413-0897-59BE-FD83-3D31C0FBDA8D}"/>
              </a:ext>
            </a:extLst>
          </p:cNvPr>
          <p:cNvSpPr>
            <a:spLocks noGrp="1"/>
          </p:cNvSpPr>
          <p:nvPr>
            <p:ph type="sldNum" sz="quarter" idx="13"/>
          </p:nvPr>
        </p:nvSpPr>
        <p:spPr/>
        <p:txBody>
          <a:bodyPr/>
          <a:lstStyle/>
          <a:p>
            <a:fld id="{BC8D7E44-7D4F-4942-A8C9-2DF6BF8399E8}" type="slidenum">
              <a:rPr lang="en-US" smtClean="0"/>
              <a:pPr/>
              <a:t>117</a:t>
            </a:fld>
            <a:endParaRPr lang="en-US" dirty="0"/>
          </a:p>
        </p:txBody>
      </p:sp>
      <p:sp>
        <p:nvSpPr>
          <p:cNvPr id="4" name="TextBox 3">
            <a:extLst>
              <a:ext uri="{FF2B5EF4-FFF2-40B4-BE49-F238E27FC236}">
                <a16:creationId xmlns:a16="http://schemas.microsoft.com/office/drawing/2014/main" id="{BAF021EA-B044-A1D0-CBDD-9B9973D37B65}"/>
              </a:ext>
            </a:extLst>
          </p:cNvPr>
          <p:cNvSpPr txBox="1"/>
          <p:nvPr/>
        </p:nvSpPr>
        <p:spPr>
          <a:xfrm>
            <a:off x="395419" y="1301801"/>
            <a:ext cx="8155458" cy="5288469"/>
          </a:xfrm>
          <a:prstGeom prst="rect">
            <a:avLst/>
          </a:prstGeom>
          <a:noFill/>
          <a:ln>
            <a:noFill/>
          </a:ln>
        </p:spPr>
        <p:txBody>
          <a:bodyPr wrap="square" lIns="91425" tIns="91425" rIns="91425" bIns="91425" rtlCol="0" anchor="b" anchorCtr="0">
            <a:spAutoFit/>
          </a:bodyPr>
          <a:lstStyle/>
          <a:p>
            <a:pPr marL="457200" indent="-457200">
              <a:lnSpc>
                <a:spcPct val="150000"/>
              </a:lnSpc>
              <a:buFont typeface="Arial" panose="020B0604020202020204" pitchFamily="34" charset="0"/>
              <a:buChar char="•"/>
            </a:pPr>
            <a:r>
              <a:rPr lang="en-IN" sz="2800" dirty="0">
                <a:latin typeface="Calibri" panose="020F0502020204030204" pitchFamily="34" charset="0"/>
                <a:cs typeface="Calibri" panose="020F0502020204030204" pitchFamily="34" charset="0"/>
              </a:rPr>
              <a:t>Time synchronization, localization, calibration. </a:t>
            </a:r>
          </a:p>
          <a:p>
            <a:pPr marL="457200" indent="-457200">
              <a:lnSpc>
                <a:spcPct val="150000"/>
              </a:lnSpc>
              <a:buFont typeface="Arial" panose="020B0604020202020204" pitchFamily="34" charset="0"/>
              <a:buChar char="•"/>
            </a:pPr>
            <a:r>
              <a:rPr lang="en-IN" sz="2800" dirty="0">
                <a:latin typeface="Calibri" panose="020F0502020204030204" pitchFamily="34" charset="0"/>
                <a:cs typeface="Calibri" panose="020F0502020204030204" pitchFamily="34" charset="0"/>
              </a:rPr>
              <a:t>Shift their place in the protocol stack - transient phase is over</a:t>
            </a:r>
          </a:p>
          <a:p>
            <a:pPr marL="457200" indent="-457200">
              <a:lnSpc>
                <a:spcPct val="150000"/>
              </a:lnSpc>
              <a:buFont typeface="Arial" panose="020B0604020202020204" pitchFamily="34" charset="0"/>
              <a:buChar char="•"/>
            </a:pPr>
            <a:r>
              <a:rPr lang="en-IN" sz="2800" dirty="0">
                <a:latin typeface="Calibri" panose="020F0502020204030204" pitchFamily="34" charset="0"/>
                <a:cs typeface="Calibri" panose="020F0502020204030204" pitchFamily="34" charset="0"/>
              </a:rPr>
              <a:t>Data produced by some of these algorithms might make a different protocol stack more suited for the sensor node </a:t>
            </a:r>
          </a:p>
          <a:p>
            <a:pPr marL="457200" indent="-457200">
              <a:lnSpc>
                <a:spcPct val="150000"/>
              </a:lnSpc>
              <a:buFont typeface="Arial" panose="020B0604020202020204" pitchFamily="34" charset="0"/>
              <a:buChar char="•"/>
            </a:pPr>
            <a:r>
              <a:rPr lang="en-IN" sz="2800" dirty="0">
                <a:latin typeface="Calibri" panose="020F0502020204030204" pitchFamily="34" charset="0"/>
                <a:cs typeface="Calibri" panose="020F0502020204030204" pitchFamily="34" charset="0"/>
              </a:rPr>
              <a:t>Localization algorithm for static sensor networks might enable a better routing algorithm</a:t>
            </a:r>
          </a:p>
        </p:txBody>
      </p:sp>
    </p:spTree>
    <p:extLst>
      <p:ext uri="{BB962C8B-B14F-4D97-AF65-F5344CB8AC3E}">
        <p14:creationId xmlns:p14="http://schemas.microsoft.com/office/powerpoint/2010/main" val="3395672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4">
                                            <p:txEl>
                                              <p:pRg st="0" end="0"/>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18" presetClass="emph" presetSubtype="0" fill="hold" nodeType="clickEffect">
                                  <p:stCondLst>
                                    <p:cond delay="0"/>
                                  </p:stCondLst>
                                  <p:iterate type="lt">
                                    <p:tmPct val="4000"/>
                                  </p:iterate>
                                  <p:childTnLst>
                                    <p:set>
                                      <p:cBhvr override="childStyle">
                                        <p:cTn id="10" dur="500" fill="hold"/>
                                        <p:tgtEl>
                                          <p:spTgt spid="4">
                                            <p:txEl>
                                              <p:pRg st="1" end="1"/>
                                            </p:txEl>
                                          </p:spTgt>
                                        </p:tgtEl>
                                        <p:attrNameLst>
                                          <p:attrName>style.textDecorationUnderline</p:attrName>
                                        </p:attrNameLst>
                                      </p:cBhvr>
                                      <p:to>
                                        <p:strVal val="true"/>
                                      </p:to>
                                    </p:set>
                                  </p:childTnLst>
                                </p:cTn>
                              </p:par>
                            </p:childTnLst>
                          </p:cTn>
                        </p:par>
                      </p:childTnLst>
                    </p:cTn>
                  </p:par>
                  <p:par>
                    <p:cTn id="11" fill="hold">
                      <p:stCondLst>
                        <p:cond delay="indefinite"/>
                      </p:stCondLst>
                      <p:childTnLst>
                        <p:par>
                          <p:cTn id="12" fill="hold">
                            <p:stCondLst>
                              <p:cond delay="0"/>
                            </p:stCondLst>
                            <p:childTnLst>
                              <p:par>
                                <p:cTn id="13" presetID="18" presetClass="emph" presetSubtype="0" fill="hold" nodeType="clickEffect">
                                  <p:stCondLst>
                                    <p:cond delay="0"/>
                                  </p:stCondLst>
                                  <p:iterate type="lt">
                                    <p:tmPct val="4000"/>
                                  </p:iterate>
                                  <p:childTnLst>
                                    <p:set>
                                      <p:cBhvr override="childStyle">
                                        <p:cTn id="14" dur="500" fill="hold"/>
                                        <p:tgtEl>
                                          <p:spTgt spid="4">
                                            <p:txEl>
                                              <p:pRg st="2" end="2"/>
                                            </p:txEl>
                                          </p:spTgt>
                                        </p:tgtEl>
                                        <p:attrNameLst>
                                          <p:attrName>style.textDecorationUnderline</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8" presetClass="emph" presetSubtype="0" fill="hold" nodeType="clickEffect">
                                  <p:stCondLst>
                                    <p:cond delay="0"/>
                                  </p:stCondLst>
                                  <p:iterate type="lt">
                                    <p:tmPct val="4000"/>
                                  </p:iterate>
                                  <p:childTnLst>
                                    <p:set>
                                      <p:cBhvr override="childStyle">
                                        <p:cTn id="18" dur="500" fill="hold"/>
                                        <p:tgtEl>
                                          <p:spTgt spid="4">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0045B-A629-E9E6-7F16-DD76946C9F3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7B488D-BAF0-C113-98BF-84F5C727AF70}"/>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Protocol Place</a:t>
            </a:r>
            <a:endParaRPr lang="en-IN" dirty="0"/>
          </a:p>
        </p:txBody>
      </p:sp>
      <p:sp>
        <p:nvSpPr>
          <p:cNvPr id="3" name="Slide Number Placeholder 2">
            <a:extLst>
              <a:ext uri="{FF2B5EF4-FFF2-40B4-BE49-F238E27FC236}">
                <a16:creationId xmlns:a16="http://schemas.microsoft.com/office/drawing/2014/main" id="{F394A4C7-CA59-960B-D453-947317A660F4}"/>
              </a:ext>
            </a:extLst>
          </p:cNvPr>
          <p:cNvSpPr>
            <a:spLocks noGrp="1"/>
          </p:cNvSpPr>
          <p:nvPr>
            <p:ph type="sldNum" sz="quarter" idx="13"/>
          </p:nvPr>
        </p:nvSpPr>
        <p:spPr/>
        <p:txBody>
          <a:bodyPr/>
          <a:lstStyle/>
          <a:p>
            <a:fld id="{BC8D7E44-7D4F-4942-A8C9-2DF6BF8399E8}" type="slidenum">
              <a:rPr lang="en-US" smtClean="0"/>
              <a:pPr/>
              <a:t>118</a:t>
            </a:fld>
            <a:endParaRPr lang="en-US" dirty="0"/>
          </a:p>
        </p:txBody>
      </p:sp>
      <p:sp>
        <p:nvSpPr>
          <p:cNvPr id="5" name="TextBox 4">
            <a:extLst>
              <a:ext uri="{FF2B5EF4-FFF2-40B4-BE49-F238E27FC236}">
                <a16:creationId xmlns:a16="http://schemas.microsoft.com/office/drawing/2014/main" id="{E746E722-DBAC-AD0A-8D32-66B5C2BCBC70}"/>
              </a:ext>
            </a:extLst>
          </p:cNvPr>
          <p:cNvSpPr txBox="1"/>
          <p:nvPr/>
        </p:nvSpPr>
        <p:spPr>
          <a:xfrm>
            <a:off x="152400" y="1447800"/>
            <a:ext cx="8610600" cy="452431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sensor node consists of </a:t>
            </a:r>
            <a:r>
              <a:rPr kumimoji="0" lang="en-US" altLang="en-US" sz="1800" b="1" i="0" u="none" strike="noStrike" cap="none" normalizeH="0" baseline="0">
                <a:ln>
                  <a:noFill/>
                </a:ln>
                <a:solidFill>
                  <a:schemeClr val="tx1"/>
                </a:solidFill>
                <a:effectLst/>
                <a:latin typeface="Arial" panose="020B0604020202020204" pitchFamily="34" charset="0"/>
              </a:rPr>
              <a:t>different components</a:t>
            </a:r>
            <a:r>
              <a:rPr kumimoji="0" lang="en-US" altLang="en-US" sz="1800" b="0" i="0" u="none" strike="noStrike" cap="none" normalizeH="0" baseline="0">
                <a:ln>
                  <a:noFill/>
                </a:ln>
                <a:solidFill>
                  <a:schemeClr val="tx1"/>
                </a:solidFill>
                <a:effectLst/>
                <a:latin typeface="Arial" panose="020B0604020202020204" pitchFamily="34" charset="0"/>
              </a:rPr>
              <a:t> such as a processor, memory, sensors, communication module, and power source. The </a:t>
            </a:r>
            <a:r>
              <a:rPr kumimoji="0" lang="en-US" altLang="en-US" sz="1800" b="1" i="0" u="none" strike="noStrike" cap="none" normalizeH="0" baseline="0">
                <a:ln>
                  <a:noFill/>
                </a:ln>
                <a:solidFill>
                  <a:schemeClr val="tx1"/>
                </a:solidFill>
                <a:effectLst/>
                <a:latin typeface="Arial" panose="020B0604020202020204" pitchFamily="34" charset="0"/>
              </a:rPr>
              <a:t>protocol stack</a:t>
            </a:r>
            <a:r>
              <a:rPr kumimoji="0" lang="en-US" altLang="en-US" sz="1800" b="0" i="0" u="none" strike="noStrike" cap="none" normalizeH="0" baseline="0">
                <a:ln>
                  <a:noFill/>
                </a:ln>
                <a:solidFill>
                  <a:schemeClr val="tx1"/>
                </a:solidFill>
                <a:effectLst/>
                <a:latin typeface="Arial" panose="020B0604020202020204" pitchFamily="34" charset="0"/>
              </a:rPr>
              <a:t> must be designed in a way that efficiently integrates with these hardware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Challenges in placing protocols within the architecture:</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Limited resources</a:t>
            </a:r>
            <a:r>
              <a:rPr kumimoji="0" lang="en-US" altLang="en-US" sz="1800" b="0" i="0" u="none" strike="noStrike" cap="none" normalizeH="0" baseline="0">
                <a:ln>
                  <a:noFill/>
                </a:ln>
                <a:solidFill>
                  <a:schemeClr val="tx1"/>
                </a:solidFill>
                <a:effectLst/>
                <a:latin typeface="Arial" panose="020B0604020202020204" pitchFamily="34" charset="0"/>
              </a:rPr>
              <a:t> – Sensor nodes have </a:t>
            </a:r>
            <a:r>
              <a:rPr kumimoji="0" lang="en-US" altLang="en-US" sz="1800" b="1" i="0" u="none" strike="noStrike" cap="none" normalizeH="0" baseline="0">
                <a:ln>
                  <a:noFill/>
                </a:ln>
                <a:solidFill>
                  <a:schemeClr val="tx1"/>
                </a:solidFill>
                <a:effectLst/>
                <a:latin typeface="Arial" panose="020B0604020202020204" pitchFamily="34" charset="0"/>
              </a:rPr>
              <a:t>low memory, limited CPU power, and constrained bandwidth</a:t>
            </a:r>
            <a:r>
              <a:rPr kumimoji="0" lang="en-US" altLang="en-US" sz="1800" b="0" i="0" u="none" strike="noStrike" cap="none" normalizeH="0" baseline="0">
                <a:ln>
                  <a:noFill/>
                </a:ln>
                <a:solidFill>
                  <a:schemeClr val="tx1"/>
                </a:solidFill>
                <a:effectLst/>
                <a:latin typeface="Arial" panose="020B0604020202020204" pitchFamily="34" charset="0"/>
              </a:rPr>
              <a:t>, so protocols must be lightweight.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Trade-off between complexity and efficiency</a:t>
            </a:r>
            <a:r>
              <a:rPr kumimoji="0" lang="en-US" altLang="en-US" sz="1800" b="0" i="0" u="none" strike="noStrike" cap="none" normalizeH="0" baseline="0">
                <a:ln>
                  <a:noFill/>
                </a:ln>
                <a:solidFill>
                  <a:schemeClr val="tx1"/>
                </a:solidFill>
                <a:effectLst/>
                <a:latin typeface="Arial" panose="020B0604020202020204" pitchFamily="34" charset="0"/>
              </a:rPr>
              <a:t> – A complex protocol may improve performance but can drain energy quickly.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Modularity</a:t>
            </a:r>
            <a:r>
              <a:rPr kumimoji="0" lang="en-US" altLang="en-US" sz="1800" b="0" i="0" u="none" strike="noStrike" cap="none" normalizeH="0" baseline="0">
                <a:ln>
                  <a:noFill/>
                </a:ln>
                <a:solidFill>
                  <a:schemeClr val="tx1"/>
                </a:solidFill>
                <a:effectLst/>
                <a:latin typeface="Arial" panose="020B0604020202020204" pitchFamily="34" charset="0"/>
              </a:rPr>
              <a:t> – Protocols should be designed so they can be updated or replaced without affecting the entire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Solution: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Using a </a:t>
            </a:r>
            <a:r>
              <a:rPr kumimoji="0" lang="en-US" altLang="en-US" sz="1800" b="1" i="0" u="none" strike="noStrike" cap="none" normalizeH="0" baseline="0">
                <a:ln>
                  <a:noFill/>
                </a:ln>
                <a:solidFill>
                  <a:schemeClr val="tx1"/>
                </a:solidFill>
                <a:effectLst/>
                <a:latin typeface="Arial" panose="020B0604020202020204" pitchFamily="34" charset="0"/>
              </a:rPr>
              <a:t>cross-layer design</a:t>
            </a:r>
            <a:r>
              <a:rPr kumimoji="0" lang="en-US" altLang="en-US" sz="1800" b="0" i="0" u="none" strike="noStrike" cap="none" normalizeH="0" baseline="0">
                <a:ln>
                  <a:noFill/>
                </a:ln>
                <a:solidFill>
                  <a:schemeClr val="tx1"/>
                </a:solidFill>
                <a:effectLst/>
                <a:latin typeface="Arial" panose="020B0604020202020204" pitchFamily="34" charset="0"/>
              </a:rPr>
              <a:t>, where different layers of the protocol stack </a:t>
            </a:r>
            <a:r>
              <a:rPr kumimoji="0" lang="en-US" altLang="en-US" sz="1800" b="1" i="0" u="none" strike="noStrike" cap="none" normalizeH="0" baseline="0">
                <a:ln>
                  <a:noFill/>
                </a:ln>
                <a:solidFill>
                  <a:schemeClr val="tx1"/>
                </a:solidFill>
                <a:effectLst/>
                <a:latin typeface="Arial" panose="020B0604020202020204" pitchFamily="34" charset="0"/>
              </a:rPr>
              <a:t>share information</a:t>
            </a:r>
            <a:r>
              <a:rPr kumimoji="0" lang="en-US" altLang="en-US" sz="1800" b="0" i="0" u="none" strike="noStrike" cap="none" normalizeH="0" baseline="0">
                <a:ln>
                  <a:noFill/>
                </a:ln>
                <a:solidFill>
                  <a:schemeClr val="tx1"/>
                </a:solidFill>
                <a:effectLst/>
                <a:latin typeface="Arial" panose="020B0604020202020204" pitchFamily="34" charset="0"/>
              </a:rPr>
              <a:t> to improve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Implementing </a:t>
            </a:r>
            <a:r>
              <a:rPr kumimoji="0" lang="en-US" altLang="en-US" sz="1800" b="1" i="0" u="none" strike="noStrike" cap="none" normalizeH="0" baseline="0">
                <a:ln>
                  <a:noFill/>
                </a:ln>
                <a:solidFill>
                  <a:schemeClr val="tx1"/>
                </a:solidFill>
                <a:effectLst/>
                <a:latin typeface="Arial" panose="020B0604020202020204" pitchFamily="34" charset="0"/>
              </a:rPr>
              <a:t>lightweight encryption and compression techniques</a:t>
            </a:r>
            <a:r>
              <a:rPr kumimoji="0" lang="en-US" altLang="en-US" sz="1800" b="0" i="0" u="none" strike="noStrike" cap="none" normalizeH="0" baseline="0">
                <a:ln>
                  <a:noFill/>
                </a:ln>
                <a:solidFill>
                  <a:schemeClr val="tx1"/>
                </a:solidFill>
                <a:effectLst/>
                <a:latin typeface="Arial" panose="020B0604020202020204" pitchFamily="34" charset="0"/>
              </a:rPr>
              <a:t> to optimize processing power and memory use.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717600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44979-25FE-E0D1-363D-DA25F3D1D6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52BAEE-B5AC-F80F-A8DB-9C39FBF92B02}"/>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Protocol Availability</a:t>
            </a:r>
            <a:endParaRPr lang="en-IN" dirty="0"/>
          </a:p>
        </p:txBody>
      </p:sp>
      <p:sp>
        <p:nvSpPr>
          <p:cNvPr id="3" name="Slide Number Placeholder 2">
            <a:extLst>
              <a:ext uri="{FF2B5EF4-FFF2-40B4-BE49-F238E27FC236}">
                <a16:creationId xmlns:a16="http://schemas.microsoft.com/office/drawing/2014/main" id="{517703A1-1BC4-9C16-8E31-1D68B90FFA9B}"/>
              </a:ext>
            </a:extLst>
          </p:cNvPr>
          <p:cNvSpPr>
            <a:spLocks noGrp="1"/>
          </p:cNvSpPr>
          <p:nvPr>
            <p:ph type="sldNum" sz="quarter" idx="13"/>
          </p:nvPr>
        </p:nvSpPr>
        <p:spPr/>
        <p:txBody>
          <a:bodyPr/>
          <a:lstStyle/>
          <a:p>
            <a:fld id="{BC8D7E44-7D4F-4942-A8C9-2DF6BF8399E8}" type="slidenum">
              <a:rPr lang="en-US" smtClean="0"/>
              <a:pPr/>
              <a:t>119</a:t>
            </a:fld>
            <a:endParaRPr lang="en-US" dirty="0"/>
          </a:p>
        </p:txBody>
      </p:sp>
      <p:sp>
        <p:nvSpPr>
          <p:cNvPr id="5" name="TextBox 4">
            <a:extLst>
              <a:ext uri="{FF2B5EF4-FFF2-40B4-BE49-F238E27FC236}">
                <a16:creationId xmlns:a16="http://schemas.microsoft.com/office/drawing/2014/main" id="{9182643C-1938-7D97-6F61-A501344C6116}"/>
              </a:ext>
            </a:extLst>
          </p:cNvPr>
          <p:cNvSpPr txBox="1"/>
          <p:nvPr/>
        </p:nvSpPr>
        <p:spPr>
          <a:xfrm>
            <a:off x="152400" y="1447800"/>
            <a:ext cx="8763000" cy="507831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effectiveness of a protocol depends on the </a:t>
            </a:r>
            <a:r>
              <a:rPr kumimoji="0" lang="en-US" altLang="en-US" sz="1800" b="1" i="0" u="none" strike="noStrike" cap="none" normalizeH="0" baseline="0">
                <a:ln>
                  <a:noFill/>
                </a:ln>
                <a:solidFill>
                  <a:schemeClr val="tx1"/>
                </a:solidFill>
                <a:effectLst/>
                <a:latin typeface="Arial" panose="020B0604020202020204" pitchFamily="34" charset="0"/>
              </a:rPr>
              <a:t>network conditions, hardware capabilities, and application requirements</a:t>
            </a:r>
            <a:r>
              <a:rPr kumimoji="0" lang="en-US" altLang="en-US" sz="1800" b="0" i="0" u="none" strike="noStrike" cap="none" normalizeH="0" baseline="0">
                <a:ln>
                  <a:noFill/>
                </a:ln>
                <a:solidFill>
                  <a:schemeClr val="tx1"/>
                </a:solidFill>
                <a:effectLst/>
                <a:latin typeface="Arial" panose="020B0604020202020204" pitchFamily="34" charset="0"/>
              </a:rPr>
              <a:t>. Some protocols might not be applicable in all situations.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Challenges related to protocol availability:</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Application-Specific Design</a:t>
            </a:r>
            <a:r>
              <a:rPr kumimoji="0" lang="en-US" altLang="en-US" sz="1800" b="0" i="0" u="none" strike="noStrike" cap="none" normalizeH="0" baseline="0">
                <a:ln>
                  <a:noFill/>
                </a:ln>
                <a:solidFill>
                  <a:schemeClr val="tx1"/>
                </a:solidFill>
                <a:effectLst/>
                <a:latin typeface="Arial" panose="020B0604020202020204" pitchFamily="34" charset="0"/>
              </a:rPr>
              <a:t> – Some WSN applications (e.g., healthcare monitoring, military surveillance, industrial automation) require customized protocols.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Interoperability</a:t>
            </a:r>
            <a:r>
              <a:rPr kumimoji="0" lang="en-US" altLang="en-US" sz="1800" b="0" i="0" u="none" strike="noStrike" cap="none" normalizeH="0" baseline="0">
                <a:ln>
                  <a:noFill/>
                </a:ln>
                <a:solidFill>
                  <a:schemeClr val="tx1"/>
                </a:solidFill>
                <a:effectLst/>
                <a:latin typeface="Arial" panose="020B0604020202020204" pitchFamily="34" charset="0"/>
              </a:rPr>
              <a:t> – Different WSNs may use different standards, making communication between networks difficult.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Security &amp; reliability</a:t>
            </a:r>
            <a:r>
              <a:rPr kumimoji="0" lang="en-US" altLang="en-US" sz="1800" b="0" i="0" u="none" strike="noStrike" cap="none" normalizeH="0" baseline="0">
                <a:ln>
                  <a:noFill/>
                </a:ln>
                <a:solidFill>
                  <a:schemeClr val="tx1"/>
                </a:solidFill>
                <a:effectLst/>
                <a:latin typeface="Arial" panose="020B0604020202020204" pitchFamily="34" charset="0"/>
              </a:rPr>
              <a:t> – Ensuring the protocol is secure against </a:t>
            </a:r>
            <a:r>
              <a:rPr kumimoji="0" lang="en-US" altLang="en-US" sz="1800" b="1" i="0" u="none" strike="noStrike" cap="none" normalizeH="0" baseline="0">
                <a:ln>
                  <a:noFill/>
                </a:ln>
                <a:solidFill>
                  <a:schemeClr val="tx1"/>
                </a:solidFill>
                <a:effectLst/>
                <a:latin typeface="Arial" panose="020B0604020202020204" pitchFamily="34" charset="0"/>
              </a:rPr>
              <a:t>attacks</a:t>
            </a:r>
            <a:r>
              <a:rPr kumimoji="0" lang="en-US" altLang="en-US" sz="1800" b="0" i="0" u="none" strike="noStrike" cap="none" normalizeH="0" baseline="0">
                <a:ln>
                  <a:noFill/>
                </a:ln>
                <a:solidFill>
                  <a:schemeClr val="tx1"/>
                </a:solidFill>
                <a:effectLst/>
                <a:latin typeface="Arial" panose="020B0604020202020204" pitchFamily="34" charset="0"/>
              </a:rPr>
              <a:t> while maintaining efficient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Solution: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Developing </a:t>
            </a:r>
            <a:r>
              <a:rPr kumimoji="0" lang="en-US" altLang="en-US" sz="1800" b="1" i="0" u="none" strike="noStrike" cap="none" normalizeH="0" baseline="0">
                <a:ln>
                  <a:noFill/>
                </a:ln>
                <a:solidFill>
                  <a:schemeClr val="tx1"/>
                </a:solidFill>
                <a:effectLst/>
                <a:latin typeface="Arial" panose="020B0604020202020204" pitchFamily="34" charset="0"/>
              </a:rPr>
              <a:t>adaptive protocols</a:t>
            </a:r>
            <a:r>
              <a:rPr kumimoji="0" lang="en-US" altLang="en-US" sz="1800" b="0" i="0" u="none" strike="noStrike" cap="none" normalizeH="0" baseline="0">
                <a:ln>
                  <a:noFill/>
                </a:ln>
                <a:solidFill>
                  <a:schemeClr val="tx1"/>
                </a:solidFill>
                <a:effectLst/>
                <a:latin typeface="Arial" panose="020B0604020202020204" pitchFamily="34" charset="0"/>
              </a:rPr>
              <a:t> that can switch between different operating modes based on </a:t>
            </a:r>
            <a:r>
              <a:rPr kumimoji="0" lang="en-US" altLang="en-US" sz="1800" b="1" i="0" u="none" strike="noStrike" cap="none" normalizeH="0" baseline="0">
                <a:ln>
                  <a:noFill/>
                </a:ln>
                <a:solidFill>
                  <a:schemeClr val="tx1"/>
                </a:solidFill>
                <a:effectLst/>
                <a:latin typeface="Arial" panose="020B0604020202020204" pitchFamily="34" charset="0"/>
              </a:rPr>
              <a:t>network conditions</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Using </a:t>
            </a:r>
            <a:r>
              <a:rPr kumimoji="0" lang="en-US" altLang="en-US" sz="1800" b="1" i="0" u="none" strike="noStrike" cap="none" normalizeH="0" baseline="0">
                <a:ln>
                  <a:noFill/>
                </a:ln>
                <a:solidFill>
                  <a:schemeClr val="tx1"/>
                </a:solidFill>
                <a:effectLst/>
                <a:latin typeface="Arial" panose="020B0604020202020204" pitchFamily="34" charset="0"/>
              </a:rPr>
              <a:t>standardized communication protocols</a:t>
            </a:r>
            <a:r>
              <a:rPr kumimoji="0" lang="en-US" altLang="en-US" sz="1800" b="0" i="0" u="none" strike="noStrike" cap="none" normalizeH="0" baseline="0">
                <a:ln>
                  <a:noFill/>
                </a:ln>
                <a:solidFill>
                  <a:schemeClr val="tx1"/>
                </a:solidFill>
                <a:effectLst/>
                <a:latin typeface="Arial" panose="020B0604020202020204" pitchFamily="34" charset="0"/>
              </a:rPr>
              <a:t> like Zigbee, Bluetooth Low Energy (BLE), or IEEE 802.15.4 to improve compatibility.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Implementing </a:t>
            </a:r>
            <a:r>
              <a:rPr kumimoji="0" lang="en-US" altLang="en-US" sz="1800" b="1" i="0" u="none" strike="noStrike" cap="none" normalizeH="0" baseline="0">
                <a:ln>
                  <a:noFill/>
                </a:ln>
                <a:solidFill>
                  <a:schemeClr val="tx1"/>
                </a:solidFill>
                <a:effectLst/>
                <a:latin typeface="Arial" panose="020B0604020202020204" pitchFamily="34" charset="0"/>
              </a:rPr>
              <a:t>failover mechanisms</a:t>
            </a:r>
            <a:r>
              <a:rPr kumimoji="0" lang="en-US" altLang="en-US" sz="1800" b="0" i="0" u="none" strike="noStrike" cap="none" normalizeH="0" baseline="0">
                <a:ln>
                  <a:noFill/>
                </a:ln>
                <a:solidFill>
                  <a:schemeClr val="tx1"/>
                </a:solidFill>
                <a:effectLst/>
                <a:latin typeface="Arial" panose="020B0604020202020204" pitchFamily="34" charset="0"/>
              </a:rPr>
              <a:t> to maintain connectivity in case of node failures.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7326222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2365E8-34E0-3695-ABD1-FDA86812463F}"/>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3D Protocol Stack</a:t>
            </a:r>
          </a:p>
        </p:txBody>
      </p:sp>
      <p:sp>
        <p:nvSpPr>
          <p:cNvPr id="3" name="Slide Number Placeholder 2">
            <a:extLst>
              <a:ext uri="{FF2B5EF4-FFF2-40B4-BE49-F238E27FC236}">
                <a16:creationId xmlns:a16="http://schemas.microsoft.com/office/drawing/2014/main" id="{3527D179-F20D-14B1-CE41-4B1A3B1DDCFC}"/>
              </a:ext>
            </a:extLst>
          </p:cNvPr>
          <p:cNvSpPr>
            <a:spLocks noGrp="1"/>
          </p:cNvSpPr>
          <p:nvPr>
            <p:ph type="sldNum" sz="quarter" idx="13"/>
          </p:nvPr>
        </p:nvSpPr>
        <p:spPr/>
        <p:txBody>
          <a:bodyPr/>
          <a:lstStyle/>
          <a:p>
            <a:fld id="{BC8D7E44-7D4F-4942-A8C9-2DF6BF8399E8}" type="slidenum">
              <a:rPr lang="en-US" smtClean="0"/>
              <a:pPr/>
              <a:t>120</a:t>
            </a:fld>
            <a:endParaRPr lang="en-US" dirty="0"/>
          </a:p>
        </p:txBody>
      </p:sp>
      <p:grpSp>
        <p:nvGrpSpPr>
          <p:cNvPr id="4" name="Group 3">
            <a:extLst>
              <a:ext uri="{FF2B5EF4-FFF2-40B4-BE49-F238E27FC236}">
                <a16:creationId xmlns:a16="http://schemas.microsoft.com/office/drawing/2014/main" id="{E7E255A1-CC05-4CE9-B5F3-C9279A53E249}"/>
              </a:ext>
            </a:extLst>
          </p:cNvPr>
          <p:cNvGrpSpPr/>
          <p:nvPr/>
        </p:nvGrpSpPr>
        <p:grpSpPr>
          <a:xfrm>
            <a:off x="1225377" y="1408672"/>
            <a:ext cx="6477000" cy="5181600"/>
            <a:chOff x="1225377" y="1408672"/>
            <a:chExt cx="6477000" cy="5181600"/>
          </a:xfrm>
        </p:grpSpPr>
        <p:sp>
          <p:nvSpPr>
            <p:cNvPr id="5" name="Rectangle 4">
              <a:extLst>
                <a:ext uri="{FF2B5EF4-FFF2-40B4-BE49-F238E27FC236}">
                  <a16:creationId xmlns:a16="http://schemas.microsoft.com/office/drawing/2014/main" id="{241A2078-2F7D-D976-9B8C-27982D8C5CA3}"/>
                </a:ext>
              </a:extLst>
            </p:cNvPr>
            <p:cNvSpPr/>
            <p:nvPr/>
          </p:nvSpPr>
          <p:spPr>
            <a:xfrm>
              <a:off x="1225377" y="2809768"/>
              <a:ext cx="3581400" cy="762000"/>
            </a:xfrm>
            <a:prstGeom prst="rect">
              <a:avLst/>
            </a:prstGeom>
            <a:solidFill>
              <a:srgbClr val="CC9900">
                <a:lumMod val="20000"/>
                <a:lumOff val="80000"/>
              </a:srgbClr>
            </a:solidFill>
            <a:ln w="25400" cap="flat" cmpd="sng" algn="ctr">
              <a:solidFill>
                <a:srgbClr val="CC99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ea typeface="+mn-ea"/>
                  <a:cs typeface="+mn-cs"/>
                </a:rPr>
                <a:t>Application Layer</a:t>
              </a:r>
            </a:p>
          </p:txBody>
        </p:sp>
        <p:sp>
          <p:nvSpPr>
            <p:cNvPr id="6" name="Rectangle 5">
              <a:extLst>
                <a:ext uri="{FF2B5EF4-FFF2-40B4-BE49-F238E27FC236}">
                  <a16:creationId xmlns:a16="http://schemas.microsoft.com/office/drawing/2014/main" id="{4A832EBF-6959-C61F-180F-03B4EBE552C4}"/>
                </a:ext>
              </a:extLst>
            </p:cNvPr>
            <p:cNvSpPr/>
            <p:nvPr/>
          </p:nvSpPr>
          <p:spPr>
            <a:xfrm>
              <a:off x="1225377" y="3542272"/>
              <a:ext cx="3581400" cy="762000"/>
            </a:xfrm>
            <a:prstGeom prst="rect">
              <a:avLst/>
            </a:prstGeom>
            <a:solidFill>
              <a:srgbClr val="CC9900">
                <a:lumMod val="20000"/>
                <a:lumOff val="80000"/>
              </a:srgbClr>
            </a:solidFill>
            <a:ln w="25400" cap="flat" cmpd="sng" algn="ctr">
              <a:solidFill>
                <a:srgbClr val="CC99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ea typeface="+mn-ea"/>
                  <a:cs typeface="+mn-cs"/>
                </a:rPr>
                <a:t>Transport Layer</a:t>
              </a:r>
            </a:p>
          </p:txBody>
        </p:sp>
        <p:sp>
          <p:nvSpPr>
            <p:cNvPr id="7" name="Rectangle 6">
              <a:extLst>
                <a:ext uri="{FF2B5EF4-FFF2-40B4-BE49-F238E27FC236}">
                  <a16:creationId xmlns:a16="http://schemas.microsoft.com/office/drawing/2014/main" id="{EB097D01-28C2-3BF9-2F10-9C203666E227}"/>
                </a:ext>
              </a:extLst>
            </p:cNvPr>
            <p:cNvSpPr/>
            <p:nvPr/>
          </p:nvSpPr>
          <p:spPr>
            <a:xfrm>
              <a:off x="1225377" y="4304272"/>
              <a:ext cx="3581400" cy="762000"/>
            </a:xfrm>
            <a:prstGeom prst="rect">
              <a:avLst/>
            </a:prstGeom>
            <a:solidFill>
              <a:srgbClr val="CC9900">
                <a:lumMod val="20000"/>
                <a:lumOff val="80000"/>
              </a:srgbClr>
            </a:solidFill>
            <a:ln w="25400" cap="flat" cmpd="sng" algn="ctr">
              <a:solidFill>
                <a:srgbClr val="CC99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ea typeface="+mn-ea"/>
                  <a:cs typeface="+mn-cs"/>
                </a:rPr>
                <a:t>Network Layer</a:t>
              </a:r>
            </a:p>
          </p:txBody>
        </p:sp>
        <p:sp>
          <p:nvSpPr>
            <p:cNvPr id="8" name="Rectangle 7">
              <a:extLst>
                <a:ext uri="{FF2B5EF4-FFF2-40B4-BE49-F238E27FC236}">
                  <a16:creationId xmlns:a16="http://schemas.microsoft.com/office/drawing/2014/main" id="{742ECF43-DDED-F60F-1799-A3049EBD0BCF}"/>
                </a:ext>
              </a:extLst>
            </p:cNvPr>
            <p:cNvSpPr/>
            <p:nvPr/>
          </p:nvSpPr>
          <p:spPr>
            <a:xfrm>
              <a:off x="1225377" y="5066272"/>
              <a:ext cx="3581400" cy="762000"/>
            </a:xfrm>
            <a:prstGeom prst="rect">
              <a:avLst/>
            </a:prstGeom>
            <a:solidFill>
              <a:srgbClr val="CC9900">
                <a:lumMod val="20000"/>
                <a:lumOff val="80000"/>
              </a:srgbClr>
            </a:solidFill>
            <a:ln w="25400" cap="flat" cmpd="sng" algn="ctr">
              <a:solidFill>
                <a:srgbClr val="CC99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ea typeface="+mn-ea"/>
                  <a:cs typeface="+mn-cs"/>
                </a:rPr>
                <a:t>Data Link Layer</a:t>
              </a:r>
            </a:p>
          </p:txBody>
        </p:sp>
        <p:sp>
          <p:nvSpPr>
            <p:cNvPr id="9" name="Rectangle 8">
              <a:extLst>
                <a:ext uri="{FF2B5EF4-FFF2-40B4-BE49-F238E27FC236}">
                  <a16:creationId xmlns:a16="http://schemas.microsoft.com/office/drawing/2014/main" id="{F0A3CF1E-A5A3-DECF-0AEE-E735295B8F49}"/>
                </a:ext>
              </a:extLst>
            </p:cNvPr>
            <p:cNvSpPr/>
            <p:nvPr/>
          </p:nvSpPr>
          <p:spPr>
            <a:xfrm>
              <a:off x="1225377" y="5828272"/>
              <a:ext cx="3581400" cy="762000"/>
            </a:xfrm>
            <a:prstGeom prst="rect">
              <a:avLst/>
            </a:prstGeom>
            <a:solidFill>
              <a:srgbClr val="CC9900">
                <a:lumMod val="20000"/>
                <a:lumOff val="80000"/>
              </a:srgbClr>
            </a:solidFill>
            <a:ln w="25400" cap="flat" cmpd="sng" algn="ctr">
              <a:solidFill>
                <a:srgbClr val="CC99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ea typeface="+mn-ea"/>
                  <a:cs typeface="+mn-cs"/>
                </a:rPr>
                <a:t>Physical Layer</a:t>
              </a:r>
            </a:p>
          </p:txBody>
        </p:sp>
        <p:sp>
          <p:nvSpPr>
            <p:cNvPr id="10" name="Parallelogram 9">
              <a:extLst>
                <a:ext uri="{FF2B5EF4-FFF2-40B4-BE49-F238E27FC236}">
                  <a16:creationId xmlns:a16="http://schemas.microsoft.com/office/drawing/2014/main" id="{FCF89474-C1A6-FC23-6973-A1B3F57F2B7A}"/>
                </a:ext>
              </a:extLst>
            </p:cNvPr>
            <p:cNvSpPr/>
            <p:nvPr/>
          </p:nvSpPr>
          <p:spPr>
            <a:xfrm>
              <a:off x="1225377" y="2323072"/>
              <a:ext cx="4267200" cy="457200"/>
            </a:xfrm>
            <a:prstGeom prst="parallelogram">
              <a:avLst>
                <a:gd name="adj" fmla="val 159505"/>
              </a:avLst>
            </a:prstGeom>
            <a:solidFill>
              <a:srgbClr val="CC9900">
                <a:lumMod val="20000"/>
                <a:lumOff val="80000"/>
              </a:srgbClr>
            </a:solidFill>
            <a:ln w="25400" cap="flat" cmpd="sng" algn="ctr">
              <a:solidFill>
                <a:srgbClr val="CC99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11" name="Parallelogram 10">
              <a:extLst>
                <a:ext uri="{FF2B5EF4-FFF2-40B4-BE49-F238E27FC236}">
                  <a16:creationId xmlns:a16="http://schemas.microsoft.com/office/drawing/2014/main" id="{CECA769D-E2A4-46A4-4D3A-2AE75546A554}"/>
                </a:ext>
              </a:extLst>
            </p:cNvPr>
            <p:cNvSpPr/>
            <p:nvPr/>
          </p:nvSpPr>
          <p:spPr>
            <a:xfrm>
              <a:off x="2673177" y="1408672"/>
              <a:ext cx="4267200" cy="457200"/>
            </a:xfrm>
            <a:prstGeom prst="parallelogram">
              <a:avLst>
                <a:gd name="adj" fmla="val 159505"/>
              </a:avLst>
            </a:prstGeom>
            <a:solidFill>
              <a:srgbClr val="CC9900">
                <a:lumMod val="20000"/>
                <a:lumOff val="80000"/>
              </a:srgbClr>
            </a:solidFill>
            <a:ln w="25400" cap="flat" cmpd="sng" algn="ctr">
              <a:solidFill>
                <a:srgbClr val="CC99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cxnSp>
          <p:nvCxnSpPr>
            <p:cNvPr id="12" name="Straight Connector 11">
              <a:extLst>
                <a:ext uri="{FF2B5EF4-FFF2-40B4-BE49-F238E27FC236}">
                  <a16:creationId xmlns:a16="http://schemas.microsoft.com/office/drawing/2014/main" id="{A81D25A9-C379-28AC-D702-E957454001F8}"/>
                </a:ext>
              </a:extLst>
            </p:cNvPr>
            <p:cNvCxnSpPr/>
            <p:nvPr/>
          </p:nvCxnSpPr>
          <p:spPr>
            <a:xfrm rot="5400000">
              <a:off x="3663777" y="4151872"/>
              <a:ext cx="3657600" cy="0"/>
            </a:xfrm>
            <a:prstGeom prst="line">
              <a:avLst/>
            </a:prstGeom>
            <a:noFill/>
            <a:ln w="25400" cap="flat" cmpd="sng" algn="ctr">
              <a:solidFill>
                <a:srgbClr val="CC9900">
                  <a:lumMod val="50000"/>
                </a:srgbClr>
              </a:solidFill>
              <a:prstDash val="solid"/>
            </a:ln>
            <a:effectLst/>
          </p:spPr>
        </p:cxnSp>
        <p:cxnSp>
          <p:nvCxnSpPr>
            <p:cNvPr id="13" name="Straight Connector 12">
              <a:extLst>
                <a:ext uri="{FF2B5EF4-FFF2-40B4-BE49-F238E27FC236}">
                  <a16:creationId xmlns:a16="http://schemas.microsoft.com/office/drawing/2014/main" id="{2D0A6D29-1E12-D522-77A0-64058ED319AE}"/>
                </a:ext>
              </a:extLst>
            </p:cNvPr>
            <p:cNvCxnSpPr/>
            <p:nvPr/>
          </p:nvCxnSpPr>
          <p:spPr>
            <a:xfrm rot="5400000">
              <a:off x="4501977" y="3618472"/>
              <a:ext cx="3505200" cy="0"/>
            </a:xfrm>
            <a:prstGeom prst="line">
              <a:avLst/>
            </a:prstGeom>
            <a:noFill/>
            <a:ln w="25400" cap="flat" cmpd="sng" algn="ctr">
              <a:solidFill>
                <a:srgbClr val="CC9900">
                  <a:lumMod val="50000"/>
                </a:srgbClr>
              </a:solidFill>
              <a:prstDash val="solid"/>
            </a:ln>
            <a:effectLst/>
          </p:spPr>
        </p:cxnSp>
        <p:cxnSp>
          <p:nvCxnSpPr>
            <p:cNvPr id="14" name="Straight Connector 13">
              <a:extLst>
                <a:ext uri="{FF2B5EF4-FFF2-40B4-BE49-F238E27FC236}">
                  <a16:creationId xmlns:a16="http://schemas.microsoft.com/office/drawing/2014/main" id="{B6C9AF6E-94E0-0E93-09BE-F3BE59977DC5}"/>
                </a:ext>
              </a:extLst>
            </p:cNvPr>
            <p:cNvCxnSpPr/>
            <p:nvPr/>
          </p:nvCxnSpPr>
          <p:spPr>
            <a:xfrm flipV="1">
              <a:off x="4806777" y="4837672"/>
              <a:ext cx="2133600" cy="1752600"/>
            </a:xfrm>
            <a:prstGeom prst="line">
              <a:avLst/>
            </a:prstGeom>
            <a:noFill/>
            <a:ln w="28575" cap="flat" cmpd="sng" algn="ctr">
              <a:solidFill>
                <a:srgbClr val="CC9900">
                  <a:shade val="95000"/>
                  <a:satMod val="105000"/>
                </a:srgbClr>
              </a:solidFill>
              <a:prstDash val="solid"/>
            </a:ln>
            <a:effectLst/>
          </p:spPr>
        </p:cxnSp>
        <p:cxnSp>
          <p:nvCxnSpPr>
            <p:cNvPr id="15" name="Straight Connector 14">
              <a:extLst>
                <a:ext uri="{FF2B5EF4-FFF2-40B4-BE49-F238E27FC236}">
                  <a16:creationId xmlns:a16="http://schemas.microsoft.com/office/drawing/2014/main" id="{D241A47E-F5DD-FB4C-374D-5378EE7E95FB}"/>
                </a:ext>
              </a:extLst>
            </p:cNvPr>
            <p:cNvCxnSpPr/>
            <p:nvPr/>
          </p:nvCxnSpPr>
          <p:spPr>
            <a:xfrm rot="5400000">
              <a:off x="5225877" y="3123172"/>
              <a:ext cx="3429000" cy="0"/>
            </a:xfrm>
            <a:prstGeom prst="line">
              <a:avLst/>
            </a:prstGeom>
            <a:noFill/>
            <a:ln w="25400" cap="flat" cmpd="sng" algn="ctr">
              <a:solidFill>
                <a:srgbClr val="CC9900">
                  <a:lumMod val="50000"/>
                </a:srgbClr>
              </a:solidFill>
              <a:prstDash val="solid"/>
            </a:ln>
            <a:effectLst/>
          </p:spPr>
        </p:cxnSp>
        <p:sp>
          <p:nvSpPr>
            <p:cNvPr id="16" name="Parallelogram 15">
              <a:extLst>
                <a:ext uri="{FF2B5EF4-FFF2-40B4-BE49-F238E27FC236}">
                  <a16:creationId xmlns:a16="http://schemas.microsoft.com/office/drawing/2014/main" id="{ECE6CD07-B6CF-C23B-6D92-B2668067E8BA}"/>
                </a:ext>
              </a:extLst>
            </p:cNvPr>
            <p:cNvSpPr/>
            <p:nvPr/>
          </p:nvSpPr>
          <p:spPr>
            <a:xfrm>
              <a:off x="1987377" y="1865872"/>
              <a:ext cx="4267200" cy="457200"/>
            </a:xfrm>
            <a:prstGeom prst="parallelogram">
              <a:avLst>
                <a:gd name="adj" fmla="val 159505"/>
              </a:avLst>
            </a:prstGeom>
            <a:solidFill>
              <a:srgbClr val="CC9900">
                <a:lumMod val="20000"/>
                <a:lumOff val="80000"/>
              </a:srgbClr>
            </a:solidFill>
            <a:ln w="25400" cap="flat" cmpd="sng" algn="ctr">
              <a:solidFill>
                <a:srgbClr val="CC9900">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17" name="TextBox 46">
              <a:extLst>
                <a:ext uri="{FF2B5EF4-FFF2-40B4-BE49-F238E27FC236}">
                  <a16:creationId xmlns:a16="http://schemas.microsoft.com/office/drawing/2014/main" id="{5ED241CD-F686-445B-D6C1-1FA0633C00D3}"/>
                </a:ext>
              </a:extLst>
            </p:cNvPr>
            <p:cNvSpPr txBox="1">
              <a:spLocks noChangeArrowheads="1"/>
            </p:cNvSpPr>
            <p:nvPr/>
          </p:nvSpPr>
          <p:spPr bwMode="auto">
            <a:xfrm>
              <a:off x="5187777" y="3085072"/>
              <a:ext cx="762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P</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o</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w</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r</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mn-cs"/>
              </a:endParaRPr>
            </a:p>
          </p:txBody>
        </p:sp>
        <p:sp>
          <p:nvSpPr>
            <p:cNvPr id="18" name="TextBox 47">
              <a:extLst>
                <a:ext uri="{FF2B5EF4-FFF2-40B4-BE49-F238E27FC236}">
                  <a16:creationId xmlns:a16="http://schemas.microsoft.com/office/drawing/2014/main" id="{5E331C24-6297-1B36-717D-FE2A42817CED}"/>
                </a:ext>
              </a:extLst>
            </p:cNvPr>
            <p:cNvSpPr txBox="1">
              <a:spLocks noChangeArrowheads="1"/>
            </p:cNvSpPr>
            <p:nvPr/>
          </p:nvSpPr>
          <p:spPr bwMode="auto">
            <a:xfrm>
              <a:off x="4882977" y="2737410"/>
              <a:ext cx="9144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M</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g</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m</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t</a:t>
              </a:r>
            </a:p>
          </p:txBody>
        </p:sp>
        <p:sp>
          <p:nvSpPr>
            <p:cNvPr id="19" name="TextBox 48">
              <a:extLst>
                <a:ext uri="{FF2B5EF4-FFF2-40B4-BE49-F238E27FC236}">
                  <a16:creationId xmlns:a16="http://schemas.microsoft.com/office/drawing/2014/main" id="{00C6895A-4ABE-95F2-F0F1-7DCAAEF46B27}"/>
                </a:ext>
              </a:extLst>
            </p:cNvPr>
            <p:cNvSpPr txBox="1">
              <a:spLocks noChangeArrowheads="1"/>
            </p:cNvSpPr>
            <p:nvPr/>
          </p:nvSpPr>
          <p:spPr bwMode="auto">
            <a:xfrm>
              <a:off x="5492577" y="2551672"/>
              <a:ext cx="9144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M</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g</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m</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t</a:t>
              </a:r>
            </a:p>
          </p:txBody>
        </p:sp>
        <p:sp>
          <p:nvSpPr>
            <p:cNvPr id="20" name="TextBox 49">
              <a:extLst>
                <a:ext uri="{FF2B5EF4-FFF2-40B4-BE49-F238E27FC236}">
                  <a16:creationId xmlns:a16="http://schemas.microsoft.com/office/drawing/2014/main" id="{7089E32B-C782-B274-0910-882DFBA133A1}"/>
                </a:ext>
              </a:extLst>
            </p:cNvPr>
            <p:cNvSpPr txBox="1">
              <a:spLocks noChangeArrowheads="1"/>
            </p:cNvSpPr>
            <p:nvPr/>
          </p:nvSpPr>
          <p:spPr bwMode="auto">
            <a:xfrm>
              <a:off x="6178377" y="2399272"/>
              <a:ext cx="9144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M</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g</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m</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t</a:t>
              </a:r>
            </a:p>
          </p:txBody>
        </p:sp>
        <p:sp>
          <p:nvSpPr>
            <p:cNvPr id="21" name="TextBox 50">
              <a:extLst>
                <a:ext uri="{FF2B5EF4-FFF2-40B4-BE49-F238E27FC236}">
                  <a16:creationId xmlns:a16="http://schemas.microsoft.com/office/drawing/2014/main" id="{12741441-C2B3-336C-2675-EDF8946B1AC5}"/>
                </a:ext>
              </a:extLst>
            </p:cNvPr>
            <p:cNvSpPr txBox="1">
              <a:spLocks noChangeArrowheads="1"/>
            </p:cNvSpPr>
            <p:nvPr/>
          </p:nvSpPr>
          <p:spPr bwMode="auto">
            <a:xfrm>
              <a:off x="5797377" y="2708835"/>
              <a:ext cx="9906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M</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o</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b</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i</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i</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y</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mn-cs"/>
              </a:endParaRPr>
            </a:p>
          </p:txBody>
        </p:sp>
        <p:sp>
          <p:nvSpPr>
            <p:cNvPr id="22" name="TextBox 51">
              <a:extLst>
                <a:ext uri="{FF2B5EF4-FFF2-40B4-BE49-F238E27FC236}">
                  <a16:creationId xmlns:a16="http://schemas.microsoft.com/office/drawing/2014/main" id="{218CDF5B-BEDE-DEBA-C205-5D873D480239}"/>
                </a:ext>
              </a:extLst>
            </p:cNvPr>
            <p:cNvSpPr txBox="1">
              <a:spLocks noChangeArrowheads="1"/>
            </p:cNvSpPr>
            <p:nvPr/>
          </p:nvSpPr>
          <p:spPr bwMode="auto">
            <a:xfrm>
              <a:off x="6559377" y="2646922"/>
              <a:ext cx="114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Arial" charset="0"/>
                  <a:ea typeface="+mn-ea"/>
                  <a:cs typeface="+mn-cs"/>
                </a:rPr>
                <a:t>k</a:t>
              </a:r>
            </a:p>
          </p:txBody>
        </p:sp>
      </p:grpSp>
    </p:spTree>
    <p:extLst>
      <p:ext uri="{BB962C8B-B14F-4D97-AF65-F5344CB8AC3E}">
        <p14:creationId xmlns:p14="http://schemas.microsoft.com/office/powerpoint/2010/main" val="41752512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A9718-014F-5F98-DA0B-89F6D76A47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BD8DAF-F3D1-F011-2351-DCD06984E2A9}"/>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3D Protocol Stack</a:t>
            </a:r>
          </a:p>
        </p:txBody>
      </p:sp>
      <p:sp>
        <p:nvSpPr>
          <p:cNvPr id="3" name="Slide Number Placeholder 2">
            <a:extLst>
              <a:ext uri="{FF2B5EF4-FFF2-40B4-BE49-F238E27FC236}">
                <a16:creationId xmlns:a16="http://schemas.microsoft.com/office/drawing/2014/main" id="{986A9FDA-9EDB-05C5-5969-B5740D933CF2}"/>
              </a:ext>
            </a:extLst>
          </p:cNvPr>
          <p:cNvSpPr>
            <a:spLocks noGrp="1"/>
          </p:cNvSpPr>
          <p:nvPr>
            <p:ph type="sldNum" sz="quarter" idx="13"/>
          </p:nvPr>
        </p:nvSpPr>
        <p:spPr/>
        <p:txBody>
          <a:bodyPr/>
          <a:lstStyle/>
          <a:p>
            <a:fld id="{BC8D7E44-7D4F-4942-A8C9-2DF6BF8399E8}" type="slidenum">
              <a:rPr lang="en-US" smtClean="0"/>
              <a:pPr/>
              <a:t>121</a:t>
            </a:fld>
            <a:endParaRPr lang="en-US" dirty="0"/>
          </a:p>
        </p:txBody>
      </p:sp>
      <p:sp>
        <p:nvSpPr>
          <p:cNvPr id="23" name="TextBox 22">
            <a:extLst>
              <a:ext uri="{FF2B5EF4-FFF2-40B4-BE49-F238E27FC236}">
                <a16:creationId xmlns:a16="http://schemas.microsoft.com/office/drawing/2014/main" id="{50D1976F-5D44-8D18-555C-B27B1379EC30}"/>
              </a:ext>
            </a:extLst>
          </p:cNvPr>
          <p:cNvSpPr txBox="1"/>
          <p:nvPr/>
        </p:nvSpPr>
        <p:spPr>
          <a:xfrm>
            <a:off x="0" y="1326995"/>
            <a:ext cx="8763000" cy="4524315"/>
          </a:xfrm>
          <a:prstGeom prst="rect">
            <a:avLst/>
          </a:prstGeom>
          <a:noFill/>
        </p:spPr>
        <p:txBody>
          <a:bodyPr wrap="square" rtlCol="0">
            <a:spAutoFit/>
          </a:bodyPr>
          <a:lstStyle/>
          <a:p>
            <a:r>
              <a:rPr lang="en-US" dirty="0"/>
              <a:t>Management Planes in the 3D Stack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Power Management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Controls </a:t>
            </a:r>
            <a:r>
              <a:rPr kumimoji="0" lang="en-US" altLang="en-US" sz="1800" b="1" i="0" u="none" strike="noStrike" cap="none" normalizeH="0" baseline="0" dirty="0">
                <a:ln>
                  <a:noFill/>
                </a:ln>
                <a:solidFill>
                  <a:schemeClr val="tx1"/>
                </a:solidFill>
                <a:effectLst/>
                <a:latin typeface="Arial" panose="020B0604020202020204" pitchFamily="34" charset="0"/>
              </a:rPr>
              <a:t>energy consumption</a:t>
            </a:r>
            <a:r>
              <a:rPr kumimoji="0" lang="en-US" altLang="en-US" sz="1800" b="0" i="0" u="none" strike="noStrike" cap="none" normalizeH="0" baseline="0" dirty="0">
                <a:ln>
                  <a:noFill/>
                </a:ln>
                <a:solidFill>
                  <a:schemeClr val="tx1"/>
                </a:solidFill>
                <a:effectLst/>
                <a:latin typeface="Arial" panose="020B0604020202020204" pitchFamily="34" charset="0"/>
              </a:rPr>
              <a:t> at each layer to prolong node lifetime.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Includes </a:t>
            </a:r>
            <a:r>
              <a:rPr kumimoji="0" lang="en-US" altLang="en-US" sz="1800" b="1" i="0" u="none" strike="noStrike" cap="none" normalizeH="0" baseline="0" dirty="0">
                <a:ln>
                  <a:noFill/>
                </a:ln>
                <a:solidFill>
                  <a:schemeClr val="tx1"/>
                </a:solidFill>
                <a:effectLst/>
                <a:latin typeface="Arial" panose="020B0604020202020204" pitchFamily="34" charset="0"/>
              </a:rPr>
              <a:t>sleep scheduling, energy harvesting, and duty cycling</a:t>
            </a:r>
            <a:r>
              <a:rPr kumimoji="0" lang="en-US" altLang="en-US" sz="1800" b="0" i="0" u="none" strike="noStrike" cap="none" normalizeH="0" baseline="0" dirty="0">
                <a:ln>
                  <a:noFill/>
                </a:ln>
                <a:solidFill>
                  <a:schemeClr val="tx1"/>
                </a:solidFill>
                <a:effectLst/>
                <a:latin typeface="Arial" panose="020B0604020202020204" pitchFamily="34" charset="0"/>
              </a:rPr>
              <a:t>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Mobility Management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Deals with </a:t>
            </a:r>
            <a:r>
              <a:rPr kumimoji="0" lang="en-US" altLang="en-US" sz="1800" b="1" i="0" u="none" strike="noStrike" cap="none" normalizeH="0" baseline="0" dirty="0">
                <a:ln>
                  <a:noFill/>
                </a:ln>
                <a:solidFill>
                  <a:schemeClr val="tx1"/>
                </a:solidFill>
                <a:effectLst/>
                <a:latin typeface="Arial" panose="020B0604020202020204" pitchFamily="34" charset="0"/>
              </a:rPr>
              <a:t>node movement and network topology changes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Ensures continuous communication despite </a:t>
            </a:r>
            <a:r>
              <a:rPr kumimoji="0" lang="en-US" altLang="en-US" sz="1800" b="1" i="0" u="none" strike="noStrike" cap="none" normalizeH="0" baseline="0" dirty="0">
                <a:ln>
                  <a:noFill/>
                </a:ln>
                <a:solidFill>
                  <a:schemeClr val="tx1"/>
                </a:solidFill>
                <a:effectLst/>
                <a:latin typeface="Arial" panose="020B0604020202020204" pitchFamily="34" charset="0"/>
              </a:rPr>
              <a:t>dynamic node positioning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Task Management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Optimizes </a:t>
            </a:r>
            <a:r>
              <a:rPr kumimoji="0" lang="en-US" altLang="en-US" sz="1800" b="1" i="0" u="none" strike="noStrike" cap="none" normalizeH="0" baseline="0" dirty="0">
                <a:ln>
                  <a:noFill/>
                </a:ln>
                <a:solidFill>
                  <a:schemeClr val="tx1"/>
                </a:solidFill>
                <a:effectLst/>
                <a:latin typeface="Arial" panose="020B0604020202020204" pitchFamily="34" charset="0"/>
              </a:rPr>
              <a:t>sensor task execution</a:t>
            </a:r>
            <a:r>
              <a:rPr kumimoji="0" lang="en-US" altLang="en-US" sz="1800" b="0" i="0" u="none" strike="noStrike" cap="none" normalizeH="0" baseline="0" dirty="0">
                <a:ln>
                  <a:noFill/>
                </a:ln>
                <a:solidFill>
                  <a:schemeClr val="tx1"/>
                </a:solidFill>
                <a:effectLst/>
                <a:latin typeface="Arial" panose="020B0604020202020204" pitchFamily="34" charset="0"/>
              </a:rPr>
              <a:t> by assigning roles dynamically.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in </a:t>
            </a:r>
            <a:r>
              <a:rPr kumimoji="0" lang="en-US" altLang="en-US" sz="1800" b="1" i="0" u="none" strike="noStrike" cap="none" normalizeH="0" baseline="0" dirty="0">
                <a:ln>
                  <a:noFill/>
                </a:ln>
                <a:solidFill>
                  <a:schemeClr val="tx1"/>
                </a:solidFill>
                <a:effectLst/>
                <a:latin typeface="Arial" panose="020B0604020202020204" pitchFamily="34" charset="0"/>
              </a:rPr>
              <a:t>load balancing and efficient resource utilization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General Management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Oversees the overall operation and coordination among all layers.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Implements </a:t>
            </a:r>
            <a:r>
              <a:rPr kumimoji="0" lang="en-US" altLang="en-US" sz="1800" b="1" i="0" u="none" strike="noStrike" cap="none" normalizeH="0" baseline="0" dirty="0">
                <a:ln>
                  <a:noFill/>
                </a:ln>
                <a:solidFill>
                  <a:schemeClr val="tx1"/>
                </a:solidFill>
                <a:effectLst/>
                <a:latin typeface="Arial" panose="020B0604020202020204" pitchFamily="34" charset="0"/>
              </a:rPr>
              <a:t>self-configuration, fault tolerance, and security mechanisms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276135197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00DE0-E1B3-68DC-DA2B-99721EA1CB5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FBE4D3-F913-E5BE-269D-1A8167D86844}"/>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3D Protocol Stack</a:t>
            </a:r>
          </a:p>
        </p:txBody>
      </p:sp>
      <p:sp>
        <p:nvSpPr>
          <p:cNvPr id="3" name="Slide Number Placeholder 2">
            <a:extLst>
              <a:ext uri="{FF2B5EF4-FFF2-40B4-BE49-F238E27FC236}">
                <a16:creationId xmlns:a16="http://schemas.microsoft.com/office/drawing/2014/main" id="{6699B4E9-BF10-7B5E-3D67-0263C40FE271}"/>
              </a:ext>
            </a:extLst>
          </p:cNvPr>
          <p:cNvSpPr>
            <a:spLocks noGrp="1"/>
          </p:cNvSpPr>
          <p:nvPr>
            <p:ph type="sldNum" sz="quarter" idx="13"/>
          </p:nvPr>
        </p:nvSpPr>
        <p:spPr/>
        <p:txBody>
          <a:bodyPr/>
          <a:lstStyle/>
          <a:p>
            <a:fld id="{BC8D7E44-7D4F-4942-A8C9-2DF6BF8399E8}" type="slidenum">
              <a:rPr lang="en-US" smtClean="0"/>
              <a:pPr/>
              <a:t>122</a:t>
            </a:fld>
            <a:endParaRPr lang="en-US" dirty="0"/>
          </a:p>
        </p:txBody>
      </p:sp>
      <p:sp>
        <p:nvSpPr>
          <p:cNvPr id="23" name="TextBox 22">
            <a:extLst>
              <a:ext uri="{FF2B5EF4-FFF2-40B4-BE49-F238E27FC236}">
                <a16:creationId xmlns:a16="http://schemas.microsoft.com/office/drawing/2014/main" id="{EED6E35B-8A6C-375E-5D3F-238F21D23CE1}"/>
              </a:ext>
            </a:extLst>
          </p:cNvPr>
          <p:cNvSpPr txBox="1"/>
          <p:nvPr/>
        </p:nvSpPr>
        <p:spPr>
          <a:xfrm>
            <a:off x="0" y="1326995"/>
            <a:ext cx="8763000" cy="2308324"/>
          </a:xfrm>
          <a:prstGeom prst="rect">
            <a:avLst/>
          </a:prstGeom>
          <a:noFill/>
        </p:spPr>
        <p:txBody>
          <a:bodyPr wrap="square" rtlCol="0">
            <a:spAutoFit/>
          </a:bodyPr>
          <a:lstStyle/>
          <a:p>
            <a:pPr>
              <a:buNone/>
            </a:pPr>
            <a:r>
              <a:rPr lang="en-US" b="1" dirty="0"/>
              <a:t>Key Benefits of the 3D Protocol Stack</a:t>
            </a:r>
          </a:p>
          <a:p>
            <a:pPr>
              <a:buNone/>
            </a:pPr>
            <a:r>
              <a:rPr lang="en-US" b="1" dirty="0"/>
              <a:t>Energy Efficiency</a:t>
            </a:r>
            <a:r>
              <a:rPr lang="en-US" dirty="0"/>
              <a:t> – Reduces power consumption through optimized protocols.</a:t>
            </a:r>
            <a:br>
              <a:rPr lang="en-US" dirty="0"/>
            </a:br>
            <a:r>
              <a:rPr lang="en-US" b="1" dirty="0"/>
              <a:t>Scalability</a:t>
            </a:r>
            <a:r>
              <a:rPr lang="en-US" dirty="0"/>
              <a:t> – Supports dynamic sensor networks with changing topologies.</a:t>
            </a:r>
            <a:br>
              <a:rPr lang="en-US" dirty="0"/>
            </a:br>
            <a:r>
              <a:rPr lang="en-US" b="1" dirty="0"/>
              <a:t>Reliability</a:t>
            </a:r>
            <a:r>
              <a:rPr lang="en-US" dirty="0"/>
              <a:t> – Ensures stable communication despite node failures.</a:t>
            </a:r>
            <a:br>
              <a:rPr lang="en-US" dirty="0"/>
            </a:br>
            <a:r>
              <a:rPr lang="en-US" b="1" dirty="0"/>
              <a:t>Flexibility</a:t>
            </a:r>
            <a:r>
              <a:rPr lang="en-US" dirty="0"/>
              <a:t> – Adapts to diverse applications like healthcare, industrial IoT, and military networks.</a:t>
            </a:r>
          </a:p>
          <a:p>
            <a:r>
              <a:rPr lang="en-US" dirty="0"/>
              <a:t>This model enhances the </a:t>
            </a:r>
            <a:r>
              <a:rPr lang="en-US" b="1" dirty="0"/>
              <a:t>performance and longevity</a:t>
            </a:r>
            <a:r>
              <a:rPr lang="en-US" dirty="0"/>
              <a:t> of WSNs, making them more robust and adaptive to real-world applications.</a:t>
            </a:r>
          </a:p>
        </p:txBody>
      </p:sp>
    </p:spTree>
    <p:extLst>
      <p:ext uri="{BB962C8B-B14F-4D97-AF65-F5344CB8AC3E}">
        <p14:creationId xmlns:p14="http://schemas.microsoft.com/office/powerpoint/2010/main" val="27525010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D1204A-2425-F671-5415-0499F10B04EC}"/>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Protocol Placement</a:t>
            </a:r>
          </a:p>
        </p:txBody>
      </p:sp>
      <p:sp>
        <p:nvSpPr>
          <p:cNvPr id="3" name="Slide Number Placeholder 2">
            <a:extLst>
              <a:ext uri="{FF2B5EF4-FFF2-40B4-BE49-F238E27FC236}">
                <a16:creationId xmlns:a16="http://schemas.microsoft.com/office/drawing/2014/main" id="{B146BCBA-12C3-F476-E7B7-2B172DDD3834}"/>
              </a:ext>
            </a:extLst>
          </p:cNvPr>
          <p:cNvSpPr>
            <a:spLocks noGrp="1"/>
          </p:cNvSpPr>
          <p:nvPr>
            <p:ph type="sldNum" sz="quarter" idx="13"/>
          </p:nvPr>
        </p:nvSpPr>
        <p:spPr/>
        <p:txBody>
          <a:bodyPr/>
          <a:lstStyle/>
          <a:p>
            <a:fld id="{BC8D7E44-7D4F-4942-A8C9-2DF6BF8399E8}" type="slidenum">
              <a:rPr lang="en-US" smtClean="0"/>
              <a:pPr/>
              <a:t>123</a:t>
            </a:fld>
            <a:endParaRPr lang="en-US" dirty="0"/>
          </a:p>
        </p:txBody>
      </p:sp>
      <p:grpSp>
        <p:nvGrpSpPr>
          <p:cNvPr id="4" name="Group 3">
            <a:extLst>
              <a:ext uri="{FF2B5EF4-FFF2-40B4-BE49-F238E27FC236}">
                <a16:creationId xmlns:a16="http://schemas.microsoft.com/office/drawing/2014/main" id="{8D0A077A-DA02-D697-20CF-20A1C332BC04}"/>
              </a:ext>
            </a:extLst>
          </p:cNvPr>
          <p:cNvGrpSpPr/>
          <p:nvPr/>
        </p:nvGrpSpPr>
        <p:grpSpPr>
          <a:xfrm>
            <a:off x="838200" y="1905000"/>
            <a:ext cx="7239000" cy="3814763"/>
            <a:chOff x="838200" y="1905000"/>
            <a:chExt cx="7239000" cy="3814763"/>
          </a:xfrm>
        </p:grpSpPr>
        <p:sp>
          <p:nvSpPr>
            <p:cNvPr id="5" name="TextBox 1">
              <a:extLst>
                <a:ext uri="{FF2B5EF4-FFF2-40B4-BE49-F238E27FC236}">
                  <a16:creationId xmlns:a16="http://schemas.microsoft.com/office/drawing/2014/main" id="{C12E2119-C644-72B4-67E7-9256326A4B97}"/>
                </a:ext>
              </a:extLst>
            </p:cNvPr>
            <p:cNvSpPr txBox="1">
              <a:spLocks noChangeArrowheads="1"/>
            </p:cNvSpPr>
            <p:nvPr/>
          </p:nvSpPr>
          <p:spPr bwMode="auto">
            <a:xfrm>
              <a:off x="838200" y="5257800"/>
              <a:ext cx="114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a:solidFill>
                    <a:srgbClr val="FF0000"/>
                  </a:solidFill>
                  <a:latin typeface="Garamond" pitchFamily="18" charset="0"/>
                </a:rPr>
                <a:t>Physical</a:t>
              </a:r>
            </a:p>
          </p:txBody>
        </p:sp>
        <p:sp>
          <p:nvSpPr>
            <p:cNvPr id="6" name="TextBox 2">
              <a:extLst>
                <a:ext uri="{FF2B5EF4-FFF2-40B4-BE49-F238E27FC236}">
                  <a16:creationId xmlns:a16="http://schemas.microsoft.com/office/drawing/2014/main" id="{42535066-824F-6FBA-0F76-D3940F3FA99B}"/>
                </a:ext>
              </a:extLst>
            </p:cNvPr>
            <p:cNvSpPr txBox="1">
              <a:spLocks noChangeArrowheads="1"/>
            </p:cNvSpPr>
            <p:nvPr/>
          </p:nvSpPr>
          <p:spPr bwMode="auto">
            <a:xfrm>
              <a:off x="838200" y="4414838"/>
              <a:ext cx="114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a:solidFill>
                    <a:srgbClr val="FF0000"/>
                  </a:solidFill>
                  <a:latin typeface="Garamond" pitchFamily="18" charset="0"/>
                </a:rPr>
                <a:t>Link</a:t>
              </a:r>
            </a:p>
          </p:txBody>
        </p:sp>
        <p:sp>
          <p:nvSpPr>
            <p:cNvPr id="7" name="TextBox 3">
              <a:extLst>
                <a:ext uri="{FF2B5EF4-FFF2-40B4-BE49-F238E27FC236}">
                  <a16:creationId xmlns:a16="http://schemas.microsoft.com/office/drawing/2014/main" id="{850C8BF2-7C46-9736-ACBA-B06857C2DFB7}"/>
                </a:ext>
              </a:extLst>
            </p:cNvPr>
            <p:cNvSpPr txBox="1">
              <a:spLocks noChangeArrowheads="1"/>
            </p:cNvSpPr>
            <p:nvPr/>
          </p:nvSpPr>
          <p:spPr bwMode="auto">
            <a:xfrm>
              <a:off x="838200" y="3657600"/>
              <a:ext cx="160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a:solidFill>
                    <a:srgbClr val="FF0000"/>
                  </a:solidFill>
                  <a:latin typeface="Garamond" pitchFamily="18" charset="0"/>
                </a:rPr>
                <a:t>Network</a:t>
              </a:r>
            </a:p>
          </p:txBody>
        </p:sp>
        <p:sp>
          <p:nvSpPr>
            <p:cNvPr id="8" name="TextBox 4">
              <a:extLst>
                <a:ext uri="{FF2B5EF4-FFF2-40B4-BE49-F238E27FC236}">
                  <a16:creationId xmlns:a16="http://schemas.microsoft.com/office/drawing/2014/main" id="{9B7CCE78-9FB0-6573-3D1E-DF4C3E6677A2}"/>
                </a:ext>
              </a:extLst>
            </p:cNvPr>
            <p:cNvSpPr txBox="1">
              <a:spLocks noChangeArrowheads="1"/>
            </p:cNvSpPr>
            <p:nvPr/>
          </p:nvSpPr>
          <p:spPr bwMode="auto">
            <a:xfrm>
              <a:off x="838200" y="2895600"/>
              <a:ext cx="160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a:solidFill>
                    <a:srgbClr val="FF0000"/>
                  </a:solidFill>
                  <a:latin typeface="Garamond" pitchFamily="18" charset="0"/>
                </a:rPr>
                <a:t>Transport</a:t>
              </a:r>
            </a:p>
          </p:txBody>
        </p:sp>
        <p:sp>
          <p:nvSpPr>
            <p:cNvPr id="9" name="TextBox 5">
              <a:extLst>
                <a:ext uri="{FF2B5EF4-FFF2-40B4-BE49-F238E27FC236}">
                  <a16:creationId xmlns:a16="http://schemas.microsoft.com/office/drawing/2014/main" id="{3C2CBC29-352B-C6CC-4132-913B66779D74}"/>
                </a:ext>
              </a:extLst>
            </p:cNvPr>
            <p:cNvSpPr txBox="1">
              <a:spLocks noChangeArrowheads="1"/>
            </p:cNvSpPr>
            <p:nvPr/>
          </p:nvSpPr>
          <p:spPr bwMode="auto">
            <a:xfrm>
              <a:off x="838200" y="1976438"/>
              <a:ext cx="1600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a:solidFill>
                    <a:srgbClr val="FF0000"/>
                  </a:solidFill>
                  <a:latin typeface="Garamond" pitchFamily="18" charset="0"/>
                </a:rPr>
                <a:t>Appln</a:t>
              </a:r>
            </a:p>
          </p:txBody>
        </p:sp>
        <p:sp>
          <p:nvSpPr>
            <p:cNvPr id="10" name="Oval 9">
              <a:extLst>
                <a:ext uri="{FF2B5EF4-FFF2-40B4-BE49-F238E27FC236}">
                  <a16:creationId xmlns:a16="http://schemas.microsoft.com/office/drawing/2014/main" id="{D4D94D8B-33E1-B7FC-D59E-9D3DC72EBA64}"/>
                </a:ext>
              </a:extLst>
            </p:cNvPr>
            <p:cNvSpPr/>
            <p:nvPr/>
          </p:nvSpPr>
          <p:spPr>
            <a:xfrm>
              <a:off x="2286000" y="2819400"/>
              <a:ext cx="762000" cy="2895600"/>
            </a:xfrm>
            <a:prstGeom prst="ellipse">
              <a:avLst/>
            </a:prstGeom>
            <a:solidFill>
              <a:srgbClr val="FFCCFF"/>
            </a:solidFill>
            <a:ln w="25400" cap="flat" cmpd="sng" algn="ctr">
              <a:solidFill>
                <a:srgbClr val="660033"/>
              </a:solidFill>
              <a:prstDash val="solid"/>
            </a:ln>
            <a:effectLst/>
          </p:spPr>
          <p:txBody>
            <a:bodyPr vert="vert"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Localization</a:t>
              </a:r>
            </a:p>
          </p:txBody>
        </p:sp>
        <p:sp>
          <p:nvSpPr>
            <p:cNvPr id="11" name="Oval 10">
              <a:extLst>
                <a:ext uri="{FF2B5EF4-FFF2-40B4-BE49-F238E27FC236}">
                  <a16:creationId xmlns:a16="http://schemas.microsoft.com/office/drawing/2014/main" id="{3E8CA427-6591-BFAD-876A-6AEAF5859BFD}"/>
                </a:ext>
              </a:extLst>
            </p:cNvPr>
            <p:cNvSpPr/>
            <p:nvPr/>
          </p:nvSpPr>
          <p:spPr>
            <a:xfrm>
              <a:off x="3657600" y="1905000"/>
              <a:ext cx="1066800" cy="1905000"/>
            </a:xfrm>
            <a:prstGeom prst="ellipse">
              <a:avLst/>
            </a:prstGeom>
            <a:solidFill>
              <a:srgbClr val="006633">
                <a:lumMod val="20000"/>
                <a:lumOff val="80000"/>
              </a:srgbClr>
            </a:solidFill>
            <a:ln w="25400" cap="flat" cmpd="sng" algn="ctr">
              <a:solidFill>
                <a:srgbClr val="35742A">
                  <a:lumMod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Aggregation</a:t>
              </a:r>
            </a:p>
          </p:txBody>
        </p:sp>
        <p:sp>
          <p:nvSpPr>
            <p:cNvPr id="12" name="Oval 11">
              <a:extLst>
                <a:ext uri="{FF2B5EF4-FFF2-40B4-BE49-F238E27FC236}">
                  <a16:creationId xmlns:a16="http://schemas.microsoft.com/office/drawing/2014/main" id="{947E97EF-7D6A-6922-246C-4B9E9B0A7854}"/>
                </a:ext>
              </a:extLst>
            </p:cNvPr>
            <p:cNvSpPr/>
            <p:nvPr/>
          </p:nvSpPr>
          <p:spPr>
            <a:xfrm>
              <a:off x="3048000" y="3581400"/>
              <a:ext cx="1066800" cy="1600200"/>
            </a:xfrm>
            <a:prstGeom prst="ellipse">
              <a:avLst/>
            </a:prstGeom>
            <a:solidFill>
              <a:srgbClr val="FFFFFF">
                <a:lumMod val="95000"/>
              </a:srgbClr>
            </a:solid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Routing</a:t>
              </a:r>
            </a:p>
          </p:txBody>
        </p:sp>
        <p:sp>
          <p:nvSpPr>
            <p:cNvPr id="13" name="Oval 12">
              <a:extLst>
                <a:ext uri="{FF2B5EF4-FFF2-40B4-BE49-F238E27FC236}">
                  <a16:creationId xmlns:a16="http://schemas.microsoft.com/office/drawing/2014/main" id="{F105675A-C771-E34E-3B10-E85C0A87AEE3}"/>
                </a:ext>
              </a:extLst>
            </p:cNvPr>
            <p:cNvSpPr/>
            <p:nvPr/>
          </p:nvSpPr>
          <p:spPr>
            <a:xfrm>
              <a:off x="4343400" y="3581400"/>
              <a:ext cx="1066800" cy="1600200"/>
            </a:xfrm>
            <a:prstGeom prst="ellipse">
              <a:avLst/>
            </a:prstGeom>
            <a:solidFill>
              <a:srgbClr val="FF66FF"/>
            </a:solidFill>
            <a:ln w="25400" cap="flat" cmpd="sng" algn="ctr">
              <a:solidFill>
                <a:srgbClr val="C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Clustering</a:t>
              </a:r>
            </a:p>
          </p:txBody>
        </p:sp>
        <p:sp>
          <p:nvSpPr>
            <p:cNvPr id="14" name="Oval 13">
              <a:extLst>
                <a:ext uri="{FF2B5EF4-FFF2-40B4-BE49-F238E27FC236}">
                  <a16:creationId xmlns:a16="http://schemas.microsoft.com/office/drawing/2014/main" id="{487A7059-4941-8FF7-396C-BE20E612294D}"/>
                </a:ext>
              </a:extLst>
            </p:cNvPr>
            <p:cNvSpPr/>
            <p:nvPr/>
          </p:nvSpPr>
          <p:spPr>
            <a:xfrm>
              <a:off x="5410200" y="4038600"/>
              <a:ext cx="914400" cy="1600200"/>
            </a:xfrm>
            <a:prstGeom prst="ellipse">
              <a:avLst/>
            </a:prstGeom>
            <a:solidFill>
              <a:srgbClr val="E2CAAA">
                <a:lumMod val="75000"/>
              </a:srgbClr>
            </a:solidFill>
            <a:ln w="25400" cap="flat" cmpd="sng" algn="ctr">
              <a:solidFill>
                <a:srgbClr val="CC9900">
                  <a:lumMod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Timing</a:t>
              </a:r>
            </a:p>
          </p:txBody>
        </p:sp>
        <p:sp>
          <p:nvSpPr>
            <p:cNvPr id="15" name="Oval 14">
              <a:extLst>
                <a:ext uri="{FF2B5EF4-FFF2-40B4-BE49-F238E27FC236}">
                  <a16:creationId xmlns:a16="http://schemas.microsoft.com/office/drawing/2014/main" id="{7B21086B-718F-0D6D-8458-E6FF7FE97B75}"/>
                </a:ext>
              </a:extLst>
            </p:cNvPr>
            <p:cNvSpPr/>
            <p:nvPr/>
          </p:nvSpPr>
          <p:spPr>
            <a:xfrm>
              <a:off x="6477000" y="2133600"/>
              <a:ext cx="762000" cy="2895600"/>
            </a:xfrm>
            <a:prstGeom prst="ellipse">
              <a:avLst/>
            </a:prstGeom>
            <a:solidFill>
              <a:srgbClr val="99CCFF"/>
            </a:solidFill>
            <a:ln w="25400" cap="flat" cmpd="sng" algn="ctr">
              <a:solidFill>
                <a:srgbClr val="002060"/>
              </a:solidFill>
              <a:prstDash val="solid"/>
            </a:ln>
            <a:effectLst/>
          </p:spPr>
          <p:txBody>
            <a:bodyPr vert="vert"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Addressing</a:t>
              </a:r>
            </a:p>
          </p:txBody>
        </p:sp>
        <p:sp>
          <p:nvSpPr>
            <p:cNvPr id="16" name="Oval 15">
              <a:extLst>
                <a:ext uri="{FF2B5EF4-FFF2-40B4-BE49-F238E27FC236}">
                  <a16:creationId xmlns:a16="http://schemas.microsoft.com/office/drawing/2014/main" id="{932E266D-CF6F-B9F8-971E-E105D1B83361}"/>
                </a:ext>
              </a:extLst>
            </p:cNvPr>
            <p:cNvSpPr/>
            <p:nvPr/>
          </p:nvSpPr>
          <p:spPr>
            <a:xfrm>
              <a:off x="7315200" y="2133600"/>
              <a:ext cx="762000" cy="2895600"/>
            </a:xfrm>
            <a:prstGeom prst="ellipse">
              <a:avLst/>
            </a:prstGeom>
            <a:solidFill>
              <a:srgbClr val="FFFF00"/>
            </a:solidFill>
            <a:ln w="25400" cap="flat" cmpd="sng" algn="ctr">
              <a:solidFill>
                <a:srgbClr val="660033"/>
              </a:solidFill>
              <a:prstDash val="solid"/>
            </a:ln>
            <a:effectLst/>
          </p:spPr>
          <p:txBody>
            <a:bodyPr vert="vert"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a:ea typeface="+mn-ea"/>
                  <a:cs typeface="+mn-cs"/>
                </a:rPr>
                <a:t>Security</a:t>
              </a:r>
            </a:p>
          </p:txBody>
        </p:sp>
      </p:grpSp>
    </p:spTree>
    <p:extLst>
      <p:ext uri="{BB962C8B-B14F-4D97-AF65-F5344CB8AC3E}">
        <p14:creationId xmlns:p14="http://schemas.microsoft.com/office/powerpoint/2010/main" val="116154742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6D3A8-8EDC-37CD-3338-AD80BE2F54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93C554-363F-5EF0-6AB8-49705EF90586}"/>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Protocol Placement</a:t>
            </a:r>
          </a:p>
        </p:txBody>
      </p:sp>
      <p:sp>
        <p:nvSpPr>
          <p:cNvPr id="3" name="Slide Number Placeholder 2">
            <a:extLst>
              <a:ext uri="{FF2B5EF4-FFF2-40B4-BE49-F238E27FC236}">
                <a16:creationId xmlns:a16="http://schemas.microsoft.com/office/drawing/2014/main" id="{6467F9FC-19CE-ED61-FB49-98465185127C}"/>
              </a:ext>
            </a:extLst>
          </p:cNvPr>
          <p:cNvSpPr>
            <a:spLocks noGrp="1"/>
          </p:cNvSpPr>
          <p:nvPr>
            <p:ph type="sldNum" sz="quarter" idx="13"/>
          </p:nvPr>
        </p:nvSpPr>
        <p:spPr/>
        <p:txBody>
          <a:bodyPr/>
          <a:lstStyle/>
          <a:p>
            <a:fld id="{BC8D7E44-7D4F-4942-A8C9-2DF6BF8399E8}" type="slidenum">
              <a:rPr lang="en-US" smtClean="0"/>
              <a:pPr/>
              <a:t>124</a:t>
            </a:fld>
            <a:endParaRPr lang="en-US" dirty="0"/>
          </a:p>
        </p:txBody>
      </p:sp>
      <p:sp>
        <p:nvSpPr>
          <p:cNvPr id="17" name="TextBox 16">
            <a:extLst>
              <a:ext uri="{FF2B5EF4-FFF2-40B4-BE49-F238E27FC236}">
                <a16:creationId xmlns:a16="http://schemas.microsoft.com/office/drawing/2014/main" id="{CB5D718A-9E91-E560-98FD-2A54D513AFA3}"/>
              </a:ext>
            </a:extLst>
          </p:cNvPr>
          <p:cNvSpPr txBox="1"/>
          <p:nvPr/>
        </p:nvSpPr>
        <p:spPr>
          <a:xfrm>
            <a:off x="0" y="1295400"/>
            <a:ext cx="9144000" cy="5078313"/>
          </a:xfrm>
          <a:prstGeom prst="rect">
            <a:avLst/>
          </a:prstGeom>
          <a:noFill/>
        </p:spPr>
        <p:txBody>
          <a:bodyPr wrap="square" rtlCol="0">
            <a:spAutoFit/>
          </a:bodyPr>
          <a:lstStyle/>
          <a:p>
            <a:r>
              <a:rPr lang="en-US" dirty="0"/>
              <a:t>The </a:t>
            </a:r>
            <a:r>
              <a:rPr lang="en-US" b="1" dirty="0"/>
              <a:t>protocol placement</a:t>
            </a:r>
            <a:r>
              <a:rPr lang="en-US" dirty="0"/>
              <a:t> in WSNs ensures the efficient functioning of different network layers by organizing essential functionalities at appropriate levels. Each protocol serves a specific role in communication, energy efficiency, security, and data management.</a:t>
            </a:r>
          </a:p>
          <a:p>
            <a:pPr>
              <a:buNone/>
            </a:pPr>
            <a:r>
              <a:rPr lang="en-US" b="1" dirty="0"/>
              <a:t>Key Protocols and Their Placement</a:t>
            </a:r>
          </a:p>
          <a:p>
            <a:pPr>
              <a:buFont typeface="+mj-lt"/>
              <a:buAutoNum type="arabicPeriod"/>
            </a:pPr>
            <a:r>
              <a:rPr lang="en-US" b="1" dirty="0"/>
              <a:t>Localization</a:t>
            </a:r>
            <a:r>
              <a:rPr lang="en-US" dirty="0"/>
              <a:t> (</a:t>
            </a:r>
            <a:r>
              <a:rPr lang="en-US" i="1" dirty="0"/>
              <a:t>Network &amp; Link Layer</a:t>
            </a:r>
            <a:r>
              <a:rPr lang="en-US" dirty="0"/>
              <a:t>)</a:t>
            </a:r>
          </a:p>
          <a:p>
            <a:pPr marL="742950" lvl="1" indent="-285750">
              <a:buFont typeface="+mj-lt"/>
              <a:buAutoNum type="arabicPeriod"/>
            </a:pPr>
            <a:r>
              <a:rPr lang="en-US" dirty="0"/>
              <a:t>Helps sensor nodes determine their position within the network.</a:t>
            </a:r>
          </a:p>
          <a:p>
            <a:pPr marL="742950" lvl="1" indent="-285750">
              <a:buFont typeface="+mj-lt"/>
              <a:buAutoNum type="arabicPeriod"/>
            </a:pPr>
            <a:r>
              <a:rPr lang="en-US" dirty="0"/>
              <a:t>Essential for applications requiring </a:t>
            </a:r>
            <a:r>
              <a:rPr lang="en-US" b="1" dirty="0"/>
              <a:t>geographic awareness</a:t>
            </a:r>
            <a:r>
              <a:rPr lang="en-US" dirty="0"/>
              <a:t>, such as environmental monitoring and tracking systems.</a:t>
            </a:r>
          </a:p>
          <a:p>
            <a:pPr>
              <a:buFont typeface="+mj-lt"/>
              <a:buAutoNum type="arabicPeriod"/>
            </a:pPr>
            <a:r>
              <a:rPr lang="en-US" b="1" dirty="0"/>
              <a:t>Routing</a:t>
            </a:r>
            <a:r>
              <a:rPr lang="en-US" dirty="0"/>
              <a:t> (</a:t>
            </a:r>
            <a:r>
              <a:rPr lang="en-US" i="1" dirty="0"/>
              <a:t>Network Layer</a:t>
            </a:r>
            <a:r>
              <a:rPr lang="en-US" dirty="0"/>
              <a:t>)</a:t>
            </a:r>
          </a:p>
          <a:p>
            <a:pPr marL="742950" lvl="1" indent="-285750">
              <a:buFont typeface="+mj-lt"/>
              <a:buAutoNum type="arabicPeriod"/>
            </a:pPr>
            <a:r>
              <a:rPr lang="en-US" dirty="0"/>
              <a:t>Manages how data packets move through the network.</a:t>
            </a:r>
          </a:p>
          <a:p>
            <a:pPr marL="742950" lvl="1" indent="-285750">
              <a:buFont typeface="+mj-lt"/>
              <a:buAutoNum type="arabicPeriod"/>
            </a:pPr>
            <a:r>
              <a:rPr lang="en-US" dirty="0"/>
              <a:t>Uses energy-efficient </a:t>
            </a:r>
            <a:r>
              <a:rPr lang="en-US" b="1" dirty="0"/>
              <a:t>routing protocols</a:t>
            </a:r>
            <a:r>
              <a:rPr lang="en-US" dirty="0"/>
              <a:t> like AODV, LEACH, and DSR to extend network lifetime.</a:t>
            </a:r>
          </a:p>
          <a:p>
            <a:pPr>
              <a:buFont typeface="+mj-lt"/>
              <a:buAutoNum type="arabicPeriod"/>
            </a:pPr>
            <a:r>
              <a:rPr lang="en-US" b="1" dirty="0"/>
              <a:t>Aggregation</a:t>
            </a:r>
            <a:r>
              <a:rPr lang="en-US" dirty="0"/>
              <a:t> (</a:t>
            </a:r>
            <a:r>
              <a:rPr lang="en-US" i="1" dirty="0"/>
              <a:t>Application &amp; Transport Layer</a:t>
            </a:r>
            <a:r>
              <a:rPr lang="en-US" dirty="0"/>
              <a:t>)</a:t>
            </a:r>
          </a:p>
          <a:p>
            <a:pPr marL="742950" lvl="1" indent="-285750">
              <a:buFont typeface="+mj-lt"/>
              <a:buAutoNum type="arabicPeriod"/>
            </a:pPr>
            <a:r>
              <a:rPr lang="en-US" dirty="0"/>
              <a:t>Combines data from multiple nodes to </a:t>
            </a:r>
            <a:r>
              <a:rPr lang="en-US" b="1" dirty="0"/>
              <a:t>reduce redundancy</a:t>
            </a:r>
            <a:r>
              <a:rPr lang="en-US" dirty="0"/>
              <a:t> and minimize transmission overhead.</a:t>
            </a:r>
          </a:p>
          <a:p>
            <a:pPr marL="742950" lvl="1" indent="-285750">
              <a:buFont typeface="+mj-lt"/>
              <a:buAutoNum type="arabicPeriod"/>
            </a:pPr>
            <a:r>
              <a:rPr lang="en-US" dirty="0"/>
              <a:t>Improves energy efficiency and network performance by preventing unnecessary data transmission.</a:t>
            </a:r>
          </a:p>
          <a:p>
            <a:endParaRPr lang="en-IN" dirty="0"/>
          </a:p>
        </p:txBody>
      </p:sp>
    </p:spTree>
    <p:extLst>
      <p:ext uri="{BB962C8B-B14F-4D97-AF65-F5344CB8AC3E}">
        <p14:creationId xmlns:p14="http://schemas.microsoft.com/office/powerpoint/2010/main" val="5856422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06DBB-2E47-BC31-3C5B-DF57E73D1B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34A66E-8CA0-256A-1EDF-47F014461EF4}"/>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Protocol Placement</a:t>
            </a:r>
          </a:p>
        </p:txBody>
      </p:sp>
      <p:sp>
        <p:nvSpPr>
          <p:cNvPr id="3" name="Slide Number Placeholder 2">
            <a:extLst>
              <a:ext uri="{FF2B5EF4-FFF2-40B4-BE49-F238E27FC236}">
                <a16:creationId xmlns:a16="http://schemas.microsoft.com/office/drawing/2014/main" id="{79C21394-2548-14FC-C3BC-194FCB816F55}"/>
              </a:ext>
            </a:extLst>
          </p:cNvPr>
          <p:cNvSpPr>
            <a:spLocks noGrp="1"/>
          </p:cNvSpPr>
          <p:nvPr>
            <p:ph type="sldNum" sz="quarter" idx="13"/>
          </p:nvPr>
        </p:nvSpPr>
        <p:spPr/>
        <p:txBody>
          <a:bodyPr/>
          <a:lstStyle/>
          <a:p>
            <a:fld id="{BC8D7E44-7D4F-4942-A8C9-2DF6BF8399E8}" type="slidenum">
              <a:rPr lang="en-US" smtClean="0"/>
              <a:pPr/>
              <a:t>125</a:t>
            </a:fld>
            <a:endParaRPr lang="en-US" dirty="0"/>
          </a:p>
        </p:txBody>
      </p:sp>
      <p:sp>
        <p:nvSpPr>
          <p:cNvPr id="6" name="TextBox 5">
            <a:extLst>
              <a:ext uri="{FF2B5EF4-FFF2-40B4-BE49-F238E27FC236}">
                <a16:creationId xmlns:a16="http://schemas.microsoft.com/office/drawing/2014/main" id="{8B34A940-4986-2D34-4999-ECC4FDAA7EE2}"/>
              </a:ext>
            </a:extLst>
          </p:cNvPr>
          <p:cNvSpPr txBox="1"/>
          <p:nvPr/>
        </p:nvSpPr>
        <p:spPr>
          <a:xfrm>
            <a:off x="76200" y="1447800"/>
            <a:ext cx="8991600" cy="507831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4. Clustering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Network Layer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Groups nodes into </a:t>
            </a:r>
            <a:r>
              <a:rPr kumimoji="0" lang="en-US" altLang="en-US" sz="1800" b="1" i="0" u="none" strike="noStrike" cap="none" normalizeH="0" baseline="0" dirty="0">
                <a:ln>
                  <a:noFill/>
                </a:ln>
                <a:solidFill>
                  <a:schemeClr val="tx1"/>
                </a:solidFill>
                <a:effectLst/>
                <a:latin typeface="Arial" panose="020B0604020202020204" pitchFamily="34" charset="0"/>
              </a:rPr>
              <a:t>clusters</a:t>
            </a:r>
            <a:r>
              <a:rPr kumimoji="0" lang="en-US" altLang="en-US" sz="1800" b="0" i="0" u="none" strike="noStrike" cap="none" normalizeH="0" baseline="0" dirty="0">
                <a:ln>
                  <a:noFill/>
                </a:ln>
                <a:solidFill>
                  <a:schemeClr val="tx1"/>
                </a:solidFill>
                <a:effectLst/>
                <a:latin typeface="Arial" panose="020B0604020202020204" pitchFamily="34" charset="0"/>
              </a:rPr>
              <a:t> with a leader (Cluster Head) to manage communication efficiently.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Reduces </a:t>
            </a:r>
            <a:r>
              <a:rPr kumimoji="0" lang="en-US" altLang="en-US" sz="1800" b="1" i="0" u="none" strike="noStrike" cap="none" normalizeH="0" baseline="0" dirty="0">
                <a:ln>
                  <a:noFill/>
                </a:ln>
                <a:solidFill>
                  <a:schemeClr val="tx1"/>
                </a:solidFill>
                <a:effectLst/>
                <a:latin typeface="Arial" panose="020B0604020202020204" pitchFamily="34" charset="0"/>
              </a:rPr>
              <a:t>network congestion</a:t>
            </a:r>
            <a:r>
              <a:rPr kumimoji="0" lang="en-US" altLang="en-US" sz="1800" b="0" i="0" u="none" strike="noStrike" cap="none" normalizeH="0" baseline="0" dirty="0">
                <a:ln>
                  <a:noFill/>
                </a:ln>
                <a:solidFill>
                  <a:schemeClr val="tx1"/>
                </a:solidFill>
                <a:effectLst/>
                <a:latin typeface="Arial" panose="020B0604020202020204" pitchFamily="34" charset="0"/>
              </a:rPr>
              <a:t> and extends sensor node lifespan.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5. Timing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Data Link &amp; Network Layer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Synchronizes communication schedules between nodes.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Prevents </a:t>
            </a:r>
            <a:r>
              <a:rPr kumimoji="0" lang="en-US" altLang="en-US" sz="1800" b="1" i="0" u="none" strike="noStrike" cap="none" normalizeH="0" baseline="0" dirty="0">
                <a:ln>
                  <a:noFill/>
                </a:ln>
                <a:solidFill>
                  <a:schemeClr val="tx1"/>
                </a:solidFill>
                <a:effectLst/>
                <a:latin typeface="Arial" panose="020B0604020202020204" pitchFamily="34" charset="0"/>
              </a:rPr>
              <a:t>collisions and delays</a:t>
            </a:r>
            <a:r>
              <a:rPr kumimoji="0" lang="en-US" altLang="en-US" sz="1800" b="0" i="0" u="none" strike="noStrike" cap="none" normalizeH="0" baseline="0" dirty="0">
                <a:ln>
                  <a:noFill/>
                </a:ln>
                <a:solidFill>
                  <a:schemeClr val="tx1"/>
                </a:solidFill>
                <a:effectLst/>
                <a:latin typeface="Arial" panose="020B0604020202020204" pitchFamily="34" charset="0"/>
              </a:rPr>
              <a:t>, ensuring </a:t>
            </a:r>
            <a:r>
              <a:rPr kumimoji="0" lang="en-US" altLang="en-US" sz="1800" b="1" i="0" u="none" strike="noStrike" cap="none" normalizeH="0" baseline="0" dirty="0">
                <a:ln>
                  <a:noFill/>
                </a:ln>
                <a:solidFill>
                  <a:schemeClr val="tx1"/>
                </a:solidFill>
                <a:effectLst/>
                <a:latin typeface="Arial" panose="020B0604020202020204" pitchFamily="34" charset="0"/>
              </a:rPr>
              <a:t>efficient data transmission</a:t>
            </a:r>
            <a:r>
              <a:rPr kumimoji="0" lang="en-US" altLang="en-US" sz="1800" b="0" i="0" u="none" strike="noStrike" cap="none" normalizeH="0" baseline="0" dirty="0">
                <a:ln>
                  <a:noFill/>
                </a:ln>
                <a:solidFill>
                  <a:schemeClr val="tx1"/>
                </a:solidFill>
                <a:effectLst/>
                <a:latin typeface="Arial" panose="020B0604020202020204" pitchFamily="34" charset="0"/>
              </a:rPr>
              <a:t> in real-time applications.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6. Addressing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Network Layer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Assigns </a:t>
            </a:r>
            <a:r>
              <a:rPr kumimoji="0" lang="en-US" altLang="en-US" sz="1800" b="1" i="0" u="none" strike="noStrike" cap="none" normalizeH="0" baseline="0" dirty="0">
                <a:ln>
                  <a:noFill/>
                </a:ln>
                <a:solidFill>
                  <a:schemeClr val="tx1"/>
                </a:solidFill>
                <a:effectLst/>
                <a:latin typeface="Arial" panose="020B0604020202020204" pitchFamily="34" charset="0"/>
              </a:rPr>
              <a:t>unique identifiers</a:t>
            </a:r>
            <a:r>
              <a:rPr kumimoji="0" lang="en-US" altLang="en-US" sz="1800" b="0" i="0" u="none" strike="noStrike" cap="none" normalizeH="0" baseline="0" dirty="0">
                <a:ln>
                  <a:noFill/>
                </a:ln>
                <a:solidFill>
                  <a:schemeClr val="tx1"/>
                </a:solidFill>
                <a:effectLst/>
                <a:latin typeface="Arial" panose="020B0604020202020204" pitchFamily="34" charset="0"/>
              </a:rPr>
              <a:t> to sensor nodes for proper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Supports </a:t>
            </a:r>
            <a:r>
              <a:rPr kumimoji="0" lang="en-US" altLang="en-US" sz="1800" b="1" i="0" u="none" strike="noStrike" cap="none" normalizeH="0" baseline="0" dirty="0">
                <a:ln>
                  <a:noFill/>
                </a:ln>
                <a:solidFill>
                  <a:schemeClr val="tx1"/>
                </a:solidFill>
                <a:effectLst/>
                <a:latin typeface="Arial" panose="020B0604020202020204" pitchFamily="34" charset="0"/>
              </a:rPr>
              <a:t>multi-hop routing</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node discovery</a:t>
            </a:r>
            <a:r>
              <a:rPr kumimoji="0" lang="en-US" altLang="en-US" sz="1800" b="0" i="0" u="none" strike="noStrike" cap="none" normalizeH="0" baseline="0" dirty="0">
                <a:ln>
                  <a:noFill/>
                </a:ln>
                <a:solidFill>
                  <a:schemeClr val="tx1"/>
                </a:solidFill>
                <a:effectLst/>
                <a:latin typeface="Arial" panose="020B0604020202020204" pitchFamily="34" charset="0"/>
              </a:rPr>
              <a:t> processes.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7. Security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Across All Layers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Protects data from </a:t>
            </a:r>
            <a:r>
              <a:rPr kumimoji="0" lang="en-US" altLang="en-US" sz="1800" b="1" i="0" u="none" strike="noStrike" cap="none" normalizeH="0" baseline="0" dirty="0">
                <a:ln>
                  <a:noFill/>
                </a:ln>
                <a:solidFill>
                  <a:schemeClr val="tx1"/>
                </a:solidFill>
                <a:effectLst/>
                <a:latin typeface="Arial" panose="020B0604020202020204" pitchFamily="34" charset="0"/>
              </a:rPr>
              <a:t>unauthorized access, tampering, and attacks</a:t>
            </a:r>
            <a:r>
              <a:rPr kumimoji="0" lang="en-US" altLang="en-US" sz="1800" b="0" i="0" u="none" strike="noStrike" cap="none" normalizeH="0" baseline="0" dirty="0">
                <a:ln>
                  <a:noFill/>
                </a:ln>
                <a:solidFill>
                  <a:schemeClr val="tx1"/>
                </a:solidFill>
                <a:effectLst/>
                <a:latin typeface="Arial" panose="020B0604020202020204" pitchFamily="34" charset="0"/>
              </a:rPr>
              <a:t> like eavesdropping and node compromise.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a:t>
            </a:r>
            <a:r>
              <a:rPr kumimoji="0" lang="en-US" altLang="en-US" sz="1800" b="1" i="0" u="none" strike="noStrike" cap="none" normalizeH="0" baseline="0" dirty="0">
                <a:ln>
                  <a:noFill/>
                </a:ln>
                <a:solidFill>
                  <a:schemeClr val="tx1"/>
                </a:solidFill>
                <a:effectLst/>
                <a:latin typeface="Arial" panose="020B0604020202020204" pitchFamily="34" charset="0"/>
              </a:rPr>
              <a:t>encryption, authentication, and intrusion detection</a:t>
            </a:r>
            <a:r>
              <a:rPr kumimoji="0" lang="en-US" altLang="en-US" sz="1800" b="0" i="0" u="none" strike="noStrike" cap="none" normalizeH="0" baseline="0" dirty="0">
                <a:ln>
                  <a:noFill/>
                </a:ln>
                <a:solidFill>
                  <a:schemeClr val="tx1"/>
                </a:solidFill>
                <a:effectLst/>
                <a:latin typeface="Arial" panose="020B0604020202020204" pitchFamily="34" charset="0"/>
              </a:rPr>
              <a:t> to maintain network integrity.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336454054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42C74-0DBE-137D-4893-A300AECC97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E5C50A-7950-EB5D-6A6E-AC14A3A70608}"/>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Protocol Placement</a:t>
            </a:r>
          </a:p>
        </p:txBody>
      </p:sp>
      <p:sp>
        <p:nvSpPr>
          <p:cNvPr id="3" name="Slide Number Placeholder 2">
            <a:extLst>
              <a:ext uri="{FF2B5EF4-FFF2-40B4-BE49-F238E27FC236}">
                <a16:creationId xmlns:a16="http://schemas.microsoft.com/office/drawing/2014/main" id="{51DABF4E-07F7-02B3-7D0A-0503372B4470}"/>
              </a:ext>
            </a:extLst>
          </p:cNvPr>
          <p:cNvSpPr>
            <a:spLocks noGrp="1"/>
          </p:cNvSpPr>
          <p:nvPr>
            <p:ph type="sldNum" sz="quarter" idx="13"/>
          </p:nvPr>
        </p:nvSpPr>
        <p:spPr/>
        <p:txBody>
          <a:bodyPr/>
          <a:lstStyle/>
          <a:p>
            <a:fld id="{BC8D7E44-7D4F-4942-A8C9-2DF6BF8399E8}" type="slidenum">
              <a:rPr lang="en-US" smtClean="0"/>
              <a:pPr/>
              <a:t>126</a:t>
            </a:fld>
            <a:endParaRPr lang="en-US" dirty="0"/>
          </a:p>
        </p:txBody>
      </p:sp>
      <p:sp>
        <p:nvSpPr>
          <p:cNvPr id="6" name="TextBox 5">
            <a:extLst>
              <a:ext uri="{FF2B5EF4-FFF2-40B4-BE49-F238E27FC236}">
                <a16:creationId xmlns:a16="http://schemas.microsoft.com/office/drawing/2014/main" id="{5B749A30-F82A-466D-63B4-6F90D80F2F6C}"/>
              </a:ext>
            </a:extLst>
          </p:cNvPr>
          <p:cNvSpPr txBox="1"/>
          <p:nvPr/>
        </p:nvSpPr>
        <p:spPr>
          <a:xfrm>
            <a:off x="76200" y="1447800"/>
            <a:ext cx="8991600" cy="2308324"/>
          </a:xfrm>
          <a:prstGeom prst="rect">
            <a:avLst/>
          </a:prstGeom>
          <a:noFill/>
        </p:spPr>
        <p:txBody>
          <a:bodyPr wrap="square" rtlCol="0">
            <a:spAutoFit/>
          </a:bodyPr>
          <a:lstStyle/>
          <a:p>
            <a:pPr>
              <a:buNone/>
            </a:pPr>
            <a:r>
              <a:rPr lang="en-IN" b="1" dirty="0"/>
              <a:t>Importance of Protocol Placement in WSNs</a:t>
            </a:r>
          </a:p>
          <a:p>
            <a:pPr>
              <a:buNone/>
            </a:pPr>
            <a:r>
              <a:rPr lang="en-IN" b="1" dirty="0"/>
              <a:t>Optimizes Energy Usage</a:t>
            </a:r>
            <a:r>
              <a:rPr lang="en-IN" dirty="0"/>
              <a:t> – Reduces redundant transmissions and enhances network lifetime.</a:t>
            </a:r>
            <a:br>
              <a:rPr lang="en-IN" dirty="0"/>
            </a:br>
            <a:r>
              <a:rPr lang="en-IN" b="1" dirty="0"/>
              <a:t>Improves Data Accuracy</a:t>
            </a:r>
            <a:r>
              <a:rPr lang="en-IN" dirty="0"/>
              <a:t> – Aggregation and clustering minimize errors and redundant data.</a:t>
            </a:r>
            <a:br>
              <a:rPr lang="en-IN" dirty="0"/>
            </a:br>
            <a:r>
              <a:rPr lang="en-IN" b="1" dirty="0"/>
              <a:t>Enhances Security</a:t>
            </a:r>
            <a:r>
              <a:rPr lang="en-IN" dirty="0"/>
              <a:t> – Addressing and security mechanisms prevent unauthorized access.</a:t>
            </a:r>
            <a:br>
              <a:rPr lang="en-IN" dirty="0"/>
            </a:br>
            <a:r>
              <a:rPr lang="en-IN" b="1" dirty="0"/>
              <a:t>Supports Scalability</a:t>
            </a:r>
            <a:r>
              <a:rPr lang="en-IN" dirty="0"/>
              <a:t> – Well-placed protocols allow networks to handle large-scale deployments efficiently.</a:t>
            </a:r>
          </a:p>
          <a:p>
            <a:r>
              <a:rPr lang="en-IN" dirty="0"/>
              <a:t>Each protocol serves a </a:t>
            </a:r>
            <a:r>
              <a:rPr lang="en-IN" b="1" dirty="0"/>
              <a:t>critical role</a:t>
            </a:r>
            <a:r>
              <a:rPr lang="en-IN" dirty="0"/>
              <a:t> in making WSNs </a:t>
            </a:r>
            <a:r>
              <a:rPr lang="en-IN" b="1" dirty="0"/>
              <a:t>efficient, reliable, and scalable</a:t>
            </a:r>
            <a:r>
              <a:rPr lang="en-IN" dirty="0"/>
              <a:t>, ensuring smooth communication and data management.</a:t>
            </a:r>
          </a:p>
        </p:txBody>
      </p:sp>
    </p:spTree>
    <p:extLst>
      <p:ext uri="{BB962C8B-B14F-4D97-AF65-F5344CB8AC3E}">
        <p14:creationId xmlns:p14="http://schemas.microsoft.com/office/powerpoint/2010/main" val="153957643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79B474-3198-ED39-3DBC-9660B05AD850}"/>
              </a:ext>
            </a:extLst>
          </p:cNvPr>
          <p:cNvSpPr>
            <a:spLocks noGrp="1"/>
          </p:cNvSpPr>
          <p:nvPr>
            <p:ph sz="quarter" idx="10"/>
          </p:nvPr>
        </p:nvSpPr>
        <p:spPr/>
        <p:txBody>
          <a:bodyPr/>
          <a:lstStyle/>
          <a:p>
            <a:r>
              <a:rPr lang="en-IN" sz="3600" dirty="0"/>
              <a:t>Sensor Management Protocol</a:t>
            </a:r>
            <a:endParaRPr lang="en-IN" dirty="0"/>
          </a:p>
        </p:txBody>
      </p:sp>
      <p:sp>
        <p:nvSpPr>
          <p:cNvPr id="3" name="Slide Number Placeholder 2">
            <a:extLst>
              <a:ext uri="{FF2B5EF4-FFF2-40B4-BE49-F238E27FC236}">
                <a16:creationId xmlns:a16="http://schemas.microsoft.com/office/drawing/2014/main" id="{1ECB006C-8465-2B35-504E-44D0BE2B551B}"/>
              </a:ext>
            </a:extLst>
          </p:cNvPr>
          <p:cNvSpPr>
            <a:spLocks noGrp="1"/>
          </p:cNvSpPr>
          <p:nvPr>
            <p:ph type="sldNum" sz="quarter" idx="13"/>
          </p:nvPr>
        </p:nvSpPr>
        <p:spPr/>
        <p:txBody>
          <a:bodyPr/>
          <a:lstStyle/>
          <a:p>
            <a:fld id="{BC8D7E44-7D4F-4942-A8C9-2DF6BF8399E8}" type="slidenum">
              <a:rPr lang="en-US" smtClean="0"/>
              <a:pPr/>
              <a:t>127</a:t>
            </a:fld>
            <a:endParaRPr lang="en-US" dirty="0"/>
          </a:p>
        </p:txBody>
      </p:sp>
      <p:graphicFrame>
        <p:nvGraphicFramePr>
          <p:cNvPr id="4" name="Content Placeholder 2">
            <a:extLst>
              <a:ext uri="{FF2B5EF4-FFF2-40B4-BE49-F238E27FC236}">
                <a16:creationId xmlns:a16="http://schemas.microsoft.com/office/drawing/2014/main" id="{EC927041-D426-3EB5-5E21-0AE79B365BD8}"/>
              </a:ext>
            </a:extLst>
          </p:cNvPr>
          <p:cNvGraphicFramePr>
            <a:graphicFrameLocks/>
          </p:cNvGraphicFramePr>
          <p:nvPr/>
        </p:nvGraphicFramePr>
        <p:xfrm>
          <a:off x="628650" y="2184158"/>
          <a:ext cx="7886700" cy="40611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387380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7D1C-64EC-72DE-54F6-DC1DF55BBC8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564AD0-5DF5-586C-30BB-0161D0CDF860}"/>
              </a:ext>
            </a:extLst>
          </p:cNvPr>
          <p:cNvSpPr>
            <a:spLocks noGrp="1"/>
          </p:cNvSpPr>
          <p:nvPr>
            <p:ph sz="quarter" idx="10"/>
          </p:nvPr>
        </p:nvSpPr>
        <p:spPr/>
        <p:txBody>
          <a:bodyPr/>
          <a:lstStyle/>
          <a:p>
            <a:r>
              <a:rPr lang="en-IN" sz="3600" dirty="0"/>
              <a:t>Sensor Management Protocol</a:t>
            </a:r>
            <a:endParaRPr lang="en-IN" dirty="0"/>
          </a:p>
        </p:txBody>
      </p:sp>
      <p:sp>
        <p:nvSpPr>
          <p:cNvPr id="3" name="Slide Number Placeholder 2">
            <a:extLst>
              <a:ext uri="{FF2B5EF4-FFF2-40B4-BE49-F238E27FC236}">
                <a16:creationId xmlns:a16="http://schemas.microsoft.com/office/drawing/2014/main" id="{CB0F9C44-BAC5-7EE8-8385-DAEACD411B19}"/>
              </a:ext>
            </a:extLst>
          </p:cNvPr>
          <p:cNvSpPr>
            <a:spLocks noGrp="1"/>
          </p:cNvSpPr>
          <p:nvPr>
            <p:ph type="sldNum" sz="quarter" idx="13"/>
          </p:nvPr>
        </p:nvSpPr>
        <p:spPr/>
        <p:txBody>
          <a:bodyPr/>
          <a:lstStyle/>
          <a:p>
            <a:fld id="{BC8D7E44-7D4F-4942-A8C9-2DF6BF8399E8}" type="slidenum">
              <a:rPr lang="en-US" smtClean="0"/>
              <a:pPr/>
              <a:t>128</a:t>
            </a:fld>
            <a:endParaRPr lang="en-US" dirty="0"/>
          </a:p>
        </p:txBody>
      </p:sp>
      <p:sp>
        <p:nvSpPr>
          <p:cNvPr id="5" name="TextBox 4">
            <a:extLst>
              <a:ext uri="{FF2B5EF4-FFF2-40B4-BE49-F238E27FC236}">
                <a16:creationId xmlns:a16="http://schemas.microsoft.com/office/drawing/2014/main" id="{90367963-F6CC-8C27-3F31-2975CAD9F226}"/>
              </a:ext>
            </a:extLst>
          </p:cNvPr>
          <p:cNvSpPr txBox="1"/>
          <p:nvPr/>
        </p:nvSpPr>
        <p:spPr>
          <a:xfrm>
            <a:off x="0" y="1295400"/>
            <a:ext cx="9144000" cy="5078313"/>
          </a:xfrm>
          <a:prstGeom prst="rect">
            <a:avLst/>
          </a:prstGeom>
          <a:noFill/>
        </p:spPr>
        <p:txBody>
          <a:bodyPr wrap="square" rtlCol="0">
            <a:spAutoFit/>
          </a:bodyPr>
          <a:lstStyle/>
          <a:p>
            <a:r>
              <a:rPr lang="en-US" dirty="0"/>
              <a:t>The </a:t>
            </a:r>
            <a:r>
              <a:rPr lang="en-US" b="1" dirty="0"/>
              <a:t>Sensor Management Protocol (SMP)</a:t>
            </a:r>
            <a:r>
              <a:rPr lang="en-US" dirty="0"/>
              <a:t> ensures efficient operation and coordination of sensor nodes in a Wireless Sensor Network (WSN). It helps in </a:t>
            </a:r>
            <a:r>
              <a:rPr lang="en-US" b="1" dirty="0"/>
              <a:t>resource optimization, energy conservation, data accuracy, and network stability</a:t>
            </a:r>
            <a:r>
              <a:rPr lang="en-US" dirty="0"/>
              <a:t>.</a:t>
            </a:r>
          </a:p>
          <a:p>
            <a:pPr>
              <a:buNone/>
            </a:pPr>
            <a:r>
              <a:rPr lang="en-US" b="1" dirty="0"/>
              <a:t>Key Functions of Sensor Management Protocol</a:t>
            </a:r>
          </a:p>
          <a:p>
            <a:pPr>
              <a:buFont typeface="+mj-lt"/>
              <a:buAutoNum type="arabicPeriod"/>
            </a:pPr>
            <a:r>
              <a:rPr lang="en-US" b="1" dirty="0"/>
              <a:t>Rules Related to Data Aggregation, Attribute-Based Naming, and Clustering of Sensor Nodes</a:t>
            </a:r>
            <a:endParaRPr lang="en-US" dirty="0"/>
          </a:p>
          <a:p>
            <a:pPr marL="742950" lvl="1" indent="-285750">
              <a:buFont typeface="+mj-lt"/>
              <a:buAutoNum type="arabicPeriod"/>
            </a:pPr>
            <a:r>
              <a:rPr lang="en-US" b="1" dirty="0"/>
              <a:t>Data Aggregation:</a:t>
            </a:r>
            <a:r>
              <a:rPr lang="en-US" dirty="0"/>
              <a:t> Combines data from multiple sensor nodes to eliminate redundancy and reduce communication overhead.</a:t>
            </a:r>
          </a:p>
          <a:p>
            <a:pPr marL="742950" lvl="1" indent="-285750">
              <a:buFont typeface="+mj-lt"/>
              <a:buAutoNum type="arabicPeriod"/>
            </a:pPr>
            <a:r>
              <a:rPr lang="en-US" b="1" dirty="0"/>
              <a:t>Attribute-Based Naming:</a:t>
            </a:r>
            <a:r>
              <a:rPr lang="en-US" dirty="0"/>
              <a:t> Assigns meaningful names to data packets (e.g., "Temperature_Sensor_1") to ease retrieval and processing.</a:t>
            </a:r>
          </a:p>
          <a:p>
            <a:pPr marL="742950" lvl="1" indent="-285750">
              <a:buFont typeface="+mj-lt"/>
              <a:buAutoNum type="arabicPeriod"/>
            </a:pPr>
            <a:r>
              <a:rPr lang="en-US" b="1" dirty="0"/>
              <a:t>Clustering:</a:t>
            </a:r>
            <a:r>
              <a:rPr lang="en-US" dirty="0"/>
              <a:t> Groups sensor nodes into clusters, where a </a:t>
            </a:r>
            <a:r>
              <a:rPr lang="en-US" b="1" dirty="0"/>
              <a:t>Cluster Head</a:t>
            </a:r>
            <a:r>
              <a:rPr lang="en-US" dirty="0"/>
              <a:t> manages local communication and reduces energy consumption.</a:t>
            </a:r>
          </a:p>
          <a:p>
            <a:pPr>
              <a:buNone/>
            </a:pPr>
            <a:r>
              <a:rPr lang="en-IN" b="1" dirty="0"/>
              <a:t>2.Data Related to Sensor Location Algorithm</a:t>
            </a:r>
            <a:endParaRPr lang="en-IN" dirty="0"/>
          </a:p>
          <a:p>
            <a:pPr>
              <a:buFont typeface="Arial" panose="020B0604020202020204" pitchFamily="34" charset="0"/>
              <a:buChar char="•"/>
            </a:pPr>
            <a:r>
              <a:rPr lang="en-IN" dirty="0"/>
              <a:t>Helps in determining the </a:t>
            </a:r>
            <a:r>
              <a:rPr lang="en-IN" b="1" dirty="0"/>
              <a:t>geographical position</a:t>
            </a:r>
            <a:r>
              <a:rPr lang="en-IN" dirty="0"/>
              <a:t> of each sensor node.</a:t>
            </a:r>
          </a:p>
          <a:p>
            <a:pPr>
              <a:buFont typeface="Arial" panose="020B0604020202020204" pitchFamily="34" charset="0"/>
              <a:buChar char="•"/>
            </a:pPr>
            <a:r>
              <a:rPr lang="en-IN" dirty="0"/>
              <a:t>Uses </a:t>
            </a:r>
            <a:r>
              <a:rPr lang="en-IN" b="1" dirty="0"/>
              <a:t>localization algorithms</a:t>
            </a:r>
            <a:r>
              <a:rPr lang="en-IN" dirty="0"/>
              <a:t> (e.g., GPS-based, range-free, or range-based techniques) to enhance network efficiency.</a:t>
            </a:r>
          </a:p>
          <a:p>
            <a:pPr>
              <a:buFont typeface="Arial" panose="020B0604020202020204" pitchFamily="34" charset="0"/>
              <a:buChar char="•"/>
            </a:pPr>
            <a:r>
              <a:rPr lang="en-IN" dirty="0"/>
              <a:t>Essential for applications like </a:t>
            </a:r>
            <a:r>
              <a:rPr lang="en-IN" b="1" dirty="0"/>
              <a:t>environmental monitoring, military surveillance, and object tracking</a:t>
            </a:r>
            <a:r>
              <a:rPr lang="en-IN" dirty="0"/>
              <a:t>.</a:t>
            </a:r>
          </a:p>
          <a:p>
            <a:endParaRPr lang="en-IN" dirty="0"/>
          </a:p>
        </p:txBody>
      </p:sp>
    </p:spTree>
    <p:extLst>
      <p:ext uri="{BB962C8B-B14F-4D97-AF65-F5344CB8AC3E}">
        <p14:creationId xmlns:p14="http://schemas.microsoft.com/office/powerpoint/2010/main" val="50175137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DC89D-50DA-3B0B-6B95-17A833C0622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F3DAA9-48D5-0468-E172-6C266CD534D0}"/>
              </a:ext>
            </a:extLst>
          </p:cNvPr>
          <p:cNvSpPr>
            <a:spLocks noGrp="1"/>
          </p:cNvSpPr>
          <p:nvPr>
            <p:ph sz="quarter" idx="10"/>
          </p:nvPr>
        </p:nvSpPr>
        <p:spPr/>
        <p:txBody>
          <a:bodyPr/>
          <a:lstStyle/>
          <a:p>
            <a:r>
              <a:rPr lang="en-IN" sz="3600" dirty="0"/>
              <a:t>Sensor Management Protocol</a:t>
            </a:r>
            <a:endParaRPr lang="en-IN" dirty="0"/>
          </a:p>
        </p:txBody>
      </p:sp>
      <p:sp>
        <p:nvSpPr>
          <p:cNvPr id="3" name="Slide Number Placeholder 2">
            <a:extLst>
              <a:ext uri="{FF2B5EF4-FFF2-40B4-BE49-F238E27FC236}">
                <a16:creationId xmlns:a16="http://schemas.microsoft.com/office/drawing/2014/main" id="{0EAF1DB6-6783-70A5-EECA-465A607186C8}"/>
              </a:ext>
            </a:extLst>
          </p:cNvPr>
          <p:cNvSpPr>
            <a:spLocks noGrp="1"/>
          </p:cNvSpPr>
          <p:nvPr>
            <p:ph type="sldNum" sz="quarter" idx="13"/>
          </p:nvPr>
        </p:nvSpPr>
        <p:spPr/>
        <p:txBody>
          <a:bodyPr/>
          <a:lstStyle/>
          <a:p>
            <a:fld id="{BC8D7E44-7D4F-4942-A8C9-2DF6BF8399E8}" type="slidenum">
              <a:rPr lang="en-US" smtClean="0"/>
              <a:pPr/>
              <a:t>129</a:t>
            </a:fld>
            <a:endParaRPr lang="en-US" dirty="0"/>
          </a:p>
        </p:txBody>
      </p:sp>
      <p:sp>
        <p:nvSpPr>
          <p:cNvPr id="7" name="TextBox 6">
            <a:extLst>
              <a:ext uri="{FF2B5EF4-FFF2-40B4-BE49-F238E27FC236}">
                <a16:creationId xmlns:a16="http://schemas.microsoft.com/office/drawing/2014/main" id="{D4D12597-5B60-F290-ABAB-187DED4DEC80}"/>
              </a:ext>
            </a:extLst>
          </p:cNvPr>
          <p:cNvSpPr txBox="1"/>
          <p:nvPr/>
        </p:nvSpPr>
        <p:spPr>
          <a:xfrm>
            <a:off x="20444" y="1295400"/>
            <a:ext cx="8991600" cy="59093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3.Time Synchronization of Sensor Nodes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Ensures that all nodes in the network have a </a:t>
            </a:r>
            <a:r>
              <a:rPr kumimoji="0" lang="en-US" altLang="en-US" sz="1800" b="1" i="0" u="none" strike="noStrike" cap="none" normalizeH="0" baseline="0" dirty="0">
                <a:ln>
                  <a:noFill/>
                </a:ln>
                <a:solidFill>
                  <a:schemeClr val="tx1"/>
                </a:solidFill>
                <a:effectLst/>
                <a:latin typeface="Arial" panose="020B0604020202020204" pitchFamily="34" charset="0"/>
              </a:rPr>
              <a:t>common time reference</a:t>
            </a:r>
            <a:r>
              <a:rPr kumimoji="0" lang="en-US" altLang="en-US" sz="1800" b="0" i="0" u="none" strike="noStrike" cap="none" normalizeH="0" baseline="0" dirty="0">
                <a:ln>
                  <a:noFill/>
                </a:ln>
                <a:solidFill>
                  <a:schemeClr val="tx1"/>
                </a:solidFill>
                <a:effectLst/>
                <a:latin typeface="Arial" panose="020B0604020202020204" pitchFamily="34" charset="0"/>
              </a:rPr>
              <a:t> for data transmission and event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Prevents issues like </a:t>
            </a:r>
            <a:r>
              <a:rPr kumimoji="0" lang="en-US" altLang="en-US" sz="1800" b="1" i="0" u="none" strike="noStrike" cap="none" normalizeH="0" baseline="0" dirty="0">
                <a:ln>
                  <a:noFill/>
                </a:ln>
                <a:solidFill>
                  <a:schemeClr val="tx1"/>
                </a:solidFill>
                <a:effectLst/>
                <a:latin typeface="Arial" panose="020B0604020202020204" pitchFamily="34" charset="0"/>
              </a:rPr>
              <a:t>packet collision and out-of-sync data timestamps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a:t>
            </a:r>
            <a:r>
              <a:rPr kumimoji="0" lang="en-US" altLang="en-US" sz="1800" b="1" i="0" u="none" strike="noStrike" cap="none" normalizeH="0" baseline="0" dirty="0">
                <a:ln>
                  <a:noFill/>
                </a:ln>
                <a:solidFill>
                  <a:schemeClr val="tx1"/>
                </a:solidFill>
                <a:effectLst/>
                <a:latin typeface="Arial" panose="020B0604020202020204" pitchFamily="34" charset="0"/>
              </a:rPr>
              <a:t>protocols like TPSN (Timing-sync Protocol for Sensor Networks)</a:t>
            </a:r>
            <a:r>
              <a:rPr kumimoji="0" lang="en-US" altLang="en-US" sz="1800" b="0" i="0" u="none" strike="noStrike" cap="none" normalizeH="0" baseline="0" dirty="0">
                <a:ln>
                  <a:noFill/>
                </a:ln>
                <a:solidFill>
                  <a:schemeClr val="tx1"/>
                </a:solidFill>
                <a:effectLst/>
                <a:latin typeface="Arial" panose="020B0604020202020204" pitchFamily="34" charset="0"/>
              </a:rPr>
              <a:t> for synchronization.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4.Turning Sensors On and Off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Controls </a:t>
            </a:r>
            <a:r>
              <a:rPr kumimoji="0" lang="en-US" altLang="en-US" sz="1800" b="1" i="0" u="none" strike="noStrike" cap="none" normalizeH="0" baseline="0" dirty="0">
                <a:ln>
                  <a:noFill/>
                </a:ln>
                <a:solidFill>
                  <a:schemeClr val="tx1"/>
                </a:solidFill>
                <a:effectLst/>
                <a:latin typeface="Arial" panose="020B0604020202020204" pitchFamily="34" charset="0"/>
              </a:rPr>
              <a:t>power consumption</a:t>
            </a:r>
            <a:r>
              <a:rPr kumimoji="0" lang="en-US" altLang="en-US" sz="1800" b="0" i="0" u="none" strike="noStrike" cap="none" normalizeH="0" baseline="0" dirty="0">
                <a:ln>
                  <a:noFill/>
                </a:ln>
                <a:solidFill>
                  <a:schemeClr val="tx1"/>
                </a:solidFill>
                <a:effectLst/>
                <a:latin typeface="Arial" panose="020B0604020202020204" pitchFamily="34" charset="0"/>
              </a:rPr>
              <a:t> by dynamically switching sensor nodes </a:t>
            </a:r>
            <a:r>
              <a:rPr kumimoji="0" lang="en-US" altLang="en-US" sz="1800" b="1" i="0" u="none" strike="noStrike" cap="none" normalizeH="0" baseline="0" dirty="0">
                <a:ln>
                  <a:noFill/>
                </a:ln>
                <a:solidFill>
                  <a:schemeClr val="tx1"/>
                </a:solidFill>
                <a:effectLst/>
                <a:latin typeface="Arial" panose="020B0604020202020204" pitchFamily="34" charset="0"/>
              </a:rPr>
              <a:t>on or off</a:t>
            </a:r>
            <a:r>
              <a:rPr kumimoji="0" lang="en-US" altLang="en-US" sz="1800" b="0" i="0" u="none" strike="noStrike" cap="none" normalizeH="0" baseline="0" dirty="0">
                <a:ln>
                  <a:noFill/>
                </a:ln>
                <a:solidFill>
                  <a:schemeClr val="tx1"/>
                </a:solidFill>
                <a:effectLst/>
                <a:latin typeface="Arial" panose="020B0604020202020204" pitchFamily="34" charset="0"/>
              </a:rPr>
              <a:t> based on network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Extends the </a:t>
            </a:r>
            <a:r>
              <a:rPr kumimoji="0" lang="en-US" altLang="en-US" sz="1800" b="1" i="0" u="none" strike="noStrike" cap="none" normalizeH="0" baseline="0" dirty="0">
                <a:ln>
                  <a:noFill/>
                </a:ln>
                <a:solidFill>
                  <a:schemeClr val="tx1"/>
                </a:solidFill>
                <a:effectLst/>
                <a:latin typeface="Arial" panose="020B0604020202020204" pitchFamily="34" charset="0"/>
              </a:rPr>
              <a:t>lifetime of the network</a:t>
            </a:r>
            <a:r>
              <a:rPr kumimoji="0" lang="en-US" altLang="en-US" sz="1800" b="0" i="0" u="none" strike="noStrike" cap="none" normalizeH="0" baseline="0" dirty="0">
                <a:ln>
                  <a:noFill/>
                </a:ln>
                <a:solidFill>
                  <a:schemeClr val="tx1"/>
                </a:solidFill>
                <a:effectLst/>
                <a:latin typeface="Arial" panose="020B0604020202020204" pitchFamily="34" charset="0"/>
              </a:rPr>
              <a:t> by keeping only essential nodes active.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in maintaining a </a:t>
            </a:r>
            <a:r>
              <a:rPr kumimoji="0" lang="en-US" altLang="en-US" sz="1800" b="1" i="0" u="none" strike="noStrike" cap="none" normalizeH="0" baseline="0" dirty="0" err="1">
                <a:ln>
                  <a:noFill/>
                </a:ln>
                <a:solidFill>
                  <a:schemeClr val="tx1"/>
                </a:solidFill>
                <a:effectLst/>
                <a:latin typeface="Arial" panose="020B0604020202020204" pitchFamily="34" charset="0"/>
              </a:rPr>
              <a:t>balaAnce</a:t>
            </a:r>
            <a:r>
              <a:rPr kumimoji="0" lang="en-US" altLang="en-US" sz="1800" b="1" i="0" u="none" strike="noStrike" cap="none" normalizeH="0" baseline="0" dirty="0">
                <a:ln>
                  <a:noFill/>
                </a:ln>
                <a:solidFill>
                  <a:schemeClr val="tx1"/>
                </a:solidFill>
                <a:effectLst/>
                <a:latin typeface="Arial" panose="020B0604020202020204" pitchFamily="34" charset="0"/>
              </a:rPr>
              <a:t> between energy efficiency and network performance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5.Querying Sensor Network Configuration, Status of Nodes, and Reconfiguration of Sensor Network</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Retrieves information about the </a:t>
            </a:r>
            <a:r>
              <a:rPr kumimoji="0" lang="en-US" altLang="en-US" sz="1800" b="1" i="0" u="none" strike="noStrike" cap="none" normalizeH="0" baseline="0" dirty="0">
                <a:ln>
                  <a:noFill/>
                </a:ln>
                <a:solidFill>
                  <a:schemeClr val="tx1"/>
                </a:solidFill>
                <a:effectLst/>
                <a:latin typeface="Arial" panose="020B0604020202020204" pitchFamily="34" charset="0"/>
              </a:rPr>
              <a:t>current state of the network</a:t>
            </a:r>
            <a:r>
              <a:rPr kumimoji="0" lang="en-US" altLang="en-US" sz="1800" b="0" i="0" u="none" strike="noStrike" cap="none" normalizeH="0" baseline="0" dirty="0">
                <a:ln>
                  <a:noFill/>
                </a:ln>
                <a:solidFill>
                  <a:schemeClr val="tx1"/>
                </a:solidFill>
                <a:effectLst/>
                <a:latin typeface="Arial" panose="020B0604020202020204" pitchFamily="34" charset="0"/>
              </a:rPr>
              <a:t> (e.g., node status, connectivity, and battery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Allows </a:t>
            </a:r>
            <a:r>
              <a:rPr kumimoji="0" lang="en-US" altLang="en-US" sz="1800" b="1" i="0" u="none" strike="noStrike" cap="none" normalizeH="0" baseline="0" dirty="0">
                <a:ln>
                  <a:noFill/>
                </a:ln>
                <a:solidFill>
                  <a:schemeClr val="tx1"/>
                </a:solidFill>
                <a:effectLst/>
                <a:latin typeface="Arial" panose="020B0604020202020204" pitchFamily="34" charset="0"/>
              </a:rPr>
              <a:t>dynamic reconfiguration</a:t>
            </a:r>
            <a:r>
              <a:rPr kumimoji="0" lang="en-US" altLang="en-US" sz="1800" b="0" i="0" u="none" strike="noStrike" cap="none" normalizeH="0" baseline="0" dirty="0">
                <a:ln>
                  <a:noFill/>
                </a:ln>
                <a:solidFill>
                  <a:schemeClr val="tx1"/>
                </a:solidFill>
                <a:effectLst/>
                <a:latin typeface="Arial" panose="020B0604020202020204" pitchFamily="34" charset="0"/>
              </a:rPr>
              <a:t> of sensor nodes when changes occur, such as node failure or environmental shifts.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Ensures continuous network operation with </a:t>
            </a:r>
            <a:r>
              <a:rPr kumimoji="0" lang="en-US" altLang="en-US" sz="1800" b="1" i="0" u="none" strike="noStrike" cap="none" normalizeH="0" baseline="0" dirty="0">
                <a:ln>
                  <a:noFill/>
                </a:ln>
                <a:solidFill>
                  <a:schemeClr val="tx1"/>
                </a:solidFill>
                <a:effectLst/>
                <a:latin typeface="Arial" panose="020B0604020202020204" pitchFamily="34" charset="0"/>
              </a:rPr>
              <a:t>self-healing mechanisms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114177379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CCC6A-92E6-ADDE-9013-3609D31FA5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E114DE-DD19-D6BA-A15A-B313EBF85854}"/>
              </a:ext>
            </a:extLst>
          </p:cNvPr>
          <p:cNvSpPr>
            <a:spLocks noGrp="1"/>
          </p:cNvSpPr>
          <p:nvPr>
            <p:ph sz="quarter" idx="10"/>
          </p:nvPr>
        </p:nvSpPr>
        <p:spPr/>
        <p:txBody>
          <a:bodyPr/>
          <a:lstStyle/>
          <a:p>
            <a:r>
              <a:rPr lang="en-IN" sz="3600" dirty="0"/>
              <a:t>Sensor Management Protocol</a:t>
            </a:r>
            <a:endParaRPr lang="en-IN" dirty="0"/>
          </a:p>
        </p:txBody>
      </p:sp>
      <p:sp>
        <p:nvSpPr>
          <p:cNvPr id="3" name="Slide Number Placeholder 2">
            <a:extLst>
              <a:ext uri="{FF2B5EF4-FFF2-40B4-BE49-F238E27FC236}">
                <a16:creationId xmlns:a16="http://schemas.microsoft.com/office/drawing/2014/main" id="{E721B03D-3C20-B143-81E3-7817E760926A}"/>
              </a:ext>
            </a:extLst>
          </p:cNvPr>
          <p:cNvSpPr>
            <a:spLocks noGrp="1"/>
          </p:cNvSpPr>
          <p:nvPr>
            <p:ph type="sldNum" sz="quarter" idx="13"/>
          </p:nvPr>
        </p:nvSpPr>
        <p:spPr/>
        <p:txBody>
          <a:bodyPr/>
          <a:lstStyle/>
          <a:p>
            <a:fld id="{BC8D7E44-7D4F-4942-A8C9-2DF6BF8399E8}" type="slidenum">
              <a:rPr lang="en-US" smtClean="0"/>
              <a:pPr/>
              <a:t>130</a:t>
            </a:fld>
            <a:endParaRPr lang="en-US" dirty="0"/>
          </a:p>
        </p:txBody>
      </p:sp>
      <p:sp>
        <p:nvSpPr>
          <p:cNvPr id="7" name="TextBox 6">
            <a:extLst>
              <a:ext uri="{FF2B5EF4-FFF2-40B4-BE49-F238E27FC236}">
                <a16:creationId xmlns:a16="http://schemas.microsoft.com/office/drawing/2014/main" id="{6C7E3B4C-B72A-CAB4-1DD8-2739C63089D0}"/>
              </a:ext>
            </a:extLst>
          </p:cNvPr>
          <p:cNvSpPr txBox="1"/>
          <p:nvPr/>
        </p:nvSpPr>
        <p:spPr>
          <a:xfrm>
            <a:off x="20444" y="1295400"/>
            <a:ext cx="8991600" cy="4247317"/>
          </a:xfrm>
          <a:prstGeom prst="rect">
            <a:avLst/>
          </a:prstGeom>
          <a:noFill/>
        </p:spPr>
        <p:txBody>
          <a:bodyPr wrap="square" rtlCol="0">
            <a:spAutoFit/>
          </a:bodyPr>
          <a:lstStyle/>
          <a:p>
            <a:pPr>
              <a:buNone/>
            </a:pPr>
            <a:r>
              <a:rPr kumimoji="0" lang="en-US" altLang="en-US" sz="1800" b="1" i="0" u="none" strike="noStrike" cap="none" normalizeH="0" baseline="0" dirty="0">
                <a:ln>
                  <a:noFill/>
                </a:ln>
                <a:solidFill>
                  <a:schemeClr val="tx1"/>
                </a:solidFill>
                <a:effectLst/>
                <a:latin typeface="Arial" panose="020B0604020202020204" pitchFamily="34" charset="0"/>
              </a:rPr>
              <a:t>6. </a:t>
            </a:r>
            <a:r>
              <a:rPr lang="en-US" b="1" dirty="0"/>
              <a:t>Security Management</a:t>
            </a:r>
            <a:endParaRPr lang="en-US" dirty="0"/>
          </a:p>
          <a:p>
            <a:pPr>
              <a:buFont typeface="Arial" panose="020B0604020202020204" pitchFamily="34" charset="0"/>
              <a:buChar char="•"/>
            </a:pPr>
            <a:r>
              <a:rPr lang="en-US" dirty="0"/>
              <a:t>Protects the network from </a:t>
            </a:r>
            <a:r>
              <a:rPr lang="en-US" b="1" dirty="0"/>
              <a:t>malicious attacks, unauthorized access, and data breaches</a:t>
            </a:r>
            <a:r>
              <a:rPr lang="en-US" dirty="0"/>
              <a:t>.</a:t>
            </a:r>
          </a:p>
          <a:p>
            <a:pPr>
              <a:buFont typeface="Arial" panose="020B0604020202020204" pitchFamily="34" charset="0"/>
              <a:buChar char="•"/>
            </a:pPr>
            <a:r>
              <a:rPr lang="en-US" dirty="0"/>
              <a:t>Implements </a:t>
            </a:r>
            <a:r>
              <a:rPr lang="en-US" b="1" dirty="0"/>
              <a:t>encryption, authentication, and access control</a:t>
            </a:r>
            <a:r>
              <a:rPr lang="en-US" dirty="0"/>
              <a:t> mechanisms.</a:t>
            </a:r>
          </a:p>
          <a:p>
            <a:pPr>
              <a:buFont typeface="Arial" panose="020B0604020202020204" pitchFamily="34" charset="0"/>
              <a:buChar char="•"/>
            </a:pPr>
            <a:r>
              <a:rPr lang="en-US" dirty="0"/>
              <a:t>Defends against </a:t>
            </a:r>
            <a:r>
              <a:rPr lang="en-US" b="1" dirty="0"/>
              <a:t>common WSN attacks</a:t>
            </a:r>
            <a:r>
              <a:rPr lang="en-US" dirty="0"/>
              <a:t>, such as </a:t>
            </a:r>
            <a:r>
              <a:rPr lang="en-US" b="1" dirty="0"/>
              <a:t>eavesdropping, jamming, and node compromise</a:t>
            </a:r>
            <a:r>
              <a:rPr lang="en-US" dirty="0"/>
              <a:t>.</a:t>
            </a:r>
          </a:p>
          <a:p>
            <a:pPr>
              <a:buFont typeface="Arial" panose="020B0604020202020204" pitchFamily="34" charset="0"/>
              <a:buChar char="•"/>
            </a:pPr>
            <a:endParaRPr lang="en-US" dirty="0"/>
          </a:p>
          <a:p>
            <a:pPr>
              <a:buNone/>
            </a:pPr>
            <a:r>
              <a:rPr lang="en-IN" b="1" dirty="0"/>
              <a:t>Why is the Sensor Management Protocol Important?</a:t>
            </a:r>
          </a:p>
          <a:p>
            <a:r>
              <a:rPr lang="en-IN" b="1" dirty="0"/>
              <a:t>Enhances Network Efficiency</a:t>
            </a:r>
            <a:r>
              <a:rPr lang="en-IN" dirty="0"/>
              <a:t> – Reduces communication overhead and optimizes data processing.</a:t>
            </a:r>
            <a:br>
              <a:rPr lang="en-IN" dirty="0"/>
            </a:br>
            <a:r>
              <a:rPr lang="en-IN" b="1" dirty="0"/>
              <a:t>Prolongs Sensor Lifetime</a:t>
            </a:r>
            <a:r>
              <a:rPr lang="en-IN" dirty="0"/>
              <a:t> – Minimizes energy consumption through effective power management.</a:t>
            </a:r>
            <a:br>
              <a:rPr lang="en-IN" dirty="0"/>
            </a:br>
            <a:r>
              <a:rPr lang="en-IN" b="1" dirty="0"/>
              <a:t>Ensures Accurate Data Transmission</a:t>
            </a:r>
            <a:r>
              <a:rPr lang="en-IN" dirty="0"/>
              <a:t> – Synchronization prevents delays and ensures timely reporting.</a:t>
            </a:r>
            <a:br>
              <a:rPr lang="en-IN" dirty="0"/>
            </a:br>
            <a:r>
              <a:rPr lang="en-IN" b="1" dirty="0"/>
              <a:t>Improves Network Security</a:t>
            </a:r>
            <a:r>
              <a:rPr lang="en-IN" dirty="0"/>
              <a:t> – Prevents unauthorized access and protects sensitive data.</a:t>
            </a:r>
          </a:p>
          <a:p>
            <a:pPr marL="0" marR="0" lvl="0" indent="0" algn="l" defTabSz="914400" rtl="0" eaLnBrk="0" fontAlgn="base" latinLnBrk="0" hangingPunct="0">
              <a:lnSpc>
                <a:spcPct val="100000"/>
              </a:lnSpc>
              <a:spcBef>
                <a:spcPct val="0"/>
              </a:spcBef>
              <a:spcAft>
                <a:spcPct val="0"/>
              </a:spcAft>
              <a:buClrTx/>
              <a:buSzTx/>
              <a:tabLst/>
            </a:pPr>
            <a:endParaRPr lang="en-IN" dirty="0"/>
          </a:p>
        </p:txBody>
      </p:sp>
    </p:spTree>
    <p:extLst>
      <p:ext uri="{BB962C8B-B14F-4D97-AF65-F5344CB8AC3E}">
        <p14:creationId xmlns:p14="http://schemas.microsoft.com/office/powerpoint/2010/main" val="150379079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247F10-0602-611C-4ED0-075E0398A09B}"/>
              </a:ext>
            </a:extLst>
          </p:cNvPr>
          <p:cNvSpPr>
            <a:spLocks noGrp="1"/>
          </p:cNvSpPr>
          <p:nvPr>
            <p:ph sz="quarter" idx="10"/>
          </p:nvPr>
        </p:nvSpPr>
        <p:spPr/>
        <p:txBody>
          <a:bodyPr/>
          <a:lstStyle/>
          <a:p>
            <a:r>
              <a:rPr lang="en-IN" sz="3600" dirty="0"/>
              <a:t>Power management plane</a:t>
            </a:r>
            <a:endParaRPr lang="en-IN" dirty="0"/>
          </a:p>
        </p:txBody>
      </p:sp>
      <p:sp>
        <p:nvSpPr>
          <p:cNvPr id="3" name="Slide Number Placeholder 2">
            <a:extLst>
              <a:ext uri="{FF2B5EF4-FFF2-40B4-BE49-F238E27FC236}">
                <a16:creationId xmlns:a16="http://schemas.microsoft.com/office/drawing/2014/main" id="{A19FB07E-30FA-98F0-0A65-7678FDD1F5CA}"/>
              </a:ext>
            </a:extLst>
          </p:cNvPr>
          <p:cNvSpPr>
            <a:spLocks noGrp="1"/>
          </p:cNvSpPr>
          <p:nvPr>
            <p:ph type="sldNum" sz="quarter" idx="13"/>
          </p:nvPr>
        </p:nvSpPr>
        <p:spPr/>
        <p:txBody>
          <a:bodyPr/>
          <a:lstStyle/>
          <a:p>
            <a:fld id="{BC8D7E44-7D4F-4942-A8C9-2DF6BF8399E8}" type="slidenum">
              <a:rPr lang="en-US" smtClean="0"/>
              <a:pPr/>
              <a:t>131</a:t>
            </a:fld>
            <a:endParaRPr lang="en-US" dirty="0"/>
          </a:p>
        </p:txBody>
      </p:sp>
      <p:graphicFrame>
        <p:nvGraphicFramePr>
          <p:cNvPr id="4" name="Content Placeholder 2">
            <a:extLst>
              <a:ext uri="{FF2B5EF4-FFF2-40B4-BE49-F238E27FC236}">
                <a16:creationId xmlns:a16="http://schemas.microsoft.com/office/drawing/2014/main" id="{8C223735-6CFB-CEF5-4FD8-EE9E73EA34F2}"/>
              </a:ext>
            </a:extLst>
          </p:cNvPr>
          <p:cNvGraphicFramePr>
            <a:graphicFrameLocks/>
          </p:cNvGraphicFramePr>
          <p:nvPr/>
        </p:nvGraphicFramePr>
        <p:xfrm>
          <a:off x="836676" y="2269730"/>
          <a:ext cx="7626096" cy="39939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923782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A66BB-4248-903D-6613-CCCCA3A1F3C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873E54-88A7-5556-46D1-2E5F91CC41BB}"/>
              </a:ext>
            </a:extLst>
          </p:cNvPr>
          <p:cNvSpPr>
            <a:spLocks noGrp="1"/>
          </p:cNvSpPr>
          <p:nvPr>
            <p:ph sz="quarter" idx="10"/>
          </p:nvPr>
        </p:nvSpPr>
        <p:spPr/>
        <p:txBody>
          <a:bodyPr/>
          <a:lstStyle/>
          <a:p>
            <a:r>
              <a:rPr lang="en-IN" sz="3600" dirty="0"/>
              <a:t>Power management plane</a:t>
            </a:r>
            <a:endParaRPr lang="en-IN" dirty="0"/>
          </a:p>
        </p:txBody>
      </p:sp>
      <p:sp>
        <p:nvSpPr>
          <p:cNvPr id="3" name="Slide Number Placeholder 2">
            <a:extLst>
              <a:ext uri="{FF2B5EF4-FFF2-40B4-BE49-F238E27FC236}">
                <a16:creationId xmlns:a16="http://schemas.microsoft.com/office/drawing/2014/main" id="{8528FFAC-AC22-DC33-574C-B14F478459F7}"/>
              </a:ext>
            </a:extLst>
          </p:cNvPr>
          <p:cNvSpPr>
            <a:spLocks noGrp="1"/>
          </p:cNvSpPr>
          <p:nvPr>
            <p:ph type="sldNum" sz="quarter" idx="13"/>
          </p:nvPr>
        </p:nvSpPr>
        <p:spPr/>
        <p:txBody>
          <a:bodyPr/>
          <a:lstStyle/>
          <a:p>
            <a:fld id="{BC8D7E44-7D4F-4942-A8C9-2DF6BF8399E8}" type="slidenum">
              <a:rPr lang="en-US" smtClean="0"/>
              <a:pPr/>
              <a:t>132</a:t>
            </a:fld>
            <a:endParaRPr lang="en-US" dirty="0"/>
          </a:p>
        </p:txBody>
      </p:sp>
      <p:sp>
        <p:nvSpPr>
          <p:cNvPr id="5" name="TextBox 4">
            <a:extLst>
              <a:ext uri="{FF2B5EF4-FFF2-40B4-BE49-F238E27FC236}">
                <a16:creationId xmlns:a16="http://schemas.microsoft.com/office/drawing/2014/main" id="{0481586F-3405-529B-2B09-08205E020A5B}"/>
              </a:ext>
            </a:extLst>
          </p:cNvPr>
          <p:cNvSpPr txBox="1"/>
          <p:nvPr/>
        </p:nvSpPr>
        <p:spPr>
          <a:xfrm>
            <a:off x="20444" y="1366851"/>
            <a:ext cx="8763000" cy="5078313"/>
          </a:xfrm>
          <a:prstGeom prst="rect">
            <a:avLst/>
          </a:prstGeom>
          <a:noFill/>
        </p:spPr>
        <p:txBody>
          <a:bodyPr wrap="square" rtlCol="0">
            <a:spAutoFit/>
          </a:bodyPr>
          <a:lstStyle/>
          <a:p>
            <a:r>
              <a:rPr lang="en-US" dirty="0"/>
              <a:t>The </a:t>
            </a:r>
            <a:r>
              <a:rPr lang="en-US" b="1" dirty="0"/>
              <a:t>Power Management Plane</a:t>
            </a:r>
            <a:r>
              <a:rPr lang="en-US" dirty="0"/>
              <a:t> is responsible for efficiently managing energy consumption in a </a:t>
            </a:r>
            <a:r>
              <a:rPr lang="en-US" b="1" dirty="0"/>
              <a:t>Wireless Sensor Network (WSN)</a:t>
            </a:r>
            <a:r>
              <a:rPr lang="en-US" dirty="0"/>
              <a:t>. Since sensor nodes typically operate on battery power, energy conservation is critical for prolonging the network’s lifespan.</a:t>
            </a:r>
          </a:p>
          <a:p>
            <a:pPr>
              <a:buNone/>
            </a:pPr>
            <a:r>
              <a:rPr lang="en-US" b="1" dirty="0"/>
              <a:t>Key Functions of the Power Management Plane</a:t>
            </a:r>
          </a:p>
          <a:p>
            <a:pPr>
              <a:buFont typeface="+mj-lt"/>
              <a:buAutoNum type="arabicPeriod"/>
            </a:pPr>
            <a:r>
              <a:rPr lang="en-US" b="1" dirty="0"/>
              <a:t>Manage Sensor Power</a:t>
            </a:r>
            <a:endParaRPr lang="en-US" dirty="0"/>
          </a:p>
          <a:p>
            <a:pPr marL="742950" lvl="1" indent="-285750">
              <a:buFont typeface="+mj-lt"/>
              <a:buAutoNum type="arabicPeriod"/>
            </a:pPr>
            <a:r>
              <a:rPr lang="en-US" dirty="0"/>
              <a:t>Controls </a:t>
            </a:r>
            <a:r>
              <a:rPr lang="en-US" b="1" dirty="0"/>
              <a:t>when and how</a:t>
            </a:r>
            <a:r>
              <a:rPr lang="en-US" dirty="0"/>
              <a:t> a sensor node consumes power.</a:t>
            </a:r>
          </a:p>
          <a:p>
            <a:pPr marL="742950" lvl="1" indent="-285750">
              <a:buFont typeface="+mj-lt"/>
              <a:buAutoNum type="arabicPeriod"/>
            </a:pPr>
            <a:r>
              <a:rPr lang="en-US" dirty="0"/>
              <a:t>Implements </a:t>
            </a:r>
            <a:r>
              <a:rPr lang="en-US" b="1" dirty="0"/>
              <a:t>power-saving mechanisms</a:t>
            </a:r>
            <a:r>
              <a:rPr lang="en-US" dirty="0"/>
              <a:t> such as </a:t>
            </a:r>
            <a:r>
              <a:rPr lang="en-US" b="1" dirty="0"/>
              <a:t>sleep scheduling</a:t>
            </a:r>
            <a:r>
              <a:rPr lang="en-US" dirty="0"/>
              <a:t>, where nodes enter a low-power mode when not in use.</a:t>
            </a:r>
          </a:p>
          <a:p>
            <a:pPr marL="742950" lvl="1" indent="-285750">
              <a:buFont typeface="+mj-lt"/>
              <a:buAutoNum type="arabicPeriod"/>
            </a:pPr>
            <a:r>
              <a:rPr lang="en-US" dirty="0"/>
              <a:t>Dynamically adjusts </a:t>
            </a:r>
            <a:r>
              <a:rPr lang="en-US" b="1" dirty="0"/>
              <a:t>transmission power</a:t>
            </a:r>
            <a:r>
              <a:rPr lang="en-US" dirty="0"/>
              <a:t> based on communication distance to reduce energy wastage.</a:t>
            </a:r>
          </a:p>
          <a:p>
            <a:pPr>
              <a:buFont typeface="+mj-lt"/>
              <a:buAutoNum type="arabicPeriod"/>
            </a:pPr>
            <a:r>
              <a:rPr lang="en-US" b="1" dirty="0"/>
              <a:t>Alert Neighbors to Low Power Status</a:t>
            </a:r>
            <a:endParaRPr lang="en-US" dirty="0"/>
          </a:p>
          <a:p>
            <a:pPr marL="742950" lvl="1" indent="-285750">
              <a:buFont typeface="+mj-lt"/>
              <a:buAutoNum type="arabicPeriod"/>
            </a:pPr>
            <a:r>
              <a:rPr lang="en-US" dirty="0"/>
              <a:t>When a node is running low on energy, it </a:t>
            </a:r>
            <a:r>
              <a:rPr lang="en-US" b="1" dirty="0"/>
              <a:t>notifies neighboring nodes</a:t>
            </a:r>
            <a:r>
              <a:rPr lang="en-US" dirty="0"/>
              <a:t> so they can adjust their operations.</a:t>
            </a:r>
          </a:p>
          <a:p>
            <a:pPr marL="742950" lvl="1" indent="-285750">
              <a:buFont typeface="+mj-lt"/>
              <a:buAutoNum type="arabicPeriod"/>
            </a:pPr>
            <a:r>
              <a:rPr lang="en-US" dirty="0"/>
              <a:t>Helps the network dynamically reroute data through healthier nodes to </a:t>
            </a:r>
            <a:r>
              <a:rPr lang="en-US" b="1" dirty="0"/>
              <a:t>prevent communication failures</a:t>
            </a:r>
            <a:r>
              <a:rPr lang="en-US" dirty="0"/>
              <a:t>.</a:t>
            </a:r>
          </a:p>
          <a:p>
            <a:pPr marL="742950" lvl="1" indent="-285750">
              <a:buFont typeface="+mj-lt"/>
              <a:buAutoNum type="arabicPeriod"/>
            </a:pPr>
            <a:r>
              <a:rPr lang="en-US" dirty="0"/>
              <a:t>Ensures that nodes do not abruptly shut down without warning, which could disrupt network operations.</a:t>
            </a:r>
          </a:p>
          <a:p>
            <a:endParaRPr lang="en-IN" dirty="0"/>
          </a:p>
        </p:txBody>
      </p:sp>
    </p:spTree>
    <p:extLst>
      <p:ext uri="{BB962C8B-B14F-4D97-AF65-F5344CB8AC3E}">
        <p14:creationId xmlns:p14="http://schemas.microsoft.com/office/powerpoint/2010/main" val="23004608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42E0D-CC1F-8BBF-003E-1B37FD49774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7BD53F-9415-0B22-C90B-16CFAA47F8FB}"/>
              </a:ext>
            </a:extLst>
          </p:cNvPr>
          <p:cNvSpPr>
            <a:spLocks noGrp="1"/>
          </p:cNvSpPr>
          <p:nvPr>
            <p:ph sz="quarter" idx="10"/>
          </p:nvPr>
        </p:nvSpPr>
        <p:spPr/>
        <p:txBody>
          <a:bodyPr/>
          <a:lstStyle/>
          <a:p>
            <a:r>
              <a:rPr lang="en-IN" sz="3600" dirty="0"/>
              <a:t>Power management plane</a:t>
            </a:r>
            <a:endParaRPr lang="en-IN" dirty="0"/>
          </a:p>
        </p:txBody>
      </p:sp>
      <p:sp>
        <p:nvSpPr>
          <p:cNvPr id="3" name="Slide Number Placeholder 2">
            <a:extLst>
              <a:ext uri="{FF2B5EF4-FFF2-40B4-BE49-F238E27FC236}">
                <a16:creationId xmlns:a16="http://schemas.microsoft.com/office/drawing/2014/main" id="{44BC73C2-1741-5D48-FEFD-3720C86654A4}"/>
              </a:ext>
            </a:extLst>
          </p:cNvPr>
          <p:cNvSpPr>
            <a:spLocks noGrp="1"/>
          </p:cNvSpPr>
          <p:nvPr>
            <p:ph type="sldNum" sz="quarter" idx="13"/>
          </p:nvPr>
        </p:nvSpPr>
        <p:spPr/>
        <p:txBody>
          <a:bodyPr/>
          <a:lstStyle/>
          <a:p>
            <a:fld id="{BC8D7E44-7D4F-4942-A8C9-2DF6BF8399E8}" type="slidenum">
              <a:rPr lang="en-US" smtClean="0"/>
              <a:pPr/>
              <a:t>133</a:t>
            </a:fld>
            <a:endParaRPr lang="en-US" dirty="0"/>
          </a:p>
        </p:txBody>
      </p:sp>
      <p:sp>
        <p:nvSpPr>
          <p:cNvPr id="6" name="Rectangle 2">
            <a:extLst>
              <a:ext uri="{FF2B5EF4-FFF2-40B4-BE49-F238E27FC236}">
                <a16:creationId xmlns:a16="http://schemas.microsoft.com/office/drawing/2014/main" id="{C1AB1E8C-5E61-E65B-41F8-87B708E08255}"/>
              </a:ext>
            </a:extLst>
          </p:cNvPr>
          <p:cNvSpPr>
            <a:spLocks noChangeArrowheads="1"/>
          </p:cNvSpPr>
          <p:nvPr/>
        </p:nvSpPr>
        <p:spPr bwMode="auto">
          <a:xfrm>
            <a:off x="39029" y="1710502"/>
            <a:ext cx="908452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a:latin typeface="Arial" panose="020B0604020202020204" pitchFamily="34" charset="0"/>
              </a:rPr>
              <a:t>3.Does Not Participate in Routing</a:t>
            </a: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dirty="0">
                <a:latin typeface="Arial" panose="020B0604020202020204" pitchFamily="34" charset="0"/>
              </a:rPr>
              <a:t>A sensor node in a </a:t>
            </a:r>
            <a:r>
              <a:rPr lang="en-US" altLang="en-US" b="1" dirty="0">
                <a:latin typeface="Arial" panose="020B0604020202020204" pitchFamily="34" charset="0"/>
              </a:rPr>
              <a:t>low-power state</a:t>
            </a:r>
            <a:r>
              <a:rPr lang="en-US" altLang="en-US" dirty="0">
                <a:latin typeface="Arial" panose="020B0604020202020204" pitchFamily="34" charset="0"/>
              </a:rPr>
              <a:t> avoids </a:t>
            </a:r>
            <a:r>
              <a:rPr lang="en-US" altLang="en-US" b="1" dirty="0">
                <a:latin typeface="Arial" panose="020B0604020202020204" pitchFamily="34" charset="0"/>
              </a:rPr>
              <a:t>acting as an intermediary</a:t>
            </a:r>
            <a:r>
              <a:rPr lang="en-US" altLang="en-US" dirty="0">
                <a:latin typeface="Arial" panose="020B0604020202020204" pitchFamily="34" charset="0"/>
              </a:rPr>
              <a:t> for data transmission.</a:t>
            </a:r>
          </a:p>
          <a:p>
            <a:pPr lvl="0" eaLnBrk="0" fontAlgn="base" hangingPunct="0">
              <a:spcBef>
                <a:spcPct val="0"/>
              </a:spcBef>
              <a:spcAft>
                <a:spcPct val="0"/>
              </a:spcAft>
              <a:buFontTx/>
              <a:buChar char="•"/>
            </a:pPr>
            <a:r>
              <a:rPr lang="en-US" altLang="en-US" dirty="0">
                <a:latin typeface="Arial" panose="020B0604020202020204" pitchFamily="34" charset="0"/>
              </a:rPr>
              <a:t>This prevents additional energy drain from </a:t>
            </a:r>
            <a:r>
              <a:rPr lang="en-US" altLang="en-US" b="1" dirty="0">
                <a:latin typeface="Arial" panose="020B0604020202020204" pitchFamily="34" charset="0"/>
              </a:rPr>
              <a:t>handling and forwarding packets</a:t>
            </a:r>
            <a:r>
              <a:rPr lang="en-US" altLang="en-US" dirty="0">
                <a:latin typeface="Arial" panose="020B0604020202020204" pitchFamily="34" charset="0"/>
              </a:rPr>
              <a:t> for other nodes.</a:t>
            </a:r>
          </a:p>
          <a:p>
            <a:pPr lvl="0" eaLnBrk="0" fontAlgn="base" hangingPunct="0">
              <a:spcBef>
                <a:spcPct val="0"/>
              </a:spcBef>
              <a:spcAft>
                <a:spcPct val="0"/>
              </a:spcAft>
              <a:buFontTx/>
              <a:buChar char="•"/>
            </a:pPr>
            <a:r>
              <a:rPr lang="en-US" altLang="en-US" dirty="0">
                <a:latin typeface="Arial" panose="020B0604020202020204" pitchFamily="34" charset="0"/>
              </a:rPr>
              <a:t>Reduces network congestion and </a:t>
            </a:r>
            <a:r>
              <a:rPr lang="en-US" altLang="en-US" b="1" dirty="0">
                <a:latin typeface="Arial" panose="020B0604020202020204" pitchFamily="34" charset="0"/>
              </a:rPr>
              <a:t>ensures that critical sensing functions are prioritized</a:t>
            </a:r>
            <a:r>
              <a:rPr lang="en-US" altLang="en-US" dirty="0">
                <a:latin typeface="Arial" panose="020B0604020202020204" pitchFamily="34" charset="0"/>
              </a:rPr>
              <a:t> over communication tasks.</a:t>
            </a:r>
          </a:p>
          <a:p>
            <a:pPr lvl="0" eaLnBrk="0" fontAlgn="base" hangingPunct="0">
              <a:spcBef>
                <a:spcPct val="0"/>
              </a:spcBef>
              <a:spcAft>
                <a:spcPct val="0"/>
              </a:spcAft>
            </a:pPr>
            <a:r>
              <a:rPr lang="en-US" altLang="en-US" b="1" dirty="0">
                <a:latin typeface="Arial" panose="020B0604020202020204" pitchFamily="34" charset="0"/>
              </a:rPr>
              <a:t>4.Power is Used for Sensing</a:t>
            </a: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dirty="0">
                <a:latin typeface="Arial" panose="020B0604020202020204" pitchFamily="34" charset="0"/>
              </a:rPr>
              <a:t>When a node’s power is critically low, it </a:t>
            </a:r>
            <a:r>
              <a:rPr lang="en-US" altLang="en-US" b="1" dirty="0">
                <a:latin typeface="Arial" panose="020B0604020202020204" pitchFamily="34" charset="0"/>
              </a:rPr>
              <a:t>focuses only on its primary sensing task</a:t>
            </a:r>
            <a:r>
              <a:rPr lang="en-US" altLang="en-US" dirty="0">
                <a:latin typeface="Arial" panose="020B0604020202020204" pitchFamily="34" charset="0"/>
              </a:rPr>
              <a:t> rather than participating in data routing.</a:t>
            </a:r>
          </a:p>
          <a:p>
            <a:pPr lvl="0" eaLnBrk="0" fontAlgn="base" hangingPunct="0">
              <a:spcBef>
                <a:spcPct val="0"/>
              </a:spcBef>
              <a:spcAft>
                <a:spcPct val="0"/>
              </a:spcAft>
              <a:buFontTx/>
              <a:buChar char="•"/>
            </a:pPr>
            <a:r>
              <a:rPr lang="en-US" altLang="en-US" dirty="0">
                <a:latin typeface="Arial" panose="020B0604020202020204" pitchFamily="34" charset="0"/>
              </a:rPr>
              <a:t>Helps maintain the network’s core function of </a:t>
            </a:r>
            <a:r>
              <a:rPr lang="en-US" altLang="en-US" b="1" dirty="0">
                <a:latin typeface="Arial" panose="020B0604020202020204" pitchFamily="34" charset="0"/>
              </a:rPr>
              <a:t>environmental monitoring, object detection, or other sensing operations</a:t>
            </a:r>
            <a:r>
              <a:rPr lang="en-US" altLang="en-US" dirty="0">
                <a:latin typeface="Arial" panose="020B0604020202020204" pitchFamily="34" charset="0"/>
              </a:rPr>
              <a:t>.</a:t>
            </a:r>
          </a:p>
          <a:p>
            <a:pPr lvl="0" eaLnBrk="0" fontAlgn="base" hangingPunct="0">
              <a:spcBef>
                <a:spcPct val="0"/>
              </a:spcBef>
              <a:spcAft>
                <a:spcPct val="0"/>
              </a:spcAft>
              <a:buFontTx/>
              <a:buChar char="•"/>
            </a:pPr>
            <a:r>
              <a:rPr lang="en-US" altLang="en-US" dirty="0">
                <a:latin typeface="Arial" panose="020B0604020202020204" pitchFamily="34" charset="0"/>
              </a:rPr>
              <a:t>Ensures that essential </a:t>
            </a:r>
            <a:r>
              <a:rPr lang="en-US" altLang="en-US" b="1" dirty="0">
                <a:latin typeface="Arial" panose="020B0604020202020204" pitchFamily="34" charset="0"/>
              </a:rPr>
              <a:t>data collection continues</a:t>
            </a:r>
            <a:r>
              <a:rPr lang="en-US" altLang="en-US" dirty="0">
                <a:latin typeface="Arial" panose="020B0604020202020204" pitchFamily="34" charset="0"/>
              </a:rPr>
              <a:t> even if communication efficiency is reduced.</a:t>
            </a:r>
          </a:p>
          <a:p>
            <a:pPr lvl="0"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411032618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6EDF2-2C28-9915-95DF-A668509E5C4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68F7F1-6FA9-4530-618C-36DC10E66EBD}"/>
              </a:ext>
            </a:extLst>
          </p:cNvPr>
          <p:cNvSpPr>
            <a:spLocks noGrp="1"/>
          </p:cNvSpPr>
          <p:nvPr>
            <p:ph sz="quarter" idx="10"/>
          </p:nvPr>
        </p:nvSpPr>
        <p:spPr/>
        <p:txBody>
          <a:bodyPr/>
          <a:lstStyle/>
          <a:p>
            <a:r>
              <a:rPr lang="en-IN" sz="3600" dirty="0"/>
              <a:t>Power management plane</a:t>
            </a:r>
            <a:endParaRPr lang="en-IN" dirty="0"/>
          </a:p>
        </p:txBody>
      </p:sp>
      <p:sp>
        <p:nvSpPr>
          <p:cNvPr id="3" name="Slide Number Placeholder 2">
            <a:extLst>
              <a:ext uri="{FF2B5EF4-FFF2-40B4-BE49-F238E27FC236}">
                <a16:creationId xmlns:a16="http://schemas.microsoft.com/office/drawing/2014/main" id="{C996377F-BE29-EE45-3BC4-A3195FA62CB9}"/>
              </a:ext>
            </a:extLst>
          </p:cNvPr>
          <p:cNvSpPr>
            <a:spLocks noGrp="1"/>
          </p:cNvSpPr>
          <p:nvPr>
            <p:ph type="sldNum" sz="quarter" idx="13"/>
          </p:nvPr>
        </p:nvSpPr>
        <p:spPr/>
        <p:txBody>
          <a:bodyPr/>
          <a:lstStyle/>
          <a:p>
            <a:fld id="{BC8D7E44-7D4F-4942-A8C9-2DF6BF8399E8}" type="slidenum">
              <a:rPr lang="en-US" smtClean="0"/>
              <a:pPr/>
              <a:t>134</a:t>
            </a:fld>
            <a:endParaRPr lang="en-US" dirty="0"/>
          </a:p>
        </p:txBody>
      </p:sp>
      <p:sp>
        <p:nvSpPr>
          <p:cNvPr id="6" name="Rectangle 2">
            <a:extLst>
              <a:ext uri="{FF2B5EF4-FFF2-40B4-BE49-F238E27FC236}">
                <a16:creationId xmlns:a16="http://schemas.microsoft.com/office/drawing/2014/main" id="{D760897F-854B-E524-0EE3-EEB387D8C95D}"/>
              </a:ext>
            </a:extLst>
          </p:cNvPr>
          <p:cNvSpPr>
            <a:spLocks noChangeArrowheads="1"/>
          </p:cNvSpPr>
          <p:nvPr/>
        </p:nvSpPr>
        <p:spPr bwMode="auto">
          <a:xfrm>
            <a:off x="-13010" y="1447800"/>
            <a:ext cx="908452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b="1" dirty="0"/>
              <a:t>Importance of Power Management in WSNs</a:t>
            </a:r>
          </a:p>
          <a:p>
            <a:pPr>
              <a:buFont typeface="Arial" panose="020B0604020202020204" pitchFamily="34" charset="0"/>
              <a:buChar char="•"/>
            </a:pPr>
            <a:r>
              <a:rPr lang="en-US" dirty="0"/>
              <a:t>Extends the overall </a:t>
            </a:r>
            <a:r>
              <a:rPr lang="en-US" b="1" dirty="0"/>
              <a:t>lifetime of the sensor network</a:t>
            </a:r>
            <a:r>
              <a:rPr lang="en-US" dirty="0"/>
              <a:t>.</a:t>
            </a:r>
          </a:p>
          <a:p>
            <a:pPr>
              <a:buFont typeface="Arial" panose="020B0604020202020204" pitchFamily="34" charset="0"/>
              <a:buChar char="•"/>
            </a:pPr>
            <a:r>
              <a:rPr lang="en-US" dirty="0"/>
              <a:t>Prevents </a:t>
            </a:r>
            <a:r>
              <a:rPr lang="en-US" b="1" dirty="0"/>
              <a:t>sudden failures</a:t>
            </a:r>
            <a:r>
              <a:rPr lang="en-US" dirty="0"/>
              <a:t> due to battery depletion.</a:t>
            </a:r>
          </a:p>
          <a:p>
            <a:pPr>
              <a:buFont typeface="Arial" panose="020B0604020202020204" pitchFamily="34" charset="0"/>
              <a:buChar char="•"/>
            </a:pPr>
            <a:r>
              <a:rPr lang="en-US" dirty="0"/>
              <a:t>Ensures </a:t>
            </a:r>
            <a:r>
              <a:rPr lang="en-US" b="1" dirty="0"/>
              <a:t>reliable data collection</a:t>
            </a:r>
            <a:r>
              <a:rPr lang="en-US" dirty="0"/>
              <a:t> by prioritizing sensing over unnecessary communication.</a:t>
            </a:r>
          </a:p>
          <a:p>
            <a:pPr>
              <a:buFont typeface="Arial" panose="020B0604020202020204" pitchFamily="34" charset="0"/>
              <a:buChar char="•"/>
            </a:pPr>
            <a:r>
              <a:rPr lang="en-US" dirty="0"/>
              <a:t>Supports </a:t>
            </a:r>
            <a:r>
              <a:rPr lang="en-US" b="1" dirty="0"/>
              <a:t>efficient network reconfiguration</a:t>
            </a:r>
            <a:r>
              <a:rPr lang="en-US" dirty="0"/>
              <a:t> by allowing other nodes to compensate for low-power nodes.</a:t>
            </a:r>
          </a:p>
          <a:p>
            <a:r>
              <a:rPr lang="en-US" dirty="0"/>
              <a:t>The Power Management Plane plays a crucial role in ensuring </a:t>
            </a:r>
            <a:r>
              <a:rPr lang="en-US" b="1" dirty="0"/>
              <a:t>energy-efficient operation</a:t>
            </a:r>
            <a:r>
              <a:rPr lang="en-US" dirty="0"/>
              <a:t> of Wireless Sensor Networks, balancing </a:t>
            </a:r>
            <a:r>
              <a:rPr lang="en-US" b="1" dirty="0"/>
              <a:t>sensing, communication, and power conservation</a:t>
            </a:r>
            <a:r>
              <a:rPr lang="en-US" dirty="0"/>
              <a:t> strategies.</a:t>
            </a:r>
          </a:p>
        </p:txBody>
      </p:sp>
    </p:spTree>
    <p:extLst>
      <p:ext uri="{BB962C8B-B14F-4D97-AF65-F5344CB8AC3E}">
        <p14:creationId xmlns:p14="http://schemas.microsoft.com/office/powerpoint/2010/main" val="295717199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75BE83-A2E8-FD6A-0D61-8CA366744A53}"/>
              </a:ext>
            </a:extLst>
          </p:cNvPr>
          <p:cNvSpPr>
            <a:spLocks noGrp="1"/>
          </p:cNvSpPr>
          <p:nvPr>
            <p:ph sz="quarter" idx="10"/>
          </p:nvPr>
        </p:nvSpPr>
        <p:spPr/>
        <p:txBody>
          <a:bodyPr/>
          <a:lstStyle/>
          <a:p>
            <a:r>
              <a:rPr lang="en-IN" sz="3600" dirty="0"/>
              <a:t>Mobility management plane</a:t>
            </a:r>
            <a:endParaRPr lang="en-IN" dirty="0"/>
          </a:p>
        </p:txBody>
      </p:sp>
      <p:sp>
        <p:nvSpPr>
          <p:cNvPr id="3" name="Slide Number Placeholder 2">
            <a:extLst>
              <a:ext uri="{FF2B5EF4-FFF2-40B4-BE49-F238E27FC236}">
                <a16:creationId xmlns:a16="http://schemas.microsoft.com/office/drawing/2014/main" id="{11DED0E2-1087-E567-8C2D-38A47740E7FB}"/>
              </a:ext>
            </a:extLst>
          </p:cNvPr>
          <p:cNvSpPr>
            <a:spLocks noGrp="1"/>
          </p:cNvSpPr>
          <p:nvPr>
            <p:ph type="sldNum" sz="quarter" idx="13"/>
          </p:nvPr>
        </p:nvSpPr>
        <p:spPr/>
        <p:txBody>
          <a:bodyPr/>
          <a:lstStyle/>
          <a:p>
            <a:fld id="{BC8D7E44-7D4F-4942-A8C9-2DF6BF8399E8}" type="slidenum">
              <a:rPr lang="en-US" smtClean="0"/>
              <a:pPr/>
              <a:t>135</a:t>
            </a:fld>
            <a:endParaRPr lang="en-US" dirty="0"/>
          </a:p>
        </p:txBody>
      </p:sp>
      <p:graphicFrame>
        <p:nvGraphicFramePr>
          <p:cNvPr id="4" name="Content Placeholder 2">
            <a:extLst>
              <a:ext uri="{FF2B5EF4-FFF2-40B4-BE49-F238E27FC236}">
                <a16:creationId xmlns:a16="http://schemas.microsoft.com/office/drawing/2014/main" id="{EF7396F9-9C9D-24FE-CB2C-D858A6DD4EBE}"/>
              </a:ext>
            </a:extLst>
          </p:cNvPr>
          <p:cNvGraphicFramePr>
            <a:graphicFrameLocks/>
          </p:cNvGraphicFramePr>
          <p:nvPr/>
        </p:nvGraphicFramePr>
        <p:xfrm>
          <a:off x="628650" y="2295252"/>
          <a:ext cx="7879842" cy="38769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959962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8CB0E-CD21-B16D-382A-FD6BD4741C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1C46E3-93BF-E4F3-1B74-C79DC5A92B7D}"/>
              </a:ext>
            </a:extLst>
          </p:cNvPr>
          <p:cNvSpPr>
            <a:spLocks noGrp="1"/>
          </p:cNvSpPr>
          <p:nvPr>
            <p:ph sz="quarter" idx="10"/>
          </p:nvPr>
        </p:nvSpPr>
        <p:spPr/>
        <p:txBody>
          <a:bodyPr/>
          <a:lstStyle/>
          <a:p>
            <a:r>
              <a:rPr lang="en-IN" sz="3600" dirty="0"/>
              <a:t>Mobility management plane</a:t>
            </a:r>
            <a:endParaRPr lang="en-IN" dirty="0"/>
          </a:p>
        </p:txBody>
      </p:sp>
      <p:sp>
        <p:nvSpPr>
          <p:cNvPr id="3" name="Slide Number Placeholder 2">
            <a:extLst>
              <a:ext uri="{FF2B5EF4-FFF2-40B4-BE49-F238E27FC236}">
                <a16:creationId xmlns:a16="http://schemas.microsoft.com/office/drawing/2014/main" id="{538CAEDB-1F1B-963A-A307-9477D80CFD59}"/>
              </a:ext>
            </a:extLst>
          </p:cNvPr>
          <p:cNvSpPr>
            <a:spLocks noGrp="1"/>
          </p:cNvSpPr>
          <p:nvPr>
            <p:ph type="sldNum" sz="quarter" idx="13"/>
          </p:nvPr>
        </p:nvSpPr>
        <p:spPr/>
        <p:txBody>
          <a:bodyPr/>
          <a:lstStyle/>
          <a:p>
            <a:fld id="{BC8D7E44-7D4F-4942-A8C9-2DF6BF8399E8}" type="slidenum">
              <a:rPr lang="en-US" smtClean="0"/>
              <a:pPr/>
              <a:t>136</a:t>
            </a:fld>
            <a:endParaRPr lang="en-US" dirty="0"/>
          </a:p>
        </p:txBody>
      </p:sp>
      <p:sp>
        <p:nvSpPr>
          <p:cNvPr id="5" name="TextBox 4">
            <a:extLst>
              <a:ext uri="{FF2B5EF4-FFF2-40B4-BE49-F238E27FC236}">
                <a16:creationId xmlns:a16="http://schemas.microsoft.com/office/drawing/2014/main" id="{5A93B624-1A2A-C8D2-A713-A1B66DA8563B}"/>
              </a:ext>
            </a:extLst>
          </p:cNvPr>
          <p:cNvSpPr txBox="1"/>
          <p:nvPr/>
        </p:nvSpPr>
        <p:spPr>
          <a:xfrm>
            <a:off x="76200" y="1349387"/>
            <a:ext cx="8610600" cy="5078313"/>
          </a:xfrm>
          <a:prstGeom prst="rect">
            <a:avLst/>
          </a:prstGeom>
          <a:noFill/>
        </p:spPr>
        <p:txBody>
          <a:bodyPr wrap="square" rtlCol="0">
            <a:spAutoFit/>
          </a:bodyPr>
          <a:lstStyle/>
          <a:p>
            <a:pPr>
              <a:buNone/>
            </a:pPr>
            <a:r>
              <a:rPr lang="en-US" dirty="0"/>
              <a:t>In </a:t>
            </a:r>
            <a:r>
              <a:rPr lang="en-US" b="1" dirty="0"/>
              <a:t>Network Embedded Systems</a:t>
            </a:r>
            <a:r>
              <a:rPr lang="en-US" dirty="0"/>
              <a:t>, especially those involving </a:t>
            </a:r>
            <a:r>
              <a:rPr lang="en-US" b="1" dirty="0"/>
              <a:t>wireless sensor networks (WSNs), IoT, and mobile ad hoc networks (MANETs)</a:t>
            </a:r>
            <a:r>
              <a:rPr lang="en-US" dirty="0"/>
              <a:t>, </a:t>
            </a:r>
            <a:r>
              <a:rPr lang="en-US" b="1" dirty="0"/>
              <a:t>mobility management</a:t>
            </a:r>
            <a:r>
              <a:rPr lang="en-US" dirty="0"/>
              <a:t> ensures seamless communication and efficient resource utilization. The mobility management plane is responsible for handling node movement, maintaining connectivity, and optimizing performance.</a:t>
            </a:r>
          </a:p>
          <a:p>
            <a:pPr>
              <a:buNone/>
            </a:pPr>
            <a:r>
              <a:rPr lang="en-US" b="1" dirty="0"/>
              <a:t>Key Functions:</a:t>
            </a:r>
          </a:p>
          <a:p>
            <a:pPr>
              <a:buFont typeface="+mj-lt"/>
              <a:buAutoNum type="arabicPeriod"/>
            </a:pPr>
            <a:r>
              <a:rPr lang="en-US" b="1" dirty="0"/>
              <a:t>Detects and Registers Movements of Nodes (Red Icon)</a:t>
            </a:r>
            <a:endParaRPr lang="en-US" dirty="0"/>
          </a:p>
          <a:p>
            <a:pPr marL="742950" lvl="1" indent="-285750">
              <a:buFont typeface="+mj-lt"/>
              <a:buAutoNum type="arabicPeriod"/>
            </a:pPr>
            <a:r>
              <a:rPr lang="en-US" dirty="0"/>
              <a:t>Monitors mobile nodes (sensors, devices, or vehicles) as they change locations.</a:t>
            </a:r>
          </a:p>
          <a:p>
            <a:pPr marL="742950" lvl="1" indent="-285750">
              <a:buFont typeface="+mj-lt"/>
              <a:buAutoNum type="arabicPeriod"/>
            </a:pPr>
            <a:r>
              <a:rPr lang="en-US" dirty="0"/>
              <a:t>Ensures seamless handovers and routing adjustments in dynamic environments.</a:t>
            </a:r>
          </a:p>
          <a:p>
            <a:pPr marL="742950" lvl="1" indent="-285750">
              <a:buFont typeface="+mj-lt"/>
              <a:buAutoNum type="arabicPeriod"/>
            </a:pPr>
            <a:r>
              <a:rPr lang="en-US" dirty="0"/>
              <a:t>Used in applications like </a:t>
            </a:r>
            <a:r>
              <a:rPr lang="en-US" b="1" dirty="0"/>
              <a:t>vehicular networks, military surveillance, and mobile healthcare systems</a:t>
            </a:r>
            <a:r>
              <a:rPr lang="en-US" dirty="0"/>
              <a:t>.</a:t>
            </a:r>
          </a:p>
          <a:p>
            <a:pPr>
              <a:buFont typeface="+mj-lt"/>
              <a:buAutoNum type="arabicPeriod"/>
            </a:pPr>
            <a:r>
              <a:rPr lang="en-US" b="1" dirty="0"/>
              <a:t>Keeps Track of </a:t>
            </a:r>
            <a:r>
              <a:rPr lang="en-US" b="1" dirty="0" err="1"/>
              <a:t>Neighbours</a:t>
            </a:r>
            <a:r>
              <a:rPr lang="en-US" b="1" dirty="0"/>
              <a:t> (Green Icon)</a:t>
            </a:r>
            <a:endParaRPr lang="en-US" dirty="0"/>
          </a:p>
          <a:p>
            <a:pPr marL="742950" lvl="1" indent="-285750">
              <a:buFont typeface="+mj-lt"/>
              <a:buAutoNum type="arabicPeriod"/>
            </a:pPr>
            <a:r>
              <a:rPr lang="en-US" dirty="0"/>
              <a:t>Maintains an updated list of nearby nodes to facilitate data exchange.</a:t>
            </a:r>
          </a:p>
          <a:p>
            <a:pPr marL="742950" lvl="1" indent="-285750">
              <a:buFont typeface="+mj-lt"/>
              <a:buAutoNum type="arabicPeriod"/>
            </a:pPr>
            <a:r>
              <a:rPr lang="en-US" dirty="0"/>
              <a:t>Helps in forming </a:t>
            </a:r>
            <a:r>
              <a:rPr lang="en-US" b="1" dirty="0"/>
              <a:t>ad-hoc networks</a:t>
            </a:r>
            <a:r>
              <a:rPr lang="en-US" dirty="0"/>
              <a:t>, optimizing routing, and avoiding isolation of nodes.</a:t>
            </a:r>
          </a:p>
          <a:p>
            <a:pPr marL="742950" lvl="1" indent="-285750">
              <a:buFont typeface="+mj-lt"/>
              <a:buAutoNum type="arabicPeriod"/>
            </a:pPr>
            <a:r>
              <a:rPr lang="en-US" dirty="0"/>
              <a:t>Critical in </a:t>
            </a:r>
            <a:r>
              <a:rPr lang="en-US" b="1" dirty="0"/>
              <a:t>disaster recovery systems, drone communication networks, and industrial IoT</a:t>
            </a:r>
            <a:r>
              <a:rPr lang="en-US" dirty="0"/>
              <a:t>.</a:t>
            </a:r>
          </a:p>
          <a:p>
            <a:endParaRPr lang="en-IN" dirty="0"/>
          </a:p>
        </p:txBody>
      </p:sp>
    </p:spTree>
    <p:extLst>
      <p:ext uri="{BB962C8B-B14F-4D97-AF65-F5344CB8AC3E}">
        <p14:creationId xmlns:p14="http://schemas.microsoft.com/office/powerpoint/2010/main" val="299964944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921E7-55C6-88ED-FDFD-A809D752CEC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D65A05-291A-78F2-BD1A-813EB0AB4E8B}"/>
              </a:ext>
            </a:extLst>
          </p:cNvPr>
          <p:cNvSpPr>
            <a:spLocks noGrp="1"/>
          </p:cNvSpPr>
          <p:nvPr>
            <p:ph sz="quarter" idx="10"/>
          </p:nvPr>
        </p:nvSpPr>
        <p:spPr/>
        <p:txBody>
          <a:bodyPr/>
          <a:lstStyle/>
          <a:p>
            <a:r>
              <a:rPr lang="en-IN" sz="3600" dirty="0"/>
              <a:t>Mobility management plane</a:t>
            </a:r>
            <a:endParaRPr lang="en-IN" dirty="0"/>
          </a:p>
        </p:txBody>
      </p:sp>
      <p:sp>
        <p:nvSpPr>
          <p:cNvPr id="3" name="Slide Number Placeholder 2">
            <a:extLst>
              <a:ext uri="{FF2B5EF4-FFF2-40B4-BE49-F238E27FC236}">
                <a16:creationId xmlns:a16="http://schemas.microsoft.com/office/drawing/2014/main" id="{1B9E5063-E09A-D34F-AC51-18DAE2FA7610}"/>
              </a:ext>
            </a:extLst>
          </p:cNvPr>
          <p:cNvSpPr>
            <a:spLocks noGrp="1"/>
          </p:cNvSpPr>
          <p:nvPr>
            <p:ph type="sldNum" sz="quarter" idx="13"/>
          </p:nvPr>
        </p:nvSpPr>
        <p:spPr/>
        <p:txBody>
          <a:bodyPr/>
          <a:lstStyle/>
          <a:p>
            <a:fld id="{BC8D7E44-7D4F-4942-A8C9-2DF6BF8399E8}" type="slidenum">
              <a:rPr lang="en-US" smtClean="0"/>
              <a:pPr/>
              <a:t>137</a:t>
            </a:fld>
            <a:endParaRPr lang="en-US" dirty="0"/>
          </a:p>
        </p:txBody>
      </p:sp>
      <p:sp>
        <p:nvSpPr>
          <p:cNvPr id="5" name="TextBox 4">
            <a:extLst>
              <a:ext uri="{FF2B5EF4-FFF2-40B4-BE49-F238E27FC236}">
                <a16:creationId xmlns:a16="http://schemas.microsoft.com/office/drawing/2014/main" id="{2376E94E-F44E-5CDC-A043-7B13F24ACD5E}"/>
              </a:ext>
            </a:extLst>
          </p:cNvPr>
          <p:cNvSpPr txBox="1"/>
          <p:nvPr/>
        </p:nvSpPr>
        <p:spPr>
          <a:xfrm>
            <a:off x="76200" y="1349387"/>
            <a:ext cx="8610600" cy="2862322"/>
          </a:xfrm>
          <a:prstGeom prst="rect">
            <a:avLst/>
          </a:prstGeom>
          <a:noFill/>
        </p:spPr>
        <p:txBody>
          <a:bodyPr wrap="square" rtlCol="0">
            <a:spAutoFit/>
          </a:bodyPr>
          <a:lstStyle/>
          <a:p>
            <a:pPr>
              <a:buFont typeface="+mj-lt"/>
              <a:buAutoNum type="arabicPeriod"/>
            </a:pPr>
            <a:r>
              <a:rPr lang="en-US" b="1" dirty="0"/>
              <a:t>Balances Power and Task Usage (Purple Icon)</a:t>
            </a:r>
            <a:endParaRPr lang="en-US" dirty="0"/>
          </a:p>
          <a:p>
            <a:pPr marL="742950" lvl="1" indent="-285750">
              <a:buFont typeface="+mj-lt"/>
              <a:buAutoNum type="arabicPeriod"/>
            </a:pPr>
            <a:r>
              <a:rPr lang="en-US" dirty="0"/>
              <a:t>Distributes tasks efficiently among nodes to </a:t>
            </a:r>
            <a:r>
              <a:rPr lang="en-US" b="1" dirty="0"/>
              <a:t>extend battery life and prevent overloading</a:t>
            </a:r>
            <a:r>
              <a:rPr lang="en-US" dirty="0"/>
              <a:t>.</a:t>
            </a:r>
          </a:p>
          <a:p>
            <a:pPr marL="742950" lvl="1" indent="-285750">
              <a:buFont typeface="+mj-lt"/>
              <a:buAutoNum type="arabicPeriod"/>
            </a:pPr>
            <a:r>
              <a:rPr lang="en-US" dirty="0"/>
              <a:t>Ensures network longevity by adapting power consumption based on workload.</a:t>
            </a:r>
          </a:p>
          <a:p>
            <a:pPr marL="742950" lvl="1" indent="-285750">
              <a:buFont typeface="+mj-lt"/>
              <a:buAutoNum type="arabicPeriod"/>
            </a:pPr>
            <a:r>
              <a:rPr lang="en-US" dirty="0"/>
              <a:t>Essential for </a:t>
            </a:r>
            <a:r>
              <a:rPr lang="en-US" b="1" dirty="0"/>
              <a:t>smart grids, environmental monitoring, and healthcare sensor networks</a:t>
            </a:r>
            <a:r>
              <a:rPr lang="en-US" dirty="0"/>
              <a:t>.</a:t>
            </a:r>
          </a:p>
          <a:p>
            <a:pPr>
              <a:buNone/>
            </a:pPr>
            <a:endParaRPr lang="en-US" b="1" dirty="0"/>
          </a:p>
          <a:p>
            <a:r>
              <a:rPr lang="en-US" dirty="0"/>
              <a:t>The </a:t>
            </a:r>
            <a:r>
              <a:rPr lang="en-US" b="1" dirty="0"/>
              <a:t>mobility management plane</a:t>
            </a:r>
            <a:r>
              <a:rPr lang="en-US" dirty="0"/>
              <a:t> plays a crucial role in ensuring the </a:t>
            </a:r>
            <a:r>
              <a:rPr lang="en-US" b="1" dirty="0"/>
              <a:t>efficiency, reliability, and sustainability</a:t>
            </a:r>
            <a:r>
              <a:rPr lang="en-US" dirty="0"/>
              <a:t> of Network Embedded Applications by </a:t>
            </a:r>
            <a:r>
              <a:rPr lang="en-US" b="1" dirty="0"/>
              <a:t>tracking node movements, maintaining connectivity, and optimizing power consumption</a:t>
            </a:r>
            <a:r>
              <a:rPr lang="en-US" dirty="0"/>
              <a:t>.</a:t>
            </a:r>
          </a:p>
        </p:txBody>
      </p:sp>
    </p:spTree>
    <p:extLst>
      <p:ext uri="{BB962C8B-B14F-4D97-AF65-F5344CB8AC3E}">
        <p14:creationId xmlns:p14="http://schemas.microsoft.com/office/powerpoint/2010/main" val="133918798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3058EB-BF82-C18C-8FDA-580AC5506363}"/>
              </a:ext>
            </a:extLst>
          </p:cNvPr>
          <p:cNvSpPr>
            <a:spLocks noGrp="1"/>
          </p:cNvSpPr>
          <p:nvPr>
            <p:ph sz="quarter" idx="10"/>
          </p:nvPr>
        </p:nvSpPr>
        <p:spPr/>
        <p:txBody>
          <a:bodyPr/>
          <a:lstStyle/>
          <a:p>
            <a:r>
              <a:rPr lang="en-IN" sz="3600" dirty="0"/>
              <a:t>Task management plane</a:t>
            </a:r>
            <a:endParaRPr lang="en-IN" dirty="0"/>
          </a:p>
        </p:txBody>
      </p:sp>
      <p:sp>
        <p:nvSpPr>
          <p:cNvPr id="3" name="Slide Number Placeholder 2">
            <a:extLst>
              <a:ext uri="{FF2B5EF4-FFF2-40B4-BE49-F238E27FC236}">
                <a16:creationId xmlns:a16="http://schemas.microsoft.com/office/drawing/2014/main" id="{E6302720-8C5C-AC06-5393-419719759A77}"/>
              </a:ext>
            </a:extLst>
          </p:cNvPr>
          <p:cNvSpPr>
            <a:spLocks noGrp="1"/>
          </p:cNvSpPr>
          <p:nvPr>
            <p:ph type="sldNum" sz="quarter" idx="13"/>
          </p:nvPr>
        </p:nvSpPr>
        <p:spPr/>
        <p:txBody>
          <a:bodyPr/>
          <a:lstStyle/>
          <a:p>
            <a:fld id="{BC8D7E44-7D4F-4942-A8C9-2DF6BF8399E8}" type="slidenum">
              <a:rPr lang="en-US" smtClean="0"/>
              <a:pPr/>
              <a:t>138</a:t>
            </a:fld>
            <a:endParaRPr lang="en-US" dirty="0"/>
          </a:p>
        </p:txBody>
      </p:sp>
      <p:graphicFrame>
        <p:nvGraphicFramePr>
          <p:cNvPr id="5" name="Content Placeholder 2">
            <a:extLst>
              <a:ext uri="{FF2B5EF4-FFF2-40B4-BE49-F238E27FC236}">
                <a16:creationId xmlns:a16="http://schemas.microsoft.com/office/drawing/2014/main" id="{498C5409-96FD-2355-192F-A7A8D2F696A0}"/>
              </a:ext>
            </a:extLst>
          </p:cNvPr>
          <p:cNvGraphicFramePr>
            <a:graphicFrameLocks/>
          </p:cNvGraphicFramePr>
          <p:nvPr/>
        </p:nvGraphicFramePr>
        <p:xfrm>
          <a:off x="628650" y="2184158"/>
          <a:ext cx="7886700" cy="4061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080717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4C631-9CF7-AA44-FCCB-DEA3AA52DDD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07769E-BAD5-2236-01D9-AC632ACE9B68}"/>
              </a:ext>
            </a:extLst>
          </p:cNvPr>
          <p:cNvSpPr>
            <a:spLocks noGrp="1"/>
          </p:cNvSpPr>
          <p:nvPr>
            <p:ph sz="quarter" idx="10"/>
          </p:nvPr>
        </p:nvSpPr>
        <p:spPr/>
        <p:txBody>
          <a:bodyPr/>
          <a:lstStyle/>
          <a:p>
            <a:r>
              <a:rPr lang="en-IN" sz="3600" dirty="0"/>
              <a:t>Task management plane</a:t>
            </a:r>
            <a:endParaRPr lang="en-IN" dirty="0"/>
          </a:p>
        </p:txBody>
      </p:sp>
      <p:sp>
        <p:nvSpPr>
          <p:cNvPr id="3" name="Slide Number Placeholder 2">
            <a:extLst>
              <a:ext uri="{FF2B5EF4-FFF2-40B4-BE49-F238E27FC236}">
                <a16:creationId xmlns:a16="http://schemas.microsoft.com/office/drawing/2014/main" id="{9AE307FD-8D0C-12B2-3A71-31ECCD3DCC25}"/>
              </a:ext>
            </a:extLst>
          </p:cNvPr>
          <p:cNvSpPr>
            <a:spLocks noGrp="1"/>
          </p:cNvSpPr>
          <p:nvPr>
            <p:ph type="sldNum" sz="quarter" idx="13"/>
          </p:nvPr>
        </p:nvSpPr>
        <p:spPr/>
        <p:txBody>
          <a:bodyPr/>
          <a:lstStyle/>
          <a:p>
            <a:fld id="{BC8D7E44-7D4F-4942-A8C9-2DF6BF8399E8}" type="slidenum">
              <a:rPr lang="en-US" smtClean="0"/>
              <a:pPr/>
              <a:t>139</a:t>
            </a:fld>
            <a:endParaRPr lang="en-US" dirty="0"/>
          </a:p>
        </p:txBody>
      </p:sp>
      <p:sp>
        <p:nvSpPr>
          <p:cNvPr id="4" name="TextBox 3">
            <a:extLst>
              <a:ext uri="{FF2B5EF4-FFF2-40B4-BE49-F238E27FC236}">
                <a16:creationId xmlns:a16="http://schemas.microsoft.com/office/drawing/2014/main" id="{3FFD42DA-119E-90EC-D13F-94BD5F5EA851}"/>
              </a:ext>
            </a:extLst>
          </p:cNvPr>
          <p:cNvSpPr txBox="1"/>
          <p:nvPr/>
        </p:nvSpPr>
        <p:spPr>
          <a:xfrm>
            <a:off x="0" y="1302834"/>
            <a:ext cx="9144000" cy="5355312"/>
          </a:xfrm>
          <a:prstGeom prst="rect">
            <a:avLst/>
          </a:prstGeom>
          <a:noFill/>
        </p:spPr>
        <p:txBody>
          <a:bodyPr wrap="square" rtlCol="0">
            <a:spAutoFit/>
          </a:bodyPr>
          <a:lstStyle/>
          <a:p>
            <a:pPr>
              <a:buNone/>
            </a:pPr>
            <a:r>
              <a:rPr lang="en-US" dirty="0"/>
              <a:t>In </a:t>
            </a:r>
            <a:r>
              <a:rPr lang="en-US" b="1" dirty="0"/>
              <a:t>Network Embedded Systems</a:t>
            </a:r>
            <a:r>
              <a:rPr lang="en-US" dirty="0"/>
              <a:t>, particularly </a:t>
            </a:r>
            <a:r>
              <a:rPr lang="en-US" b="1" dirty="0"/>
              <a:t>Wireless Sensor Networks (WSNs) and IoT-based applications</a:t>
            </a:r>
            <a:r>
              <a:rPr lang="en-US" dirty="0"/>
              <a:t>, the </a:t>
            </a:r>
            <a:r>
              <a:rPr lang="en-US" b="1" dirty="0"/>
              <a:t>task management plane</a:t>
            </a:r>
            <a:r>
              <a:rPr lang="en-US" dirty="0"/>
              <a:t> is responsible for optimizing sensing operations while conserving energy and improving efficiency.</a:t>
            </a:r>
          </a:p>
          <a:p>
            <a:pPr>
              <a:buNone/>
            </a:pPr>
            <a:r>
              <a:rPr lang="en-US" b="1" dirty="0"/>
              <a:t>Key Functions:</a:t>
            </a:r>
          </a:p>
          <a:p>
            <a:pPr>
              <a:buFont typeface="+mj-lt"/>
              <a:buAutoNum type="arabicPeriod"/>
            </a:pPr>
            <a:r>
              <a:rPr lang="en-US" b="1" dirty="0"/>
              <a:t>Balances and Schedules the Sensing Tasks in the Region</a:t>
            </a:r>
            <a:endParaRPr lang="en-US" dirty="0"/>
          </a:p>
          <a:p>
            <a:pPr marL="742950" lvl="1" indent="-285750">
              <a:buFont typeface="+mj-lt"/>
              <a:buAutoNum type="arabicPeriod"/>
            </a:pPr>
            <a:r>
              <a:rPr lang="en-US" dirty="0"/>
              <a:t>Not all sensor nodes need to be active at the same time.</a:t>
            </a:r>
          </a:p>
          <a:p>
            <a:pPr marL="742950" lvl="1" indent="-285750">
              <a:buFont typeface="+mj-lt"/>
              <a:buAutoNum type="arabicPeriod"/>
            </a:pPr>
            <a:r>
              <a:rPr lang="en-US" dirty="0"/>
              <a:t>A </a:t>
            </a:r>
            <a:r>
              <a:rPr lang="en-US" b="1" dirty="0"/>
              <a:t>coordinator node or central control system</a:t>
            </a:r>
            <a:r>
              <a:rPr lang="en-US" dirty="0"/>
              <a:t> assigns sensing tasks to specific nodes, ensuring </a:t>
            </a:r>
            <a:r>
              <a:rPr lang="en-US" b="1" dirty="0"/>
              <a:t>optimal data collection while reducing redundancy</a:t>
            </a:r>
            <a:r>
              <a:rPr lang="en-US" dirty="0"/>
              <a:t>.</a:t>
            </a:r>
          </a:p>
          <a:p>
            <a:pPr marL="742950" lvl="1" indent="-285750">
              <a:buFont typeface="+mj-lt"/>
              <a:buAutoNum type="arabicPeriod"/>
            </a:pPr>
            <a:r>
              <a:rPr lang="en-US" dirty="0"/>
              <a:t>Used in applications like </a:t>
            </a:r>
            <a:r>
              <a:rPr lang="en-US" b="1" dirty="0"/>
              <a:t>environmental monitoring, industrial automation, and smart cities</a:t>
            </a:r>
            <a:r>
              <a:rPr lang="en-US" dirty="0"/>
              <a:t>, where </a:t>
            </a:r>
            <a:r>
              <a:rPr lang="en-US" b="1" dirty="0"/>
              <a:t>sensor networks must operate efficiently without excessive power consumption</a:t>
            </a:r>
            <a:r>
              <a:rPr lang="en-US" dirty="0"/>
              <a:t>.</a:t>
            </a:r>
          </a:p>
          <a:p>
            <a:pPr>
              <a:buFont typeface="+mj-lt"/>
              <a:buAutoNum type="arabicPeriod"/>
            </a:pPr>
            <a:r>
              <a:rPr lang="en-US" b="1" dirty="0"/>
              <a:t>Not All Sensor Nodes in the Region Participate in Tasks</a:t>
            </a:r>
            <a:endParaRPr lang="en-US" dirty="0"/>
          </a:p>
          <a:p>
            <a:pPr marL="742950" lvl="1" indent="-285750">
              <a:buFont typeface="+mj-lt"/>
              <a:buAutoNum type="arabicPeriod"/>
            </a:pPr>
            <a:r>
              <a:rPr lang="en-US" dirty="0"/>
              <a:t>To </a:t>
            </a:r>
            <a:r>
              <a:rPr lang="en-US" b="1" dirty="0"/>
              <a:t>save energy and prolong network lifespan</a:t>
            </a:r>
            <a:r>
              <a:rPr lang="en-US" dirty="0"/>
              <a:t>, only a subset of sensor nodes may be actively sensing at any time, while others remain in a </a:t>
            </a:r>
            <a:r>
              <a:rPr lang="en-US" b="1" dirty="0"/>
              <a:t>low-power or sleep mode</a:t>
            </a:r>
            <a:r>
              <a:rPr lang="en-US" dirty="0"/>
              <a:t>.</a:t>
            </a:r>
          </a:p>
          <a:p>
            <a:pPr marL="742950" lvl="1" indent="-285750">
              <a:buFont typeface="+mj-lt"/>
              <a:buAutoNum type="arabicPeriod"/>
            </a:pPr>
            <a:r>
              <a:rPr lang="en-US" dirty="0"/>
              <a:t>Nodes can rotate between active and inactive states to ensure </a:t>
            </a:r>
            <a:r>
              <a:rPr lang="en-US" b="1" dirty="0"/>
              <a:t>network longevity</a:t>
            </a:r>
            <a:r>
              <a:rPr lang="en-US" dirty="0"/>
              <a:t> and </a:t>
            </a:r>
            <a:r>
              <a:rPr lang="en-US" b="1" dirty="0"/>
              <a:t>balanced workload distribution</a:t>
            </a:r>
            <a:r>
              <a:rPr lang="en-US" dirty="0"/>
              <a:t>.</a:t>
            </a:r>
          </a:p>
          <a:p>
            <a:pPr marL="742950" lvl="1" indent="-285750">
              <a:buFont typeface="+mj-lt"/>
              <a:buAutoNum type="arabicPeriod"/>
            </a:pPr>
            <a:r>
              <a:rPr lang="en-US" dirty="0"/>
              <a:t>This is crucial in applications like </a:t>
            </a:r>
            <a:r>
              <a:rPr lang="en-US" b="1" dirty="0"/>
              <a:t>wildlife tracking, battlefield surveillance, and smart agriculture</a:t>
            </a:r>
            <a:r>
              <a:rPr lang="en-US" dirty="0"/>
              <a:t>, where continuous operation is necessary, but energy resources are limited.</a:t>
            </a:r>
          </a:p>
          <a:p>
            <a:endParaRPr lang="en-IN" dirty="0"/>
          </a:p>
        </p:txBody>
      </p:sp>
    </p:spTree>
    <p:extLst>
      <p:ext uri="{BB962C8B-B14F-4D97-AF65-F5344CB8AC3E}">
        <p14:creationId xmlns:p14="http://schemas.microsoft.com/office/powerpoint/2010/main" val="15106654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A3CD6E-10A2-D8C6-BA62-11F6A13012A2}"/>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Cross Layer Protocol</a:t>
            </a:r>
            <a:endParaRPr lang="en-IN" dirty="0"/>
          </a:p>
        </p:txBody>
      </p:sp>
      <p:sp>
        <p:nvSpPr>
          <p:cNvPr id="3" name="Slide Number Placeholder 2">
            <a:extLst>
              <a:ext uri="{FF2B5EF4-FFF2-40B4-BE49-F238E27FC236}">
                <a16:creationId xmlns:a16="http://schemas.microsoft.com/office/drawing/2014/main" id="{0757FF76-46D7-2191-F4B5-1D0617AACC96}"/>
              </a:ext>
            </a:extLst>
          </p:cNvPr>
          <p:cNvSpPr>
            <a:spLocks noGrp="1"/>
          </p:cNvSpPr>
          <p:nvPr>
            <p:ph type="sldNum" sz="quarter" idx="13"/>
          </p:nvPr>
        </p:nvSpPr>
        <p:spPr/>
        <p:txBody>
          <a:bodyPr/>
          <a:lstStyle/>
          <a:p>
            <a:fld id="{BC8D7E44-7D4F-4942-A8C9-2DF6BF8399E8}" type="slidenum">
              <a:rPr lang="en-US" smtClean="0"/>
              <a:pPr/>
              <a:t>140</a:t>
            </a:fld>
            <a:endParaRPr lang="en-US" dirty="0"/>
          </a:p>
        </p:txBody>
      </p:sp>
      <p:grpSp>
        <p:nvGrpSpPr>
          <p:cNvPr id="4" name="Group 3">
            <a:extLst>
              <a:ext uri="{FF2B5EF4-FFF2-40B4-BE49-F238E27FC236}">
                <a16:creationId xmlns:a16="http://schemas.microsoft.com/office/drawing/2014/main" id="{D5F57DB3-60B0-BBF3-201C-5B224D77A71E}"/>
              </a:ext>
            </a:extLst>
          </p:cNvPr>
          <p:cNvGrpSpPr/>
          <p:nvPr/>
        </p:nvGrpSpPr>
        <p:grpSpPr>
          <a:xfrm>
            <a:off x="192508" y="2131533"/>
            <a:ext cx="8177135" cy="3684379"/>
            <a:chOff x="192508" y="2131533"/>
            <a:chExt cx="8177135" cy="3684379"/>
          </a:xfrm>
        </p:grpSpPr>
        <p:sp>
          <p:nvSpPr>
            <p:cNvPr id="5" name="Rectangle 4">
              <a:extLst>
                <a:ext uri="{FF2B5EF4-FFF2-40B4-BE49-F238E27FC236}">
                  <a16:creationId xmlns:a16="http://schemas.microsoft.com/office/drawing/2014/main" id="{2F2E74F1-22F5-511A-86B0-9EC81AC3CA34}"/>
                </a:ext>
              </a:extLst>
            </p:cNvPr>
            <p:cNvSpPr/>
            <p:nvPr/>
          </p:nvSpPr>
          <p:spPr>
            <a:xfrm>
              <a:off x="196630" y="5115695"/>
              <a:ext cx="3566984" cy="700217"/>
            </a:xfrm>
            <a:prstGeom prst="rect">
              <a:avLst/>
            </a:prstGeom>
            <a:scene3d>
              <a:camera prst="orthographicFront"/>
              <a:lightRig rig="threePt" dir="t"/>
            </a:scene3d>
            <a:sp3d>
              <a:bevelT/>
            </a:sp3d>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dirty="0">
                  <a:latin typeface="Calibri" panose="020F0502020204030204" pitchFamily="34" charset="0"/>
                  <a:cs typeface="Calibri" panose="020F0502020204030204" pitchFamily="34" charset="0"/>
                </a:rPr>
                <a:t>Physical</a:t>
              </a:r>
            </a:p>
          </p:txBody>
        </p:sp>
        <p:sp>
          <p:nvSpPr>
            <p:cNvPr id="6" name="Rectangle 5">
              <a:extLst>
                <a:ext uri="{FF2B5EF4-FFF2-40B4-BE49-F238E27FC236}">
                  <a16:creationId xmlns:a16="http://schemas.microsoft.com/office/drawing/2014/main" id="{9BD09879-129F-963D-CB21-9B21B61557EE}"/>
                </a:ext>
              </a:extLst>
            </p:cNvPr>
            <p:cNvSpPr/>
            <p:nvPr/>
          </p:nvSpPr>
          <p:spPr>
            <a:xfrm>
              <a:off x="196630" y="4353695"/>
              <a:ext cx="3566984" cy="700217"/>
            </a:xfrm>
            <a:prstGeom prst="rect">
              <a:avLst/>
            </a:prstGeom>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a:latin typeface="Calibri" panose="020F0502020204030204" pitchFamily="34" charset="0"/>
                  <a:cs typeface="Calibri" panose="020F0502020204030204" pitchFamily="34" charset="0"/>
                </a:rPr>
                <a:t>Data Link</a:t>
              </a:r>
            </a:p>
          </p:txBody>
        </p:sp>
        <p:sp>
          <p:nvSpPr>
            <p:cNvPr id="7" name="Rectangle 6">
              <a:extLst>
                <a:ext uri="{FF2B5EF4-FFF2-40B4-BE49-F238E27FC236}">
                  <a16:creationId xmlns:a16="http://schemas.microsoft.com/office/drawing/2014/main" id="{6D7E10E1-17B4-A8A6-F488-CBBE8C39580F}"/>
                </a:ext>
              </a:extLst>
            </p:cNvPr>
            <p:cNvSpPr/>
            <p:nvPr/>
          </p:nvSpPr>
          <p:spPr>
            <a:xfrm>
              <a:off x="196630" y="3615376"/>
              <a:ext cx="3566984" cy="700217"/>
            </a:xfrm>
            <a:prstGeom prst="rect">
              <a:avLst/>
            </a:prstGeom>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800" dirty="0">
                  <a:latin typeface="Calibri" panose="020F0502020204030204" pitchFamily="34" charset="0"/>
                  <a:cs typeface="Calibri" panose="020F0502020204030204" pitchFamily="34" charset="0"/>
                </a:rPr>
                <a:t>Network</a:t>
              </a:r>
            </a:p>
          </p:txBody>
        </p:sp>
        <p:sp>
          <p:nvSpPr>
            <p:cNvPr id="8" name="Rectangle 7">
              <a:extLst>
                <a:ext uri="{FF2B5EF4-FFF2-40B4-BE49-F238E27FC236}">
                  <a16:creationId xmlns:a16="http://schemas.microsoft.com/office/drawing/2014/main" id="{F605FA70-6CBD-9C87-AF49-8B674A142FEA}"/>
                </a:ext>
              </a:extLst>
            </p:cNvPr>
            <p:cNvSpPr/>
            <p:nvPr/>
          </p:nvSpPr>
          <p:spPr>
            <a:xfrm>
              <a:off x="196630" y="2877058"/>
              <a:ext cx="3566984" cy="700217"/>
            </a:xfrm>
            <a:prstGeom prst="rect">
              <a:avLst/>
            </a:prstGeom>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800" dirty="0">
                  <a:latin typeface="Calibri" panose="020F0502020204030204" pitchFamily="34" charset="0"/>
                  <a:cs typeface="Calibri" panose="020F0502020204030204" pitchFamily="34" charset="0"/>
                </a:rPr>
                <a:t>Transport</a:t>
              </a:r>
            </a:p>
          </p:txBody>
        </p:sp>
        <p:sp>
          <p:nvSpPr>
            <p:cNvPr id="9" name="Rectangle 8">
              <a:extLst>
                <a:ext uri="{FF2B5EF4-FFF2-40B4-BE49-F238E27FC236}">
                  <a16:creationId xmlns:a16="http://schemas.microsoft.com/office/drawing/2014/main" id="{61EAF7AD-9052-EEC2-2EEE-D47D751A534D}"/>
                </a:ext>
              </a:extLst>
            </p:cNvPr>
            <p:cNvSpPr/>
            <p:nvPr/>
          </p:nvSpPr>
          <p:spPr>
            <a:xfrm>
              <a:off x="192508" y="2161029"/>
              <a:ext cx="3566984" cy="700217"/>
            </a:xfrm>
            <a:prstGeom prst="rect">
              <a:avLst/>
            </a:prstGeom>
            <a:scene3d>
              <a:camera prst="orthographicFront"/>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dirty="0" err="1">
                  <a:latin typeface="Calibri" panose="020F0502020204030204" pitchFamily="34" charset="0"/>
                  <a:cs typeface="Calibri" panose="020F0502020204030204" pitchFamily="34" charset="0"/>
                </a:rPr>
                <a:t>Appln</a:t>
              </a:r>
              <a:endParaRPr lang="en-US" sz="2800" dirty="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B7155A7A-0470-3224-EB16-0D9AC7E4D561}"/>
                </a:ext>
              </a:extLst>
            </p:cNvPr>
            <p:cNvSpPr/>
            <p:nvPr/>
          </p:nvSpPr>
          <p:spPr>
            <a:xfrm>
              <a:off x="5585254" y="2131533"/>
              <a:ext cx="2784389" cy="3684379"/>
            </a:xfrm>
            <a:prstGeom prst="rect">
              <a:avLst/>
            </a:prstGeom>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rtlCol="0" anchor="ctr"/>
            <a:lstStyle/>
            <a:p>
              <a:pPr algn="ctr"/>
              <a:r>
                <a:rPr lang="en-US" sz="2800" dirty="0">
                  <a:latin typeface="Calibri" panose="020F0502020204030204" pitchFamily="34" charset="0"/>
                  <a:cs typeface="Calibri" panose="020F0502020204030204" pitchFamily="34" charset="0"/>
                </a:rPr>
                <a:t>Cross Layer</a:t>
              </a:r>
            </a:p>
          </p:txBody>
        </p:sp>
        <p:sp>
          <p:nvSpPr>
            <p:cNvPr id="11" name="Arrow: Striped Right 10">
              <a:extLst>
                <a:ext uri="{FF2B5EF4-FFF2-40B4-BE49-F238E27FC236}">
                  <a16:creationId xmlns:a16="http://schemas.microsoft.com/office/drawing/2014/main" id="{A122E64B-B5B1-9DCB-0E2B-97D50C858D39}"/>
                </a:ext>
              </a:extLst>
            </p:cNvPr>
            <p:cNvSpPr/>
            <p:nvPr/>
          </p:nvSpPr>
          <p:spPr>
            <a:xfrm>
              <a:off x="3921211" y="3451654"/>
              <a:ext cx="1556951" cy="650789"/>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8816011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FD29B-C88B-5DCE-F042-D5BEC90A4C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A76DBB-92D6-780D-FE8F-78C0A6954128}"/>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Cross Layer Protocol</a:t>
            </a:r>
            <a:endParaRPr lang="en-IN" dirty="0"/>
          </a:p>
        </p:txBody>
      </p:sp>
      <p:sp>
        <p:nvSpPr>
          <p:cNvPr id="3" name="Slide Number Placeholder 2">
            <a:extLst>
              <a:ext uri="{FF2B5EF4-FFF2-40B4-BE49-F238E27FC236}">
                <a16:creationId xmlns:a16="http://schemas.microsoft.com/office/drawing/2014/main" id="{AD927D6A-54B5-4BBA-1FB8-7E7400902778}"/>
              </a:ext>
            </a:extLst>
          </p:cNvPr>
          <p:cNvSpPr>
            <a:spLocks noGrp="1"/>
          </p:cNvSpPr>
          <p:nvPr>
            <p:ph type="sldNum" sz="quarter" idx="13"/>
          </p:nvPr>
        </p:nvSpPr>
        <p:spPr/>
        <p:txBody>
          <a:bodyPr/>
          <a:lstStyle/>
          <a:p>
            <a:fld id="{BC8D7E44-7D4F-4942-A8C9-2DF6BF8399E8}" type="slidenum">
              <a:rPr lang="en-US" smtClean="0"/>
              <a:pPr/>
              <a:t>141</a:t>
            </a:fld>
            <a:endParaRPr lang="en-US" dirty="0"/>
          </a:p>
        </p:txBody>
      </p:sp>
      <p:sp>
        <p:nvSpPr>
          <p:cNvPr id="12" name="TextBox 11">
            <a:extLst>
              <a:ext uri="{FF2B5EF4-FFF2-40B4-BE49-F238E27FC236}">
                <a16:creationId xmlns:a16="http://schemas.microsoft.com/office/drawing/2014/main" id="{41F70623-1F9E-542D-852D-7351D50569EE}"/>
              </a:ext>
            </a:extLst>
          </p:cNvPr>
          <p:cNvSpPr txBox="1"/>
          <p:nvPr/>
        </p:nvSpPr>
        <p:spPr>
          <a:xfrm>
            <a:off x="0" y="1371600"/>
            <a:ext cx="8991600" cy="4801314"/>
          </a:xfrm>
          <a:prstGeom prst="rect">
            <a:avLst/>
          </a:prstGeom>
          <a:noFill/>
        </p:spPr>
        <p:txBody>
          <a:bodyPr wrap="square" rtlCol="0">
            <a:spAutoFit/>
          </a:bodyPr>
          <a:lstStyle/>
          <a:p>
            <a:r>
              <a:rPr lang="en-US" dirty="0"/>
              <a:t>In traditional </a:t>
            </a:r>
            <a:r>
              <a:rPr lang="en-US" b="1" dirty="0"/>
              <a:t>network architectures</a:t>
            </a:r>
            <a:r>
              <a:rPr lang="en-US" dirty="0"/>
              <a:t>, protocols follow a layered approach (as seen in the </a:t>
            </a:r>
            <a:r>
              <a:rPr lang="en-US" b="1" dirty="0"/>
              <a:t>OSI model</a:t>
            </a:r>
            <a:r>
              <a:rPr lang="en-US" dirty="0"/>
              <a:t>), where each layer operates independently, following strict rules for communication with adjacent layers. However, in </a:t>
            </a:r>
            <a:r>
              <a:rPr lang="en-US" b="1" dirty="0"/>
              <a:t>Network Embedded Applications</a:t>
            </a:r>
            <a:r>
              <a:rPr lang="en-US" dirty="0"/>
              <a:t>, such as </a:t>
            </a:r>
            <a:r>
              <a:rPr lang="en-US" b="1" dirty="0"/>
              <a:t>Wireless Sensor Networks (WSNs), IoT, and Cyber-Physical Systems</a:t>
            </a:r>
            <a:r>
              <a:rPr lang="en-US" dirty="0"/>
              <a:t>, this rigid structure can lead to inefficiencies in resource-constrained environments.</a:t>
            </a:r>
          </a:p>
          <a:p>
            <a:pPr>
              <a:buNone/>
            </a:pPr>
            <a:r>
              <a:rPr lang="en-US" b="1" dirty="0"/>
              <a:t>Why Cross-Layer Protocols?</a:t>
            </a:r>
          </a:p>
          <a:p>
            <a:pPr>
              <a:buNone/>
            </a:pPr>
            <a:r>
              <a:rPr lang="en-US" dirty="0"/>
              <a:t>Network embedded systems often operate in environments with </a:t>
            </a:r>
            <a:r>
              <a:rPr lang="en-US" b="1" dirty="0"/>
              <a:t>limited power, bandwidth, and computational resources</a:t>
            </a:r>
            <a:r>
              <a:rPr lang="en-US" dirty="0"/>
              <a:t>. To optimize performance, a </a:t>
            </a:r>
            <a:r>
              <a:rPr lang="en-US" b="1" dirty="0"/>
              <a:t>cross-layer approach</a:t>
            </a:r>
            <a:r>
              <a:rPr lang="en-US" dirty="0"/>
              <a:t> is adopted, where different layers of the protocol stack </a:t>
            </a:r>
            <a:r>
              <a:rPr lang="en-US" b="1" dirty="0"/>
              <a:t>share information</a:t>
            </a:r>
            <a:r>
              <a:rPr lang="en-US" dirty="0"/>
              <a:t> and </a:t>
            </a:r>
            <a:r>
              <a:rPr lang="en-US" b="1" dirty="0"/>
              <a:t>adapt dynamically</a:t>
            </a:r>
            <a:r>
              <a:rPr lang="en-US" dirty="0"/>
              <a:t> to changing conditions.</a:t>
            </a:r>
          </a:p>
          <a:p>
            <a:pPr>
              <a:buNone/>
            </a:pPr>
            <a:r>
              <a:rPr lang="en-US" b="1" dirty="0"/>
              <a:t>Cross-Layer Communication in Embedded Networks:</a:t>
            </a:r>
          </a:p>
          <a:p>
            <a:pPr>
              <a:buFont typeface="Arial" panose="020B0604020202020204" pitchFamily="34" charset="0"/>
              <a:buChar char="•"/>
            </a:pPr>
            <a:r>
              <a:rPr lang="en-US" b="1" dirty="0"/>
              <a:t>Energy Efficiency:</a:t>
            </a:r>
            <a:endParaRPr lang="en-US" dirty="0"/>
          </a:p>
          <a:p>
            <a:pPr marL="742950" lvl="1" indent="-285750">
              <a:buFont typeface="Arial" panose="020B0604020202020204" pitchFamily="34" charset="0"/>
              <a:buChar char="•"/>
            </a:pPr>
            <a:r>
              <a:rPr lang="en-US" dirty="0"/>
              <a:t>The </a:t>
            </a:r>
            <a:r>
              <a:rPr lang="en-US" b="1" dirty="0"/>
              <a:t>physical layer</a:t>
            </a:r>
            <a:r>
              <a:rPr lang="en-US" dirty="0"/>
              <a:t> can communicate power levels to the </a:t>
            </a:r>
            <a:r>
              <a:rPr lang="en-US" b="1" dirty="0"/>
              <a:t>network layer</a:t>
            </a:r>
            <a:r>
              <a:rPr lang="en-US" dirty="0"/>
              <a:t>, helping in </a:t>
            </a:r>
            <a:r>
              <a:rPr lang="en-US" b="1" dirty="0"/>
              <a:t>energy-aware routing</a:t>
            </a:r>
            <a:r>
              <a:rPr lang="en-US" dirty="0"/>
              <a:t>.</a:t>
            </a:r>
          </a:p>
          <a:p>
            <a:pPr marL="742950" lvl="1" indent="-285750">
              <a:buFont typeface="Arial" panose="020B0604020202020204" pitchFamily="34" charset="0"/>
              <a:buChar char="•"/>
            </a:pPr>
            <a:r>
              <a:rPr lang="en-US" dirty="0"/>
              <a:t>Nodes can adjust their transmission power dynamically based on network congestion and distance to the receiver.</a:t>
            </a:r>
          </a:p>
          <a:p>
            <a:endParaRPr lang="en-IN" dirty="0"/>
          </a:p>
        </p:txBody>
      </p:sp>
    </p:spTree>
    <p:extLst>
      <p:ext uri="{BB962C8B-B14F-4D97-AF65-F5344CB8AC3E}">
        <p14:creationId xmlns:p14="http://schemas.microsoft.com/office/powerpoint/2010/main" val="157285876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69984-C57D-CE3D-6826-77A0D0B6E8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E3022A-E65A-A5DF-70C0-1FEA18D77345}"/>
              </a:ext>
            </a:extLst>
          </p:cNvPr>
          <p:cNvSpPr>
            <a:spLocks noGrp="1"/>
          </p:cNvSpPr>
          <p:nvPr>
            <p:ph sz="quarter" idx="10"/>
          </p:nvPr>
        </p:nvSpPr>
        <p:spPr/>
        <p:txBody>
          <a:bodyPr/>
          <a:lstStyle/>
          <a:p>
            <a:r>
              <a:rPr lang="en-US" sz="3600" dirty="0">
                <a:latin typeface="Calibri" panose="020F0502020204030204" pitchFamily="34" charset="0"/>
                <a:cs typeface="Calibri" panose="020F0502020204030204" pitchFamily="34" charset="0"/>
              </a:rPr>
              <a:t>Cross Layer Protocol</a:t>
            </a:r>
            <a:endParaRPr lang="en-IN" dirty="0"/>
          </a:p>
        </p:txBody>
      </p:sp>
      <p:sp>
        <p:nvSpPr>
          <p:cNvPr id="3" name="Slide Number Placeholder 2">
            <a:extLst>
              <a:ext uri="{FF2B5EF4-FFF2-40B4-BE49-F238E27FC236}">
                <a16:creationId xmlns:a16="http://schemas.microsoft.com/office/drawing/2014/main" id="{9D114E81-1D80-9B3F-711A-F03AEB18E7E0}"/>
              </a:ext>
            </a:extLst>
          </p:cNvPr>
          <p:cNvSpPr>
            <a:spLocks noGrp="1"/>
          </p:cNvSpPr>
          <p:nvPr>
            <p:ph type="sldNum" sz="quarter" idx="13"/>
          </p:nvPr>
        </p:nvSpPr>
        <p:spPr/>
        <p:txBody>
          <a:bodyPr/>
          <a:lstStyle/>
          <a:p>
            <a:fld id="{BC8D7E44-7D4F-4942-A8C9-2DF6BF8399E8}" type="slidenum">
              <a:rPr lang="en-US" smtClean="0"/>
              <a:pPr/>
              <a:t>142</a:t>
            </a:fld>
            <a:endParaRPr lang="en-US" dirty="0"/>
          </a:p>
        </p:txBody>
      </p:sp>
      <p:sp>
        <p:nvSpPr>
          <p:cNvPr id="6" name="TextBox 5">
            <a:extLst>
              <a:ext uri="{FF2B5EF4-FFF2-40B4-BE49-F238E27FC236}">
                <a16:creationId xmlns:a16="http://schemas.microsoft.com/office/drawing/2014/main" id="{FF095BC4-C694-80E5-E2CC-589EDD3B5D2F}"/>
              </a:ext>
            </a:extLst>
          </p:cNvPr>
          <p:cNvSpPr txBox="1"/>
          <p:nvPr/>
        </p:nvSpPr>
        <p:spPr>
          <a:xfrm>
            <a:off x="0" y="1371600"/>
            <a:ext cx="8991600" cy="507831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Adaptive QoS (Quality of Service):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 multimedia applications over sensor networks, the </a:t>
            </a:r>
            <a:r>
              <a:rPr kumimoji="0" lang="en-US" altLang="en-US" sz="1800" b="1" i="0" u="none" strike="noStrike" cap="none" normalizeH="0" baseline="0" dirty="0">
                <a:ln>
                  <a:noFill/>
                </a:ln>
                <a:solidFill>
                  <a:schemeClr val="tx1"/>
                </a:solidFill>
                <a:effectLst/>
                <a:latin typeface="Arial" panose="020B0604020202020204" pitchFamily="34" charset="0"/>
              </a:rPr>
              <a:t>application layer</a:t>
            </a:r>
            <a:r>
              <a:rPr kumimoji="0" lang="en-US" altLang="en-US" sz="1800" b="0" i="0" u="none" strike="noStrike" cap="none" normalizeH="0" baseline="0" dirty="0">
                <a:ln>
                  <a:noFill/>
                </a:ln>
                <a:solidFill>
                  <a:schemeClr val="tx1"/>
                </a:solidFill>
                <a:effectLst/>
                <a:latin typeface="Arial" panose="020B0604020202020204" pitchFamily="34" charset="0"/>
              </a:rPr>
              <a:t> can request the </a:t>
            </a:r>
            <a:r>
              <a:rPr kumimoji="0" lang="en-US" altLang="en-US" sz="1800" b="1" i="0" u="none" strike="noStrike" cap="none" normalizeH="0" baseline="0" dirty="0">
                <a:ln>
                  <a:noFill/>
                </a:ln>
                <a:solidFill>
                  <a:schemeClr val="tx1"/>
                </a:solidFill>
                <a:effectLst/>
                <a:latin typeface="Arial" panose="020B0604020202020204" pitchFamily="34" charset="0"/>
              </a:rPr>
              <a:t>transport layer</a:t>
            </a:r>
            <a:r>
              <a:rPr kumimoji="0" lang="en-US" altLang="en-US" sz="1800" b="0" i="0" u="none" strike="noStrike" cap="none" normalizeH="0" baseline="0" dirty="0">
                <a:ln>
                  <a:noFill/>
                </a:ln>
                <a:solidFill>
                  <a:schemeClr val="tx1"/>
                </a:solidFill>
                <a:effectLst/>
                <a:latin typeface="Arial" panose="020B0604020202020204" pitchFamily="34" charset="0"/>
              </a:rPr>
              <a:t> to adjust data transmission rates depending on network congestion.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in </a:t>
            </a:r>
            <a:r>
              <a:rPr kumimoji="0" lang="en-US" altLang="en-US" sz="1800" b="1" i="0" u="none" strike="noStrike" cap="none" normalizeH="0" baseline="0" dirty="0">
                <a:ln>
                  <a:noFill/>
                </a:ln>
                <a:solidFill>
                  <a:schemeClr val="tx1"/>
                </a:solidFill>
                <a:effectLst/>
                <a:latin typeface="Arial" panose="020B0604020202020204" pitchFamily="34" charset="0"/>
              </a:rPr>
              <a:t>real-time monitoring systems, video surveillance in IoT, and industrial automation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Dynamic Network Configuration: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network layer</a:t>
            </a:r>
            <a:r>
              <a:rPr kumimoji="0" lang="en-US" altLang="en-US" sz="1800" b="0" i="0" u="none" strike="noStrike" cap="none" normalizeH="0" baseline="0" dirty="0">
                <a:ln>
                  <a:noFill/>
                </a:ln>
                <a:solidFill>
                  <a:schemeClr val="tx1"/>
                </a:solidFill>
                <a:effectLst/>
                <a:latin typeface="Arial" panose="020B0604020202020204" pitchFamily="34" charset="0"/>
              </a:rPr>
              <a:t> can communicate with the </a:t>
            </a:r>
            <a:r>
              <a:rPr kumimoji="0" lang="en-US" altLang="en-US" sz="1800" b="1" i="0" u="none" strike="noStrike" cap="none" normalizeH="0" baseline="0" dirty="0">
                <a:ln>
                  <a:noFill/>
                </a:ln>
                <a:solidFill>
                  <a:schemeClr val="tx1"/>
                </a:solidFill>
                <a:effectLst/>
                <a:latin typeface="Arial" panose="020B0604020202020204" pitchFamily="34" charset="0"/>
              </a:rPr>
              <a:t>MAC layer</a:t>
            </a:r>
            <a:r>
              <a:rPr kumimoji="0" lang="en-US" altLang="en-US" sz="1800" b="0" i="0" u="none" strike="noStrike" cap="none" normalizeH="0" baseline="0" dirty="0">
                <a:ln>
                  <a:noFill/>
                </a:ln>
                <a:solidFill>
                  <a:schemeClr val="tx1"/>
                </a:solidFill>
                <a:effectLst/>
                <a:latin typeface="Arial" panose="020B0604020202020204" pitchFamily="34" charset="0"/>
              </a:rPr>
              <a:t> (data link) to optimize routing based on link reliability and mobility.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is particularly useful in </a:t>
            </a:r>
            <a:r>
              <a:rPr kumimoji="0" lang="en-US" altLang="en-US" sz="1800" b="1" i="0" u="none" strike="noStrike" cap="none" normalizeH="0" baseline="0" dirty="0">
                <a:ln>
                  <a:noFill/>
                </a:ln>
                <a:solidFill>
                  <a:schemeClr val="tx1"/>
                </a:solidFill>
                <a:effectLst/>
                <a:latin typeface="Arial" panose="020B0604020202020204" pitchFamily="34" charset="0"/>
              </a:rPr>
              <a:t>vehicular networks, drone-based communication, and military applications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Improved Security: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By integrating security mechanisms across layers, threats like jamming and packet drops can be handled dynamically.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in </a:t>
            </a:r>
            <a:r>
              <a:rPr kumimoji="0" lang="en-US" altLang="en-US" sz="1800" b="1" i="0" u="none" strike="noStrike" cap="none" normalizeH="0" baseline="0" dirty="0">
                <a:ln>
                  <a:noFill/>
                </a:ln>
                <a:solidFill>
                  <a:schemeClr val="tx1"/>
                </a:solidFill>
                <a:effectLst/>
                <a:latin typeface="Arial" panose="020B0604020202020204" pitchFamily="34" charset="0"/>
              </a:rPr>
              <a:t>critical infrastructure protection and smart grid communication networks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294783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E32ACA-12CA-39AE-8A38-8AE05327FFF7}"/>
              </a:ext>
            </a:extLst>
          </p:cNvPr>
          <p:cNvSpPr>
            <a:spLocks noGrp="1"/>
          </p:cNvSpPr>
          <p:nvPr>
            <p:ph sz="quarter" idx="10"/>
          </p:nvPr>
        </p:nvSpPr>
        <p:spPr/>
        <p:txBody>
          <a:bodyPr/>
          <a:lstStyle/>
          <a:p>
            <a:r>
              <a:rPr lang="en-IN" dirty="0"/>
              <a:t>Cross layer protocols </a:t>
            </a:r>
          </a:p>
        </p:txBody>
      </p:sp>
      <p:sp>
        <p:nvSpPr>
          <p:cNvPr id="3" name="Slide Number Placeholder 2">
            <a:extLst>
              <a:ext uri="{FF2B5EF4-FFF2-40B4-BE49-F238E27FC236}">
                <a16:creationId xmlns:a16="http://schemas.microsoft.com/office/drawing/2014/main" id="{FB8A43B1-382D-5DEE-978F-C9843EED1AF2}"/>
              </a:ext>
            </a:extLst>
          </p:cNvPr>
          <p:cNvSpPr>
            <a:spLocks noGrp="1"/>
          </p:cNvSpPr>
          <p:nvPr>
            <p:ph type="sldNum" sz="quarter" idx="13"/>
          </p:nvPr>
        </p:nvSpPr>
        <p:spPr/>
        <p:txBody>
          <a:bodyPr/>
          <a:lstStyle/>
          <a:p>
            <a:fld id="{BC8D7E44-7D4F-4942-A8C9-2DF6BF8399E8}" type="slidenum">
              <a:rPr lang="en-US" smtClean="0"/>
              <a:pPr/>
              <a:t>143</a:t>
            </a:fld>
            <a:endParaRPr lang="en-US" dirty="0"/>
          </a:p>
        </p:txBody>
      </p:sp>
      <p:grpSp>
        <p:nvGrpSpPr>
          <p:cNvPr id="4" name="Group 3">
            <a:extLst>
              <a:ext uri="{FF2B5EF4-FFF2-40B4-BE49-F238E27FC236}">
                <a16:creationId xmlns:a16="http://schemas.microsoft.com/office/drawing/2014/main" id="{5219196D-3A2E-D926-EE57-8C97035F5A32}"/>
              </a:ext>
            </a:extLst>
          </p:cNvPr>
          <p:cNvGrpSpPr/>
          <p:nvPr/>
        </p:nvGrpSpPr>
        <p:grpSpPr>
          <a:xfrm>
            <a:off x="1533378" y="1947506"/>
            <a:ext cx="6205608" cy="3615094"/>
            <a:chOff x="1533378" y="1488017"/>
            <a:chExt cx="6205608" cy="3615094"/>
          </a:xfrm>
        </p:grpSpPr>
        <p:sp>
          <p:nvSpPr>
            <p:cNvPr id="5" name="TextBox 4">
              <a:extLst>
                <a:ext uri="{FF2B5EF4-FFF2-40B4-BE49-F238E27FC236}">
                  <a16:creationId xmlns:a16="http://schemas.microsoft.com/office/drawing/2014/main" id="{4A317F88-35CE-35B5-8D9E-EE6D7BBA5792}"/>
                </a:ext>
              </a:extLst>
            </p:cNvPr>
            <p:cNvSpPr txBox="1"/>
            <p:nvPr/>
          </p:nvSpPr>
          <p:spPr>
            <a:xfrm>
              <a:off x="3488786" y="1488017"/>
              <a:ext cx="2166425" cy="369332"/>
            </a:xfrm>
            <a:prstGeom prst="rect">
              <a:avLst/>
            </a:prstGeom>
            <a:noFill/>
            <a:ln w="28575">
              <a:solidFill>
                <a:schemeClr val="tx1"/>
              </a:solidFill>
            </a:ln>
          </p:spPr>
          <p:txBody>
            <a:bodyPr wrap="square" rtlCol="0">
              <a:spAutoFit/>
            </a:bodyPr>
            <a:lstStyle/>
            <a:p>
              <a:pPr algn="ctr"/>
              <a:r>
                <a:rPr lang="en-IN" dirty="0"/>
                <a:t>APP</a:t>
              </a:r>
            </a:p>
          </p:txBody>
        </p:sp>
        <p:sp>
          <p:nvSpPr>
            <p:cNvPr id="6" name="TextBox 5">
              <a:extLst>
                <a:ext uri="{FF2B5EF4-FFF2-40B4-BE49-F238E27FC236}">
                  <a16:creationId xmlns:a16="http://schemas.microsoft.com/office/drawing/2014/main" id="{C08AB9B6-FD16-72E9-21A2-DBB2695EF152}"/>
                </a:ext>
              </a:extLst>
            </p:cNvPr>
            <p:cNvSpPr txBox="1"/>
            <p:nvPr/>
          </p:nvSpPr>
          <p:spPr>
            <a:xfrm>
              <a:off x="3488787" y="2570533"/>
              <a:ext cx="2166425" cy="369332"/>
            </a:xfrm>
            <a:prstGeom prst="rect">
              <a:avLst/>
            </a:prstGeom>
            <a:noFill/>
            <a:ln w="28575">
              <a:solidFill>
                <a:schemeClr val="tx1"/>
              </a:solidFill>
            </a:ln>
          </p:spPr>
          <p:txBody>
            <a:bodyPr wrap="square" rtlCol="0">
              <a:spAutoFit/>
            </a:bodyPr>
            <a:lstStyle/>
            <a:p>
              <a:pPr algn="ctr"/>
              <a:r>
                <a:rPr lang="en-IN" dirty="0"/>
                <a:t>NET</a:t>
              </a:r>
            </a:p>
          </p:txBody>
        </p:sp>
        <p:sp>
          <p:nvSpPr>
            <p:cNvPr id="7" name="TextBox 6">
              <a:extLst>
                <a:ext uri="{FF2B5EF4-FFF2-40B4-BE49-F238E27FC236}">
                  <a16:creationId xmlns:a16="http://schemas.microsoft.com/office/drawing/2014/main" id="{112BBBFB-3C22-9044-9107-AD8D48510747}"/>
                </a:ext>
              </a:extLst>
            </p:cNvPr>
            <p:cNvSpPr txBox="1"/>
            <p:nvPr/>
          </p:nvSpPr>
          <p:spPr>
            <a:xfrm>
              <a:off x="3516923" y="3651263"/>
              <a:ext cx="2166425" cy="369332"/>
            </a:xfrm>
            <a:prstGeom prst="rect">
              <a:avLst/>
            </a:prstGeom>
            <a:noFill/>
            <a:ln w="28575">
              <a:solidFill>
                <a:schemeClr val="tx1"/>
              </a:solidFill>
            </a:ln>
          </p:spPr>
          <p:txBody>
            <a:bodyPr wrap="square" rtlCol="0">
              <a:spAutoFit/>
            </a:bodyPr>
            <a:lstStyle/>
            <a:p>
              <a:pPr algn="ctr"/>
              <a:r>
                <a:rPr lang="en-IN" dirty="0"/>
                <a:t>MAC</a:t>
              </a:r>
            </a:p>
          </p:txBody>
        </p:sp>
        <p:sp>
          <p:nvSpPr>
            <p:cNvPr id="8" name="TextBox 7">
              <a:extLst>
                <a:ext uri="{FF2B5EF4-FFF2-40B4-BE49-F238E27FC236}">
                  <a16:creationId xmlns:a16="http://schemas.microsoft.com/office/drawing/2014/main" id="{AD89D77C-F219-2BD6-A8BE-2AB966165B10}"/>
                </a:ext>
              </a:extLst>
            </p:cNvPr>
            <p:cNvSpPr txBox="1"/>
            <p:nvPr/>
          </p:nvSpPr>
          <p:spPr>
            <a:xfrm>
              <a:off x="3516923" y="4733779"/>
              <a:ext cx="2166425" cy="369332"/>
            </a:xfrm>
            <a:prstGeom prst="rect">
              <a:avLst/>
            </a:prstGeom>
            <a:noFill/>
            <a:ln w="28575">
              <a:solidFill>
                <a:schemeClr val="tx1"/>
              </a:solidFill>
            </a:ln>
          </p:spPr>
          <p:txBody>
            <a:bodyPr wrap="square" rtlCol="0">
              <a:spAutoFit/>
            </a:bodyPr>
            <a:lstStyle/>
            <a:p>
              <a:pPr algn="ctr"/>
              <a:r>
                <a:rPr lang="en-IN" dirty="0"/>
                <a:t>PHY</a:t>
              </a:r>
            </a:p>
          </p:txBody>
        </p:sp>
        <p:sp>
          <p:nvSpPr>
            <p:cNvPr id="9" name="Arrow: Up-Down 8">
              <a:extLst>
                <a:ext uri="{FF2B5EF4-FFF2-40B4-BE49-F238E27FC236}">
                  <a16:creationId xmlns:a16="http://schemas.microsoft.com/office/drawing/2014/main" id="{CE45BDAC-72F1-22CE-FF72-8BEE9F243478}"/>
                </a:ext>
              </a:extLst>
            </p:cNvPr>
            <p:cNvSpPr/>
            <p:nvPr/>
          </p:nvSpPr>
          <p:spPr>
            <a:xfrm>
              <a:off x="4401428" y="1857349"/>
              <a:ext cx="341139" cy="71139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Up-Down 9">
              <a:extLst>
                <a:ext uri="{FF2B5EF4-FFF2-40B4-BE49-F238E27FC236}">
                  <a16:creationId xmlns:a16="http://schemas.microsoft.com/office/drawing/2014/main" id="{5305CCA1-3D1E-8835-7235-A9E161DCFF35}"/>
                </a:ext>
              </a:extLst>
            </p:cNvPr>
            <p:cNvSpPr/>
            <p:nvPr/>
          </p:nvSpPr>
          <p:spPr>
            <a:xfrm>
              <a:off x="4401428" y="2966381"/>
              <a:ext cx="341139" cy="71139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Up-Down 10">
              <a:extLst>
                <a:ext uri="{FF2B5EF4-FFF2-40B4-BE49-F238E27FC236}">
                  <a16:creationId xmlns:a16="http://schemas.microsoft.com/office/drawing/2014/main" id="{B0573B97-F317-3FFC-7DC3-4998CD26595F}"/>
                </a:ext>
              </a:extLst>
            </p:cNvPr>
            <p:cNvSpPr/>
            <p:nvPr/>
          </p:nvSpPr>
          <p:spPr>
            <a:xfrm>
              <a:off x="4401427" y="4051781"/>
              <a:ext cx="341139" cy="71139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Connector: Curved 11">
              <a:extLst>
                <a:ext uri="{FF2B5EF4-FFF2-40B4-BE49-F238E27FC236}">
                  <a16:creationId xmlns:a16="http://schemas.microsoft.com/office/drawing/2014/main" id="{628D677D-86AF-72B4-44B0-73D27453B8A7}"/>
                </a:ext>
              </a:extLst>
            </p:cNvPr>
            <p:cNvCxnSpPr>
              <a:stCxn id="5" idx="1"/>
              <a:endCxn id="7" idx="1"/>
            </p:cNvCxnSpPr>
            <p:nvPr/>
          </p:nvCxnSpPr>
          <p:spPr>
            <a:xfrm rot="10800000" flipH="1" flipV="1">
              <a:off x="3488785" y="1672683"/>
              <a:ext cx="28137" cy="2163246"/>
            </a:xfrm>
            <a:prstGeom prst="curvedConnector3">
              <a:avLst>
                <a:gd name="adj1" fmla="val -81245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Connector: Curved 12">
              <a:extLst>
                <a:ext uri="{FF2B5EF4-FFF2-40B4-BE49-F238E27FC236}">
                  <a16:creationId xmlns:a16="http://schemas.microsoft.com/office/drawing/2014/main" id="{9E346DE4-785D-22F2-9FF8-F22EE0D782B3}"/>
                </a:ext>
              </a:extLst>
            </p:cNvPr>
            <p:cNvCxnSpPr>
              <a:stCxn id="6" idx="3"/>
              <a:endCxn id="8" idx="3"/>
            </p:cNvCxnSpPr>
            <p:nvPr/>
          </p:nvCxnSpPr>
          <p:spPr>
            <a:xfrm>
              <a:off x="5655212" y="2755199"/>
              <a:ext cx="28136" cy="2163246"/>
            </a:xfrm>
            <a:prstGeom prst="curvedConnector3">
              <a:avLst>
                <a:gd name="adj1" fmla="val 91248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006945E-15AE-BFB2-51C3-783287B9BF2B}"/>
                </a:ext>
              </a:extLst>
            </p:cNvPr>
            <p:cNvSpPr txBox="1"/>
            <p:nvPr/>
          </p:nvSpPr>
          <p:spPr>
            <a:xfrm>
              <a:off x="1533378" y="2568747"/>
              <a:ext cx="1575582" cy="646331"/>
            </a:xfrm>
            <a:prstGeom prst="rect">
              <a:avLst/>
            </a:prstGeom>
            <a:noFill/>
          </p:spPr>
          <p:txBody>
            <a:bodyPr wrap="square" rtlCol="0">
              <a:spAutoFit/>
            </a:bodyPr>
            <a:lstStyle/>
            <a:p>
              <a:r>
                <a:rPr lang="en-IN" dirty="0"/>
                <a:t>QOS requirement</a:t>
              </a:r>
            </a:p>
          </p:txBody>
        </p:sp>
        <p:sp>
          <p:nvSpPr>
            <p:cNvPr id="15" name="TextBox 14">
              <a:extLst>
                <a:ext uri="{FF2B5EF4-FFF2-40B4-BE49-F238E27FC236}">
                  <a16:creationId xmlns:a16="http://schemas.microsoft.com/office/drawing/2014/main" id="{AF9067B6-AEE6-4932-EF00-136AEDEA804F}"/>
                </a:ext>
              </a:extLst>
            </p:cNvPr>
            <p:cNvSpPr txBox="1"/>
            <p:nvPr/>
          </p:nvSpPr>
          <p:spPr>
            <a:xfrm>
              <a:off x="6163404" y="3651263"/>
              <a:ext cx="1575582" cy="369332"/>
            </a:xfrm>
            <a:prstGeom prst="rect">
              <a:avLst/>
            </a:prstGeom>
            <a:noFill/>
          </p:spPr>
          <p:txBody>
            <a:bodyPr wrap="square" rtlCol="0">
              <a:spAutoFit/>
            </a:bodyPr>
            <a:lstStyle/>
            <a:p>
              <a:r>
                <a:rPr lang="en-IN" dirty="0"/>
                <a:t>CSI</a:t>
              </a:r>
            </a:p>
          </p:txBody>
        </p:sp>
      </p:grpSp>
    </p:spTree>
    <p:extLst>
      <p:ext uri="{BB962C8B-B14F-4D97-AF65-F5344CB8AC3E}">
        <p14:creationId xmlns:p14="http://schemas.microsoft.com/office/powerpoint/2010/main" val="17256745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FB9F2-E3D5-028D-9C17-4EF9D69DE3E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DB3C2A-F936-4C43-F6DE-28855326D9D4}"/>
              </a:ext>
            </a:extLst>
          </p:cNvPr>
          <p:cNvSpPr>
            <a:spLocks noGrp="1"/>
          </p:cNvSpPr>
          <p:nvPr>
            <p:ph sz="quarter" idx="10"/>
          </p:nvPr>
        </p:nvSpPr>
        <p:spPr/>
        <p:txBody>
          <a:bodyPr/>
          <a:lstStyle/>
          <a:p>
            <a:r>
              <a:rPr lang="en-IN" dirty="0"/>
              <a:t>Cross layer protocols </a:t>
            </a:r>
          </a:p>
        </p:txBody>
      </p:sp>
      <p:sp>
        <p:nvSpPr>
          <p:cNvPr id="3" name="Slide Number Placeholder 2">
            <a:extLst>
              <a:ext uri="{FF2B5EF4-FFF2-40B4-BE49-F238E27FC236}">
                <a16:creationId xmlns:a16="http://schemas.microsoft.com/office/drawing/2014/main" id="{4E04F014-35F1-560E-3D9C-C7511FE7EAE4}"/>
              </a:ext>
            </a:extLst>
          </p:cNvPr>
          <p:cNvSpPr>
            <a:spLocks noGrp="1"/>
          </p:cNvSpPr>
          <p:nvPr>
            <p:ph type="sldNum" sz="quarter" idx="13"/>
          </p:nvPr>
        </p:nvSpPr>
        <p:spPr/>
        <p:txBody>
          <a:bodyPr/>
          <a:lstStyle/>
          <a:p>
            <a:fld id="{BC8D7E44-7D4F-4942-A8C9-2DF6BF8399E8}" type="slidenum">
              <a:rPr lang="en-US" smtClean="0"/>
              <a:pPr/>
              <a:t>144</a:t>
            </a:fld>
            <a:endParaRPr lang="en-US" dirty="0"/>
          </a:p>
        </p:txBody>
      </p:sp>
      <p:sp>
        <p:nvSpPr>
          <p:cNvPr id="16" name="TextBox 15">
            <a:extLst>
              <a:ext uri="{FF2B5EF4-FFF2-40B4-BE49-F238E27FC236}">
                <a16:creationId xmlns:a16="http://schemas.microsoft.com/office/drawing/2014/main" id="{045F5CA8-795E-459A-E0D8-E889EE6E42B4}"/>
              </a:ext>
            </a:extLst>
          </p:cNvPr>
          <p:cNvSpPr txBox="1"/>
          <p:nvPr/>
        </p:nvSpPr>
        <p:spPr>
          <a:xfrm>
            <a:off x="76200" y="1295400"/>
            <a:ext cx="8915400" cy="4524315"/>
          </a:xfrm>
          <a:prstGeom prst="rect">
            <a:avLst/>
          </a:prstGeom>
          <a:noFill/>
        </p:spPr>
        <p:txBody>
          <a:bodyPr wrap="square" rtlCol="0">
            <a:spAutoFit/>
          </a:bodyPr>
          <a:lstStyle/>
          <a:p>
            <a:r>
              <a:rPr lang="en-US" dirty="0"/>
              <a:t>In </a:t>
            </a:r>
            <a:r>
              <a:rPr lang="en-US" b="1" dirty="0"/>
              <a:t>Network Embedded Applications</a:t>
            </a:r>
            <a:r>
              <a:rPr lang="en-US" dirty="0"/>
              <a:t>, cross-layer protocols allow </a:t>
            </a:r>
            <a:r>
              <a:rPr lang="en-US" b="1" dirty="0"/>
              <a:t>direct interaction between non-adjacent layers</a:t>
            </a:r>
            <a:r>
              <a:rPr lang="en-US" dirty="0"/>
              <a:t> to enhance </a:t>
            </a:r>
            <a:r>
              <a:rPr lang="en-US" b="1" dirty="0"/>
              <a:t>performance, adaptability, and efficiency</a:t>
            </a:r>
            <a:r>
              <a:rPr lang="en-US" dirty="0"/>
              <a:t>. Unlike traditional layered architectures, cross-layer communication enables </a:t>
            </a:r>
            <a:r>
              <a:rPr lang="en-US" b="1" dirty="0"/>
              <a:t>real-time optimizations</a:t>
            </a:r>
            <a:r>
              <a:rPr lang="en-US" dirty="0"/>
              <a:t> for Quality of Service (QoS), energy efficiency, and network reliability.</a:t>
            </a:r>
          </a:p>
          <a:p>
            <a:pPr>
              <a:buNone/>
            </a:pPr>
            <a:r>
              <a:rPr lang="en-US" b="1" dirty="0"/>
              <a:t>Key Components in the Diagram:</a:t>
            </a:r>
          </a:p>
          <a:p>
            <a:pPr>
              <a:buFont typeface="+mj-lt"/>
              <a:buAutoNum type="arabicPeriod"/>
            </a:pPr>
            <a:r>
              <a:rPr lang="en-US" b="1" dirty="0"/>
              <a:t>Application (APP) Layer</a:t>
            </a:r>
            <a:endParaRPr lang="en-US" dirty="0"/>
          </a:p>
          <a:p>
            <a:pPr marL="742950" lvl="1" indent="-285750">
              <a:buFont typeface="+mj-lt"/>
              <a:buAutoNum type="arabicPeriod"/>
            </a:pPr>
            <a:r>
              <a:rPr lang="en-US" dirty="0"/>
              <a:t>Defines QoS </a:t>
            </a:r>
            <a:r>
              <a:rPr lang="en-US" b="1" dirty="0"/>
              <a:t>(Quality of Service) requirements</a:t>
            </a:r>
            <a:r>
              <a:rPr lang="en-US" dirty="0"/>
              <a:t> such as latency, bandwidth, and reliability.</a:t>
            </a:r>
          </a:p>
          <a:p>
            <a:pPr marL="742950" lvl="1" indent="-285750">
              <a:buFont typeface="+mj-lt"/>
              <a:buAutoNum type="arabicPeriod"/>
            </a:pPr>
            <a:r>
              <a:rPr lang="en-US" dirty="0"/>
              <a:t>In a </a:t>
            </a:r>
            <a:r>
              <a:rPr lang="en-US" b="1" dirty="0"/>
              <a:t>sensor network</a:t>
            </a:r>
            <a:r>
              <a:rPr lang="en-US" dirty="0"/>
              <a:t>, an application could require </a:t>
            </a:r>
            <a:r>
              <a:rPr lang="en-US" b="1" dirty="0"/>
              <a:t>real-time data transmission</a:t>
            </a:r>
            <a:r>
              <a:rPr lang="en-US" dirty="0"/>
              <a:t> for medical monitoring.</a:t>
            </a:r>
          </a:p>
          <a:p>
            <a:pPr>
              <a:buFont typeface="+mj-lt"/>
              <a:buAutoNum type="arabicPeriod"/>
            </a:pPr>
            <a:r>
              <a:rPr lang="en-US" b="1" dirty="0"/>
              <a:t>Network (NET) Layer</a:t>
            </a:r>
            <a:endParaRPr lang="en-US" dirty="0"/>
          </a:p>
          <a:p>
            <a:pPr marL="742950" lvl="1" indent="-285750">
              <a:buFont typeface="+mj-lt"/>
              <a:buAutoNum type="arabicPeriod"/>
            </a:pPr>
            <a:r>
              <a:rPr lang="en-US" dirty="0"/>
              <a:t>Uses the QoS requirements from the application layer to select </a:t>
            </a:r>
            <a:r>
              <a:rPr lang="en-US" b="1" dirty="0"/>
              <a:t>optimal routing paths</a:t>
            </a:r>
            <a:r>
              <a:rPr lang="en-US" dirty="0"/>
              <a:t>.</a:t>
            </a:r>
          </a:p>
          <a:p>
            <a:pPr marL="742950" lvl="1" indent="-285750">
              <a:buFont typeface="+mj-lt"/>
              <a:buAutoNum type="arabicPeriod"/>
            </a:pPr>
            <a:r>
              <a:rPr lang="en-US" dirty="0"/>
              <a:t>Example: In IoT networks, it prioritizes routing to </a:t>
            </a:r>
            <a:r>
              <a:rPr lang="en-US" b="1" dirty="0"/>
              <a:t>low-latency</a:t>
            </a:r>
            <a:r>
              <a:rPr lang="en-US" dirty="0"/>
              <a:t> or </a:t>
            </a:r>
            <a:r>
              <a:rPr lang="en-US" b="1" dirty="0"/>
              <a:t>energy-efficient</a:t>
            </a:r>
            <a:r>
              <a:rPr lang="en-US" dirty="0"/>
              <a:t> paths.</a:t>
            </a:r>
          </a:p>
          <a:p>
            <a:endParaRPr lang="en-IN" dirty="0"/>
          </a:p>
        </p:txBody>
      </p:sp>
    </p:spTree>
    <p:extLst>
      <p:ext uri="{BB962C8B-B14F-4D97-AF65-F5344CB8AC3E}">
        <p14:creationId xmlns:p14="http://schemas.microsoft.com/office/powerpoint/2010/main" val="256080344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BD2ED-D97B-0E7B-8D2A-857D0917F96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9BB5CDC-E9CC-65D1-DFA4-2368426F07AC}"/>
              </a:ext>
            </a:extLst>
          </p:cNvPr>
          <p:cNvSpPr>
            <a:spLocks noGrp="1"/>
          </p:cNvSpPr>
          <p:nvPr>
            <p:ph sz="quarter" idx="10"/>
          </p:nvPr>
        </p:nvSpPr>
        <p:spPr/>
        <p:txBody>
          <a:bodyPr/>
          <a:lstStyle/>
          <a:p>
            <a:r>
              <a:rPr lang="en-IN" dirty="0"/>
              <a:t>Cross layer protocols </a:t>
            </a:r>
          </a:p>
        </p:txBody>
      </p:sp>
      <p:sp>
        <p:nvSpPr>
          <p:cNvPr id="3" name="Slide Number Placeholder 2">
            <a:extLst>
              <a:ext uri="{FF2B5EF4-FFF2-40B4-BE49-F238E27FC236}">
                <a16:creationId xmlns:a16="http://schemas.microsoft.com/office/drawing/2014/main" id="{6FA4AAF3-1BC5-167B-3CD4-71D82A14141B}"/>
              </a:ext>
            </a:extLst>
          </p:cNvPr>
          <p:cNvSpPr>
            <a:spLocks noGrp="1"/>
          </p:cNvSpPr>
          <p:nvPr>
            <p:ph type="sldNum" sz="quarter" idx="13"/>
          </p:nvPr>
        </p:nvSpPr>
        <p:spPr/>
        <p:txBody>
          <a:bodyPr/>
          <a:lstStyle/>
          <a:p>
            <a:fld id="{BC8D7E44-7D4F-4942-A8C9-2DF6BF8399E8}" type="slidenum">
              <a:rPr lang="en-US" smtClean="0"/>
              <a:pPr/>
              <a:t>145</a:t>
            </a:fld>
            <a:endParaRPr lang="en-US" dirty="0"/>
          </a:p>
        </p:txBody>
      </p:sp>
      <p:sp>
        <p:nvSpPr>
          <p:cNvPr id="5" name="Rectangle 2">
            <a:extLst>
              <a:ext uri="{FF2B5EF4-FFF2-40B4-BE49-F238E27FC236}">
                <a16:creationId xmlns:a16="http://schemas.microsoft.com/office/drawing/2014/main" id="{6941F3F1-8B0B-C0BE-D63B-C48752A22760}"/>
              </a:ext>
            </a:extLst>
          </p:cNvPr>
          <p:cNvSpPr>
            <a:spLocks noChangeArrowheads="1"/>
          </p:cNvSpPr>
          <p:nvPr/>
        </p:nvSpPr>
        <p:spPr bwMode="auto">
          <a:xfrm>
            <a:off x="31595" y="1763105"/>
            <a:ext cx="89154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a:latin typeface="Arial" panose="020B0604020202020204" pitchFamily="34" charset="0"/>
              </a:rPr>
              <a:t>3.Medium Access Control (MAC) Layer</a:t>
            </a: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dirty="0">
                <a:latin typeface="Arial" panose="020B0604020202020204" pitchFamily="34" charset="0"/>
              </a:rPr>
              <a:t>Manages </a:t>
            </a:r>
            <a:r>
              <a:rPr lang="en-US" altLang="en-US" b="1" dirty="0">
                <a:latin typeface="Arial" panose="020B0604020202020204" pitchFamily="34" charset="0"/>
              </a:rPr>
              <a:t>channel access and scheduling</a:t>
            </a:r>
            <a:r>
              <a:rPr lang="en-US" altLang="en-US" dirty="0">
                <a:latin typeface="Arial" panose="020B0604020202020204" pitchFamily="34" charset="0"/>
              </a:rPr>
              <a:t>.</a:t>
            </a:r>
          </a:p>
          <a:p>
            <a:pPr lvl="0" eaLnBrk="0" fontAlgn="base" hangingPunct="0">
              <a:spcBef>
                <a:spcPct val="0"/>
              </a:spcBef>
              <a:spcAft>
                <a:spcPct val="0"/>
              </a:spcAft>
              <a:buFontTx/>
              <a:buChar char="•"/>
            </a:pPr>
            <a:r>
              <a:rPr lang="en-US" altLang="en-US" dirty="0">
                <a:latin typeface="Arial" panose="020B0604020202020204" pitchFamily="34" charset="0"/>
              </a:rPr>
              <a:t>It dynamically </a:t>
            </a:r>
            <a:r>
              <a:rPr lang="en-US" altLang="en-US" b="1" dirty="0">
                <a:latin typeface="Arial" panose="020B0604020202020204" pitchFamily="34" charset="0"/>
              </a:rPr>
              <a:t>adjusts transmission rates</a:t>
            </a:r>
            <a:r>
              <a:rPr lang="en-US" altLang="en-US" dirty="0">
                <a:latin typeface="Arial" panose="020B0604020202020204" pitchFamily="34" charset="0"/>
              </a:rPr>
              <a:t> and scheduling based on QoS needs and network congestion.</a:t>
            </a:r>
          </a:p>
          <a:p>
            <a:pPr lvl="0" eaLnBrk="0" fontAlgn="base" hangingPunct="0">
              <a:spcBef>
                <a:spcPct val="0"/>
              </a:spcBef>
              <a:spcAft>
                <a:spcPct val="0"/>
              </a:spcAft>
              <a:buFontTx/>
              <a:buChar char="•"/>
            </a:pPr>
            <a:r>
              <a:rPr lang="en-US" altLang="en-US" dirty="0">
                <a:latin typeface="Arial" panose="020B0604020202020204" pitchFamily="34" charset="0"/>
              </a:rPr>
              <a:t>Example: </a:t>
            </a:r>
            <a:r>
              <a:rPr lang="en-US" altLang="en-US" b="1" dirty="0">
                <a:latin typeface="Arial" panose="020B0604020202020204" pitchFamily="34" charset="0"/>
              </a:rPr>
              <a:t>Wireless Sensor Networks (WSNs)</a:t>
            </a:r>
            <a:r>
              <a:rPr lang="en-US" altLang="en-US" dirty="0">
                <a:latin typeface="Arial" panose="020B0604020202020204" pitchFamily="34" charset="0"/>
              </a:rPr>
              <a:t> use adaptive MAC protocols to conserve power.</a:t>
            </a:r>
          </a:p>
          <a:p>
            <a:pPr lvl="0" eaLnBrk="0" fontAlgn="base" hangingPunct="0">
              <a:spcBef>
                <a:spcPct val="0"/>
              </a:spcBef>
              <a:spcAft>
                <a:spcPct val="0"/>
              </a:spcAft>
            </a:pPr>
            <a:r>
              <a:rPr lang="en-US" altLang="en-US" b="1" dirty="0">
                <a:latin typeface="Arial" panose="020B0604020202020204" pitchFamily="34" charset="0"/>
              </a:rPr>
              <a:t>4.Physical (PHY) Layer</a:t>
            </a: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dirty="0">
                <a:latin typeface="Arial" panose="020B0604020202020204" pitchFamily="34" charset="0"/>
              </a:rPr>
              <a:t>Provides </a:t>
            </a:r>
            <a:r>
              <a:rPr lang="en-US" altLang="en-US" b="1" dirty="0">
                <a:latin typeface="Arial" panose="020B0604020202020204" pitchFamily="34" charset="0"/>
              </a:rPr>
              <a:t>Channel State Information (CSI)</a:t>
            </a:r>
            <a:r>
              <a:rPr lang="en-US" altLang="en-US" dirty="0">
                <a:latin typeface="Arial" panose="020B0604020202020204" pitchFamily="34" charset="0"/>
              </a:rPr>
              <a:t>, such as signal strength and interference levels.</a:t>
            </a:r>
          </a:p>
          <a:p>
            <a:pPr lvl="0" eaLnBrk="0" fontAlgn="base" hangingPunct="0">
              <a:spcBef>
                <a:spcPct val="0"/>
              </a:spcBef>
              <a:spcAft>
                <a:spcPct val="0"/>
              </a:spcAft>
              <a:buFontTx/>
              <a:buChar char="•"/>
            </a:pPr>
            <a:r>
              <a:rPr lang="en-US" altLang="en-US" dirty="0">
                <a:latin typeface="Arial" panose="020B0604020202020204" pitchFamily="34" charset="0"/>
              </a:rPr>
              <a:t>This information helps higher layers in </a:t>
            </a:r>
            <a:r>
              <a:rPr lang="en-US" altLang="en-US" b="1" dirty="0">
                <a:latin typeface="Arial" panose="020B0604020202020204" pitchFamily="34" charset="0"/>
              </a:rPr>
              <a:t>adapting transmission power and selecting efficient routes</a:t>
            </a:r>
            <a:r>
              <a:rPr lang="en-US" altLang="en-US" dirty="0">
                <a:latin typeface="Arial" panose="020B0604020202020204" pitchFamily="34" charset="0"/>
              </a:rPr>
              <a:t>.</a:t>
            </a:r>
          </a:p>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228294739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3AA22-6577-AC0B-4790-A545C7E0F60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E034F8-517C-7866-16F8-5382B70BF80D}"/>
              </a:ext>
            </a:extLst>
          </p:cNvPr>
          <p:cNvSpPr>
            <a:spLocks noGrp="1"/>
          </p:cNvSpPr>
          <p:nvPr>
            <p:ph sz="quarter" idx="10"/>
          </p:nvPr>
        </p:nvSpPr>
        <p:spPr/>
        <p:txBody>
          <a:bodyPr/>
          <a:lstStyle/>
          <a:p>
            <a:r>
              <a:rPr lang="en-IN" dirty="0"/>
              <a:t>Cross layer protocols </a:t>
            </a:r>
          </a:p>
        </p:txBody>
      </p:sp>
      <p:sp>
        <p:nvSpPr>
          <p:cNvPr id="3" name="Slide Number Placeholder 2">
            <a:extLst>
              <a:ext uri="{FF2B5EF4-FFF2-40B4-BE49-F238E27FC236}">
                <a16:creationId xmlns:a16="http://schemas.microsoft.com/office/drawing/2014/main" id="{A3369BE1-CCF5-AF93-DCE7-22EFD5F3C14A}"/>
              </a:ext>
            </a:extLst>
          </p:cNvPr>
          <p:cNvSpPr>
            <a:spLocks noGrp="1"/>
          </p:cNvSpPr>
          <p:nvPr>
            <p:ph type="sldNum" sz="quarter" idx="13"/>
          </p:nvPr>
        </p:nvSpPr>
        <p:spPr/>
        <p:txBody>
          <a:bodyPr/>
          <a:lstStyle/>
          <a:p>
            <a:fld id="{BC8D7E44-7D4F-4942-A8C9-2DF6BF8399E8}" type="slidenum">
              <a:rPr lang="en-US" smtClean="0"/>
              <a:pPr/>
              <a:t>146</a:t>
            </a:fld>
            <a:endParaRPr lang="en-US" dirty="0"/>
          </a:p>
        </p:txBody>
      </p:sp>
      <p:sp>
        <p:nvSpPr>
          <p:cNvPr id="5" name="Rectangle 2">
            <a:extLst>
              <a:ext uri="{FF2B5EF4-FFF2-40B4-BE49-F238E27FC236}">
                <a16:creationId xmlns:a16="http://schemas.microsoft.com/office/drawing/2014/main" id="{C4C842AF-B70C-CB6B-7120-F8BCDF363A93}"/>
              </a:ext>
            </a:extLst>
          </p:cNvPr>
          <p:cNvSpPr>
            <a:spLocks noChangeArrowheads="1"/>
          </p:cNvSpPr>
          <p:nvPr/>
        </p:nvSpPr>
        <p:spPr bwMode="auto">
          <a:xfrm>
            <a:off x="0" y="1447800"/>
            <a:ext cx="89154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b="1" dirty="0"/>
              <a:t>Cross-Layer Interactions:</a:t>
            </a:r>
          </a:p>
          <a:p>
            <a:pPr>
              <a:buFont typeface="Arial" panose="020B0604020202020204" pitchFamily="34" charset="0"/>
              <a:buChar char="•"/>
            </a:pPr>
            <a:r>
              <a:rPr lang="en-US" b="1" dirty="0"/>
              <a:t>QoS Requirements Flow Downward:</a:t>
            </a:r>
            <a:endParaRPr lang="en-US" dirty="0"/>
          </a:p>
          <a:p>
            <a:pPr marL="742950" lvl="1" indent="-285750">
              <a:buFont typeface="Arial" panose="020B0604020202020204" pitchFamily="34" charset="0"/>
              <a:buChar char="•"/>
            </a:pPr>
            <a:r>
              <a:rPr lang="en-US" dirty="0"/>
              <a:t>The </a:t>
            </a:r>
            <a:r>
              <a:rPr lang="en-US" b="1" dirty="0"/>
              <a:t>application layer</a:t>
            </a:r>
            <a:r>
              <a:rPr lang="en-US" dirty="0"/>
              <a:t> sets QoS needs (e.g., </a:t>
            </a:r>
            <a:r>
              <a:rPr lang="en-US" b="1" dirty="0"/>
              <a:t>low delay for real-time applications</a:t>
            </a:r>
            <a:r>
              <a:rPr lang="en-US" dirty="0"/>
              <a:t>).</a:t>
            </a:r>
          </a:p>
          <a:p>
            <a:pPr marL="742950" lvl="1" indent="-285750">
              <a:buFont typeface="Arial" panose="020B0604020202020204" pitchFamily="34" charset="0"/>
              <a:buChar char="•"/>
            </a:pPr>
            <a:r>
              <a:rPr lang="en-US" dirty="0"/>
              <a:t>These requirements influence the </a:t>
            </a:r>
            <a:r>
              <a:rPr lang="en-US" b="1" dirty="0"/>
              <a:t>network, MAC, and physical layers</a:t>
            </a:r>
            <a:r>
              <a:rPr lang="en-US" dirty="0"/>
              <a:t> to optimize routing and transmission.</a:t>
            </a:r>
          </a:p>
          <a:p>
            <a:pPr>
              <a:buFont typeface="Arial" panose="020B0604020202020204" pitchFamily="34" charset="0"/>
              <a:buChar char="•"/>
            </a:pPr>
            <a:r>
              <a:rPr lang="en-US" b="1" dirty="0"/>
              <a:t>Channel State Information (CSI) Flows Upward:</a:t>
            </a:r>
            <a:endParaRPr lang="en-US" dirty="0"/>
          </a:p>
          <a:p>
            <a:pPr marL="742950" lvl="1" indent="-285750">
              <a:buFont typeface="Arial" panose="020B0604020202020204" pitchFamily="34" charset="0"/>
              <a:buChar char="•"/>
            </a:pPr>
            <a:r>
              <a:rPr lang="en-US" dirty="0"/>
              <a:t>The </a:t>
            </a:r>
            <a:r>
              <a:rPr lang="en-US" b="1" dirty="0"/>
              <a:t>physical layer</a:t>
            </a:r>
            <a:r>
              <a:rPr lang="en-US" dirty="0"/>
              <a:t> reports CSI to the </a:t>
            </a:r>
            <a:r>
              <a:rPr lang="en-US" b="1" dirty="0"/>
              <a:t>MAC and network layers</a:t>
            </a:r>
            <a:r>
              <a:rPr lang="en-US" dirty="0"/>
              <a:t>, allowing </a:t>
            </a:r>
            <a:r>
              <a:rPr lang="en-US" b="1" dirty="0"/>
              <a:t>adaptive transmission power control and dynamic routing</a:t>
            </a:r>
            <a:r>
              <a:rPr lang="en-US" dirty="0"/>
              <a:t>.</a:t>
            </a:r>
          </a:p>
          <a:p>
            <a:pPr marL="742950" lvl="1" indent="-285750">
              <a:buFont typeface="Arial" panose="020B0604020202020204" pitchFamily="34" charset="0"/>
              <a:buChar char="•"/>
            </a:pPr>
            <a:r>
              <a:rPr lang="en-US" dirty="0"/>
              <a:t>Example: If the wireless channel is poor, the network layer may switch to a </a:t>
            </a:r>
            <a:r>
              <a:rPr lang="en-US" b="1" dirty="0"/>
              <a:t>more stable route</a:t>
            </a:r>
            <a:r>
              <a:rPr lang="en-US" dirty="0"/>
              <a:t>.</a:t>
            </a:r>
          </a:p>
          <a:p>
            <a:pPr lvl="0"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223648657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691D1-C9A0-81BB-C5B5-7437318AB63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46BD50-01CC-39BD-18F9-5066068D9A58}"/>
              </a:ext>
            </a:extLst>
          </p:cNvPr>
          <p:cNvSpPr>
            <a:spLocks noGrp="1"/>
          </p:cNvSpPr>
          <p:nvPr>
            <p:ph sz="quarter" idx="10"/>
          </p:nvPr>
        </p:nvSpPr>
        <p:spPr/>
        <p:txBody>
          <a:bodyPr/>
          <a:lstStyle/>
          <a:p>
            <a:r>
              <a:rPr lang="en-IN" dirty="0"/>
              <a:t>Cross layer protocols </a:t>
            </a:r>
          </a:p>
        </p:txBody>
      </p:sp>
      <p:sp>
        <p:nvSpPr>
          <p:cNvPr id="3" name="Slide Number Placeholder 2">
            <a:extLst>
              <a:ext uri="{FF2B5EF4-FFF2-40B4-BE49-F238E27FC236}">
                <a16:creationId xmlns:a16="http://schemas.microsoft.com/office/drawing/2014/main" id="{84A77133-8D6F-0EF4-D43D-49EF3541E818}"/>
              </a:ext>
            </a:extLst>
          </p:cNvPr>
          <p:cNvSpPr>
            <a:spLocks noGrp="1"/>
          </p:cNvSpPr>
          <p:nvPr>
            <p:ph type="sldNum" sz="quarter" idx="13"/>
          </p:nvPr>
        </p:nvSpPr>
        <p:spPr/>
        <p:txBody>
          <a:bodyPr/>
          <a:lstStyle/>
          <a:p>
            <a:fld id="{BC8D7E44-7D4F-4942-A8C9-2DF6BF8399E8}" type="slidenum">
              <a:rPr lang="en-US" smtClean="0"/>
              <a:pPr/>
              <a:t>147</a:t>
            </a:fld>
            <a:endParaRPr lang="en-US" dirty="0"/>
          </a:p>
        </p:txBody>
      </p:sp>
      <p:sp>
        <p:nvSpPr>
          <p:cNvPr id="4" name="TextBox 3">
            <a:extLst>
              <a:ext uri="{FF2B5EF4-FFF2-40B4-BE49-F238E27FC236}">
                <a16:creationId xmlns:a16="http://schemas.microsoft.com/office/drawing/2014/main" id="{22B24725-5987-052C-4A73-1AB217E3B473}"/>
              </a:ext>
            </a:extLst>
          </p:cNvPr>
          <p:cNvSpPr txBox="1"/>
          <p:nvPr/>
        </p:nvSpPr>
        <p:spPr>
          <a:xfrm>
            <a:off x="152400" y="1447800"/>
            <a:ext cx="8839200" cy="4247317"/>
          </a:xfrm>
          <a:prstGeom prst="rect">
            <a:avLst/>
          </a:prstGeom>
          <a:noFill/>
        </p:spPr>
        <p:txBody>
          <a:bodyPr wrap="square" rtlCol="0">
            <a:spAutoFit/>
          </a:bodyPr>
          <a:lstStyle/>
          <a:p>
            <a:pPr>
              <a:buNone/>
            </a:pPr>
            <a:r>
              <a:rPr lang="en-IN" b="1" dirty="0"/>
              <a:t>Applications in Embedded Networks:</a:t>
            </a:r>
          </a:p>
          <a:p>
            <a:pPr>
              <a:buFont typeface="+mj-lt"/>
              <a:buAutoNum type="arabicPeriod"/>
            </a:pPr>
            <a:r>
              <a:rPr lang="en-IN" b="1" dirty="0"/>
              <a:t>Wireless Sensor Networks (WSN)</a:t>
            </a:r>
            <a:endParaRPr lang="en-IN" dirty="0"/>
          </a:p>
          <a:p>
            <a:pPr marL="742950" lvl="1" indent="-285750">
              <a:buFont typeface="+mj-lt"/>
              <a:buAutoNum type="arabicPeriod"/>
            </a:pPr>
            <a:r>
              <a:rPr lang="en-IN" dirty="0"/>
              <a:t>Cross-layer interaction helps in </a:t>
            </a:r>
            <a:r>
              <a:rPr lang="en-IN" b="1" dirty="0"/>
              <a:t>energy-aware routing and adaptive data transmission</a:t>
            </a:r>
            <a:r>
              <a:rPr lang="en-IN" dirty="0"/>
              <a:t>.</a:t>
            </a:r>
          </a:p>
          <a:p>
            <a:pPr marL="742950" lvl="1" indent="-285750">
              <a:buFont typeface="+mj-lt"/>
              <a:buAutoNum type="arabicPeriod"/>
            </a:pPr>
            <a:r>
              <a:rPr lang="en-IN" dirty="0"/>
              <a:t>Example: In an environmental monitoring system, sensors </a:t>
            </a:r>
            <a:r>
              <a:rPr lang="en-IN" b="1" dirty="0"/>
              <a:t>reduce transmission power</a:t>
            </a:r>
            <a:r>
              <a:rPr lang="en-IN" dirty="0"/>
              <a:t> when the channel is stable.</a:t>
            </a:r>
          </a:p>
          <a:p>
            <a:pPr>
              <a:buFont typeface="+mj-lt"/>
              <a:buAutoNum type="arabicPeriod"/>
            </a:pPr>
            <a:r>
              <a:rPr lang="en-IN" b="1" dirty="0"/>
              <a:t>IoT and Smart Grid</a:t>
            </a:r>
            <a:endParaRPr lang="en-IN" dirty="0"/>
          </a:p>
          <a:p>
            <a:pPr marL="742950" lvl="1" indent="-285750">
              <a:buFont typeface="+mj-lt"/>
              <a:buAutoNum type="arabicPeriod"/>
            </a:pPr>
            <a:r>
              <a:rPr lang="en-IN" dirty="0"/>
              <a:t>Ensures </a:t>
            </a:r>
            <a:r>
              <a:rPr lang="en-IN" b="1" dirty="0"/>
              <a:t>reliable, low-latency communication</a:t>
            </a:r>
            <a:r>
              <a:rPr lang="en-IN" dirty="0"/>
              <a:t> between IoT devices.</a:t>
            </a:r>
          </a:p>
          <a:p>
            <a:pPr marL="742950" lvl="1" indent="-285750">
              <a:buFont typeface="+mj-lt"/>
              <a:buAutoNum type="arabicPeriod"/>
            </a:pPr>
            <a:r>
              <a:rPr lang="en-IN" dirty="0"/>
              <a:t>Example: In smart homes, cross-layer protocols optimize </a:t>
            </a:r>
            <a:r>
              <a:rPr lang="en-IN" b="1" dirty="0"/>
              <a:t>energy-efficient communication between devices</a:t>
            </a:r>
            <a:r>
              <a:rPr lang="en-IN" dirty="0"/>
              <a:t>.</a:t>
            </a:r>
          </a:p>
          <a:p>
            <a:pPr>
              <a:buFont typeface="+mj-lt"/>
              <a:buAutoNum type="arabicPeriod"/>
            </a:pPr>
            <a:r>
              <a:rPr lang="en-IN" b="1" dirty="0"/>
              <a:t>Vehicular Ad-Hoc Networks (VANETs)</a:t>
            </a:r>
            <a:endParaRPr lang="en-IN" dirty="0"/>
          </a:p>
          <a:p>
            <a:pPr marL="742950" lvl="1" indent="-285750">
              <a:buFont typeface="+mj-lt"/>
              <a:buAutoNum type="arabicPeriod"/>
            </a:pPr>
            <a:r>
              <a:rPr lang="en-IN" dirty="0"/>
              <a:t>Ensures </a:t>
            </a:r>
            <a:r>
              <a:rPr lang="en-IN" b="1" dirty="0"/>
              <a:t>seamless data exchange in fast-moving networks</a:t>
            </a:r>
            <a:r>
              <a:rPr lang="en-IN" dirty="0"/>
              <a:t>.</a:t>
            </a:r>
          </a:p>
          <a:p>
            <a:pPr marL="742950" lvl="1" indent="-285750">
              <a:buFont typeface="+mj-lt"/>
              <a:buAutoNum type="arabicPeriod"/>
            </a:pPr>
            <a:r>
              <a:rPr lang="en-IN" dirty="0"/>
              <a:t>Example: In autonomous vehicle networks, CSI helps in adjusting </a:t>
            </a:r>
            <a:r>
              <a:rPr lang="en-IN" b="1" dirty="0"/>
              <a:t>transmission power</a:t>
            </a:r>
            <a:r>
              <a:rPr lang="en-IN" dirty="0"/>
              <a:t> for maintaining connectivity.</a:t>
            </a:r>
          </a:p>
          <a:p>
            <a:endParaRPr lang="en-IN" dirty="0"/>
          </a:p>
        </p:txBody>
      </p:sp>
    </p:spTree>
    <p:extLst>
      <p:ext uri="{BB962C8B-B14F-4D97-AF65-F5344CB8AC3E}">
        <p14:creationId xmlns:p14="http://schemas.microsoft.com/office/powerpoint/2010/main" val="140845455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0354E0-AB46-1DE0-1F22-8F3EAC041435}"/>
              </a:ext>
            </a:extLst>
          </p:cNvPr>
          <p:cNvSpPr>
            <a:spLocks noGrp="1"/>
          </p:cNvSpPr>
          <p:nvPr>
            <p:ph sz="quarter" idx="10"/>
          </p:nvPr>
        </p:nvSpPr>
        <p:spPr/>
        <p:txBody>
          <a:bodyPr/>
          <a:lstStyle/>
          <a:p>
            <a:r>
              <a:rPr lang="en-IN" sz="3600" dirty="0"/>
              <a:t>Cross Layer Protocol</a:t>
            </a:r>
            <a:endParaRPr lang="en-IN" dirty="0"/>
          </a:p>
        </p:txBody>
      </p:sp>
      <p:sp>
        <p:nvSpPr>
          <p:cNvPr id="3" name="Slide Number Placeholder 2">
            <a:extLst>
              <a:ext uri="{FF2B5EF4-FFF2-40B4-BE49-F238E27FC236}">
                <a16:creationId xmlns:a16="http://schemas.microsoft.com/office/drawing/2014/main" id="{871DE43C-1148-5AA5-B03E-E5956E490AA5}"/>
              </a:ext>
            </a:extLst>
          </p:cNvPr>
          <p:cNvSpPr>
            <a:spLocks noGrp="1"/>
          </p:cNvSpPr>
          <p:nvPr>
            <p:ph type="sldNum" sz="quarter" idx="13"/>
          </p:nvPr>
        </p:nvSpPr>
        <p:spPr/>
        <p:txBody>
          <a:bodyPr/>
          <a:lstStyle/>
          <a:p>
            <a:fld id="{BC8D7E44-7D4F-4942-A8C9-2DF6BF8399E8}" type="slidenum">
              <a:rPr lang="en-US" smtClean="0"/>
              <a:pPr/>
              <a:t>148</a:t>
            </a:fld>
            <a:endParaRPr lang="en-US" dirty="0"/>
          </a:p>
        </p:txBody>
      </p:sp>
      <p:graphicFrame>
        <p:nvGraphicFramePr>
          <p:cNvPr id="4" name="Content Placeholder 2">
            <a:extLst>
              <a:ext uri="{FF2B5EF4-FFF2-40B4-BE49-F238E27FC236}">
                <a16:creationId xmlns:a16="http://schemas.microsoft.com/office/drawing/2014/main" id="{1FFFFFFB-1349-29E0-BD86-1DBB1C93D586}"/>
              </a:ext>
            </a:extLst>
          </p:cNvPr>
          <p:cNvGraphicFramePr>
            <a:graphicFrameLocks/>
          </p:cNvGraphicFramePr>
          <p:nvPr/>
        </p:nvGraphicFramePr>
        <p:xfrm>
          <a:off x="3545586" y="1676400"/>
          <a:ext cx="4760214" cy="4541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2497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10043-8164-01D1-D28D-373248908C5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C7826A-6686-7B86-6505-F7692B7B017A}"/>
              </a:ext>
            </a:extLst>
          </p:cNvPr>
          <p:cNvSpPr>
            <a:spLocks noGrp="1"/>
          </p:cNvSpPr>
          <p:nvPr>
            <p:ph sz="quarter" idx="10"/>
          </p:nvPr>
        </p:nvSpPr>
        <p:spPr/>
        <p:txBody>
          <a:bodyPr/>
          <a:lstStyle/>
          <a:p>
            <a:r>
              <a:rPr lang="en-IN" sz="3600" dirty="0"/>
              <a:t>Cross Layer Protocol</a:t>
            </a:r>
            <a:endParaRPr lang="en-IN" dirty="0"/>
          </a:p>
        </p:txBody>
      </p:sp>
      <p:sp>
        <p:nvSpPr>
          <p:cNvPr id="3" name="Slide Number Placeholder 2">
            <a:extLst>
              <a:ext uri="{FF2B5EF4-FFF2-40B4-BE49-F238E27FC236}">
                <a16:creationId xmlns:a16="http://schemas.microsoft.com/office/drawing/2014/main" id="{A77E9C33-5B8E-7C45-5735-4F50A358DDD2}"/>
              </a:ext>
            </a:extLst>
          </p:cNvPr>
          <p:cNvSpPr>
            <a:spLocks noGrp="1"/>
          </p:cNvSpPr>
          <p:nvPr>
            <p:ph type="sldNum" sz="quarter" idx="13"/>
          </p:nvPr>
        </p:nvSpPr>
        <p:spPr/>
        <p:txBody>
          <a:bodyPr/>
          <a:lstStyle/>
          <a:p>
            <a:fld id="{BC8D7E44-7D4F-4942-A8C9-2DF6BF8399E8}" type="slidenum">
              <a:rPr lang="en-US" smtClean="0"/>
              <a:pPr/>
              <a:t>149</a:t>
            </a:fld>
            <a:endParaRPr lang="en-US" dirty="0"/>
          </a:p>
        </p:txBody>
      </p:sp>
      <p:sp>
        <p:nvSpPr>
          <p:cNvPr id="5" name="TextBox 4">
            <a:extLst>
              <a:ext uri="{FF2B5EF4-FFF2-40B4-BE49-F238E27FC236}">
                <a16:creationId xmlns:a16="http://schemas.microsoft.com/office/drawing/2014/main" id="{DAD48193-8BD7-B3B8-476F-316AE28CB2A6}"/>
              </a:ext>
            </a:extLst>
          </p:cNvPr>
          <p:cNvSpPr txBox="1"/>
          <p:nvPr/>
        </p:nvSpPr>
        <p:spPr>
          <a:xfrm>
            <a:off x="76200" y="1295400"/>
            <a:ext cx="8991600" cy="5355312"/>
          </a:xfrm>
          <a:prstGeom prst="rect">
            <a:avLst/>
          </a:prstGeom>
          <a:noFill/>
        </p:spPr>
        <p:txBody>
          <a:bodyPr wrap="square" rtlCol="0">
            <a:spAutoFit/>
          </a:bodyPr>
          <a:lstStyle/>
          <a:p>
            <a:r>
              <a:rPr lang="en-US" dirty="0"/>
              <a:t>Cross-layer protocols in </a:t>
            </a:r>
            <a:r>
              <a:rPr lang="en-US" b="1" dirty="0"/>
              <a:t>Network Embedded Applications</a:t>
            </a:r>
            <a:r>
              <a:rPr lang="en-US" dirty="0"/>
              <a:t> allow </a:t>
            </a:r>
            <a:r>
              <a:rPr lang="en-US" b="1" dirty="0"/>
              <a:t>direct communication between non-adjacent layers</a:t>
            </a:r>
            <a:r>
              <a:rPr lang="en-US" dirty="0"/>
              <a:t>, improving </a:t>
            </a:r>
            <a:r>
              <a:rPr lang="en-US" b="1" dirty="0"/>
              <a:t>network efficiency, adaptability, and real-time performance</a:t>
            </a:r>
            <a:r>
              <a:rPr lang="en-US" dirty="0"/>
              <a:t>. This approach breaks the traditional layered structure to optimize </a:t>
            </a:r>
            <a:r>
              <a:rPr lang="en-US" b="1" dirty="0"/>
              <a:t>energy consumption, scheduling, and routing</a:t>
            </a:r>
            <a:r>
              <a:rPr lang="en-US" dirty="0"/>
              <a:t>.</a:t>
            </a:r>
          </a:p>
          <a:p>
            <a:pPr>
              <a:buNone/>
            </a:pPr>
            <a:r>
              <a:rPr lang="en-US" b="1" dirty="0"/>
              <a:t>Key Concepts in the Slide:</a:t>
            </a:r>
          </a:p>
          <a:p>
            <a:pPr>
              <a:buFont typeface="+mj-lt"/>
              <a:buAutoNum type="arabicPeriod"/>
            </a:pPr>
            <a:r>
              <a:rPr lang="en-US" b="1" dirty="0"/>
              <a:t>Non-adjacent layers interact</a:t>
            </a:r>
            <a:endParaRPr lang="en-US" dirty="0"/>
          </a:p>
          <a:p>
            <a:pPr marL="742950" lvl="1" indent="-285750">
              <a:buFont typeface="+mj-lt"/>
              <a:buAutoNum type="arabicPeriod"/>
            </a:pPr>
            <a:r>
              <a:rPr lang="en-US" dirty="0"/>
              <a:t>Unlike traditional architectures, cross-layer design allows </a:t>
            </a:r>
            <a:r>
              <a:rPr lang="en-US" b="1" dirty="0"/>
              <a:t>direct interaction between layers that are not next to each other</a:t>
            </a:r>
            <a:r>
              <a:rPr lang="en-US" dirty="0"/>
              <a:t>.</a:t>
            </a:r>
          </a:p>
          <a:p>
            <a:pPr marL="742950" lvl="1" indent="-285750">
              <a:buFont typeface="+mj-lt"/>
              <a:buAutoNum type="arabicPeriod"/>
            </a:pPr>
            <a:r>
              <a:rPr lang="en-US" dirty="0"/>
              <a:t>Example: The </a:t>
            </a:r>
            <a:r>
              <a:rPr lang="en-US" b="1" dirty="0"/>
              <a:t>application layer can communicate directly with the MAC or physical layer</a:t>
            </a:r>
            <a:r>
              <a:rPr lang="en-US" dirty="0"/>
              <a:t> to adjust data transmission strategies.</a:t>
            </a:r>
          </a:p>
          <a:p>
            <a:pPr>
              <a:buFont typeface="+mj-lt"/>
              <a:buAutoNum type="arabicPeriod"/>
            </a:pPr>
            <a:r>
              <a:rPr lang="en-US" b="1" dirty="0"/>
              <a:t>Application layer – MAC layer interaction for better scheduling</a:t>
            </a:r>
            <a:endParaRPr lang="en-US" dirty="0"/>
          </a:p>
          <a:p>
            <a:pPr marL="742950" lvl="1" indent="-285750">
              <a:buFont typeface="+mj-lt"/>
              <a:buAutoNum type="arabicPeriod"/>
            </a:pPr>
            <a:r>
              <a:rPr lang="en-US" dirty="0"/>
              <a:t>In </a:t>
            </a:r>
            <a:r>
              <a:rPr lang="en-US" b="1" dirty="0"/>
              <a:t>Wireless Sensor Networks (WSNs)</a:t>
            </a:r>
            <a:r>
              <a:rPr lang="en-US" dirty="0"/>
              <a:t> and </a:t>
            </a:r>
            <a:r>
              <a:rPr lang="en-US" b="1" dirty="0"/>
              <a:t>IoT systems</a:t>
            </a:r>
            <a:r>
              <a:rPr lang="en-US" dirty="0"/>
              <a:t>, the application layer can instruct the </a:t>
            </a:r>
            <a:r>
              <a:rPr lang="en-US" b="1" dirty="0"/>
              <a:t>MAC layer</a:t>
            </a:r>
            <a:r>
              <a:rPr lang="en-US" dirty="0"/>
              <a:t> to adjust transmission schedules based on </a:t>
            </a:r>
            <a:r>
              <a:rPr lang="en-US" b="1" dirty="0"/>
              <a:t>data importance and network conditions</a:t>
            </a:r>
            <a:r>
              <a:rPr lang="en-US" dirty="0"/>
              <a:t>.</a:t>
            </a:r>
          </a:p>
          <a:p>
            <a:pPr marL="742950" lvl="1" indent="-285750">
              <a:buFont typeface="+mj-lt"/>
              <a:buAutoNum type="arabicPeriod"/>
            </a:pPr>
            <a:r>
              <a:rPr lang="en-US" dirty="0"/>
              <a:t>Example:</a:t>
            </a:r>
          </a:p>
          <a:p>
            <a:pPr marL="1143000" lvl="2" indent="-228600">
              <a:buFont typeface="+mj-lt"/>
              <a:buAutoNum type="arabicPeriod"/>
            </a:pPr>
            <a:r>
              <a:rPr lang="en-US" dirty="0"/>
              <a:t>In a </a:t>
            </a:r>
            <a:r>
              <a:rPr lang="en-US" b="1" dirty="0"/>
              <a:t>smart city traffic monitoring system</a:t>
            </a:r>
            <a:r>
              <a:rPr lang="en-US" dirty="0"/>
              <a:t>, the application layer prioritizes real-time traffic alerts.</a:t>
            </a:r>
          </a:p>
          <a:p>
            <a:pPr marL="1143000" lvl="2" indent="-228600">
              <a:buFont typeface="+mj-lt"/>
              <a:buAutoNum type="arabicPeriod"/>
            </a:pPr>
            <a:r>
              <a:rPr lang="en-US" dirty="0"/>
              <a:t>The MAC layer adjusts </a:t>
            </a:r>
            <a:r>
              <a:rPr lang="en-US" b="1" dirty="0"/>
              <a:t>medium access schedules</a:t>
            </a:r>
            <a:r>
              <a:rPr lang="en-US" dirty="0"/>
              <a:t> to give priority to urgent packets.</a:t>
            </a:r>
          </a:p>
          <a:p>
            <a:endParaRPr lang="en-IN" dirty="0"/>
          </a:p>
        </p:txBody>
      </p:sp>
    </p:spTree>
    <p:extLst>
      <p:ext uri="{BB962C8B-B14F-4D97-AF65-F5344CB8AC3E}">
        <p14:creationId xmlns:p14="http://schemas.microsoft.com/office/powerpoint/2010/main" val="311549820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94A8-9E12-F08C-C566-F61B0957C5D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859DF1-975E-DCAF-47FB-6E543D3D8860}"/>
              </a:ext>
            </a:extLst>
          </p:cNvPr>
          <p:cNvSpPr>
            <a:spLocks noGrp="1"/>
          </p:cNvSpPr>
          <p:nvPr>
            <p:ph sz="quarter" idx="10"/>
          </p:nvPr>
        </p:nvSpPr>
        <p:spPr/>
        <p:txBody>
          <a:bodyPr/>
          <a:lstStyle/>
          <a:p>
            <a:r>
              <a:rPr lang="en-IN" sz="3600" dirty="0"/>
              <a:t>Cross Layer Protocol</a:t>
            </a:r>
            <a:endParaRPr lang="en-IN" dirty="0"/>
          </a:p>
        </p:txBody>
      </p:sp>
      <p:sp>
        <p:nvSpPr>
          <p:cNvPr id="3" name="Slide Number Placeholder 2">
            <a:extLst>
              <a:ext uri="{FF2B5EF4-FFF2-40B4-BE49-F238E27FC236}">
                <a16:creationId xmlns:a16="http://schemas.microsoft.com/office/drawing/2014/main" id="{22543600-01E0-2BB4-01FA-6CB6767566F7}"/>
              </a:ext>
            </a:extLst>
          </p:cNvPr>
          <p:cNvSpPr>
            <a:spLocks noGrp="1"/>
          </p:cNvSpPr>
          <p:nvPr>
            <p:ph type="sldNum" sz="quarter" idx="13"/>
          </p:nvPr>
        </p:nvSpPr>
        <p:spPr/>
        <p:txBody>
          <a:bodyPr/>
          <a:lstStyle/>
          <a:p>
            <a:fld id="{BC8D7E44-7D4F-4942-A8C9-2DF6BF8399E8}" type="slidenum">
              <a:rPr lang="en-US" smtClean="0"/>
              <a:pPr/>
              <a:t>150</a:t>
            </a:fld>
            <a:endParaRPr lang="en-US" dirty="0"/>
          </a:p>
        </p:txBody>
      </p:sp>
      <p:sp>
        <p:nvSpPr>
          <p:cNvPr id="5" name="TextBox 4">
            <a:extLst>
              <a:ext uri="{FF2B5EF4-FFF2-40B4-BE49-F238E27FC236}">
                <a16:creationId xmlns:a16="http://schemas.microsoft.com/office/drawing/2014/main" id="{C3181347-78D4-BFC4-9D3E-3FEEF716F543}"/>
              </a:ext>
            </a:extLst>
          </p:cNvPr>
          <p:cNvSpPr txBox="1"/>
          <p:nvPr/>
        </p:nvSpPr>
        <p:spPr>
          <a:xfrm>
            <a:off x="76200" y="1295400"/>
            <a:ext cx="8991600" cy="5355312"/>
          </a:xfrm>
          <a:prstGeom prst="rect">
            <a:avLst/>
          </a:prstGeom>
          <a:noFill/>
        </p:spPr>
        <p:txBody>
          <a:bodyPr wrap="square" rtlCol="0">
            <a:spAutoFit/>
          </a:bodyPr>
          <a:lstStyle/>
          <a:p>
            <a:pPr>
              <a:buNone/>
            </a:pPr>
            <a:r>
              <a:rPr lang="en-US" b="1" dirty="0"/>
              <a:t>3. Physical layer exchanges Channel Status Information (CSI) to improve routing</a:t>
            </a:r>
            <a:endParaRPr lang="en-US" dirty="0"/>
          </a:p>
          <a:p>
            <a:pPr>
              <a:buFont typeface="Arial" panose="020B0604020202020204" pitchFamily="34" charset="0"/>
              <a:buChar char="•"/>
            </a:pPr>
            <a:r>
              <a:rPr lang="en-US" dirty="0"/>
              <a:t>The </a:t>
            </a:r>
            <a:r>
              <a:rPr lang="en-US" b="1" dirty="0"/>
              <a:t>physical layer</a:t>
            </a:r>
            <a:r>
              <a:rPr lang="en-US" dirty="0"/>
              <a:t> monitors </a:t>
            </a:r>
            <a:r>
              <a:rPr lang="en-US" b="1" dirty="0"/>
              <a:t>channel conditions</a:t>
            </a:r>
            <a:r>
              <a:rPr lang="en-US" dirty="0"/>
              <a:t> (e.g., interference, signal strength).</a:t>
            </a:r>
          </a:p>
          <a:p>
            <a:pPr>
              <a:buFont typeface="Arial" panose="020B0604020202020204" pitchFamily="34" charset="0"/>
              <a:buChar char="•"/>
            </a:pPr>
            <a:r>
              <a:rPr lang="en-US" dirty="0"/>
              <a:t>This </a:t>
            </a:r>
            <a:r>
              <a:rPr lang="en-US" b="1" dirty="0"/>
              <a:t>CSI (Channel Status Information)</a:t>
            </a:r>
            <a:r>
              <a:rPr lang="en-US" dirty="0"/>
              <a:t> is passed to higher layers, helping the network layer </a:t>
            </a:r>
            <a:r>
              <a:rPr lang="en-US" b="1" dirty="0"/>
              <a:t>select the best routing paths</a:t>
            </a:r>
            <a:r>
              <a:rPr lang="en-US" dirty="0"/>
              <a:t>.</a:t>
            </a:r>
          </a:p>
          <a:p>
            <a:pPr>
              <a:buFont typeface="Arial" panose="020B0604020202020204" pitchFamily="34" charset="0"/>
              <a:buChar char="•"/>
            </a:pPr>
            <a:r>
              <a:rPr lang="en-US" dirty="0"/>
              <a:t>Example:</a:t>
            </a:r>
          </a:p>
          <a:p>
            <a:pPr marL="742950" lvl="1" indent="-285750">
              <a:buFont typeface="Arial" panose="020B0604020202020204" pitchFamily="34" charset="0"/>
              <a:buChar char="•"/>
            </a:pPr>
            <a:r>
              <a:rPr lang="en-US" dirty="0"/>
              <a:t>In </a:t>
            </a:r>
            <a:r>
              <a:rPr lang="en-US" b="1" dirty="0"/>
              <a:t>vehicular ad-hoc networks (VANETs)</a:t>
            </a:r>
            <a:r>
              <a:rPr lang="en-US" dirty="0"/>
              <a:t>, cars moving through tunnels experience </a:t>
            </a:r>
            <a:r>
              <a:rPr lang="en-US" b="1" dirty="0"/>
              <a:t>weak signals</a:t>
            </a:r>
            <a:r>
              <a:rPr lang="en-US" dirty="0"/>
              <a:t>.</a:t>
            </a:r>
          </a:p>
          <a:p>
            <a:pPr marL="742950" lvl="1" indent="-285750">
              <a:buFont typeface="Arial" panose="020B0604020202020204" pitchFamily="34" charset="0"/>
              <a:buChar char="•"/>
            </a:pPr>
            <a:r>
              <a:rPr lang="en-US" dirty="0"/>
              <a:t>The </a:t>
            </a:r>
            <a:r>
              <a:rPr lang="en-US" b="1" dirty="0"/>
              <a:t>physical layer detects this and informs the network layer</a:t>
            </a:r>
            <a:r>
              <a:rPr lang="en-US" dirty="0"/>
              <a:t>, which </a:t>
            </a:r>
            <a:r>
              <a:rPr lang="en-US" b="1" dirty="0"/>
              <a:t>reroutes data through more stable connections</a:t>
            </a:r>
            <a:r>
              <a:rPr lang="en-US" dirty="0"/>
              <a:t>.</a:t>
            </a:r>
          </a:p>
          <a:p>
            <a:pPr>
              <a:buNone/>
            </a:pPr>
            <a:r>
              <a:rPr lang="en-IN" b="1" dirty="0"/>
              <a:t>How This Helps in Network Embedded Applications</a:t>
            </a:r>
          </a:p>
          <a:p>
            <a:pPr>
              <a:buFont typeface="Arial" panose="020B0604020202020204" pitchFamily="34" charset="0"/>
              <a:buChar char="•"/>
            </a:pPr>
            <a:r>
              <a:rPr lang="en-IN" b="1" dirty="0"/>
              <a:t>Improves energy efficiency</a:t>
            </a:r>
            <a:r>
              <a:rPr lang="en-IN" dirty="0"/>
              <a:t> → Reduces unnecessary transmissions.</a:t>
            </a:r>
          </a:p>
          <a:p>
            <a:pPr>
              <a:buFont typeface="Arial" panose="020B0604020202020204" pitchFamily="34" charset="0"/>
              <a:buChar char="•"/>
            </a:pPr>
            <a:r>
              <a:rPr lang="en-IN" b="1" dirty="0"/>
              <a:t>Enhances reliability</a:t>
            </a:r>
            <a:r>
              <a:rPr lang="en-IN" dirty="0"/>
              <a:t> → Adapts to dynamic environments like </a:t>
            </a:r>
            <a:r>
              <a:rPr lang="en-IN" b="1" dirty="0"/>
              <a:t>sensor networks and IoT</a:t>
            </a:r>
            <a:r>
              <a:rPr lang="en-IN" dirty="0"/>
              <a:t>.</a:t>
            </a:r>
          </a:p>
          <a:p>
            <a:pPr>
              <a:buFont typeface="Arial" panose="020B0604020202020204" pitchFamily="34" charset="0"/>
              <a:buChar char="•"/>
            </a:pPr>
            <a:r>
              <a:rPr lang="en-IN" b="1" dirty="0"/>
              <a:t>Reduces latency</a:t>
            </a:r>
            <a:r>
              <a:rPr lang="en-IN" dirty="0"/>
              <a:t> → Real-time applications (e.g., healthcare monitoring, industrial automation) benefit from faster responses.</a:t>
            </a:r>
          </a:p>
          <a:p>
            <a:br>
              <a:rPr lang="en-IN" dirty="0"/>
            </a:br>
            <a:r>
              <a:rPr lang="en-IN" dirty="0"/>
              <a:t>Cross-layer protocols </a:t>
            </a:r>
            <a:r>
              <a:rPr lang="en-IN" b="1" dirty="0"/>
              <a:t>dynamically optimize network performance</a:t>
            </a:r>
            <a:r>
              <a:rPr lang="en-IN" dirty="0"/>
              <a:t> by enabling flexible, real-time communication between layers. This is </a:t>
            </a:r>
            <a:r>
              <a:rPr lang="en-IN" b="1" dirty="0"/>
              <a:t>crucial for Network Embedded Applications</a:t>
            </a:r>
            <a:r>
              <a:rPr lang="en-IN" dirty="0"/>
              <a:t>, where </a:t>
            </a:r>
            <a:r>
              <a:rPr lang="en-IN" b="1" dirty="0"/>
              <a:t>energy efficiency, low latency, and adaptive routing</a:t>
            </a:r>
            <a:r>
              <a:rPr lang="en-IN" dirty="0"/>
              <a:t> are essential.</a:t>
            </a:r>
          </a:p>
          <a:p>
            <a:endParaRPr lang="en-IN" dirty="0"/>
          </a:p>
        </p:txBody>
      </p:sp>
    </p:spTree>
    <p:extLst>
      <p:ext uri="{BB962C8B-B14F-4D97-AF65-F5344CB8AC3E}">
        <p14:creationId xmlns:p14="http://schemas.microsoft.com/office/powerpoint/2010/main" val="205547182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83A92-E03D-2246-C17D-7AED0E6352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D280DC-65A7-1B97-EB38-2D0900B80B27}"/>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Challenges of cross layer protocols</a:t>
            </a:r>
            <a:endParaRPr lang="en-IN"/>
          </a:p>
        </p:txBody>
      </p:sp>
      <p:sp>
        <p:nvSpPr>
          <p:cNvPr id="11" name="Content Placeholder 3">
            <a:extLst>
              <a:ext uri="{FF2B5EF4-FFF2-40B4-BE49-F238E27FC236}">
                <a16:creationId xmlns:a16="http://schemas.microsoft.com/office/drawing/2014/main" id="{A8E3A4FD-254E-E49C-F182-AE0EC6680CA4}"/>
              </a:ext>
            </a:extLst>
          </p:cNvPr>
          <p:cNvSpPr>
            <a:spLocks noGrp="1"/>
          </p:cNvSpPr>
          <p:nvPr>
            <p:ph sz="quarter" idx="11"/>
          </p:nvPr>
        </p:nvSpPr>
        <p:spPr>
          <a:xfrm>
            <a:off x="4495800" y="6363741"/>
            <a:ext cx="914400" cy="914400"/>
          </a:xfrm>
        </p:spPr>
        <p:txBody>
          <a:bodyPr/>
          <a:lstStyle/>
          <a:p>
            <a:endParaRPr lang="en-US"/>
          </a:p>
        </p:txBody>
      </p:sp>
      <p:sp>
        <p:nvSpPr>
          <p:cNvPr id="5" name="Slide Number Placeholder 4">
            <a:extLst>
              <a:ext uri="{FF2B5EF4-FFF2-40B4-BE49-F238E27FC236}">
                <a16:creationId xmlns:a16="http://schemas.microsoft.com/office/drawing/2014/main" id="{2EF5691E-618A-461D-A0DC-4D19644E1AFF}"/>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151</a:t>
            </a:fld>
            <a:endParaRPr lang="en-US"/>
          </a:p>
        </p:txBody>
      </p:sp>
      <p:sp>
        <p:nvSpPr>
          <p:cNvPr id="4" name="Content Placeholder 3">
            <a:extLst>
              <a:ext uri="{FF2B5EF4-FFF2-40B4-BE49-F238E27FC236}">
                <a16:creationId xmlns:a16="http://schemas.microsoft.com/office/drawing/2014/main" id="{C3DE6D8B-20F0-CA10-1236-BB0E184F2522}"/>
              </a:ext>
            </a:extLst>
          </p:cNvPr>
          <p:cNvSpPr>
            <a:spLocks noGrp="1"/>
          </p:cNvSpPr>
          <p:nvPr>
            <p:ph idx="1"/>
          </p:nvPr>
        </p:nvSpPr>
        <p:spPr/>
        <p:txBody>
          <a:bodyPr>
            <a:normAutofit fontScale="92500" lnSpcReduction="20000"/>
          </a:bodyPr>
          <a:lstStyle/>
          <a:p>
            <a:r>
              <a:rPr lang="en-US" dirty="0"/>
              <a:t>While </a:t>
            </a:r>
            <a:r>
              <a:rPr lang="en-US" b="1" dirty="0"/>
              <a:t>cross-layer protocols</a:t>
            </a:r>
            <a:r>
              <a:rPr lang="en-US" dirty="0"/>
              <a:t> provide </a:t>
            </a:r>
            <a:r>
              <a:rPr lang="en-US" b="1" dirty="0"/>
              <a:t>efficiency and adaptability</a:t>
            </a:r>
            <a:r>
              <a:rPr lang="en-US" dirty="0"/>
              <a:t>, they also introduce several challenges in </a:t>
            </a:r>
            <a:r>
              <a:rPr lang="en-US" b="1" dirty="0"/>
              <a:t>Network Embedded Applications</a:t>
            </a:r>
            <a:r>
              <a:rPr lang="en-US" dirty="0"/>
              <a:t> due to the complex nature of embedded systems.</a:t>
            </a:r>
          </a:p>
          <a:p>
            <a:pPr>
              <a:buNone/>
            </a:pPr>
            <a:r>
              <a:rPr lang="en-US" b="1" dirty="0"/>
              <a:t>Key Challenges and Their Impact:</a:t>
            </a:r>
          </a:p>
          <a:p>
            <a:pPr>
              <a:buFont typeface="+mj-lt"/>
              <a:buAutoNum type="arabicPeriod"/>
            </a:pPr>
            <a:r>
              <a:rPr lang="en-US" b="1" dirty="0"/>
              <a:t>Complexity – Increased system design effort</a:t>
            </a:r>
            <a:endParaRPr lang="en-US" dirty="0"/>
          </a:p>
          <a:p>
            <a:pPr marL="742950" lvl="1" indent="-285750">
              <a:buFont typeface="+mj-lt"/>
              <a:buAutoNum type="arabicPeriod"/>
            </a:pPr>
            <a:r>
              <a:rPr lang="en-US" dirty="0"/>
              <a:t>In traditional network models, each layer functions </a:t>
            </a:r>
            <a:r>
              <a:rPr lang="en-US" b="1" dirty="0"/>
              <a:t>independently</a:t>
            </a:r>
            <a:r>
              <a:rPr lang="en-US" dirty="0"/>
              <a:t>, simplifying design and maintenance.</a:t>
            </a:r>
          </a:p>
          <a:p>
            <a:pPr marL="742950" lvl="1" indent="-285750">
              <a:buFont typeface="+mj-lt"/>
              <a:buAutoNum type="arabicPeriod"/>
            </a:pPr>
            <a:r>
              <a:rPr lang="en-US" b="1" dirty="0"/>
              <a:t>Cross-layer protocols break this structure</a:t>
            </a:r>
            <a:r>
              <a:rPr lang="en-US" dirty="0"/>
              <a:t>, requiring </a:t>
            </a:r>
            <a:r>
              <a:rPr lang="en-US" b="1" dirty="0"/>
              <a:t>custom interactions between layers</a:t>
            </a:r>
            <a:r>
              <a:rPr lang="en-US" dirty="0"/>
              <a:t>, increasing system complexity.</a:t>
            </a:r>
          </a:p>
          <a:p>
            <a:pPr marL="742950" lvl="1" indent="-285750">
              <a:buFont typeface="+mj-lt"/>
              <a:buAutoNum type="arabicPeriod"/>
            </a:pPr>
            <a:r>
              <a:rPr lang="en-US" b="1" dirty="0"/>
              <a:t>Example:</a:t>
            </a:r>
            <a:endParaRPr lang="en-US" dirty="0"/>
          </a:p>
          <a:p>
            <a:pPr marL="1143000" lvl="2" indent="-228600">
              <a:buFont typeface="+mj-lt"/>
              <a:buAutoNum type="arabicPeriod"/>
            </a:pPr>
            <a:r>
              <a:rPr lang="en-US" dirty="0"/>
              <a:t>In </a:t>
            </a:r>
            <a:r>
              <a:rPr lang="en-US" b="1" dirty="0"/>
              <a:t>IoT-based smart grids</a:t>
            </a:r>
            <a:r>
              <a:rPr lang="en-US" dirty="0"/>
              <a:t>, the </a:t>
            </a:r>
            <a:r>
              <a:rPr lang="en-US" b="1" dirty="0"/>
              <a:t>application layer</a:t>
            </a:r>
            <a:r>
              <a:rPr lang="en-US" dirty="0"/>
              <a:t> must interact with the </a:t>
            </a:r>
            <a:r>
              <a:rPr lang="en-US" b="1" dirty="0"/>
              <a:t>physical layer</a:t>
            </a:r>
            <a:r>
              <a:rPr lang="en-US" dirty="0"/>
              <a:t> to optimize energy distribution.</a:t>
            </a:r>
          </a:p>
          <a:p>
            <a:pPr marL="1143000" lvl="2" indent="-228600">
              <a:buFont typeface="+mj-lt"/>
              <a:buAutoNum type="arabicPeriod"/>
            </a:pPr>
            <a:r>
              <a:rPr lang="en-US" dirty="0"/>
              <a:t>This </a:t>
            </a:r>
            <a:r>
              <a:rPr lang="en-US" b="1" dirty="0"/>
              <a:t>requires custom algorithms and additional processing power</a:t>
            </a:r>
            <a:r>
              <a:rPr lang="en-US" dirty="0"/>
              <a:t>, making system design harder.</a:t>
            </a:r>
          </a:p>
          <a:p>
            <a:endParaRPr lang="en-IN" dirty="0"/>
          </a:p>
        </p:txBody>
      </p:sp>
    </p:spTree>
    <p:extLst>
      <p:ext uri="{BB962C8B-B14F-4D97-AF65-F5344CB8AC3E}">
        <p14:creationId xmlns:p14="http://schemas.microsoft.com/office/powerpoint/2010/main" val="17366139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B6828-EEB4-C690-9DB7-651D59DB42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A6031C-2B84-1824-0FFD-165A64A70216}"/>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Challenges of cross layer protocols</a:t>
            </a:r>
            <a:endParaRPr lang="en-IN"/>
          </a:p>
        </p:txBody>
      </p:sp>
      <p:sp>
        <p:nvSpPr>
          <p:cNvPr id="5" name="Slide Number Placeholder 4">
            <a:extLst>
              <a:ext uri="{FF2B5EF4-FFF2-40B4-BE49-F238E27FC236}">
                <a16:creationId xmlns:a16="http://schemas.microsoft.com/office/drawing/2014/main" id="{9A80E0AA-8C22-3A03-4DE1-6E5BE1DF1011}"/>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152</a:t>
            </a:fld>
            <a:endParaRPr lang="en-US"/>
          </a:p>
        </p:txBody>
      </p:sp>
      <p:sp>
        <p:nvSpPr>
          <p:cNvPr id="2" name="Content Placeholder 1">
            <a:extLst>
              <a:ext uri="{FF2B5EF4-FFF2-40B4-BE49-F238E27FC236}">
                <a16:creationId xmlns:a16="http://schemas.microsoft.com/office/drawing/2014/main" id="{521B5E1F-7E22-4FA3-4CA4-1D2EDC3BCF4C}"/>
              </a:ext>
            </a:extLst>
          </p:cNvPr>
          <p:cNvSpPr>
            <a:spLocks noGrp="1" noChangeArrowheads="1"/>
          </p:cNvSpPr>
          <p:nvPr>
            <p:ph idx="1"/>
          </p:nvPr>
        </p:nvSpPr>
        <p:spPr bwMode="auto">
          <a:xfrm>
            <a:off x="76200" y="1712317"/>
            <a:ext cx="8991600" cy="4259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b="1" dirty="0"/>
              <a:t>2. Scalability Issues – Does not work for large networks</a:t>
            </a:r>
            <a:endParaRPr lang="en-US" dirty="0"/>
          </a:p>
          <a:p>
            <a:pPr>
              <a:buFont typeface="Arial" panose="020B0604020202020204" pitchFamily="34" charset="0"/>
              <a:buChar char="•"/>
            </a:pPr>
            <a:r>
              <a:rPr lang="en-US" b="1" dirty="0"/>
              <a:t>Large-scale networks</a:t>
            </a:r>
            <a:r>
              <a:rPr lang="en-US" dirty="0"/>
              <a:t> (e.g., </a:t>
            </a:r>
            <a:r>
              <a:rPr lang="en-US" b="1" dirty="0"/>
              <a:t>smart cities, industrial IoT</a:t>
            </a:r>
            <a:r>
              <a:rPr lang="en-US" dirty="0"/>
              <a:t>) require </a:t>
            </a:r>
            <a:r>
              <a:rPr lang="en-US" b="1" dirty="0"/>
              <a:t>standardized communication protocols</a:t>
            </a:r>
            <a:r>
              <a:rPr lang="en-US" dirty="0"/>
              <a:t> for efficiency.</a:t>
            </a:r>
          </a:p>
          <a:p>
            <a:pPr>
              <a:buFont typeface="Arial" panose="020B0604020202020204" pitchFamily="34" charset="0"/>
              <a:buChar char="•"/>
            </a:pPr>
            <a:r>
              <a:rPr lang="en-US" dirty="0"/>
              <a:t>Cross-layer protocols rely on </a:t>
            </a:r>
            <a:r>
              <a:rPr lang="en-US" b="1" dirty="0"/>
              <a:t>dynamic interactions</a:t>
            </a:r>
            <a:r>
              <a:rPr lang="en-US" dirty="0"/>
              <a:t>, making them difficult to scale.</a:t>
            </a:r>
          </a:p>
          <a:p>
            <a:pPr>
              <a:buFont typeface="Arial" panose="020B0604020202020204" pitchFamily="34" charset="0"/>
              <a:buChar char="•"/>
            </a:pPr>
            <a:r>
              <a:rPr lang="en-US" b="1" dirty="0"/>
              <a:t>Example:</a:t>
            </a:r>
            <a:endParaRPr lang="en-US" dirty="0"/>
          </a:p>
          <a:p>
            <a:pPr marL="742950" lvl="1" indent="-285750">
              <a:buFont typeface="Arial" panose="020B0604020202020204" pitchFamily="34" charset="0"/>
              <a:buChar char="•"/>
            </a:pPr>
            <a:r>
              <a:rPr lang="en-US" dirty="0"/>
              <a:t>In a </a:t>
            </a:r>
            <a:r>
              <a:rPr lang="en-US" b="1" dirty="0"/>
              <a:t>wireless sensor network (WSN)</a:t>
            </a:r>
            <a:r>
              <a:rPr lang="en-US" dirty="0"/>
              <a:t> deployed in a </a:t>
            </a:r>
            <a:r>
              <a:rPr lang="en-US" b="1" dirty="0"/>
              <a:t>smart agriculture system</a:t>
            </a:r>
            <a:r>
              <a:rPr lang="en-US" dirty="0"/>
              <a:t>, cross-layer communication can work well for a </a:t>
            </a:r>
            <a:r>
              <a:rPr lang="en-US" b="1" dirty="0"/>
              <a:t>small farm</a:t>
            </a:r>
            <a:r>
              <a:rPr lang="en-US" dirty="0"/>
              <a:t>.</a:t>
            </a:r>
          </a:p>
          <a:p>
            <a:pPr marL="742950" lvl="1" indent="-285750">
              <a:buFont typeface="Arial" panose="020B0604020202020204" pitchFamily="34" charset="0"/>
              <a:buChar char="•"/>
            </a:pPr>
            <a:r>
              <a:rPr lang="en-US" dirty="0"/>
              <a:t>However, </a:t>
            </a:r>
            <a:r>
              <a:rPr lang="en-US" b="1" dirty="0"/>
              <a:t>expanding the network</a:t>
            </a:r>
            <a:r>
              <a:rPr lang="en-US" dirty="0"/>
              <a:t> to a nationwide system </a:t>
            </a:r>
            <a:r>
              <a:rPr lang="en-US" b="1" dirty="0"/>
              <a:t>increases overhead</a:t>
            </a:r>
            <a:r>
              <a:rPr lang="en-US" dirty="0"/>
              <a:t>, leading to </a:t>
            </a:r>
            <a:r>
              <a:rPr lang="en-US" b="1" dirty="0"/>
              <a:t>latency and inefficiencies</a:t>
            </a:r>
            <a:r>
              <a:rPr lang="en-US"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783661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0A421-A46E-B77B-CC9E-CB55ACE37C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37EF4B-6C3C-A0C2-080C-9FDF7493298C}"/>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Challenges of cross layer protocols</a:t>
            </a:r>
            <a:endParaRPr lang="en-IN"/>
          </a:p>
        </p:txBody>
      </p:sp>
      <p:sp>
        <p:nvSpPr>
          <p:cNvPr id="5" name="Slide Number Placeholder 4">
            <a:extLst>
              <a:ext uri="{FF2B5EF4-FFF2-40B4-BE49-F238E27FC236}">
                <a16:creationId xmlns:a16="http://schemas.microsoft.com/office/drawing/2014/main" id="{0C230A4E-2699-F2AF-46C4-A72E48D437DC}"/>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153</a:t>
            </a:fld>
            <a:endParaRPr lang="en-US"/>
          </a:p>
        </p:txBody>
      </p:sp>
      <p:sp>
        <p:nvSpPr>
          <p:cNvPr id="6" name="Rectangle 2">
            <a:extLst>
              <a:ext uri="{FF2B5EF4-FFF2-40B4-BE49-F238E27FC236}">
                <a16:creationId xmlns:a16="http://schemas.microsoft.com/office/drawing/2014/main" id="{895AD72E-5256-2F8D-16F6-B85BB8003ECE}"/>
              </a:ext>
            </a:extLst>
          </p:cNvPr>
          <p:cNvSpPr>
            <a:spLocks noGrp="1" noChangeArrowheads="1"/>
          </p:cNvSpPr>
          <p:nvPr>
            <p:ph idx="1"/>
          </p:nvPr>
        </p:nvSpPr>
        <p:spPr bwMode="auto">
          <a:xfrm>
            <a:off x="0" y="1371600"/>
            <a:ext cx="91440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3. Interoperability – May face integration issues with standardized systems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Many embedded applications </a:t>
            </a:r>
            <a:r>
              <a:rPr kumimoji="0" lang="en-US" altLang="en-US" sz="1800" b="1" i="0" u="none" strike="noStrike" cap="none" normalizeH="0" baseline="0" dirty="0">
                <a:ln>
                  <a:noFill/>
                </a:ln>
                <a:solidFill>
                  <a:schemeClr val="tx1"/>
                </a:solidFill>
                <a:effectLst/>
                <a:latin typeface="Arial" panose="020B0604020202020204" pitchFamily="34" charset="0"/>
              </a:rPr>
              <a:t>use standardized communication stacks</a:t>
            </a:r>
            <a:r>
              <a:rPr kumimoji="0" lang="en-US" altLang="en-US" sz="1800" b="0" i="0" u="none" strike="noStrike" cap="none" normalizeH="0" baseline="0" dirty="0">
                <a:ln>
                  <a:noFill/>
                </a:ln>
                <a:solidFill>
                  <a:schemeClr val="tx1"/>
                </a:solidFill>
                <a:effectLst/>
                <a:latin typeface="Arial" panose="020B0604020202020204" pitchFamily="34" charset="0"/>
              </a:rPr>
              <a:t> (e.g., </a:t>
            </a:r>
            <a:r>
              <a:rPr kumimoji="0" lang="en-US" altLang="en-US" sz="1800" b="1" i="0" u="none" strike="noStrike" cap="none" normalizeH="0" baseline="0" dirty="0">
                <a:ln>
                  <a:noFill/>
                </a:ln>
                <a:solidFill>
                  <a:schemeClr val="tx1"/>
                </a:solidFill>
                <a:effectLst/>
                <a:latin typeface="Arial" panose="020B0604020202020204" pitchFamily="34" charset="0"/>
              </a:rPr>
              <a:t>TCP/IP, IEEE 802.15.4 for IoT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Cross-layer designs may not be compatible</a:t>
            </a:r>
            <a:r>
              <a:rPr kumimoji="0" lang="en-US" altLang="en-US" sz="1800" b="0" i="0" u="none" strike="noStrike" cap="none" normalizeH="0" baseline="0" dirty="0">
                <a:ln>
                  <a:noFill/>
                </a:ln>
                <a:solidFill>
                  <a:schemeClr val="tx1"/>
                </a:solidFill>
                <a:effectLst/>
                <a:latin typeface="Arial" panose="020B0604020202020204" pitchFamily="34" charset="0"/>
              </a:rPr>
              <a:t> with existing </a:t>
            </a:r>
            <a:r>
              <a:rPr kumimoji="0" lang="en-US" altLang="en-US" sz="1800" b="1" i="0" u="none" strike="noStrike" cap="none" normalizeH="0" baseline="0" dirty="0">
                <a:ln>
                  <a:noFill/>
                </a:ln>
                <a:solidFill>
                  <a:schemeClr val="tx1"/>
                </a:solidFill>
                <a:effectLst/>
                <a:latin typeface="Arial" panose="020B0604020202020204" pitchFamily="34" charset="0"/>
              </a:rPr>
              <a:t>commercial and industrial</a:t>
            </a:r>
            <a:r>
              <a:rPr kumimoji="0" lang="en-US" altLang="en-US" sz="1800" b="0" i="0" u="none" strike="noStrike" cap="none" normalizeH="0" baseline="0" dirty="0">
                <a:ln>
                  <a:noFill/>
                </a:ln>
                <a:solidFill>
                  <a:schemeClr val="tx1"/>
                </a:solidFill>
                <a:effectLst/>
                <a:latin typeface="Arial" panose="020B0604020202020204" pitchFamily="34" charset="0"/>
              </a:rPr>
              <a:t> solutions.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healthcare monitoring system</a:t>
            </a:r>
            <a:r>
              <a:rPr kumimoji="0" lang="en-US" altLang="en-US" sz="1800" b="0" i="0" u="none" strike="noStrike" cap="none" normalizeH="0" baseline="0" dirty="0">
                <a:ln>
                  <a:noFill/>
                </a:ln>
                <a:solidFill>
                  <a:schemeClr val="tx1"/>
                </a:solidFill>
                <a:effectLst/>
                <a:latin typeface="Arial" panose="020B0604020202020204" pitchFamily="34" charset="0"/>
              </a:rPr>
              <a:t> using cross-layer communication may not integrate well with </a:t>
            </a:r>
            <a:r>
              <a:rPr kumimoji="0" lang="en-US" altLang="en-US" sz="1800" b="1" i="0" u="none" strike="noStrike" cap="none" normalizeH="0" baseline="0" dirty="0">
                <a:ln>
                  <a:noFill/>
                </a:ln>
                <a:solidFill>
                  <a:schemeClr val="tx1"/>
                </a:solidFill>
                <a:effectLst/>
                <a:latin typeface="Arial" panose="020B0604020202020204" pitchFamily="34" charset="0"/>
              </a:rPr>
              <a:t>hospital IT systems</a:t>
            </a:r>
            <a:r>
              <a:rPr kumimoji="0" lang="en-US" altLang="en-US" sz="1800" b="0" i="0" u="none" strike="noStrike" cap="none" normalizeH="0" baseline="0" dirty="0">
                <a:ln>
                  <a:noFill/>
                </a:ln>
                <a:solidFill>
                  <a:schemeClr val="tx1"/>
                </a:solidFill>
                <a:effectLst/>
                <a:latin typeface="Arial" panose="020B0604020202020204" pitchFamily="34" charset="0"/>
              </a:rPr>
              <a:t>, which rely on </a:t>
            </a:r>
            <a:r>
              <a:rPr kumimoji="0" lang="en-US" altLang="en-US" sz="1800" b="1" i="0" u="none" strike="noStrike" cap="none" normalizeH="0" baseline="0" dirty="0">
                <a:ln>
                  <a:noFill/>
                </a:ln>
                <a:solidFill>
                  <a:schemeClr val="tx1"/>
                </a:solidFill>
                <a:effectLst/>
                <a:latin typeface="Arial" panose="020B0604020202020204" pitchFamily="34" charset="0"/>
              </a:rPr>
              <a:t>traditional TCP/IP networking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4. Security Risks – Potential security vulnerabilities due to open-layer communication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Breaking traditional layer boundaries</a:t>
            </a:r>
            <a:r>
              <a:rPr kumimoji="0" lang="en-US" altLang="en-US" sz="1800" b="0" i="0" u="none" strike="noStrike" cap="none" normalizeH="0" baseline="0" dirty="0">
                <a:ln>
                  <a:noFill/>
                </a:ln>
                <a:solidFill>
                  <a:schemeClr val="tx1"/>
                </a:solidFill>
                <a:effectLst/>
                <a:latin typeface="Arial" panose="020B0604020202020204" pitchFamily="34" charset="0"/>
              </a:rPr>
              <a:t> can </a:t>
            </a:r>
            <a:r>
              <a:rPr kumimoji="0" lang="en-US" altLang="en-US" sz="1800" b="1" i="0" u="none" strike="noStrike" cap="none" normalizeH="0" baseline="0" dirty="0">
                <a:ln>
                  <a:noFill/>
                </a:ln>
                <a:solidFill>
                  <a:schemeClr val="tx1"/>
                </a:solidFill>
                <a:effectLst/>
                <a:latin typeface="Arial" panose="020B0604020202020204" pitchFamily="34" charset="0"/>
              </a:rPr>
              <a:t>expose sensitive data</a:t>
            </a:r>
            <a:r>
              <a:rPr kumimoji="0" lang="en-US" altLang="en-US" sz="1800" b="0" i="0" u="none" strike="noStrike" cap="none" normalizeH="0" baseline="0" dirty="0">
                <a:ln>
                  <a:noFill/>
                </a:ln>
                <a:solidFill>
                  <a:schemeClr val="tx1"/>
                </a:solidFill>
                <a:effectLst/>
                <a:latin typeface="Arial" panose="020B0604020202020204" pitchFamily="34" charset="0"/>
              </a:rPr>
              <a:t> to attacks.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Unprotected </a:t>
            </a:r>
            <a:r>
              <a:rPr kumimoji="0" lang="en-US" altLang="en-US" sz="1800" b="1" i="0" u="none" strike="noStrike" cap="none" normalizeH="0" baseline="0" dirty="0">
                <a:ln>
                  <a:noFill/>
                </a:ln>
                <a:solidFill>
                  <a:schemeClr val="tx1"/>
                </a:solidFill>
                <a:effectLst/>
                <a:latin typeface="Arial" panose="020B0604020202020204" pitchFamily="34" charset="0"/>
              </a:rPr>
              <a:t>direct interactions</a:t>
            </a:r>
            <a:r>
              <a:rPr kumimoji="0" lang="en-US" altLang="en-US" sz="1800" b="0" i="0" u="none" strike="noStrike" cap="none" normalizeH="0" baseline="0" dirty="0">
                <a:ln>
                  <a:noFill/>
                </a:ln>
                <a:solidFill>
                  <a:schemeClr val="tx1"/>
                </a:solidFill>
                <a:effectLst/>
                <a:latin typeface="Arial" panose="020B0604020202020204" pitchFamily="34" charset="0"/>
              </a:rPr>
              <a:t> between layers increase risks such as </a:t>
            </a:r>
            <a:r>
              <a:rPr kumimoji="0" lang="en-US" altLang="en-US" sz="1800" b="1" i="0" u="none" strike="noStrike" cap="none" normalizeH="0" baseline="0" dirty="0">
                <a:ln>
                  <a:noFill/>
                </a:ln>
                <a:solidFill>
                  <a:schemeClr val="tx1"/>
                </a:solidFill>
                <a:effectLst/>
                <a:latin typeface="Arial" panose="020B0604020202020204" pitchFamily="34" charset="0"/>
              </a:rPr>
              <a:t>eavesdropping, injection attacks, or unauthorized access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Example: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 a </a:t>
            </a:r>
            <a:r>
              <a:rPr kumimoji="0" lang="en-US" altLang="en-US" sz="1800" b="1" i="0" u="none" strike="noStrike" cap="none" normalizeH="0" baseline="0" dirty="0">
                <a:ln>
                  <a:noFill/>
                </a:ln>
                <a:solidFill>
                  <a:schemeClr val="tx1"/>
                </a:solidFill>
                <a:effectLst/>
                <a:latin typeface="Arial" panose="020B0604020202020204" pitchFamily="34" charset="0"/>
              </a:rPr>
              <a:t>mission-critical embedded system (e.g., military drone communication)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cross-layer design</a:t>
            </a:r>
            <a:r>
              <a:rPr kumimoji="0" lang="en-US" altLang="en-US" sz="1800" b="0" i="0" u="none" strike="noStrike" cap="none" normalizeH="0" baseline="0" dirty="0">
                <a:ln>
                  <a:noFill/>
                </a:ln>
                <a:solidFill>
                  <a:schemeClr val="tx1"/>
                </a:solidFill>
                <a:effectLst/>
                <a:latin typeface="Arial" panose="020B0604020202020204" pitchFamily="34" charset="0"/>
              </a:rPr>
              <a:t> may expose </a:t>
            </a:r>
            <a:r>
              <a:rPr kumimoji="0" lang="en-US" altLang="en-US" sz="1800" b="1" i="0" u="none" strike="noStrike" cap="none" normalizeH="0" baseline="0" dirty="0">
                <a:ln>
                  <a:noFill/>
                </a:ln>
                <a:solidFill>
                  <a:schemeClr val="tx1"/>
                </a:solidFill>
                <a:effectLst/>
                <a:latin typeface="Arial" panose="020B0604020202020204" pitchFamily="34" charset="0"/>
              </a:rPr>
              <a:t>physical layer vulnerabilities</a:t>
            </a:r>
            <a:r>
              <a:rPr kumimoji="0" lang="en-US" altLang="en-US" sz="1800" b="0" i="0" u="none" strike="noStrike" cap="none" normalizeH="0" baseline="0" dirty="0">
                <a:ln>
                  <a:noFill/>
                </a:ln>
                <a:solidFill>
                  <a:schemeClr val="tx1"/>
                </a:solidFill>
                <a:effectLst/>
                <a:latin typeface="Arial" panose="020B0604020202020204" pitchFamily="34" charset="0"/>
              </a:rPr>
              <a:t> to higher layers, making the entire system susceptible to cyber-attacks.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48328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208FB-9171-98F7-9B25-1B2BCD488B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11F5BF-80ED-C446-5E93-141B6797C9A8}"/>
              </a:ext>
            </a:extLst>
          </p:cNvPr>
          <p:cNvSpPr>
            <a:spLocks noGrp="1"/>
          </p:cNvSpPr>
          <p:nvPr>
            <p:ph sz="quarter" idx="10"/>
          </p:nvPr>
        </p:nvSpPr>
        <p:spPr>
          <a:xfrm>
            <a:off x="304800" y="152400"/>
            <a:ext cx="6324600" cy="1143000"/>
          </a:xfrm>
        </p:spPr>
        <p:txBody>
          <a:bodyPr anchor="ctr">
            <a:normAutofit/>
          </a:bodyPr>
          <a:lstStyle/>
          <a:p>
            <a:pPr>
              <a:spcAft>
                <a:spcPts val="600"/>
              </a:spcAft>
            </a:pPr>
            <a:r>
              <a:rPr lang="en-IN" dirty="0"/>
              <a:t>Challenges of cross layer protocols</a:t>
            </a:r>
            <a:endParaRPr lang="en-IN"/>
          </a:p>
        </p:txBody>
      </p:sp>
      <p:sp>
        <p:nvSpPr>
          <p:cNvPr id="5" name="Slide Number Placeholder 4">
            <a:extLst>
              <a:ext uri="{FF2B5EF4-FFF2-40B4-BE49-F238E27FC236}">
                <a16:creationId xmlns:a16="http://schemas.microsoft.com/office/drawing/2014/main" id="{96CD8DE1-873A-117B-6A74-69B8315587C3}"/>
              </a:ext>
            </a:extLst>
          </p:cNvPr>
          <p:cNvSpPr>
            <a:spLocks noGrp="1"/>
          </p:cNvSpPr>
          <p:nvPr>
            <p:ph type="sldNum" sz="quarter" idx="14"/>
          </p:nvPr>
        </p:nvSpPr>
        <p:spPr>
          <a:xfrm>
            <a:off x="7010400" y="6101551"/>
            <a:ext cx="2133600" cy="365125"/>
          </a:xfrm>
        </p:spPr>
        <p:txBody>
          <a:bodyPr anchor="ctr">
            <a:normAutofit/>
          </a:bodyPr>
          <a:lstStyle/>
          <a:p>
            <a:pPr>
              <a:spcAft>
                <a:spcPts val="600"/>
              </a:spcAft>
            </a:pPr>
            <a:fld id="{BC8D7E44-7D4F-4942-A8C9-2DF6BF8399E8}" type="slidenum">
              <a:rPr lang="en-US" smtClean="0"/>
              <a:pPr>
                <a:spcAft>
                  <a:spcPts val="600"/>
                </a:spcAft>
              </a:pPr>
              <a:t>154</a:t>
            </a:fld>
            <a:endParaRPr lang="en-US"/>
          </a:p>
        </p:txBody>
      </p:sp>
      <p:sp>
        <p:nvSpPr>
          <p:cNvPr id="6" name="Rectangle 2">
            <a:extLst>
              <a:ext uri="{FF2B5EF4-FFF2-40B4-BE49-F238E27FC236}">
                <a16:creationId xmlns:a16="http://schemas.microsoft.com/office/drawing/2014/main" id="{24C32395-E89D-10AD-7BBD-D2BEAB048A89}"/>
              </a:ext>
            </a:extLst>
          </p:cNvPr>
          <p:cNvSpPr>
            <a:spLocks noGrp="1" noChangeArrowheads="1"/>
          </p:cNvSpPr>
          <p:nvPr>
            <p:ph idx="1"/>
          </p:nvPr>
        </p:nvSpPr>
        <p:spPr bwMode="auto">
          <a:xfrm>
            <a:off x="0" y="1447800"/>
            <a:ext cx="91440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IN" sz="1400" dirty="0"/>
              <a:t>Despite its advantages, cross-layer protocols in </a:t>
            </a:r>
            <a:r>
              <a:rPr lang="en-IN" sz="1400" b="1" dirty="0"/>
              <a:t>Network Embedded Applications</a:t>
            </a:r>
            <a:r>
              <a:rPr lang="en-IN" sz="1400" dirty="0"/>
              <a:t> require </a:t>
            </a:r>
            <a:r>
              <a:rPr lang="en-IN" sz="1400" b="1" dirty="0"/>
              <a:t>careful design considerations</a:t>
            </a:r>
            <a:r>
              <a:rPr lang="en-IN" sz="1400" dirty="0"/>
              <a:t>. Solutions like </a:t>
            </a:r>
            <a:r>
              <a:rPr lang="en-IN" sz="1400" b="1" dirty="0"/>
              <a:t>hybrid approaches (partial cross-layer optimization), encryption, and standardized API interfaces</a:t>
            </a:r>
            <a:r>
              <a:rPr lang="en-IN" sz="1400" dirty="0"/>
              <a:t> can help </a:t>
            </a:r>
            <a:r>
              <a:rPr lang="en-IN" sz="1400" b="1" dirty="0"/>
              <a:t>overcome these challenges</a:t>
            </a:r>
            <a:r>
              <a:rPr lang="en-IN" sz="1400" dirty="0"/>
              <a:t> while maintaining </a:t>
            </a:r>
            <a:r>
              <a:rPr lang="en-IN" sz="1400" b="1" dirty="0"/>
              <a:t>performance efficiency</a:t>
            </a:r>
            <a:r>
              <a:rPr lang="en-IN" sz="1400" dirty="0"/>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6418469C-9DD7-B3BF-284C-C394CFB6B6E9}"/>
              </a:ext>
            </a:extLst>
          </p:cNvPr>
          <p:cNvSpPr txBox="1"/>
          <p:nvPr/>
        </p:nvSpPr>
        <p:spPr>
          <a:xfrm>
            <a:off x="1447800" y="4191000"/>
            <a:ext cx="6324600" cy="369332"/>
          </a:xfrm>
          <a:prstGeom prst="rect">
            <a:avLst/>
          </a:prstGeom>
          <a:noFill/>
        </p:spPr>
        <p:txBody>
          <a:bodyPr wrap="square" rtlCol="0">
            <a:spAutoFit/>
          </a:bodyPr>
          <a:lstStyle/>
          <a:p>
            <a:pPr algn="ctr"/>
            <a:r>
              <a:rPr lang="en-US" b="1" dirty="0"/>
              <a:t>CS 3 -&gt; </a:t>
            </a:r>
            <a:endParaRPr lang="en-IN" b="1" dirty="0"/>
          </a:p>
        </p:txBody>
      </p:sp>
    </p:spTree>
    <p:extLst>
      <p:ext uri="{BB962C8B-B14F-4D97-AF65-F5344CB8AC3E}">
        <p14:creationId xmlns:p14="http://schemas.microsoft.com/office/powerpoint/2010/main" val="920256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8_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lIns="91425" tIns="91425" rIns="91425" bIns="91425" anchor="b" anchorCtr="0"/>
      <a:lstStyle>
        <a:defPPr>
          <a:defRPr dirty="0"/>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AE9CFDF44FC548A61457B097402A49" ma:contentTypeVersion="7" ma:contentTypeDescription="Create a new document." ma:contentTypeScope="" ma:versionID="929c1e8a76799ca252294b804f56cbc1">
  <xsd:schema xmlns:xsd="http://www.w3.org/2001/XMLSchema" xmlns:xs="http://www.w3.org/2001/XMLSchema" xmlns:p="http://schemas.microsoft.com/office/2006/metadata/properties" xmlns:ns2="c6bb6142-e713-4aa4-8224-fc120fe0fe64" targetNamespace="http://schemas.microsoft.com/office/2006/metadata/properties" ma:root="true" ma:fieldsID="839a064b53dc41384f4af2535d6c5457" ns2:_="">
    <xsd:import namespace="c6bb6142-e713-4aa4-8224-fc120fe0fe6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bb6142-e713-4aa4-8224-fc120fe0fe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44DA6CA-AC36-4C77-AE1F-80F5C9EBF0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6bb6142-e713-4aa4-8224-fc120fe0f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0117409-4F4D-4BD9-BD91-38866273B1E9}">
  <ds:schemaRefs>
    <ds:schemaRef ds:uri="http://schemas.microsoft.com/sharepoint/v3/contenttype/forms"/>
  </ds:schemaRefs>
</ds:datastoreItem>
</file>

<file path=customXml/itemProps3.xml><?xml version="1.0" encoding="utf-8"?>
<ds:datastoreItem xmlns:ds="http://schemas.openxmlformats.org/officeDocument/2006/customXml" ds:itemID="{563B08B0-8B5A-472B-BD86-7BD161089B1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6409</TotalTime>
  <Words>15381</Words>
  <Application>Microsoft Office PowerPoint</Application>
  <PresentationFormat>On-screen Show (4:3)</PresentationFormat>
  <Paragraphs>1528</Paragraphs>
  <Slides>154</Slides>
  <Notes>15</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154</vt:i4>
      </vt:variant>
    </vt:vector>
  </HeadingPairs>
  <TitlesOfParts>
    <vt:vector size="169" baseType="lpstr">
      <vt:lpstr>Arial</vt:lpstr>
      <vt:lpstr>Calibri</vt:lpstr>
      <vt:lpstr>Comic Sans MS</vt:lpstr>
      <vt:lpstr>Garamond</vt:lpstr>
      <vt:lpstr>Gill Sans MT</vt:lpstr>
      <vt:lpstr>Helvetica</vt:lpstr>
      <vt:lpstr>Lucida Bright</vt:lpstr>
      <vt:lpstr>Monotype Corsiva</vt:lpstr>
      <vt:lpstr>Tahoma</vt:lpstr>
      <vt:lpstr>Times</vt:lpstr>
      <vt:lpstr>Times New Roman</vt:lpstr>
      <vt:lpstr>Wingdings</vt:lpstr>
      <vt:lpstr>Wingdings 3</vt:lpstr>
      <vt:lpstr>Office Theme</vt:lpstr>
      <vt:lpstr>8_Blank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Networks of Embedded Systems (NES)</vt:lpstr>
      <vt:lpstr>Networked Embedded Systems</vt:lpstr>
      <vt:lpstr>NES - Characteristics</vt:lpstr>
      <vt:lpstr>System</vt:lpstr>
      <vt:lpstr>Attributes of a Distributed System</vt:lpstr>
      <vt:lpstr>Schroeder’s Definition</vt:lpstr>
      <vt:lpstr>Enslow’s Definition</vt:lpstr>
      <vt:lpstr>Hardware</vt:lpstr>
      <vt:lpstr>Control</vt:lpstr>
      <vt:lpstr>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Abid AK</cp:lastModifiedBy>
  <cp:revision>149</cp:revision>
  <dcterms:created xsi:type="dcterms:W3CDTF">2011-09-14T09:42:05Z</dcterms:created>
  <dcterms:modified xsi:type="dcterms:W3CDTF">2025-04-07T11:21:30Z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0x01010057AE9CFDF44FC548A61457B097402A49</vt:lpwstr>
  </property>
</Properties>
</file>