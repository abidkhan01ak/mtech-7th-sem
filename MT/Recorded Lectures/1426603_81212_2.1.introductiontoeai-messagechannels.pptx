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5" r:id="rId2"/>
    <p:sldId id="269" r:id="rId3"/>
    <p:sldId id="270" r:id="rId4"/>
    <p:sldId id="277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821" autoAdjust="0"/>
  </p:normalViewPr>
  <p:slideViewPr>
    <p:cSldViewPr>
      <p:cViewPr varScale="1">
        <p:scale>
          <a:sx n="74" d="100"/>
          <a:sy n="74" d="100"/>
        </p:scale>
        <p:origin x="1013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EAI – Overview</a:t>
            </a:r>
          </a:p>
          <a:p>
            <a:r>
              <a:rPr lang="en-US" dirty="0"/>
              <a:t>Message Channels</a:t>
            </a:r>
          </a:p>
          <a:p>
            <a:pPr lvl="1"/>
            <a:r>
              <a:rPr lang="en-US" dirty="0"/>
              <a:t>Point to Point messaging</a:t>
            </a:r>
          </a:p>
          <a:p>
            <a:pPr lvl="1"/>
            <a:r>
              <a:rPr lang="en-US" dirty="0"/>
              <a:t>Publish-subscribe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Introduction to Enterprise Application Integration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An integration framework composed of a collection of technologies and services which form a middleware or "middleware framework" to enable integration of systems and applications across an enterprise</a:t>
            </a:r>
          </a:p>
          <a:p>
            <a:r>
              <a:rPr lang="en-US" i="1" dirty="0"/>
              <a:t>"unrestricted sharing of data and business processes among any connected application or data sources in the enterprise” - Gartner</a:t>
            </a:r>
          </a:p>
          <a:p>
            <a:r>
              <a:rPr lang="en-US" dirty="0"/>
              <a:t>Application of EAI</a:t>
            </a:r>
          </a:p>
          <a:p>
            <a:pPr lvl="1"/>
            <a:r>
              <a:rPr lang="en-US" dirty="0"/>
              <a:t>Data integration</a:t>
            </a:r>
          </a:p>
          <a:p>
            <a:pPr lvl="1"/>
            <a:r>
              <a:rPr lang="en-US" dirty="0"/>
              <a:t>Vendor/3</a:t>
            </a:r>
            <a:r>
              <a:rPr lang="en-US" baseline="30000" dirty="0"/>
              <a:t>rd</a:t>
            </a:r>
            <a:r>
              <a:rPr lang="en-US" dirty="0"/>
              <a:t> party independence</a:t>
            </a:r>
          </a:p>
          <a:p>
            <a:pPr lvl="1"/>
            <a:r>
              <a:rPr lang="en-US" dirty="0"/>
              <a:t>Common façade</a:t>
            </a:r>
          </a:p>
          <a:p>
            <a:r>
              <a:rPr lang="en-US" dirty="0"/>
              <a:t>Patterns</a:t>
            </a:r>
          </a:p>
          <a:p>
            <a:pPr lvl="1"/>
            <a:r>
              <a:rPr lang="en-US" dirty="0"/>
              <a:t>Mediation</a:t>
            </a:r>
          </a:p>
          <a:p>
            <a:pPr lvl="1"/>
            <a:r>
              <a:rPr lang="en-US" dirty="0"/>
              <a:t>Federation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94E6A6-4456-8C4B-9829-9C7FCA921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739" y="3048000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Message Channel works as a logical addressing system in Messaging</a:t>
            </a:r>
          </a:p>
          <a:p>
            <a:r>
              <a:rPr lang="en-US" dirty="0"/>
              <a:t>Messaging Channel acts as a medium of communication between two specific applications in a complex enterprise, where in the sender application selects which particular ”channel” of the messaging system to use, that designates the target application/ group of applications.</a:t>
            </a:r>
          </a:p>
          <a:p>
            <a:r>
              <a:rPr lang="en-US" dirty="0"/>
              <a:t>Design challenges</a:t>
            </a:r>
          </a:p>
          <a:p>
            <a:pPr lvl="1"/>
            <a:r>
              <a:rPr lang="en-US" dirty="0"/>
              <a:t>One to one or one to many</a:t>
            </a:r>
          </a:p>
          <a:p>
            <a:pPr lvl="1"/>
            <a:r>
              <a:rPr lang="en-US" dirty="0"/>
              <a:t>Data type channel</a:t>
            </a:r>
          </a:p>
          <a:p>
            <a:pPr lvl="1"/>
            <a:r>
              <a:rPr lang="en-US" dirty="0"/>
              <a:t>Invalid and dead message handling</a:t>
            </a:r>
          </a:p>
          <a:p>
            <a:pPr lvl="1"/>
            <a:r>
              <a:rPr lang="en-US" dirty="0"/>
              <a:t>Crash proof design / Guaranteed delivery</a:t>
            </a:r>
          </a:p>
          <a:p>
            <a:pPr lvl="1"/>
            <a:r>
              <a:rPr lang="en-US" dirty="0"/>
              <a:t>Non-messaging client access - Channel adapter</a:t>
            </a:r>
          </a:p>
          <a:p>
            <a:pPr lvl="1"/>
            <a:r>
              <a:rPr lang="en-US" dirty="0"/>
              <a:t>Communications backbone – Message bus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Message Channels - 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782332-3C4B-974A-B8BE-C03164854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71800"/>
            <a:ext cx="5562600" cy="241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3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0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Configuring Message channels (Queues and Topics)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Accessing Message channels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Message Channels – Example (JMS)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8940B-A695-ED4E-8820-C2764F481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2057400"/>
            <a:ext cx="8559800" cy="622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07CBED-4603-B248-BFCA-1F0492F86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3505200"/>
            <a:ext cx="85344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8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Point-to-Point Channel ensures that only one receiver consumes any given message, irrespective of number of receivers in that channel</a:t>
            </a:r>
          </a:p>
          <a:p>
            <a:r>
              <a:rPr lang="en-US" dirty="0"/>
              <a:t>Increases scalability in multi consumer applications</a:t>
            </a:r>
          </a:p>
          <a:p>
            <a:r>
              <a:rPr lang="en-US" dirty="0"/>
              <a:t>JMS Implementation uses ‘Queue’ interface to implement Point to point channel</a:t>
            </a:r>
          </a:p>
          <a:p>
            <a:pPr lvl="1"/>
            <a:r>
              <a:rPr lang="en-US" dirty="0" err="1"/>
              <a:t>QueueSender</a:t>
            </a:r>
            <a:r>
              <a:rPr lang="en-US" dirty="0"/>
              <a:t> – send messages</a:t>
            </a:r>
          </a:p>
          <a:p>
            <a:pPr lvl="1"/>
            <a:r>
              <a:rPr lang="en-US" dirty="0" err="1"/>
              <a:t>QueueReceiver</a:t>
            </a:r>
            <a:r>
              <a:rPr lang="en-US" dirty="0"/>
              <a:t> – receive messages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Point to point channel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78A154-46BB-5D4F-9292-558C5DC64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848100"/>
            <a:ext cx="87884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2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0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Sending message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Point to point channel – Example (JMS)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71A68A-2769-D94E-9712-8A70C7FA5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52" y="2286001"/>
            <a:ext cx="9583696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70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Receiving message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Point to point channel – Example (JMS)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8258D-5B05-1343-9B12-1779FABDB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86" y="2286000"/>
            <a:ext cx="9483827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2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5810507" cy="4114799"/>
          </a:xfrm>
        </p:spPr>
        <p:txBody>
          <a:bodyPr>
            <a:normAutofit/>
          </a:bodyPr>
          <a:lstStyle/>
          <a:p>
            <a:r>
              <a:rPr lang="en-US" dirty="0"/>
              <a:t>Used for broadcasting messages to each recipient in the channel</a:t>
            </a:r>
          </a:p>
          <a:p>
            <a:r>
              <a:rPr lang="en-US" dirty="0"/>
              <a:t>Ensures that each recipient gets only one copy of the message</a:t>
            </a:r>
          </a:p>
          <a:p>
            <a:r>
              <a:rPr lang="en-US" dirty="0"/>
              <a:t>Helps in debugging channel without disturbing traffic</a:t>
            </a:r>
          </a:p>
          <a:p>
            <a:r>
              <a:rPr lang="en-US" dirty="0"/>
              <a:t>JMS Implementation uses ‘Topic’ interface to implement Point to point channel</a:t>
            </a:r>
          </a:p>
          <a:p>
            <a:pPr lvl="1"/>
            <a:r>
              <a:rPr lang="en-US" dirty="0" err="1"/>
              <a:t>TopicPublisher</a:t>
            </a:r>
            <a:r>
              <a:rPr lang="en-US" dirty="0"/>
              <a:t> – send messages</a:t>
            </a:r>
          </a:p>
          <a:p>
            <a:pPr lvl="1"/>
            <a:r>
              <a:rPr lang="en-US" dirty="0" err="1"/>
              <a:t>TopicSubscriber</a:t>
            </a:r>
            <a:r>
              <a:rPr lang="en-US" dirty="0"/>
              <a:t> – receive messages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Publish - subscribe channel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161BC-7EC2-BA4D-9666-7DBFAC78B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246" y="1624013"/>
            <a:ext cx="4945904" cy="325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4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0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Sending message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Publish - subscribe channel – Example (JMS)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05FDBD-C29E-CC4E-B941-8E488CB9E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4445000"/>
            <a:ext cx="8534400" cy="35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D86494-4BB0-F141-81DB-D84EB0A1F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0" y="2330450"/>
            <a:ext cx="85090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Receiving message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Application Integration (EAI)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Publish - subscribe channel – Example (JMS)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C4EA9A-CC35-BD45-A9EE-FEA3E54EB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150" y="2273300"/>
            <a:ext cx="85217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2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2623</TotalTime>
  <Words>399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Helvetica Light</vt:lpstr>
      <vt:lpstr>Office Theme</vt:lpstr>
      <vt:lpstr>In this segment</vt:lpstr>
      <vt:lpstr>Enterprise Application Integration (EAI)</vt:lpstr>
      <vt:lpstr>Enterprise Application Integration (EAI)</vt:lpstr>
      <vt:lpstr>Enterprise Application Integration (EAI)</vt:lpstr>
      <vt:lpstr>Enterprise Application Integration (EAI)</vt:lpstr>
      <vt:lpstr>Enterprise Application Integration (EAI)</vt:lpstr>
      <vt:lpstr>Enterprise Application Integration (EAI)</vt:lpstr>
      <vt:lpstr>Enterprise Application Integration (EAI)</vt:lpstr>
      <vt:lpstr>Enterprise Application Integration (EAI)</vt:lpstr>
      <vt:lpstr>Enterprise Application Integration (EAI)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241</cp:revision>
  <dcterms:created xsi:type="dcterms:W3CDTF">2018-10-16T06:13:57Z</dcterms:created>
  <dcterms:modified xsi:type="dcterms:W3CDTF">2025-04-18T10:17:48Z</dcterms:modified>
</cp:coreProperties>
</file>