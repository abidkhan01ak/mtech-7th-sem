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mp" ContentType="image/png"/>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3.xml" ContentType="application/vnd.openxmlformats-officedocument.presentationml.slideLayout+xml"/>
  <Override PartName="/ppt/theme/theme4.xml" ContentType="application/vnd.openxmlformats-officedocument.theme+xml"/>
  <Override PartName="/ppt/slideLayouts/slideLayout4.xml" ContentType="application/vnd.openxmlformats-officedocument.presentationml.slideLayout+xml"/>
  <Override PartName="/ppt/theme/theme5.xml" ContentType="application/vnd.openxmlformats-officedocument.theme+xml"/>
  <Override PartName="/ppt/slideLayouts/slideLayout5.xml" ContentType="application/vnd.openxmlformats-officedocument.presentationml.slideLayout+xml"/>
  <Override PartName="/ppt/theme/theme6.xml" ContentType="application/vnd.openxmlformats-officedocument.theme+xml"/>
  <Override PartName="/ppt/slideLayouts/slideLayout6.xml" ContentType="application/vnd.openxmlformats-officedocument.presentationml.slideLayout+xml"/>
  <Override PartName="/ppt/theme/theme7.xml" ContentType="application/vnd.openxmlformats-officedocument.theme+xml"/>
  <Override PartName="/ppt/slideLayouts/slideLayout7.xml" ContentType="application/vnd.openxmlformats-officedocument.presentationml.slideLayout+xml"/>
  <Override PartName="/ppt/theme/theme8.xml" ContentType="application/vnd.openxmlformats-officedocument.theme+xml"/>
  <Override PartName="/ppt/slideLayouts/slideLayout8.xml" ContentType="application/vnd.openxmlformats-officedocument.presentationml.slideLayout+xml"/>
  <Override PartName="/ppt/theme/theme9.xml" ContentType="application/vnd.openxmlformats-officedocument.theme+xml"/>
  <Override PartName="/ppt/slideLayouts/slideLayout9.xml" ContentType="application/vnd.openxmlformats-officedocument.presentationml.slideLayout+xml"/>
  <Override PartName="/ppt/theme/theme10.xml" ContentType="application/vnd.openxmlformats-officedocument.theme+xml"/>
  <Override PartName="/ppt/slideLayouts/slideLayout10.xml" ContentType="application/vnd.openxmlformats-officedocument.presentationml.slideLayout+xml"/>
  <Override PartName="/ppt/theme/theme11.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1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13.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14.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media/image80.jpg" ContentType="image/jpg"/>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media/image98.jpg" ContentType="image/jpg"/>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media/image104.jpg" ContentType="image/jpg"/>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4" r:id="rId1"/>
    <p:sldMasterId id="2147483656" r:id="rId2"/>
    <p:sldMasterId id="2147483658" r:id="rId3"/>
    <p:sldMasterId id="2147483659" r:id="rId4"/>
    <p:sldMasterId id="2147483661" r:id="rId5"/>
    <p:sldMasterId id="2147483663" r:id="rId6"/>
    <p:sldMasterId id="2147483665" r:id="rId7"/>
    <p:sldMasterId id="2147483667" r:id="rId8"/>
    <p:sldMasterId id="2147483669" r:id="rId9"/>
    <p:sldMasterId id="2147483671" r:id="rId10"/>
    <p:sldMasterId id="2147483673" r:id="rId11"/>
    <p:sldMasterId id="2147483675" r:id="rId12"/>
    <p:sldMasterId id="2147483694" r:id="rId13"/>
    <p:sldMasterId id="2147483713" r:id="rId14"/>
    <p:sldMasterId id="2147483734" r:id="rId15"/>
  </p:sldMasterIdLst>
  <p:notesMasterIdLst>
    <p:notesMasterId r:id="rId186"/>
  </p:notesMasterIdLst>
  <p:sldIdLst>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1558" r:id="rId40"/>
    <p:sldId id="1577" r:id="rId41"/>
    <p:sldId id="552" r:id="rId42"/>
    <p:sldId id="1587" r:id="rId43"/>
    <p:sldId id="535" r:id="rId44"/>
    <p:sldId id="536" r:id="rId45"/>
    <p:sldId id="488" r:id="rId46"/>
    <p:sldId id="1560" r:id="rId47"/>
    <p:sldId id="486" r:id="rId48"/>
    <p:sldId id="1571" r:id="rId49"/>
    <p:sldId id="547" r:id="rId50"/>
    <p:sldId id="548" r:id="rId51"/>
    <p:sldId id="550" r:id="rId52"/>
    <p:sldId id="551" r:id="rId53"/>
    <p:sldId id="1578" r:id="rId54"/>
    <p:sldId id="1563" r:id="rId55"/>
    <p:sldId id="555" r:id="rId56"/>
    <p:sldId id="1580" r:id="rId57"/>
    <p:sldId id="1567" r:id="rId58"/>
    <p:sldId id="1582" r:id="rId59"/>
    <p:sldId id="1588" r:id="rId60"/>
    <p:sldId id="1581" r:id="rId61"/>
    <p:sldId id="1565" r:id="rId62"/>
    <p:sldId id="554" r:id="rId63"/>
    <p:sldId id="556" r:id="rId64"/>
    <p:sldId id="1566" r:id="rId65"/>
    <p:sldId id="1569" r:id="rId66"/>
    <p:sldId id="557" r:id="rId67"/>
    <p:sldId id="558" r:id="rId68"/>
    <p:sldId id="1570" r:id="rId69"/>
    <p:sldId id="559" r:id="rId70"/>
    <p:sldId id="444" r:id="rId71"/>
    <p:sldId id="448" r:id="rId72"/>
    <p:sldId id="449" r:id="rId73"/>
    <p:sldId id="450" r:id="rId74"/>
    <p:sldId id="1584" r:id="rId75"/>
    <p:sldId id="468" r:id="rId76"/>
    <p:sldId id="469" r:id="rId77"/>
    <p:sldId id="467" r:id="rId78"/>
    <p:sldId id="1589" r:id="rId79"/>
    <p:sldId id="470" r:id="rId80"/>
    <p:sldId id="495" r:id="rId81"/>
    <p:sldId id="358" r:id="rId82"/>
    <p:sldId id="447" r:id="rId83"/>
    <p:sldId id="1585" r:id="rId84"/>
    <p:sldId id="605" r:id="rId85"/>
    <p:sldId id="1590" r:id="rId86"/>
    <p:sldId id="1559" r:id="rId87"/>
    <p:sldId id="597" r:id="rId88"/>
    <p:sldId id="1591" r:id="rId89"/>
    <p:sldId id="591" r:id="rId90"/>
    <p:sldId id="1561" r:id="rId91"/>
    <p:sldId id="1562" r:id="rId92"/>
    <p:sldId id="1592" r:id="rId93"/>
    <p:sldId id="1564" r:id="rId94"/>
    <p:sldId id="1593" r:id="rId95"/>
    <p:sldId id="1594" r:id="rId96"/>
    <p:sldId id="1595" r:id="rId97"/>
    <p:sldId id="604" r:id="rId98"/>
    <p:sldId id="576" r:id="rId99"/>
    <p:sldId id="561" r:id="rId100"/>
    <p:sldId id="560" r:id="rId101"/>
    <p:sldId id="505" r:id="rId102"/>
    <p:sldId id="266" r:id="rId103"/>
    <p:sldId id="267" r:id="rId104"/>
    <p:sldId id="1596" r:id="rId105"/>
    <p:sldId id="500" r:id="rId106"/>
    <p:sldId id="1597" r:id="rId107"/>
    <p:sldId id="530" r:id="rId108"/>
    <p:sldId id="1598" r:id="rId109"/>
    <p:sldId id="531" r:id="rId110"/>
    <p:sldId id="1599" r:id="rId111"/>
    <p:sldId id="1600" r:id="rId112"/>
    <p:sldId id="1601" r:id="rId113"/>
    <p:sldId id="1602" r:id="rId114"/>
    <p:sldId id="1603" r:id="rId115"/>
    <p:sldId id="1572" r:id="rId116"/>
    <p:sldId id="529" r:id="rId117"/>
    <p:sldId id="1604" r:id="rId118"/>
    <p:sldId id="1573" r:id="rId119"/>
    <p:sldId id="1574" r:id="rId120"/>
    <p:sldId id="1605" r:id="rId121"/>
    <p:sldId id="1575" r:id="rId122"/>
    <p:sldId id="1576" r:id="rId123"/>
    <p:sldId id="1606" r:id="rId124"/>
    <p:sldId id="1607" r:id="rId125"/>
    <p:sldId id="1579" r:id="rId126"/>
    <p:sldId id="1608" r:id="rId127"/>
    <p:sldId id="292" r:id="rId128"/>
    <p:sldId id="1609" r:id="rId129"/>
    <p:sldId id="1663" r:id="rId130"/>
    <p:sldId id="1658" r:id="rId131"/>
    <p:sldId id="1659" r:id="rId132"/>
    <p:sldId id="1668" r:id="rId133"/>
    <p:sldId id="1705" r:id="rId134"/>
    <p:sldId id="1664" r:id="rId135"/>
    <p:sldId id="1670" r:id="rId136"/>
    <p:sldId id="1671" r:id="rId137"/>
    <p:sldId id="1672" r:id="rId138"/>
    <p:sldId id="1673" r:id="rId139"/>
    <p:sldId id="1674" r:id="rId140"/>
    <p:sldId id="1675" r:id="rId141"/>
    <p:sldId id="1706" r:id="rId142"/>
    <p:sldId id="1691" r:id="rId143"/>
    <p:sldId id="1701" r:id="rId144"/>
    <p:sldId id="1690" r:id="rId145"/>
    <p:sldId id="1709" r:id="rId146"/>
    <p:sldId id="1707" r:id="rId147"/>
    <p:sldId id="1710" r:id="rId148"/>
    <p:sldId id="1708" r:id="rId149"/>
    <p:sldId id="1711" r:id="rId150"/>
    <p:sldId id="1702" r:id="rId151"/>
    <p:sldId id="1694" r:id="rId152"/>
    <p:sldId id="1712" r:id="rId153"/>
    <p:sldId id="1695" r:id="rId154"/>
    <p:sldId id="1713" r:id="rId155"/>
    <p:sldId id="1703" r:id="rId156"/>
    <p:sldId id="1692" r:id="rId157"/>
    <p:sldId id="1698" r:id="rId158"/>
    <p:sldId id="1699" r:id="rId159"/>
    <p:sldId id="1714" r:id="rId160"/>
    <p:sldId id="1555" r:id="rId161"/>
    <p:sldId id="1554" r:id="rId162"/>
    <p:sldId id="1715" r:id="rId163"/>
    <p:sldId id="1716" r:id="rId164"/>
    <p:sldId id="1717" r:id="rId165"/>
    <p:sldId id="1718" r:id="rId166"/>
    <p:sldId id="1719" r:id="rId167"/>
    <p:sldId id="1720" r:id="rId168"/>
    <p:sldId id="1721" r:id="rId169"/>
    <p:sldId id="1722" r:id="rId170"/>
    <p:sldId id="1723" r:id="rId171"/>
    <p:sldId id="1724" r:id="rId172"/>
    <p:sldId id="264" r:id="rId173"/>
    <p:sldId id="1725" r:id="rId174"/>
    <p:sldId id="265" r:id="rId175"/>
    <p:sldId id="1726" r:id="rId176"/>
    <p:sldId id="261" r:id="rId177"/>
    <p:sldId id="262" r:id="rId178"/>
    <p:sldId id="263" r:id="rId179"/>
    <p:sldId id="1727" r:id="rId180"/>
    <p:sldId id="1728" r:id="rId181"/>
    <p:sldId id="1729" r:id="rId182"/>
    <p:sldId id="1730" r:id="rId183"/>
    <p:sldId id="1731" r:id="rId184"/>
    <p:sldId id="1732" r:id="rId185"/>
  </p:sldIdLst>
  <p:sldSz cx="9144000" cy="6858000" type="screen4x3"/>
  <p:notesSz cx="6858000" cy="9144000"/>
  <p:embeddedFontLst>
    <p:embeddedFont>
      <p:font typeface="Cambria" panose="02040503050406030204" pitchFamily="18" charset="0"/>
      <p:regular r:id="rId187"/>
      <p:bold r:id="rId188"/>
      <p:italic r:id="rId189"/>
      <p:boldItalic r:id="rId190"/>
    </p:embeddedFont>
    <p:embeddedFont>
      <p:font typeface="Century Gothic" panose="020B0502020202020204" pitchFamily="34" charset="0"/>
      <p:regular r:id="rId191"/>
      <p:bold r:id="rId192"/>
      <p:italic r:id="rId193"/>
      <p:boldItalic r:id="rId194"/>
    </p:embeddedFont>
    <p:embeddedFont>
      <p:font typeface="Franklin Gothic Demi" panose="020B0703020102020204" pitchFamily="34" charset="0"/>
      <p:regular r:id="rId195"/>
    </p:embeddedFont>
    <p:embeddedFont>
      <p:font typeface="Franklin Gothic Medium" panose="020B0603020102020204" pitchFamily="34" charset="0"/>
      <p:regular r:id="rId196"/>
      <p:italic r:id="rId197"/>
    </p:embeddedFont>
    <p:embeddedFont>
      <p:font typeface="Garamond" panose="02020404030301010803" pitchFamily="18" charset="0"/>
      <p:regular r:id="rId198"/>
      <p:bold r:id="rId199"/>
      <p:italic r:id="rId200"/>
    </p:embeddedFont>
    <p:embeddedFont>
      <p:font typeface="Helvetica" panose="020B0604020202020204" pitchFamily="34" charset="0"/>
      <p:regular r:id="rId201"/>
      <p:bold r:id="rId202"/>
      <p:italic r:id="rId203"/>
      <p:boldItalic r:id="rId204"/>
    </p:embeddedFont>
    <p:embeddedFont>
      <p:font typeface="Helvetica Neue" panose="020B0604020202020204" charset="0"/>
      <p:regular r:id="rId205"/>
      <p:bold r:id="rId206"/>
      <p:italic r:id="rId207"/>
      <p:boldItalic r:id="rId208"/>
    </p:embeddedFont>
    <p:embeddedFont>
      <p:font typeface="Quattrocento Sans" panose="020B0502050000020003" pitchFamily="34" charset="0"/>
      <p:regular r:id="rId209"/>
      <p:bold r:id="rId21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1" roundtripDataSignature="AMtx7mhlxfh/0SQOWj48LBJBzX7TxF8PC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D5204BC-3505-4EFF-9B48-5C30D4700FA3}">
  <a:tblStyle styleId="{0D5204BC-3505-4EFF-9B48-5C30D4700FA3}"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1714"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02.xml"/><Relationship Id="rId21" Type="http://schemas.openxmlformats.org/officeDocument/2006/relationships/slide" Target="slides/slide6.xml"/><Relationship Id="rId42" Type="http://schemas.openxmlformats.org/officeDocument/2006/relationships/slide" Target="slides/slide27.xml"/><Relationship Id="rId63" Type="http://schemas.openxmlformats.org/officeDocument/2006/relationships/slide" Target="slides/slide48.xml"/><Relationship Id="rId84" Type="http://schemas.openxmlformats.org/officeDocument/2006/relationships/slide" Target="slides/slide69.xml"/><Relationship Id="rId138" Type="http://schemas.openxmlformats.org/officeDocument/2006/relationships/slide" Target="slides/slide123.xml"/><Relationship Id="rId159" Type="http://schemas.openxmlformats.org/officeDocument/2006/relationships/slide" Target="slides/slide144.xml"/><Relationship Id="rId170" Type="http://schemas.openxmlformats.org/officeDocument/2006/relationships/slide" Target="slides/slide155.xml"/><Relationship Id="rId191" Type="http://schemas.openxmlformats.org/officeDocument/2006/relationships/font" Target="fonts/font5.fntdata"/><Relationship Id="rId205" Type="http://schemas.openxmlformats.org/officeDocument/2006/relationships/font" Target="fonts/font19.fntdata"/><Relationship Id="rId107" Type="http://schemas.openxmlformats.org/officeDocument/2006/relationships/slide" Target="slides/slide92.xml"/><Relationship Id="rId11" Type="http://schemas.openxmlformats.org/officeDocument/2006/relationships/slideMaster" Target="slideMasters/slideMaster11.xml"/><Relationship Id="rId32" Type="http://schemas.openxmlformats.org/officeDocument/2006/relationships/slide" Target="slides/slide17.xml"/><Relationship Id="rId53" Type="http://schemas.openxmlformats.org/officeDocument/2006/relationships/slide" Target="slides/slide38.xml"/><Relationship Id="rId74" Type="http://schemas.openxmlformats.org/officeDocument/2006/relationships/slide" Target="slides/slide59.xml"/><Relationship Id="rId128" Type="http://schemas.openxmlformats.org/officeDocument/2006/relationships/slide" Target="slides/slide113.xml"/><Relationship Id="rId149" Type="http://schemas.openxmlformats.org/officeDocument/2006/relationships/slide" Target="slides/slide134.xml"/><Relationship Id="rId5" Type="http://schemas.openxmlformats.org/officeDocument/2006/relationships/slideMaster" Target="slideMasters/slideMaster5.xml"/><Relationship Id="rId95" Type="http://schemas.openxmlformats.org/officeDocument/2006/relationships/slide" Target="slides/slide80.xml"/><Relationship Id="rId160" Type="http://schemas.openxmlformats.org/officeDocument/2006/relationships/slide" Target="slides/slide145.xml"/><Relationship Id="rId181" Type="http://schemas.openxmlformats.org/officeDocument/2006/relationships/slide" Target="slides/slide166.xml"/><Relationship Id="rId22" Type="http://schemas.openxmlformats.org/officeDocument/2006/relationships/slide" Target="slides/slide7.xml"/><Relationship Id="rId43" Type="http://schemas.openxmlformats.org/officeDocument/2006/relationships/slide" Target="slides/slide28.xml"/><Relationship Id="rId64" Type="http://schemas.openxmlformats.org/officeDocument/2006/relationships/slide" Target="slides/slide49.xml"/><Relationship Id="rId118" Type="http://schemas.openxmlformats.org/officeDocument/2006/relationships/slide" Target="slides/slide103.xml"/><Relationship Id="rId139" Type="http://schemas.openxmlformats.org/officeDocument/2006/relationships/slide" Target="slides/slide124.xml"/><Relationship Id="rId85" Type="http://schemas.openxmlformats.org/officeDocument/2006/relationships/slide" Target="slides/slide70.xml"/><Relationship Id="rId150" Type="http://schemas.openxmlformats.org/officeDocument/2006/relationships/slide" Target="slides/slide135.xml"/><Relationship Id="rId171" Type="http://schemas.openxmlformats.org/officeDocument/2006/relationships/slide" Target="slides/slide156.xml"/><Relationship Id="rId192" Type="http://schemas.openxmlformats.org/officeDocument/2006/relationships/font" Target="fonts/font6.fntdata"/><Relationship Id="rId206" Type="http://schemas.openxmlformats.org/officeDocument/2006/relationships/font" Target="fonts/font20.fntdata"/><Relationship Id="rId12" Type="http://schemas.openxmlformats.org/officeDocument/2006/relationships/slideMaster" Target="slideMasters/slideMaster12.xml"/><Relationship Id="rId33" Type="http://schemas.openxmlformats.org/officeDocument/2006/relationships/slide" Target="slides/slide18.xml"/><Relationship Id="rId108" Type="http://schemas.openxmlformats.org/officeDocument/2006/relationships/slide" Target="slides/slide93.xml"/><Relationship Id="rId129" Type="http://schemas.openxmlformats.org/officeDocument/2006/relationships/slide" Target="slides/slide114.xml"/><Relationship Id="rId54" Type="http://schemas.openxmlformats.org/officeDocument/2006/relationships/slide" Target="slides/slide39.xml"/><Relationship Id="rId75" Type="http://schemas.openxmlformats.org/officeDocument/2006/relationships/slide" Target="slides/slide60.xml"/><Relationship Id="rId96" Type="http://schemas.openxmlformats.org/officeDocument/2006/relationships/slide" Target="slides/slide81.xml"/><Relationship Id="rId140" Type="http://schemas.openxmlformats.org/officeDocument/2006/relationships/slide" Target="slides/slide125.xml"/><Relationship Id="rId161" Type="http://schemas.openxmlformats.org/officeDocument/2006/relationships/slide" Target="slides/slide146.xml"/><Relationship Id="rId182" Type="http://schemas.openxmlformats.org/officeDocument/2006/relationships/slide" Target="slides/slide167.xml"/><Relationship Id="rId6" Type="http://schemas.openxmlformats.org/officeDocument/2006/relationships/slideMaster" Target="slideMasters/slideMaster6.xml"/><Relationship Id="rId23" Type="http://schemas.openxmlformats.org/officeDocument/2006/relationships/slide" Target="slides/slide8.xml"/><Relationship Id="rId119" Type="http://schemas.openxmlformats.org/officeDocument/2006/relationships/slide" Target="slides/slide104.xml"/><Relationship Id="rId44" Type="http://schemas.openxmlformats.org/officeDocument/2006/relationships/slide" Target="slides/slide29.xml"/><Relationship Id="rId65" Type="http://schemas.openxmlformats.org/officeDocument/2006/relationships/slide" Target="slides/slide50.xml"/><Relationship Id="rId86" Type="http://schemas.openxmlformats.org/officeDocument/2006/relationships/slide" Target="slides/slide71.xml"/><Relationship Id="rId130" Type="http://schemas.openxmlformats.org/officeDocument/2006/relationships/slide" Target="slides/slide115.xml"/><Relationship Id="rId151" Type="http://schemas.openxmlformats.org/officeDocument/2006/relationships/slide" Target="slides/slide136.xml"/><Relationship Id="rId172" Type="http://schemas.openxmlformats.org/officeDocument/2006/relationships/slide" Target="slides/slide157.xml"/><Relationship Id="rId193" Type="http://schemas.openxmlformats.org/officeDocument/2006/relationships/font" Target="fonts/font7.fntdata"/><Relationship Id="rId207" Type="http://schemas.openxmlformats.org/officeDocument/2006/relationships/font" Target="fonts/font21.fntdata"/><Relationship Id="rId13" Type="http://schemas.openxmlformats.org/officeDocument/2006/relationships/slideMaster" Target="slideMasters/slideMaster13.xml"/><Relationship Id="rId109" Type="http://schemas.openxmlformats.org/officeDocument/2006/relationships/slide" Target="slides/slide94.xml"/><Relationship Id="rId34" Type="http://schemas.openxmlformats.org/officeDocument/2006/relationships/slide" Target="slides/slide19.xml"/><Relationship Id="rId55" Type="http://schemas.openxmlformats.org/officeDocument/2006/relationships/slide" Target="slides/slide40.xml"/><Relationship Id="rId76" Type="http://schemas.openxmlformats.org/officeDocument/2006/relationships/slide" Target="slides/slide61.xml"/><Relationship Id="rId97" Type="http://schemas.openxmlformats.org/officeDocument/2006/relationships/slide" Target="slides/slide82.xml"/><Relationship Id="rId120" Type="http://schemas.openxmlformats.org/officeDocument/2006/relationships/slide" Target="slides/slide105.xml"/><Relationship Id="rId141" Type="http://schemas.openxmlformats.org/officeDocument/2006/relationships/slide" Target="slides/slide126.xml"/><Relationship Id="rId7" Type="http://schemas.openxmlformats.org/officeDocument/2006/relationships/slideMaster" Target="slideMasters/slideMaster7.xml"/><Relationship Id="rId162" Type="http://schemas.openxmlformats.org/officeDocument/2006/relationships/slide" Target="slides/slide147.xml"/><Relationship Id="rId183" Type="http://schemas.openxmlformats.org/officeDocument/2006/relationships/slide" Target="slides/slide168.xml"/><Relationship Id="rId24" Type="http://schemas.openxmlformats.org/officeDocument/2006/relationships/slide" Target="slides/slide9.xml"/><Relationship Id="rId45" Type="http://schemas.openxmlformats.org/officeDocument/2006/relationships/slide" Target="slides/slide30.xml"/><Relationship Id="rId66" Type="http://schemas.openxmlformats.org/officeDocument/2006/relationships/slide" Target="slides/slide51.xml"/><Relationship Id="rId87" Type="http://schemas.openxmlformats.org/officeDocument/2006/relationships/slide" Target="slides/slide72.xml"/><Relationship Id="rId110" Type="http://schemas.openxmlformats.org/officeDocument/2006/relationships/slide" Target="slides/slide95.xml"/><Relationship Id="rId131" Type="http://schemas.openxmlformats.org/officeDocument/2006/relationships/slide" Target="slides/slide116.xml"/><Relationship Id="rId152" Type="http://schemas.openxmlformats.org/officeDocument/2006/relationships/slide" Target="slides/slide137.xml"/><Relationship Id="rId173" Type="http://schemas.openxmlformats.org/officeDocument/2006/relationships/slide" Target="slides/slide158.xml"/><Relationship Id="rId194" Type="http://schemas.openxmlformats.org/officeDocument/2006/relationships/font" Target="fonts/font8.fntdata"/><Relationship Id="rId208" Type="http://schemas.openxmlformats.org/officeDocument/2006/relationships/font" Target="fonts/font22.fntdata"/><Relationship Id="rId19" Type="http://schemas.openxmlformats.org/officeDocument/2006/relationships/slide" Target="slides/slide4.xml"/><Relationship Id="rId14" Type="http://schemas.openxmlformats.org/officeDocument/2006/relationships/slideMaster" Target="slideMasters/slideMaster14.xml"/><Relationship Id="rId30" Type="http://schemas.openxmlformats.org/officeDocument/2006/relationships/slide" Target="slides/slide15.xml"/><Relationship Id="rId35" Type="http://schemas.openxmlformats.org/officeDocument/2006/relationships/slide" Target="slides/slide20.xml"/><Relationship Id="rId56" Type="http://schemas.openxmlformats.org/officeDocument/2006/relationships/slide" Target="slides/slide41.xml"/><Relationship Id="rId77" Type="http://schemas.openxmlformats.org/officeDocument/2006/relationships/slide" Target="slides/slide62.xml"/><Relationship Id="rId100" Type="http://schemas.openxmlformats.org/officeDocument/2006/relationships/slide" Target="slides/slide85.xml"/><Relationship Id="rId105" Type="http://schemas.openxmlformats.org/officeDocument/2006/relationships/slide" Target="slides/slide90.xml"/><Relationship Id="rId126" Type="http://schemas.openxmlformats.org/officeDocument/2006/relationships/slide" Target="slides/slide111.xml"/><Relationship Id="rId147" Type="http://schemas.openxmlformats.org/officeDocument/2006/relationships/slide" Target="slides/slide132.xml"/><Relationship Id="rId168" Type="http://schemas.openxmlformats.org/officeDocument/2006/relationships/slide" Target="slides/slide153.xml"/><Relationship Id="rId8" Type="http://schemas.openxmlformats.org/officeDocument/2006/relationships/slideMaster" Target="slideMasters/slideMaster8.xml"/><Relationship Id="rId51" Type="http://schemas.openxmlformats.org/officeDocument/2006/relationships/slide" Target="slides/slide36.xml"/><Relationship Id="rId72" Type="http://schemas.openxmlformats.org/officeDocument/2006/relationships/slide" Target="slides/slide57.xml"/><Relationship Id="rId93" Type="http://schemas.openxmlformats.org/officeDocument/2006/relationships/slide" Target="slides/slide78.xml"/><Relationship Id="rId98" Type="http://schemas.openxmlformats.org/officeDocument/2006/relationships/slide" Target="slides/slide83.xml"/><Relationship Id="rId121" Type="http://schemas.openxmlformats.org/officeDocument/2006/relationships/slide" Target="slides/slide106.xml"/><Relationship Id="rId142" Type="http://schemas.openxmlformats.org/officeDocument/2006/relationships/slide" Target="slides/slide127.xml"/><Relationship Id="rId163" Type="http://schemas.openxmlformats.org/officeDocument/2006/relationships/slide" Target="slides/slide148.xml"/><Relationship Id="rId184" Type="http://schemas.openxmlformats.org/officeDocument/2006/relationships/slide" Target="slides/slide169.xml"/><Relationship Id="rId189" Type="http://schemas.openxmlformats.org/officeDocument/2006/relationships/font" Target="fonts/font3.fntdata"/><Relationship Id="rId3" Type="http://schemas.openxmlformats.org/officeDocument/2006/relationships/slideMaster" Target="slideMasters/slideMaster3.xml"/><Relationship Id="rId214" Type="http://schemas.openxmlformats.org/officeDocument/2006/relationships/theme" Target="theme/theme1.xml"/><Relationship Id="rId25" Type="http://schemas.openxmlformats.org/officeDocument/2006/relationships/slide" Target="slides/slide10.xml"/><Relationship Id="rId46" Type="http://schemas.openxmlformats.org/officeDocument/2006/relationships/slide" Target="slides/slide31.xml"/><Relationship Id="rId67" Type="http://schemas.openxmlformats.org/officeDocument/2006/relationships/slide" Target="slides/slide52.xml"/><Relationship Id="rId116" Type="http://schemas.openxmlformats.org/officeDocument/2006/relationships/slide" Target="slides/slide101.xml"/><Relationship Id="rId137" Type="http://schemas.openxmlformats.org/officeDocument/2006/relationships/slide" Target="slides/slide122.xml"/><Relationship Id="rId158" Type="http://schemas.openxmlformats.org/officeDocument/2006/relationships/slide" Target="slides/slide143.xml"/><Relationship Id="rId20" Type="http://schemas.openxmlformats.org/officeDocument/2006/relationships/slide" Target="slides/slide5.xml"/><Relationship Id="rId41" Type="http://schemas.openxmlformats.org/officeDocument/2006/relationships/slide" Target="slides/slide26.xml"/><Relationship Id="rId62" Type="http://schemas.openxmlformats.org/officeDocument/2006/relationships/slide" Target="slides/slide47.xml"/><Relationship Id="rId83" Type="http://schemas.openxmlformats.org/officeDocument/2006/relationships/slide" Target="slides/slide68.xml"/><Relationship Id="rId88" Type="http://schemas.openxmlformats.org/officeDocument/2006/relationships/slide" Target="slides/slide73.xml"/><Relationship Id="rId111" Type="http://schemas.openxmlformats.org/officeDocument/2006/relationships/slide" Target="slides/slide96.xml"/><Relationship Id="rId132" Type="http://schemas.openxmlformats.org/officeDocument/2006/relationships/slide" Target="slides/slide117.xml"/><Relationship Id="rId153" Type="http://schemas.openxmlformats.org/officeDocument/2006/relationships/slide" Target="slides/slide138.xml"/><Relationship Id="rId174" Type="http://schemas.openxmlformats.org/officeDocument/2006/relationships/slide" Target="slides/slide159.xml"/><Relationship Id="rId179" Type="http://schemas.openxmlformats.org/officeDocument/2006/relationships/slide" Target="slides/slide164.xml"/><Relationship Id="rId195" Type="http://schemas.openxmlformats.org/officeDocument/2006/relationships/font" Target="fonts/font9.fntdata"/><Relationship Id="rId209" Type="http://schemas.openxmlformats.org/officeDocument/2006/relationships/font" Target="fonts/font23.fntdata"/><Relationship Id="rId190" Type="http://schemas.openxmlformats.org/officeDocument/2006/relationships/font" Target="fonts/font4.fntdata"/><Relationship Id="rId204" Type="http://schemas.openxmlformats.org/officeDocument/2006/relationships/font" Target="fonts/font18.fntdata"/><Relationship Id="rId15" Type="http://schemas.openxmlformats.org/officeDocument/2006/relationships/slideMaster" Target="slideMasters/slideMaster15.xml"/><Relationship Id="rId36" Type="http://schemas.openxmlformats.org/officeDocument/2006/relationships/slide" Target="slides/slide21.xml"/><Relationship Id="rId57" Type="http://schemas.openxmlformats.org/officeDocument/2006/relationships/slide" Target="slides/slide42.xml"/><Relationship Id="rId106" Type="http://schemas.openxmlformats.org/officeDocument/2006/relationships/slide" Target="slides/slide91.xml"/><Relationship Id="rId127" Type="http://schemas.openxmlformats.org/officeDocument/2006/relationships/slide" Target="slides/slide112.xml"/><Relationship Id="rId10" Type="http://schemas.openxmlformats.org/officeDocument/2006/relationships/slideMaster" Target="slideMasters/slideMaster10.xml"/><Relationship Id="rId31" Type="http://schemas.openxmlformats.org/officeDocument/2006/relationships/slide" Target="slides/slide16.xml"/><Relationship Id="rId52" Type="http://schemas.openxmlformats.org/officeDocument/2006/relationships/slide" Target="slides/slide37.xml"/><Relationship Id="rId73" Type="http://schemas.openxmlformats.org/officeDocument/2006/relationships/slide" Target="slides/slide58.xml"/><Relationship Id="rId78" Type="http://schemas.openxmlformats.org/officeDocument/2006/relationships/slide" Target="slides/slide63.xml"/><Relationship Id="rId94" Type="http://schemas.openxmlformats.org/officeDocument/2006/relationships/slide" Target="slides/slide79.xml"/><Relationship Id="rId99" Type="http://schemas.openxmlformats.org/officeDocument/2006/relationships/slide" Target="slides/slide84.xml"/><Relationship Id="rId101" Type="http://schemas.openxmlformats.org/officeDocument/2006/relationships/slide" Target="slides/slide86.xml"/><Relationship Id="rId122" Type="http://schemas.openxmlformats.org/officeDocument/2006/relationships/slide" Target="slides/slide107.xml"/><Relationship Id="rId143" Type="http://schemas.openxmlformats.org/officeDocument/2006/relationships/slide" Target="slides/slide128.xml"/><Relationship Id="rId148" Type="http://schemas.openxmlformats.org/officeDocument/2006/relationships/slide" Target="slides/slide133.xml"/><Relationship Id="rId164" Type="http://schemas.openxmlformats.org/officeDocument/2006/relationships/slide" Target="slides/slide149.xml"/><Relationship Id="rId169" Type="http://schemas.openxmlformats.org/officeDocument/2006/relationships/slide" Target="slides/slide154.xml"/><Relationship Id="rId185" Type="http://schemas.openxmlformats.org/officeDocument/2006/relationships/slide" Target="slides/slide170.xml"/><Relationship Id="rId4" Type="http://schemas.openxmlformats.org/officeDocument/2006/relationships/slideMaster" Target="slideMasters/slideMaster4.xml"/><Relationship Id="rId9" Type="http://schemas.openxmlformats.org/officeDocument/2006/relationships/slideMaster" Target="slideMasters/slideMaster9.xml"/><Relationship Id="rId180" Type="http://schemas.openxmlformats.org/officeDocument/2006/relationships/slide" Target="slides/slide165.xml"/><Relationship Id="rId210" Type="http://schemas.openxmlformats.org/officeDocument/2006/relationships/font" Target="fonts/font24.fntdata"/><Relationship Id="rId215" Type="http://schemas.openxmlformats.org/officeDocument/2006/relationships/tableStyles" Target="tableStyles.xml"/><Relationship Id="rId26" Type="http://schemas.openxmlformats.org/officeDocument/2006/relationships/slide" Target="slides/slide11.xml"/><Relationship Id="rId47" Type="http://schemas.openxmlformats.org/officeDocument/2006/relationships/slide" Target="slides/slide32.xml"/><Relationship Id="rId68" Type="http://schemas.openxmlformats.org/officeDocument/2006/relationships/slide" Target="slides/slide53.xml"/><Relationship Id="rId89" Type="http://schemas.openxmlformats.org/officeDocument/2006/relationships/slide" Target="slides/slide74.xml"/><Relationship Id="rId112" Type="http://schemas.openxmlformats.org/officeDocument/2006/relationships/slide" Target="slides/slide97.xml"/><Relationship Id="rId133" Type="http://schemas.openxmlformats.org/officeDocument/2006/relationships/slide" Target="slides/slide118.xml"/><Relationship Id="rId154" Type="http://schemas.openxmlformats.org/officeDocument/2006/relationships/slide" Target="slides/slide139.xml"/><Relationship Id="rId175" Type="http://schemas.openxmlformats.org/officeDocument/2006/relationships/slide" Target="slides/slide160.xml"/><Relationship Id="rId196" Type="http://schemas.openxmlformats.org/officeDocument/2006/relationships/font" Target="fonts/font10.fntdata"/><Relationship Id="rId200" Type="http://schemas.openxmlformats.org/officeDocument/2006/relationships/font" Target="fonts/font14.fntdata"/><Relationship Id="rId16" Type="http://schemas.openxmlformats.org/officeDocument/2006/relationships/slide" Target="slides/slide1.xml"/><Relationship Id="rId37" Type="http://schemas.openxmlformats.org/officeDocument/2006/relationships/slide" Target="slides/slide22.xml"/><Relationship Id="rId58" Type="http://schemas.openxmlformats.org/officeDocument/2006/relationships/slide" Target="slides/slide43.xml"/><Relationship Id="rId79" Type="http://schemas.openxmlformats.org/officeDocument/2006/relationships/slide" Target="slides/slide64.xml"/><Relationship Id="rId102" Type="http://schemas.openxmlformats.org/officeDocument/2006/relationships/slide" Target="slides/slide87.xml"/><Relationship Id="rId123" Type="http://schemas.openxmlformats.org/officeDocument/2006/relationships/slide" Target="slides/slide108.xml"/><Relationship Id="rId144" Type="http://schemas.openxmlformats.org/officeDocument/2006/relationships/slide" Target="slides/slide129.xml"/><Relationship Id="rId90" Type="http://schemas.openxmlformats.org/officeDocument/2006/relationships/slide" Target="slides/slide75.xml"/><Relationship Id="rId165" Type="http://schemas.openxmlformats.org/officeDocument/2006/relationships/slide" Target="slides/slide150.xml"/><Relationship Id="rId186" Type="http://schemas.openxmlformats.org/officeDocument/2006/relationships/notesMaster" Target="notesMasters/notesMaster1.xml"/><Relationship Id="rId211" Type="http://customschemas.google.com/relationships/presentationmetadata" Target="metadata"/><Relationship Id="rId27" Type="http://schemas.openxmlformats.org/officeDocument/2006/relationships/slide" Target="slides/slide12.xml"/><Relationship Id="rId48" Type="http://schemas.openxmlformats.org/officeDocument/2006/relationships/slide" Target="slides/slide33.xml"/><Relationship Id="rId69" Type="http://schemas.openxmlformats.org/officeDocument/2006/relationships/slide" Target="slides/slide54.xml"/><Relationship Id="rId113" Type="http://schemas.openxmlformats.org/officeDocument/2006/relationships/slide" Target="slides/slide98.xml"/><Relationship Id="rId134" Type="http://schemas.openxmlformats.org/officeDocument/2006/relationships/slide" Target="slides/slide119.xml"/><Relationship Id="rId80" Type="http://schemas.openxmlformats.org/officeDocument/2006/relationships/slide" Target="slides/slide65.xml"/><Relationship Id="rId155" Type="http://schemas.openxmlformats.org/officeDocument/2006/relationships/slide" Target="slides/slide140.xml"/><Relationship Id="rId176" Type="http://schemas.openxmlformats.org/officeDocument/2006/relationships/slide" Target="slides/slide161.xml"/><Relationship Id="rId197" Type="http://schemas.openxmlformats.org/officeDocument/2006/relationships/font" Target="fonts/font11.fntdata"/><Relationship Id="rId201" Type="http://schemas.openxmlformats.org/officeDocument/2006/relationships/font" Target="fonts/font15.fntdata"/><Relationship Id="rId17" Type="http://schemas.openxmlformats.org/officeDocument/2006/relationships/slide" Target="slides/slide2.xml"/><Relationship Id="rId38" Type="http://schemas.openxmlformats.org/officeDocument/2006/relationships/slide" Target="slides/slide23.xml"/><Relationship Id="rId59" Type="http://schemas.openxmlformats.org/officeDocument/2006/relationships/slide" Target="slides/slide44.xml"/><Relationship Id="rId103" Type="http://schemas.openxmlformats.org/officeDocument/2006/relationships/slide" Target="slides/slide88.xml"/><Relationship Id="rId124" Type="http://schemas.openxmlformats.org/officeDocument/2006/relationships/slide" Target="slides/slide109.xml"/><Relationship Id="rId70" Type="http://schemas.openxmlformats.org/officeDocument/2006/relationships/slide" Target="slides/slide55.xml"/><Relationship Id="rId91" Type="http://schemas.openxmlformats.org/officeDocument/2006/relationships/slide" Target="slides/slide76.xml"/><Relationship Id="rId145" Type="http://schemas.openxmlformats.org/officeDocument/2006/relationships/slide" Target="slides/slide130.xml"/><Relationship Id="rId166" Type="http://schemas.openxmlformats.org/officeDocument/2006/relationships/slide" Target="slides/slide151.xml"/><Relationship Id="rId187" Type="http://schemas.openxmlformats.org/officeDocument/2006/relationships/font" Target="fonts/font1.fntdata"/><Relationship Id="rId1" Type="http://schemas.openxmlformats.org/officeDocument/2006/relationships/slideMaster" Target="slideMasters/slideMaster1.xml"/><Relationship Id="rId212" Type="http://schemas.openxmlformats.org/officeDocument/2006/relationships/presProps" Target="presProps.xml"/><Relationship Id="rId28" Type="http://schemas.openxmlformats.org/officeDocument/2006/relationships/slide" Target="slides/slide13.xml"/><Relationship Id="rId49" Type="http://schemas.openxmlformats.org/officeDocument/2006/relationships/slide" Target="slides/slide34.xml"/><Relationship Id="rId114" Type="http://schemas.openxmlformats.org/officeDocument/2006/relationships/slide" Target="slides/slide99.xml"/><Relationship Id="rId60" Type="http://schemas.openxmlformats.org/officeDocument/2006/relationships/slide" Target="slides/slide45.xml"/><Relationship Id="rId81" Type="http://schemas.openxmlformats.org/officeDocument/2006/relationships/slide" Target="slides/slide66.xml"/><Relationship Id="rId135" Type="http://schemas.openxmlformats.org/officeDocument/2006/relationships/slide" Target="slides/slide120.xml"/><Relationship Id="rId156" Type="http://schemas.openxmlformats.org/officeDocument/2006/relationships/slide" Target="slides/slide141.xml"/><Relationship Id="rId177" Type="http://schemas.openxmlformats.org/officeDocument/2006/relationships/slide" Target="slides/slide162.xml"/><Relationship Id="rId198" Type="http://schemas.openxmlformats.org/officeDocument/2006/relationships/font" Target="fonts/font12.fntdata"/><Relationship Id="rId202" Type="http://schemas.openxmlformats.org/officeDocument/2006/relationships/font" Target="fonts/font16.fntdata"/><Relationship Id="rId18" Type="http://schemas.openxmlformats.org/officeDocument/2006/relationships/slide" Target="slides/slide3.xml"/><Relationship Id="rId39" Type="http://schemas.openxmlformats.org/officeDocument/2006/relationships/slide" Target="slides/slide24.xml"/><Relationship Id="rId50" Type="http://schemas.openxmlformats.org/officeDocument/2006/relationships/slide" Target="slides/slide35.xml"/><Relationship Id="rId104" Type="http://schemas.openxmlformats.org/officeDocument/2006/relationships/slide" Target="slides/slide89.xml"/><Relationship Id="rId125" Type="http://schemas.openxmlformats.org/officeDocument/2006/relationships/slide" Target="slides/slide110.xml"/><Relationship Id="rId146" Type="http://schemas.openxmlformats.org/officeDocument/2006/relationships/slide" Target="slides/slide131.xml"/><Relationship Id="rId167" Type="http://schemas.openxmlformats.org/officeDocument/2006/relationships/slide" Target="slides/slide152.xml"/><Relationship Id="rId188" Type="http://schemas.openxmlformats.org/officeDocument/2006/relationships/font" Target="fonts/font2.fntdata"/><Relationship Id="rId71" Type="http://schemas.openxmlformats.org/officeDocument/2006/relationships/slide" Target="slides/slide56.xml"/><Relationship Id="rId92" Type="http://schemas.openxmlformats.org/officeDocument/2006/relationships/slide" Target="slides/slide77.xml"/><Relationship Id="rId213" Type="http://schemas.openxmlformats.org/officeDocument/2006/relationships/viewProps" Target="viewProps.xml"/><Relationship Id="rId2" Type="http://schemas.openxmlformats.org/officeDocument/2006/relationships/slideMaster" Target="slideMasters/slideMaster2.xml"/><Relationship Id="rId29" Type="http://schemas.openxmlformats.org/officeDocument/2006/relationships/slide" Target="slides/slide14.xml"/><Relationship Id="rId40" Type="http://schemas.openxmlformats.org/officeDocument/2006/relationships/slide" Target="slides/slide25.xml"/><Relationship Id="rId115" Type="http://schemas.openxmlformats.org/officeDocument/2006/relationships/slide" Target="slides/slide100.xml"/><Relationship Id="rId136" Type="http://schemas.openxmlformats.org/officeDocument/2006/relationships/slide" Target="slides/slide121.xml"/><Relationship Id="rId157" Type="http://schemas.openxmlformats.org/officeDocument/2006/relationships/slide" Target="slides/slide142.xml"/><Relationship Id="rId178" Type="http://schemas.openxmlformats.org/officeDocument/2006/relationships/slide" Target="slides/slide163.xml"/><Relationship Id="rId61" Type="http://schemas.openxmlformats.org/officeDocument/2006/relationships/slide" Target="slides/slide46.xml"/><Relationship Id="rId82" Type="http://schemas.openxmlformats.org/officeDocument/2006/relationships/slide" Target="slides/slide67.xml"/><Relationship Id="rId199" Type="http://schemas.openxmlformats.org/officeDocument/2006/relationships/font" Target="fonts/font13.fntdata"/><Relationship Id="rId203"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8787"/>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2"/>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6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321" name="Google Shape;321;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Briefly introduce DevOps as a culture and set of practices that fosters collaboration between Development and Operations teams.</a:t>
            </a:r>
            <a:endParaRPr/>
          </a:p>
          <a:p>
            <a:pPr marL="457200" marR="0" lvl="0" indent="-228600" algn="l" rtl="0">
              <a:lnSpc>
                <a:spcPct val="100000"/>
              </a:lnSpc>
              <a:spcBef>
                <a:spcPts val="0"/>
              </a:spcBef>
              <a:spcAft>
                <a:spcPts val="0"/>
              </a:spcAft>
              <a:buSzPts val="1400"/>
              <a:buNone/>
            </a:pPr>
            <a:r>
              <a:rPr lang="en-US"/>
              <a:t>Highlight the traditional siloed approach between Dev and Ops, leading to slow delivery and bottlenecks.</a:t>
            </a:r>
            <a:endParaRPr/>
          </a:p>
          <a:p>
            <a:pPr marL="457200" marR="0" lvl="0" indent="-228600" algn="l" rtl="0">
              <a:lnSpc>
                <a:spcPct val="100000"/>
              </a:lnSpc>
              <a:spcBef>
                <a:spcPts val="0"/>
              </a:spcBef>
              <a:spcAft>
                <a:spcPts val="0"/>
              </a:spcAft>
              <a:buSzPts val="1400"/>
              <a:buNone/>
            </a:pPr>
            <a:r>
              <a:rPr lang="en-US"/>
              <a:t>Emphasize how DevOps bridges this gap, enabling faster and more reliable software delivery.</a:t>
            </a:r>
            <a:endParaRPr/>
          </a:p>
        </p:txBody>
      </p:sp>
      <p:sp>
        <p:nvSpPr>
          <p:cNvPr id="322" name="Google Shape;322;p61:notes"/>
          <p:cNvSpPr txBox="1">
            <a:spLocks noGrp="1"/>
          </p:cNvSpPr>
          <p:nvPr>
            <p:ph type="sldNum" idx="12"/>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9" name="Google Shape;329;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8" name="Google Shape;338;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4" name="Google Shape;344;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3" name="Google Shape;353;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2" name="Google Shape;362;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1" name="Google Shape;371;p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4" name="Google Shape;384;p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0" name="Google Shape;390;p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9" name="Google Shape;399;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9" name="Google Shape;409;p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7" name="Google Shape;417;p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6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423" name="Google Shape;423;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Shared responsibility: Dev and Ops share ownership of the entire software lifecycle.</a:t>
            </a:r>
            <a:endParaRPr/>
          </a:p>
          <a:p>
            <a:pPr marL="457200" marR="0" lvl="0" indent="-228600" algn="l" rtl="0">
              <a:lnSpc>
                <a:spcPct val="100000"/>
              </a:lnSpc>
              <a:spcBef>
                <a:spcPts val="0"/>
              </a:spcBef>
              <a:spcAft>
                <a:spcPts val="0"/>
              </a:spcAft>
              <a:buSzPts val="1400"/>
              <a:buNone/>
            </a:pPr>
            <a:r>
              <a:rPr lang="en-US"/>
              <a:t>Automation: Automate repetitive tasks like testing and deployment to streamline processes.</a:t>
            </a:r>
            <a:endParaRPr/>
          </a:p>
          <a:p>
            <a:pPr marL="457200" marR="0" lvl="0" indent="-228600" algn="l" rtl="0">
              <a:lnSpc>
                <a:spcPct val="100000"/>
              </a:lnSpc>
              <a:spcBef>
                <a:spcPts val="0"/>
              </a:spcBef>
              <a:spcAft>
                <a:spcPts val="0"/>
              </a:spcAft>
              <a:buSzPts val="1400"/>
              <a:buNone/>
            </a:pPr>
            <a:r>
              <a:rPr lang="en-US"/>
              <a:t>Continuous integration and delivery (CI/CD): Integrate code changes frequently and automate delivery pipeline for faster releases.</a:t>
            </a:r>
            <a:endParaRPr/>
          </a:p>
          <a:p>
            <a:pPr marL="457200" marR="0" lvl="0" indent="-228600" algn="l" rtl="0">
              <a:lnSpc>
                <a:spcPct val="100000"/>
              </a:lnSpc>
              <a:spcBef>
                <a:spcPts val="0"/>
              </a:spcBef>
              <a:spcAft>
                <a:spcPts val="0"/>
              </a:spcAft>
              <a:buSzPts val="1400"/>
              <a:buNone/>
            </a:pPr>
            <a:r>
              <a:rPr lang="en-US"/>
              <a:t>Infrastructure as code (IaC): Treat infrastructure as code for consistent and repeatable deployments.</a:t>
            </a:r>
            <a:endParaRPr/>
          </a:p>
          <a:p>
            <a:pPr marL="457200" marR="0" lvl="0" indent="-228600" algn="l" rtl="0">
              <a:lnSpc>
                <a:spcPct val="100000"/>
              </a:lnSpc>
              <a:spcBef>
                <a:spcPts val="0"/>
              </a:spcBef>
              <a:spcAft>
                <a:spcPts val="0"/>
              </a:spcAft>
              <a:buSzPts val="1400"/>
              <a:buNone/>
            </a:pPr>
            <a:r>
              <a:rPr lang="en-US"/>
              <a:t>Monitoring and feedback: Continuously monitor performance and gather feedback for improvement.</a:t>
            </a:r>
            <a:endParaRPr/>
          </a:p>
          <a:p>
            <a:pPr marL="457200" marR="0" lvl="0" indent="-228600" algn="l" rtl="0">
              <a:lnSpc>
                <a:spcPct val="100000"/>
              </a:lnSpc>
              <a:spcBef>
                <a:spcPts val="0"/>
              </a:spcBef>
              <a:spcAft>
                <a:spcPts val="0"/>
              </a:spcAft>
              <a:buSzPts val="1400"/>
              <a:buNone/>
            </a:pPr>
            <a:endParaRPr/>
          </a:p>
        </p:txBody>
      </p:sp>
      <p:sp>
        <p:nvSpPr>
          <p:cNvPr id="424" name="Google Shape;424;p62:notes"/>
          <p:cNvSpPr txBox="1">
            <a:spLocks noGrp="1"/>
          </p:cNvSpPr>
          <p:nvPr>
            <p:ph type="sldNum" idx="12"/>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5" name="Google Shape;435;p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2" name="Google Shape;442;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8" name="Google Shape;448;p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4" name="Google Shape;454;p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0" name="Google Shape;460;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6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466" name="Google Shape;466;p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Highlight the advantages of adopting DevOps practices:</a:t>
            </a:r>
            <a:endParaRPr/>
          </a:p>
          <a:p>
            <a:pPr marL="457200" marR="0" lvl="0" indent="-228600" algn="l" rtl="0">
              <a:lnSpc>
                <a:spcPct val="100000"/>
              </a:lnSpc>
              <a:spcBef>
                <a:spcPts val="0"/>
              </a:spcBef>
              <a:spcAft>
                <a:spcPts val="0"/>
              </a:spcAft>
              <a:buSzPts val="1400"/>
              <a:buNone/>
            </a:pPr>
            <a:r>
              <a:rPr lang="en-US"/>
              <a:t>Increased speed and agility: Deliver software faster and adapt to changing requirements quickly.</a:t>
            </a:r>
            <a:endParaRPr/>
          </a:p>
          <a:p>
            <a:pPr marL="457200" marR="0" lvl="0" indent="-228600" algn="l" rtl="0">
              <a:lnSpc>
                <a:spcPct val="100000"/>
              </a:lnSpc>
              <a:spcBef>
                <a:spcPts val="0"/>
              </a:spcBef>
              <a:spcAft>
                <a:spcPts val="0"/>
              </a:spcAft>
              <a:buSzPts val="1400"/>
              <a:buNone/>
            </a:pPr>
            <a:r>
              <a:rPr lang="en-US"/>
              <a:t>Improved quality and reliability: Automate testing and monitoring to produce higher quality software with fewer defects.</a:t>
            </a:r>
            <a:endParaRPr/>
          </a:p>
          <a:p>
            <a:pPr marL="457200" marR="0" lvl="0" indent="-228600" algn="l" rtl="0">
              <a:lnSpc>
                <a:spcPct val="100000"/>
              </a:lnSpc>
              <a:spcBef>
                <a:spcPts val="0"/>
              </a:spcBef>
              <a:spcAft>
                <a:spcPts val="0"/>
              </a:spcAft>
              <a:buSzPts val="1400"/>
              <a:buNone/>
            </a:pPr>
            <a:r>
              <a:rPr lang="en-US"/>
              <a:t>Enhanced collaboration and communication: Break down silos between Dev and Ops, fostering a culture of shared goals.</a:t>
            </a:r>
            <a:endParaRPr/>
          </a:p>
          <a:p>
            <a:pPr marL="457200" marR="0" lvl="0" indent="-228600" algn="l" rtl="0">
              <a:lnSpc>
                <a:spcPct val="100000"/>
              </a:lnSpc>
              <a:spcBef>
                <a:spcPts val="0"/>
              </a:spcBef>
              <a:spcAft>
                <a:spcPts val="0"/>
              </a:spcAft>
              <a:buSzPts val="1400"/>
              <a:buNone/>
            </a:pPr>
            <a:r>
              <a:rPr lang="en-US"/>
              <a:t>Increased innovation: Focus on development and innovation due to streamlined delivery process.</a:t>
            </a:r>
            <a:endParaRPr/>
          </a:p>
          <a:p>
            <a:pPr marL="457200" marR="0" lvl="0" indent="-228600" algn="l" rtl="0">
              <a:lnSpc>
                <a:spcPct val="100000"/>
              </a:lnSpc>
              <a:spcBef>
                <a:spcPts val="0"/>
              </a:spcBef>
              <a:spcAft>
                <a:spcPts val="0"/>
              </a:spcAft>
              <a:buSzPts val="1400"/>
              <a:buNone/>
            </a:pPr>
            <a:endParaRPr/>
          </a:p>
        </p:txBody>
      </p:sp>
      <p:sp>
        <p:nvSpPr>
          <p:cNvPr id="467" name="Google Shape;467;p63:notes"/>
          <p:cNvSpPr txBox="1">
            <a:spLocks noGrp="1"/>
          </p:cNvSpPr>
          <p:nvPr>
            <p:ph type="sldNum" idx="12"/>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7" name="Google Shape;477;p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3" name="Google Shape;483;p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489" name="Google Shape;489;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Briefly introduce different DevOps tools categories:</a:t>
            </a:r>
            <a:endParaRPr/>
          </a:p>
          <a:p>
            <a:pPr marL="457200" marR="0" lvl="0" indent="-228600" algn="l" rtl="0">
              <a:lnSpc>
                <a:spcPct val="100000"/>
              </a:lnSpc>
              <a:spcBef>
                <a:spcPts val="0"/>
              </a:spcBef>
              <a:spcAft>
                <a:spcPts val="0"/>
              </a:spcAft>
              <a:buSzPts val="1400"/>
              <a:buNone/>
            </a:pPr>
            <a:r>
              <a:rPr lang="en-US"/>
              <a:t>Version control systems (VCS): Manage code changes (e.g., Git).</a:t>
            </a:r>
            <a:endParaRPr/>
          </a:p>
          <a:p>
            <a:pPr marL="457200" marR="0" lvl="0" indent="-228600" algn="l" rtl="0">
              <a:lnSpc>
                <a:spcPct val="100000"/>
              </a:lnSpc>
              <a:spcBef>
                <a:spcPts val="0"/>
              </a:spcBef>
              <a:spcAft>
                <a:spcPts val="0"/>
              </a:spcAft>
              <a:buSzPts val="1400"/>
              <a:buNone/>
            </a:pPr>
            <a:r>
              <a:rPr lang="en-US"/>
              <a:t>CI/CD tools: Automate build, test, and deployment pipelines (e.g., Jenkins, GitHub Actions).</a:t>
            </a:r>
            <a:endParaRPr/>
          </a:p>
          <a:p>
            <a:pPr marL="457200" marR="0" lvl="0" indent="-228600" algn="l" rtl="0">
              <a:lnSpc>
                <a:spcPct val="100000"/>
              </a:lnSpc>
              <a:spcBef>
                <a:spcPts val="0"/>
              </a:spcBef>
              <a:spcAft>
                <a:spcPts val="0"/>
              </a:spcAft>
              <a:buSzPts val="1400"/>
              <a:buNone/>
            </a:pPr>
            <a:r>
              <a:rPr lang="en-US"/>
              <a:t>Configuration management tools: Manage infrastructure configuration (e.g., Ansible, Puppet).</a:t>
            </a:r>
            <a:endParaRPr/>
          </a:p>
          <a:p>
            <a:pPr marL="457200" marR="0" lvl="0" indent="-228600" algn="l" rtl="0">
              <a:lnSpc>
                <a:spcPct val="100000"/>
              </a:lnSpc>
              <a:spcBef>
                <a:spcPts val="0"/>
              </a:spcBef>
              <a:spcAft>
                <a:spcPts val="0"/>
              </a:spcAft>
              <a:buSzPts val="1400"/>
              <a:buNone/>
            </a:pPr>
            <a:r>
              <a:rPr lang="en-US"/>
              <a:t>Monitoring tools: Track application and infrastructure performance (e.g., Prometheus, Grafana).</a:t>
            </a:r>
            <a:endParaRPr/>
          </a:p>
          <a:p>
            <a:pPr marL="457200" marR="0" lvl="0" indent="-228600" algn="l" rtl="0">
              <a:lnSpc>
                <a:spcPct val="100000"/>
              </a:lnSpc>
              <a:spcBef>
                <a:spcPts val="0"/>
              </a:spcBef>
              <a:spcAft>
                <a:spcPts val="0"/>
              </a:spcAft>
              <a:buSzPts val="1400"/>
              <a:buNone/>
            </a:pPr>
            <a:endParaRPr/>
          </a:p>
        </p:txBody>
      </p:sp>
      <p:sp>
        <p:nvSpPr>
          <p:cNvPr id="490" name="Google Shape;490;p64:notes"/>
          <p:cNvSpPr txBox="1">
            <a:spLocks noGrp="1"/>
          </p:cNvSpPr>
          <p:nvPr>
            <p:ph type="sldNum" idx="12"/>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503" name="Google Shape;503;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Briefly outline steps for adopting DevOps:</a:t>
            </a:r>
            <a:endParaRPr/>
          </a:p>
          <a:p>
            <a:pPr marL="457200" marR="0" lvl="0" indent="-228600" algn="l" rtl="0">
              <a:lnSpc>
                <a:spcPct val="100000"/>
              </a:lnSpc>
              <a:spcBef>
                <a:spcPts val="0"/>
              </a:spcBef>
              <a:spcAft>
                <a:spcPts val="0"/>
              </a:spcAft>
              <a:buSzPts val="1400"/>
              <a:buNone/>
            </a:pPr>
            <a:r>
              <a:rPr lang="en-US"/>
              <a:t>Assess current state: Identify areas for improvement in your software development lifecycle.</a:t>
            </a:r>
            <a:endParaRPr/>
          </a:p>
          <a:p>
            <a:pPr marL="457200" marR="0" lvl="0" indent="-228600" algn="l" rtl="0">
              <a:lnSpc>
                <a:spcPct val="100000"/>
              </a:lnSpc>
              <a:spcBef>
                <a:spcPts val="0"/>
              </a:spcBef>
              <a:spcAft>
                <a:spcPts val="0"/>
              </a:spcAft>
              <a:buSzPts val="1400"/>
              <a:buNone/>
            </a:pPr>
            <a:r>
              <a:rPr lang="en-US"/>
              <a:t>Define goals: Set clear goals for DevOps implementation and desired outcomes.</a:t>
            </a:r>
            <a:endParaRPr/>
          </a:p>
          <a:p>
            <a:pPr marL="457200" marR="0" lvl="0" indent="-228600" algn="l" rtl="0">
              <a:lnSpc>
                <a:spcPct val="100000"/>
              </a:lnSpc>
              <a:spcBef>
                <a:spcPts val="0"/>
              </a:spcBef>
              <a:spcAft>
                <a:spcPts val="0"/>
              </a:spcAft>
              <a:buSzPts val="1400"/>
              <a:buNone/>
            </a:pPr>
            <a:r>
              <a:rPr lang="en-US"/>
              <a:t>Build a DevOps culture: Foster collaboration and shared responsibility between teams.</a:t>
            </a:r>
            <a:endParaRPr/>
          </a:p>
          <a:p>
            <a:pPr marL="457200" marR="0" lvl="0" indent="-228600" algn="l" rtl="0">
              <a:lnSpc>
                <a:spcPct val="100000"/>
              </a:lnSpc>
              <a:spcBef>
                <a:spcPts val="0"/>
              </a:spcBef>
              <a:spcAft>
                <a:spcPts val="0"/>
              </a:spcAft>
              <a:buSzPts val="1400"/>
              <a:buNone/>
            </a:pPr>
            <a:r>
              <a:rPr lang="en-US"/>
              <a:t>Adopt DevOps tools: Select and implement relevant tools based on your needs.</a:t>
            </a:r>
            <a:endParaRPr/>
          </a:p>
          <a:p>
            <a:pPr marL="457200" marR="0" lvl="0" indent="-228600" algn="l" rtl="0">
              <a:lnSpc>
                <a:spcPct val="100000"/>
              </a:lnSpc>
              <a:spcBef>
                <a:spcPts val="0"/>
              </a:spcBef>
              <a:spcAft>
                <a:spcPts val="0"/>
              </a:spcAft>
              <a:buSzPts val="1400"/>
              <a:buNone/>
            </a:pPr>
            <a:r>
              <a:rPr lang="en-US"/>
              <a:t>Measure and iterate: Continuously monitor progress and adapt your DevOps practices.</a:t>
            </a:r>
            <a:endParaRPr/>
          </a:p>
          <a:p>
            <a:pPr marL="457200" marR="0" lvl="0" indent="-228600" algn="l" rtl="0">
              <a:lnSpc>
                <a:spcPct val="100000"/>
              </a:lnSpc>
              <a:spcBef>
                <a:spcPts val="0"/>
              </a:spcBef>
              <a:spcAft>
                <a:spcPts val="0"/>
              </a:spcAft>
              <a:buSzPts val="1400"/>
              <a:buNone/>
            </a:pPr>
            <a:r>
              <a:rPr lang="en-US"/>
              <a:t>Call to action (Optional): Encourage further exploration of DevOps concepts and resources.</a:t>
            </a:r>
            <a:endParaRPr/>
          </a:p>
          <a:p>
            <a:pPr marL="457200" marR="0" lvl="0" indent="-228600" algn="l" rtl="0">
              <a:lnSpc>
                <a:spcPct val="100000"/>
              </a:lnSpc>
              <a:spcBef>
                <a:spcPts val="0"/>
              </a:spcBef>
              <a:spcAft>
                <a:spcPts val="0"/>
              </a:spcAft>
              <a:buSzPts val="1400"/>
              <a:buNone/>
            </a:pPr>
            <a:endParaRPr/>
          </a:p>
        </p:txBody>
      </p:sp>
      <p:sp>
        <p:nvSpPr>
          <p:cNvPr id="504" name="Google Shape;504;p65:notes"/>
          <p:cNvSpPr txBox="1">
            <a:spLocks noGrp="1"/>
          </p:cNvSpPr>
          <p:nvPr>
            <p:ph type="sldNum" idx="12"/>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3F501F4-22D5-4E70-BAAE-C60AC1CEDA4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952997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F501F4-22D5-4E70-BAAE-C60AC1CEDA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3348507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3F501F4-22D5-4E70-BAAE-C60AC1CEDA4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6825788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3F501F4-22D5-4E70-BAAE-C60AC1CEDA4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5422904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3F501F4-22D5-4E70-BAAE-C60AC1CEDA4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7168217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3F501F4-22D5-4E70-BAAE-C60AC1CEDA4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9883909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3F501F4-22D5-4E70-BAAE-C60AC1CEDA4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0675201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3F501F4-22D5-4E70-BAAE-C60AC1CEDA4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4050078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3F501F4-22D5-4E70-BAAE-C60AC1CEDA4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5726322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3F501F4-22D5-4E70-BAAE-C60AC1CEDA4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7973251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3F501F4-22D5-4E70-BAAE-C60AC1CEDA4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1552267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3F501F4-22D5-4E70-BAAE-C60AC1CEDA4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7265157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3F501F4-22D5-4E70-BAAE-C60AC1CEDA4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8797908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3F501F4-22D5-4E70-BAAE-C60AC1CEDA4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503668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3F501F4-22D5-4E70-BAAE-C60AC1CEDA4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9495547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3F501F4-22D5-4E70-BAAE-C60AC1CEDA4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1060236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8BAB59E2-5F62-4103-A91C-0D5EB0EC095C}" type="slidenum">
              <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58</a:t>
            </a:fld>
            <a:endParaRPr kumimoji="0" lang="en-I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43011" name="Rectangle 1"/>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3012" name="Text Box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lstStyle/>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dirty="0">
                <a:latin typeface="Arial" panose="020B0604020202020204" pitchFamily="34" charset="0"/>
                <a:ea typeface="Noto Sans CJK SC Regular" charset="0"/>
                <a:cs typeface="Noto Sans CJK SC Regular" charset="0"/>
              </a:rPr>
              <a:t>One of the Big things Agile did was break down the wall between Business and Developers</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dirty="0">
                <a:latin typeface="Arial" panose="020B0604020202020204" pitchFamily="34" charset="0"/>
                <a:ea typeface="Noto Sans CJK SC Regular" charset="0"/>
                <a:cs typeface="Noto Sans CJK SC Regular" charset="0"/>
              </a:rPr>
              <a:t>We’re delivering functional code at the end of each Sprint…</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dirty="0">
                <a:latin typeface="Arial" panose="020B0604020202020204" pitchFamily="34" charset="0"/>
                <a:ea typeface="Noto Sans CJK SC Regular" charset="0"/>
                <a:cs typeface="Noto Sans CJK SC Regular" charset="0"/>
              </a:rPr>
              <a:t>Think Speed in terms of going from Years to Weeks with Agile</a:t>
            </a:r>
          </a:p>
        </p:txBody>
      </p:sp>
      <p:sp>
        <p:nvSpPr>
          <p:cNvPr id="56323" name="Text Box 3"/>
          <p:cNvSpPr txBox="1">
            <a:spLocks noChangeArrowheads="1"/>
          </p:cNvSpPr>
          <p:nvPr/>
        </p:nvSpPr>
        <p:spPr bwMode="auto">
          <a:xfrm>
            <a:off x="4281488" y="10155238"/>
            <a:ext cx="3275012"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nchor="b"/>
          <a:lstStyle>
            <a:lvl1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1pPr>
            <a:lvl2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2pPr>
            <a:lvl3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3pPr>
            <a:lvl4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4pPr>
            <a:lvl5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9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18F08486-B547-40B5-816A-DF94D826E7E9}" type="slidenum">
              <a:rPr kumimoji="0" lang="en-IN" sz="1200" b="0" i="0" u="none" strike="noStrike" kern="1200" cap="none" spc="0" normalizeH="0" baseline="0" noProof="0" smtClean="0">
                <a:ln>
                  <a:noFill/>
                </a:ln>
                <a:solidFill>
                  <a:srgbClr val="000000"/>
                </a:solidFill>
                <a:effectLst/>
                <a:uLnTx/>
                <a:uFillTx/>
                <a:latin typeface="Calibri" panose="020F0502020204030204"/>
                <a:ea typeface="+mn-ea" charset="0"/>
                <a:cs typeface="+mn-ea" charset="0"/>
              </a:rPr>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58</a:t>
            </a:fld>
            <a:endParaRPr kumimoji="0" lang="en-IN" sz="1200" b="0" i="0" u="none" strike="noStrike" kern="1200" cap="none" spc="0" normalizeH="0" baseline="0" noProof="0">
              <a:ln>
                <a:noFill/>
              </a:ln>
              <a:solidFill>
                <a:srgbClr val="000000"/>
              </a:solidFill>
              <a:effectLst/>
              <a:uLnTx/>
              <a:uFillTx/>
              <a:latin typeface="Calibri" panose="020F0502020204030204"/>
              <a:ea typeface="+mn-ea" charset="0"/>
              <a:cs typeface="+mn-ea" charset="0"/>
            </a:endParaRPr>
          </a:p>
        </p:txBody>
      </p:sp>
    </p:spTree>
    <p:extLst>
      <p:ext uri="{BB962C8B-B14F-4D97-AF65-F5344CB8AC3E}">
        <p14:creationId xmlns:p14="http://schemas.microsoft.com/office/powerpoint/2010/main" val="166390678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EF0D88C8-E84F-410F-AB60-6CB031A27396}" type="slidenum">
              <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59</a:t>
            </a:fld>
            <a:endParaRPr kumimoji="0" lang="en-I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45059" name="Rectangle 1"/>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5060" name="Text Box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lstStyle/>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dirty="0">
                <a:latin typeface="Arial" panose="020B0604020202020204" pitchFamily="34" charset="0"/>
                <a:ea typeface="Noto Sans CJK SC Regular" charset="0"/>
                <a:cs typeface="Noto Sans CJK SC Regular" charset="0"/>
              </a:rPr>
              <a:t>One of the Big things Agile did was break down the wall between Business and Developers</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dirty="0">
                <a:latin typeface="Arial" panose="020B0604020202020204" pitchFamily="34" charset="0"/>
                <a:ea typeface="Noto Sans CJK SC Regular" charset="0"/>
                <a:cs typeface="Noto Sans CJK SC Regular" charset="0"/>
              </a:rPr>
              <a:t>We’re delivering functional code at the end of each Sprint…</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dirty="0">
                <a:latin typeface="Arial" panose="020B0604020202020204" pitchFamily="34" charset="0"/>
                <a:ea typeface="Noto Sans CJK SC Regular" charset="0"/>
                <a:cs typeface="Noto Sans CJK SC Regular" charset="0"/>
              </a:rPr>
              <a:t>Think Speed in terms of going from Years to Weeks with Agile</a:t>
            </a:r>
          </a:p>
        </p:txBody>
      </p:sp>
      <p:sp>
        <p:nvSpPr>
          <p:cNvPr id="56323" name="Text Box 3"/>
          <p:cNvSpPr txBox="1">
            <a:spLocks noChangeArrowheads="1"/>
          </p:cNvSpPr>
          <p:nvPr/>
        </p:nvSpPr>
        <p:spPr bwMode="auto">
          <a:xfrm>
            <a:off x="4281488" y="10155238"/>
            <a:ext cx="3275012"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nchor="b"/>
          <a:lstStyle>
            <a:lvl1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1pPr>
            <a:lvl2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2pPr>
            <a:lvl3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3pPr>
            <a:lvl4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4pPr>
            <a:lvl5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9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7A8BC209-A27C-44B7-BB5F-74175DBB31A7}" type="slidenum">
              <a:rPr kumimoji="0" lang="en-IN" sz="1200" b="0" i="0" u="none" strike="noStrike" kern="1200" cap="none" spc="0" normalizeH="0" baseline="0" noProof="0" smtClean="0">
                <a:ln>
                  <a:noFill/>
                </a:ln>
                <a:solidFill>
                  <a:srgbClr val="000000"/>
                </a:solidFill>
                <a:effectLst/>
                <a:uLnTx/>
                <a:uFillTx/>
                <a:latin typeface="Calibri" panose="020F0502020204030204"/>
                <a:ea typeface="+mn-ea" charset="0"/>
                <a:cs typeface="+mn-ea" charset="0"/>
              </a:rPr>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59</a:t>
            </a:fld>
            <a:endParaRPr kumimoji="0" lang="en-IN" sz="1200" b="0" i="0" u="none" strike="noStrike" kern="1200" cap="none" spc="0" normalizeH="0" baseline="0" noProof="0">
              <a:ln>
                <a:noFill/>
              </a:ln>
              <a:solidFill>
                <a:srgbClr val="000000"/>
              </a:solidFill>
              <a:effectLst/>
              <a:uLnTx/>
              <a:uFillTx/>
              <a:latin typeface="Calibri" panose="020F0502020204030204"/>
              <a:ea typeface="+mn-ea" charset="0"/>
              <a:cs typeface="+mn-ea" charset="0"/>
            </a:endParaRPr>
          </a:p>
        </p:txBody>
      </p:sp>
    </p:spTree>
    <p:extLst>
      <p:ext uri="{BB962C8B-B14F-4D97-AF65-F5344CB8AC3E}">
        <p14:creationId xmlns:p14="http://schemas.microsoft.com/office/powerpoint/2010/main" val="2481799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3F501F4-22D5-4E70-BAAE-C60AC1CEDA4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1770419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5FB82A1B-8DF7-4DA3-BA7C-F6F2A5D73019}" type="slidenum">
              <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73</a:t>
            </a:fld>
            <a:endParaRPr kumimoji="0" lang="en-I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14339" name="Rectangle 1"/>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Text Box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lstStyle/>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dirty="0">
                <a:latin typeface="Arial" panose="020B0604020202020204" pitchFamily="34" charset="0"/>
                <a:ea typeface="Noto Sans CJK SC Regular" charset="0"/>
                <a:cs typeface="Noto Sans CJK SC Regular" charset="0"/>
              </a:rPr>
              <a:t>One of the Big things Agile did was break down the wall between Business and Developers</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dirty="0">
                <a:latin typeface="Arial" panose="020B0604020202020204" pitchFamily="34" charset="0"/>
                <a:ea typeface="Noto Sans CJK SC Regular" charset="0"/>
                <a:cs typeface="Noto Sans CJK SC Regular" charset="0"/>
              </a:rPr>
              <a:t>We’re delivering functional code at the end of each Sprint…</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dirty="0">
                <a:latin typeface="Arial" panose="020B0604020202020204" pitchFamily="34" charset="0"/>
                <a:ea typeface="Noto Sans CJK SC Regular" charset="0"/>
                <a:cs typeface="Noto Sans CJK SC Regular" charset="0"/>
              </a:rPr>
              <a:t>Think Speed in terms of going from Years to Weeks with Agile</a:t>
            </a:r>
          </a:p>
        </p:txBody>
      </p:sp>
      <p:sp>
        <p:nvSpPr>
          <p:cNvPr id="57347" name="Text Box 3"/>
          <p:cNvSpPr txBox="1">
            <a:spLocks noChangeArrowheads="1"/>
          </p:cNvSpPr>
          <p:nvPr/>
        </p:nvSpPr>
        <p:spPr bwMode="auto">
          <a:xfrm>
            <a:off x="4281488" y="10155238"/>
            <a:ext cx="3275012"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nchor="b"/>
          <a:lstStyle>
            <a:lvl1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1pPr>
            <a:lvl2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2pPr>
            <a:lvl3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3pPr>
            <a:lvl4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4pPr>
            <a:lvl5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9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653BFDF2-32D8-436F-BE85-18C09D77970C}" type="slidenum">
              <a:rPr kumimoji="0" lang="en-IN" sz="1200" b="0" i="0" u="none" strike="noStrike" kern="1200" cap="none" spc="0" normalizeH="0" baseline="0" noProof="0" smtClean="0">
                <a:ln>
                  <a:noFill/>
                </a:ln>
                <a:solidFill>
                  <a:srgbClr val="000000"/>
                </a:solidFill>
                <a:effectLst/>
                <a:uLnTx/>
                <a:uFillTx/>
                <a:latin typeface="Calibri" panose="020F0502020204030204"/>
                <a:ea typeface="+mn-ea" charset="0"/>
                <a:cs typeface="+mn-ea" charset="0"/>
              </a:rPr>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73</a:t>
            </a:fld>
            <a:endParaRPr kumimoji="0" lang="en-IN" sz="1200" b="0" i="0" u="none" strike="noStrike" kern="1200" cap="none" spc="0" normalizeH="0" baseline="0" noProof="0">
              <a:ln>
                <a:noFill/>
              </a:ln>
              <a:solidFill>
                <a:srgbClr val="000000"/>
              </a:solidFill>
              <a:effectLst/>
              <a:uLnTx/>
              <a:uFillTx/>
              <a:latin typeface="Calibri" panose="020F0502020204030204"/>
              <a:ea typeface="+mn-ea" charset="0"/>
              <a:cs typeface="+mn-ea" charset="0"/>
            </a:endParaRPr>
          </a:p>
        </p:txBody>
      </p:sp>
    </p:spTree>
    <p:extLst>
      <p:ext uri="{BB962C8B-B14F-4D97-AF65-F5344CB8AC3E}">
        <p14:creationId xmlns:p14="http://schemas.microsoft.com/office/powerpoint/2010/main" val="34489756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5FB82A1B-8DF7-4DA3-BA7C-F6F2A5D73019}" type="slidenum">
              <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74</a:t>
            </a:fld>
            <a:endParaRPr kumimoji="0" lang="en-I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14339" name="Rectangle 1"/>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Text Box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lstStyle/>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One of the Big things Agile did was break down the wall between Business and Developers</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We’re delivering functional code at the end of each Sprint…</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Think Speed in terms of going from Years to Weeks with Agile</a:t>
            </a:r>
          </a:p>
        </p:txBody>
      </p:sp>
      <p:sp>
        <p:nvSpPr>
          <p:cNvPr id="57347" name="Text Box 3"/>
          <p:cNvSpPr txBox="1">
            <a:spLocks noChangeArrowheads="1"/>
          </p:cNvSpPr>
          <p:nvPr/>
        </p:nvSpPr>
        <p:spPr bwMode="auto">
          <a:xfrm>
            <a:off x="4281488" y="10155238"/>
            <a:ext cx="3275012"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nchor="b"/>
          <a:lstStyle>
            <a:lvl1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1pPr>
            <a:lvl2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2pPr>
            <a:lvl3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3pPr>
            <a:lvl4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4pPr>
            <a:lvl5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9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653BFDF2-32D8-436F-BE85-18C09D77970C}" type="slidenum">
              <a:rPr kumimoji="0" lang="en-IN" sz="1200" b="0" i="0" u="none" strike="noStrike" kern="1200" cap="none" spc="0" normalizeH="0" baseline="0" noProof="0" smtClean="0">
                <a:ln>
                  <a:noFill/>
                </a:ln>
                <a:solidFill>
                  <a:srgbClr val="000000"/>
                </a:solidFill>
                <a:effectLst/>
                <a:uLnTx/>
                <a:uFillTx/>
                <a:latin typeface="Calibri" panose="020F0502020204030204"/>
                <a:ea typeface="+mn-ea" charset="0"/>
                <a:cs typeface="+mn-ea" charset="0"/>
              </a:rPr>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74</a:t>
            </a:fld>
            <a:endParaRPr kumimoji="0" lang="en-IN" sz="1200" b="0" i="0" u="none" strike="noStrike" kern="1200" cap="none" spc="0" normalizeH="0" baseline="0" noProof="0">
              <a:ln>
                <a:noFill/>
              </a:ln>
              <a:solidFill>
                <a:srgbClr val="000000"/>
              </a:solidFill>
              <a:effectLst/>
              <a:uLnTx/>
              <a:uFillTx/>
              <a:latin typeface="Calibri" panose="020F0502020204030204"/>
              <a:ea typeface="+mn-ea" charset="0"/>
              <a:cs typeface="+mn-ea" charset="0"/>
            </a:endParaRPr>
          </a:p>
        </p:txBody>
      </p:sp>
    </p:spTree>
    <p:extLst>
      <p:ext uri="{BB962C8B-B14F-4D97-AF65-F5344CB8AC3E}">
        <p14:creationId xmlns:p14="http://schemas.microsoft.com/office/powerpoint/2010/main" val="26550087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5FB82A1B-8DF7-4DA3-BA7C-F6F2A5D73019}" type="slidenum">
              <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75</a:t>
            </a:fld>
            <a:endParaRPr kumimoji="0" lang="en-I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14339" name="Rectangle 1"/>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Text Box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lstStyle/>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One of the Big things Agile did was break down the wall between Business and Developers</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We’re delivering functional code at the end of each Sprint…</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Think Speed in terms of going from Years to Weeks with Agile</a:t>
            </a:r>
          </a:p>
        </p:txBody>
      </p:sp>
      <p:sp>
        <p:nvSpPr>
          <p:cNvPr id="57347" name="Text Box 3"/>
          <p:cNvSpPr txBox="1">
            <a:spLocks noChangeArrowheads="1"/>
          </p:cNvSpPr>
          <p:nvPr/>
        </p:nvSpPr>
        <p:spPr bwMode="auto">
          <a:xfrm>
            <a:off x="4281488" y="10155238"/>
            <a:ext cx="3275012"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nchor="b"/>
          <a:lstStyle>
            <a:lvl1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1pPr>
            <a:lvl2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2pPr>
            <a:lvl3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3pPr>
            <a:lvl4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4pPr>
            <a:lvl5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9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653BFDF2-32D8-436F-BE85-18C09D77970C}" type="slidenum">
              <a:rPr kumimoji="0" lang="en-IN" sz="1200" b="0" i="0" u="none" strike="noStrike" kern="1200" cap="none" spc="0" normalizeH="0" baseline="0" noProof="0" smtClean="0">
                <a:ln>
                  <a:noFill/>
                </a:ln>
                <a:solidFill>
                  <a:srgbClr val="000000"/>
                </a:solidFill>
                <a:effectLst/>
                <a:uLnTx/>
                <a:uFillTx/>
                <a:latin typeface="Calibri" panose="020F0502020204030204"/>
                <a:ea typeface="+mn-ea" charset="0"/>
                <a:cs typeface="+mn-ea" charset="0"/>
              </a:rPr>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75</a:t>
            </a:fld>
            <a:endParaRPr kumimoji="0" lang="en-IN" sz="1200" b="0" i="0" u="none" strike="noStrike" kern="1200" cap="none" spc="0" normalizeH="0" baseline="0" noProof="0">
              <a:ln>
                <a:noFill/>
              </a:ln>
              <a:solidFill>
                <a:srgbClr val="000000"/>
              </a:solidFill>
              <a:effectLst/>
              <a:uLnTx/>
              <a:uFillTx/>
              <a:latin typeface="Calibri" panose="020F0502020204030204"/>
              <a:ea typeface="+mn-ea" charset="0"/>
              <a:cs typeface="+mn-ea" charset="0"/>
            </a:endParaRPr>
          </a:p>
        </p:txBody>
      </p:sp>
    </p:spTree>
    <p:extLst>
      <p:ext uri="{BB962C8B-B14F-4D97-AF65-F5344CB8AC3E}">
        <p14:creationId xmlns:p14="http://schemas.microsoft.com/office/powerpoint/2010/main" val="34375208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5FB82A1B-8DF7-4DA3-BA7C-F6F2A5D73019}" type="slidenum">
              <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76</a:t>
            </a:fld>
            <a:endParaRPr kumimoji="0" lang="en-I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14339" name="Rectangle 1"/>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Text Box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lstStyle/>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One of the Big things Agile did was break down the wall between Business and Developers</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We’re delivering functional code at the end of each Sprint…</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Think Speed in terms of going from Years to Weeks with Agile</a:t>
            </a:r>
          </a:p>
        </p:txBody>
      </p:sp>
      <p:sp>
        <p:nvSpPr>
          <p:cNvPr id="57347" name="Text Box 3"/>
          <p:cNvSpPr txBox="1">
            <a:spLocks noChangeArrowheads="1"/>
          </p:cNvSpPr>
          <p:nvPr/>
        </p:nvSpPr>
        <p:spPr bwMode="auto">
          <a:xfrm>
            <a:off x="4281488" y="10155238"/>
            <a:ext cx="3275012"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nchor="b"/>
          <a:lstStyle>
            <a:lvl1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1pPr>
            <a:lvl2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2pPr>
            <a:lvl3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3pPr>
            <a:lvl4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4pPr>
            <a:lvl5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9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653BFDF2-32D8-436F-BE85-18C09D77970C}" type="slidenum">
              <a:rPr kumimoji="0" lang="en-IN" sz="1200" b="0" i="0" u="none" strike="noStrike" kern="1200" cap="none" spc="0" normalizeH="0" baseline="0" noProof="0" smtClean="0">
                <a:ln>
                  <a:noFill/>
                </a:ln>
                <a:solidFill>
                  <a:srgbClr val="000000"/>
                </a:solidFill>
                <a:effectLst/>
                <a:uLnTx/>
                <a:uFillTx/>
                <a:latin typeface="Calibri" panose="020F0502020204030204"/>
                <a:ea typeface="+mn-ea" charset="0"/>
                <a:cs typeface="+mn-ea" charset="0"/>
              </a:rPr>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76</a:t>
            </a:fld>
            <a:endParaRPr kumimoji="0" lang="en-IN" sz="1200" b="0" i="0" u="none" strike="noStrike" kern="1200" cap="none" spc="0" normalizeH="0" baseline="0" noProof="0">
              <a:ln>
                <a:noFill/>
              </a:ln>
              <a:solidFill>
                <a:srgbClr val="000000"/>
              </a:solidFill>
              <a:effectLst/>
              <a:uLnTx/>
              <a:uFillTx/>
              <a:latin typeface="Calibri" panose="020F0502020204030204"/>
              <a:ea typeface="+mn-ea" charset="0"/>
              <a:cs typeface="+mn-ea" charset="0"/>
            </a:endParaRPr>
          </a:p>
        </p:txBody>
      </p:sp>
    </p:spTree>
    <p:extLst>
      <p:ext uri="{BB962C8B-B14F-4D97-AF65-F5344CB8AC3E}">
        <p14:creationId xmlns:p14="http://schemas.microsoft.com/office/powerpoint/2010/main" val="204250274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5FB82A1B-8DF7-4DA3-BA7C-F6F2A5D73019}" type="slidenum">
              <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77</a:t>
            </a:fld>
            <a:endParaRPr kumimoji="0" lang="en-I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14339" name="Rectangle 1"/>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Text Box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lstStyle/>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One of the Big things Agile did was break down the wall between Business and Developers</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We’re delivering functional code at the end of each Sprint…</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Think Speed in terms of going from Years to Weeks with Agile</a:t>
            </a:r>
          </a:p>
        </p:txBody>
      </p:sp>
      <p:sp>
        <p:nvSpPr>
          <p:cNvPr id="57347" name="Text Box 3"/>
          <p:cNvSpPr txBox="1">
            <a:spLocks noChangeArrowheads="1"/>
          </p:cNvSpPr>
          <p:nvPr/>
        </p:nvSpPr>
        <p:spPr bwMode="auto">
          <a:xfrm>
            <a:off x="4281488" y="10155238"/>
            <a:ext cx="3275012"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nchor="b"/>
          <a:lstStyle>
            <a:lvl1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1pPr>
            <a:lvl2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2pPr>
            <a:lvl3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3pPr>
            <a:lvl4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4pPr>
            <a:lvl5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9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653BFDF2-32D8-436F-BE85-18C09D77970C}" type="slidenum">
              <a:rPr kumimoji="0" lang="en-IN" sz="1200" b="0" i="0" u="none" strike="noStrike" kern="1200" cap="none" spc="0" normalizeH="0" baseline="0" noProof="0" smtClean="0">
                <a:ln>
                  <a:noFill/>
                </a:ln>
                <a:solidFill>
                  <a:srgbClr val="000000"/>
                </a:solidFill>
                <a:effectLst/>
                <a:uLnTx/>
                <a:uFillTx/>
                <a:latin typeface="Calibri" panose="020F0502020204030204"/>
                <a:ea typeface="+mn-ea" charset="0"/>
                <a:cs typeface="+mn-ea" charset="0"/>
              </a:rPr>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77</a:t>
            </a:fld>
            <a:endParaRPr kumimoji="0" lang="en-IN" sz="1200" b="0" i="0" u="none" strike="noStrike" kern="1200" cap="none" spc="0" normalizeH="0" baseline="0" noProof="0">
              <a:ln>
                <a:noFill/>
              </a:ln>
              <a:solidFill>
                <a:srgbClr val="000000"/>
              </a:solidFill>
              <a:effectLst/>
              <a:uLnTx/>
              <a:uFillTx/>
              <a:latin typeface="Calibri" panose="020F0502020204030204"/>
              <a:ea typeface="+mn-ea" charset="0"/>
              <a:cs typeface="+mn-ea" charset="0"/>
            </a:endParaRPr>
          </a:p>
        </p:txBody>
      </p:sp>
    </p:spTree>
    <p:extLst>
      <p:ext uri="{BB962C8B-B14F-4D97-AF65-F5344CB8AC3E}">
        <p14:creationId xmlns:p14="http://schemas.microsoft.com/office/powerpoint/2010/main" val="10886132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5FB82A1B-8DF7-4DA3-BA7C-F6F2A5D73019}" type="slidenum">
              <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78</a:t>
            </a:fld>
            <a:endParaRPr kumimoji="0" lang="en-I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14339" name="Rectangle 1"/>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Text Box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lstStyle/>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One of the Big things Agile did was break down the wall between Business and Developers</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We’re delivering functional code at the end of each Sprint…</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Think Speed in terms of going from Years to Weeks with Agile</a:t>
            </a:r>
          </a:p>
        </p:txBody>
      </p:sp>
      <p:sp>
        <p:nvSpPr>
          <p:cNvPr id="57347" name="Text Box 3"/>
          <p:cNvSpPr txBox="1">
            <a:spLocks noChangeArrowheads="1"/>
          </p:cNvSpPr>
          <p:nvPr/>
        </p:nvSpPr>
        <p:spPr bwMode="auto">
          <a:xfrm>
            <a:off x="4281488" y="10155238"/>
            <a:ext cx="3275012"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nchor="b"/>
          <a:lstStyle>
            <a:lvl1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1pPr>
            <a:lvl2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2pPr>
            <a:lvl3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3pPr>
            <a:lvl4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4pPr>
            <a:lvl5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9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653BFDF2-32D8-436F-BE85-18C09D77970C}" type="slidenum">
              <a:rPr kumimoji="0" lang="en-IN" sz="1200" b="0" i="0" u="none" strike="noStrike" kern="1200" cap="none" spc="0" normalizeH="0" baseline="0" noProof="0" smtClean="0">
                <a:ln>
                  <a:noFill/>
                </a:ln>
                <a:solidFill>
                  <a:srgbClr val="000000"/>
                </a:solidFill>
                <a:effectLst/>
                <a:uLnTx/>
                <a:uFillTx/>
                <a:latin typeface="Calibri" panose="020F0502020204030204"/>
                <a:ea typeface="+mn-ea" charset="0"/>
                <a:cs typeface="+mn-ea" charset="0"/>
              </a:rPr>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78</a:t>
            </a:fld>
            <a:endParaRPr kumimoji="0" lang="en-IN" sz="1200" b="0" i="0" u="none" strike="noStrike" kern="1200" cap="none" spc="0" normalizeH="0" baseline="0" noProof="0">
              <a:ln>
                <a:noFill/>
              </a:ln>
              <a:solidFill>
                <a:srgbClr val="000000"/>
              </a:solidFill>
              <a:effectLst/>
              <a:uLnTx/>
              <a:uFillTx/>
              <a:latin typeface="Calibri" panose="020F0502020204030204"/>
              <a:ea typeface="+mn-ea" charset="0"/>
              <a:cs typeface="+mn-ea" charset="0"/>
            </a:endParaRPr>
          </a:p>
        </p:txBody>
      </p:sp>
    </p:spTree>
    <p:extLst>
      <p:ext uri="{BB962C8B-B14F-4D97-AF65-F5344CB8AC3E}">
        <p14:creationId xmlns:p14="http://schemas.microsoft.com/office/powerpoint/2010/main" val="8953358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5FB82A1B-8DF7-4DA3-BA7C-F6F2A5D73019}" type="slidenum">
              <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79</a:t>
            </a:fld>
            <a:endParaRPr kumimoji="0" lang="en-I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14339" name="Rectangle 1"/>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Text Box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lstStyle/>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One of the Big things Agile did was break down the wall between Business and Developers</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We’re delivering functional code at the end of each Sprint…</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Think Speed in terms of going from Years to Weeks with Agile</a:t>
            </a:r>
          </a:p>
        </p:txBody>
      </p:sp>
      <p:sp>
        <p:nvSpPr>
          <p:cNvPr id="57347" name="Text Box 3"/>
          <p:cNvSpPr txBox="1">
            <a:spLocks noChangeArrowheads="1"/>
          </p:cNvSpPr>
          <p:nvPr/>
        </p:nvSpPr>
        <p:spPr bwMode="auto">
          <a:xfrm>
            <a:off x="4281488" y="10155238"/>
            <a:ext cx="3275012"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nchor="b"/>
          <a:lstStyle>
            <a:lvl1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1pPr>
            <a:lvl2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2pPr>
            <a:lvl3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3pPr>
            <a:lvl4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4pPr>
            <a:lvl5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9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653BFDF2-32D8-436F-BE85-18C09D77970C}" type="slidenum">
              <a:rPr kumimoji="0" lang="en-IN" sz="1200" b="0" i="0" u="none" strike="noStrike" kern="1200" cap="none" spc="0" normalizeH="0" baseline="0" noProof="0" smtClean="0">
                <a:ln>
                  <a:noFill/>
                </a:ln>
                <a:solidFill>
                  <a:srgbClr val="000000"/>
                </a:solidFill>
                <a:effectLst/>
                <a:uLnTx/>
                <a:uFillTx/>
                <a:latin typeface="Calibri" panose="020F0502020204030204"/>
                <a:ea typeface="+mn-ea" charset="0"/>
                <a:cs typeface="+mn-ea" charset="0"/>
              </a:rPr>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79</a:t>
            </a:fld>
            <a:endParaRPr kumimoji="0" lang="en-IN" sz="1200" b="0" i="0" u="none" strike="noStrike" kern="1200" cap="none" spc="0" normalizeH="0" baseline="0" noProof="0">
              <a:ln>
                <a:noFill/>
              </a:ln>
              <a:solidFill>
                <a:srgbClr val="000000"/>
              </a:solidFill>
              <a:effectLst/>
              <a:uLnTx/>
              <a:uFillTx/>
              <a:latin typeface="Calibri" panose="020F0502020204030204"/>
              <a:ea typeface="+mn-ea" charset="0"/>
              <a:cs typeface="+mn-ea" charset="0"/>
            </a:endParaRPr>
          </a:p>
        </p:txBody>
      </p:sp>
    </p:spTree>
    <p:extLst>
      <p:ext uri="{BB962C8B-B14F-4D97-AF65-F5344CB8AC3E}">
        <p14:creationId xmlns:p14="http://schemas.microsoft.com/office/powerpoint/2010/main" val="133140379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5FB82A1B-8DF7-4DA3-BA7C-F6F2A5D73019}" type="slidenum">
              <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80</a:t>
            </a:fld>
            <a:endParaRPr kumimoji="0" lang="en-I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14339" name="Rectangle 1"/>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Text Box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lstStyle/>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One of the Big things Agile did was break down the wall between Business and Developers</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We’re delivering functional code at the end of each Sprint…</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Think Speed in terms of going from Years to Weeks with Agile</a:t>
            </a:r>
          </a:p>
        </p:txBody>
      </p:sp>
      <p:sp>
        <p:nvSpPr>
          <p:cNvPr id="57347" name="Text Box 3"/>
          <p:cNvSpPr txBox="1">
            <a:spLocks noChangeArrowheads="1"/>
          </p:cNvSpPr>
          <p:nvPr/>
        </p:nvSpPr>
        <p:spPr bwMode="auto">
          <a:xfrm>
            <a:off x="4281488" y="10155238"/>
            <a:ext cx="3275012"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nchor="b"/>
          <a:lstStyle>
            <a:lvl1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1pPr>
            <a:lvl2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2pPr>
            <a:lvl3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3pPr>
            <a:lvl4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4pPr>
            <a:lvl5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9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653BFDF2-32D8-436F-BE85-18C09D77970C}" type="slidenum">
              <a:rPr kumimoji="0" lang="en-IN" sz="1200" b="0" i="0" u="none" strike="noStrike" kern="1200" cap="none" spc="0" normalizeH="0" baseline="0" noProof="0" smtClean="0">
                <a:ln>
                  <a:noFill/>
                </a:ln>
                <a:solidFill>
                  <a:srgbClr val="000000"/>
                </a:solidFill>
                <a:effectLst/>
                <a:uLnTx/>
                <a:uFillTx/>
                <a:latin typeface="Calibri" panose="020F0502020204030204"/>
                <a:ea typeface="+mn-ea" charset="0"/>
                <a:cs typeface="+mn-ea" charset="0"/>
              </a:rPr>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80</a:t>
            </a:fld>
            <a:endParaRPr kumimoji="0" lang="en-IN" sz="1200" b="0" i="0" u="none" strike="noStrike" kern="1200" cap="none" spc="0" normalizeH="0" baseline="0" noProof="0">
              <a:ln>
                <a:noFill/>
              </a:ln>
              <a:solidFill>
                <a:srgbClr val="000000"/>
              </a:solidFill>
              <a:effectLst/>
              <a:uLnTx/>
              <a:uFillTx/>
              <a:latin typeface="Calibri" panose="020F0502020204030204"/>
              <a:ea typeface="+mn-ea" charset="0"/>
              <a:cs typeface="+mn-ea" charset="0"/>
            </a:endParaRPr>
          </a:p>
        </p:txBody>
      </p:sp>
    </p:spTree>
    <p:extLst>
      <p:ext uri="{BB962C8B-B14F-4D97-AF65-F5344CB8AC3E}">
        <p14:creationId xmlns:p14="http://schemas.microsoft.com/office/powerpoint/2010/main" val="254739334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5FB82A1B-8DF7-4DA3-BA7C-F6F2A5D73019}" type="slidenum">
              <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81</a:t>
            </a:fld>
            <a:endParaRPr kumimoji="0" lang="en-I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14339" name="Rectangle 1"/>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Text Box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lstStyle/>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One of the Big things Agile did was break down the wall between Business and Developers</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We’re delivering functional code at the end of each Sprint…</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Think Speed in terms of going from Years to Weeks with Agile</a:t>
            </a:r>
          </a:p>
        </p:txBody>
      </p:sp>
      <p:sp>
        <p:nvSpPr>
          <p:cNvPr id="57347" name="Text Box 3"/>
          <p:cNvSpPr txBox="1">
            <a:spLocks noChangeArrowheads="1"/>
          </p:cNvSpPr>
          <p:nvPr/>
        </p:nvSpPr>
        <p:spPr bwMode="auto">
          <a:xfrm>
            <a:off x="4281488" y="10155238"/>
            <a:ext cx="3275012"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nchor="b"/>
          <a:lstStyle>
            <a:lvl1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1pPr>
            <a:lvl2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2pPr>
            <a:lvl3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3pPr>
            <a:lvl4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4pPr>
            <a:lvl5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9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653BFDF2-32D8-436F-BE85-18C09D77970C}" type="slidenum">
              <a:rPr kumimoji="0" lang="en-IN" sz="1200" b="0" i="0" u="none" strike="noStrike" kern="1200" cap="none" spc="0" normalizeH="0" baseline="0" noProof="0" smtClean="0">
                <a:ln>
                  <a:noFill/>
                </a:ln>
                <a:solidFill>
                  <a:srgbClr val="000000"/>
                </a:solidFill>
                <a:effectLst/>
                <a:uLnTx/>
                <a:uFillTx/>
                <a:latin typeface="Calibri" panose="020F0502020204030204"/>
                <a:ea typeface="+mn-ea" charset="0"/>
                <a:cs typeface="+mn-ea" charset="0"/>
              </a:rPr>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81</a:t>
            </a:fld>
            <a:endParaRPr kumimoji="0" lang="en-IN" sz="1200" b="0" i="0" u="none" strike="noStrike" kern="1200" cap="none" spc="0" normalizeH="0" baseline="0" noProof="0">
              <a:ln>
                <a:noFill/>
              </a:ln>
              <a:solidFill>
                <a:srgbClr val="000000"/>
              </a:solidFill>
              <a:effectLst/>
              <a:uLnTx/>
              <a:uFillTx/>
              <a:latin typeface="Calibri" panose="020F0502020204030204"/>
              <a:ea typeface="+mn-ea" charset="0"/>
              <a:cs typeface="+mn-ea" charset="0"/>
            </a:endParaRPr>
          </a:p>
        </p:txBody>
      </p:sp>
    </p:spTree>
    <p:extLst>
      <p:ext uri="{BB962C8B-B14F-4D97-AF65-F5344CB8AC3E}">
        <p14:creationId xmlns:p14="http://schemas.microsoft.com/office/powerpoint/2010/main" val="35448467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5FB82A1B-8DF7-4DA3-BA7C-F6F2A5D73019}" type="slidenum">
              <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82</a:t>
            </a:fld>
            <a:endParaRPr kumimoji="0" lang="en-I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14339" name="Rectangle 1"/>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Text Box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lstStyle/>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One of the Big things Agile did was break down the wall between Business and Developers</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We’re delivering functional code at the end of each Sprint…</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Think Speed in terms of going from Years to Weeks with Agile</a:t>
            </a:r>
          </a:p>
        </p:txBody>
      </p:sp>
      <p:sp>
        <p:nvSpPr>
          <p:cNvPr id="57347" name="Text Box 3"/>
          <p:cNvSpPr txBox="1">
            <a:spLocks noChangeArrowheads="1"/>
          </p:cNvSpPr>
          <p:nvPr/>
        </p:nvSpPr>
        <p:spPr bwMode="auto">
          <a:xfrm>
            <a:off x="4281488" y="10155238"/>
            <a:ext cx="3275012"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nchor="b"/>
          <a:lstStyle>
            <a:lvl1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1pPr>
            <a:lvl2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2pPr>
            <a:lvl3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3pPr>
            <a:lvl4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4pPr>
            <a:lvl5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9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653BFDF2-32D8-436F-BE85-18C09D77970C}" type="slidenum">
              <a:rPr kumimoji="0" lang="en-IN" sz="1200" b="0" i="0" u="none" strike="noStrike" kern="1200" cap="none" spc="0" normalizeH="0" baseline="0" noProof="0" smtClean="0">
                <a:ln>
                  <a:noFill/>
                </a:ln>
                <a:solidFill>
                  <a:srgbClr val="000000"/>
                </a:solidFill>
                <a:effectLst/>
                <a:uLnTx/>
                <a:uFillTx/>
                <a:latin typeface="Calibri" panose="020F0502020204030204"/>
                <a:ea typeface="+mn-ea" charset="0"/>
                <a:cs typeface="+mn-ea" charset="0"/>
              </a:rPr>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82</a:t>
            </a:fld>
            <a:endParaRPr kumimoji="0" lang="en-IN" sz="1200" b="0" i="0" u="none" strike="noStrike" kern="1200" cap="none" spc="0" normalizeH="0" baseline="0" noProof="0">
              <a:ln>
                <a:noFill/>
              </a:ln>
              <a:solidFill>
                <a:srgbClr val="000000"/>
              </a:solidFill>
              <a:effectLst/>
              <a:uLnTx/>
              <a:uFillTx/>
              <a:latin typeface="Calibri" panose="020F0502020204030204"/>
              <a:ea typeface="+mn-ea" charset="0"/>
              <a:cs typeface="+mn-ea" charset="0"/>
            </a:endParaRPr>
          </a:p>
        </p:txBody>
      </p:sp>
    </p:spTree>
    <p:extLst>
      <p:ext uri="{BB962C8B-B14F-4D97-AF65-F5344CB8AC3E}">
        <p14:creationId xmlns:p14="http://schemas.microsoft.com/office/powerpoint/2010/main" val="264542201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5FB82A1B-8DF7-4DA3-BA7C-F6F2A5D73019}" type="slidenum">
              <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84</a:t>
            </a:fld>
            <a:endParaRPr kumimoji="0" lang="en-I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14339" name="Rectangle 1"/>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Text Box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lstStyle/>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One of the Big things Agile did was break down the wall between Business and Developers</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We’re delivering functional code at the end of each Sprint…</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Think Speed in terms of going from Years to Weeks with Agile</a:t>
            </a:r>
          </a:p>
        </p:txBody>
      </p:sp>
      <p:sp>
        <p:nvSpPr>
          <p:cNvPr id="57347" name="Text Box 3"/>
          <p:cNvSpPr txBox="1">
            <a:spLocks noChangeArrowheads="1"/>
          </p:cNvSpPr>
          <p:nvPr/>
        </p:nvSpPr>
        <p:spPr bwMode="auto">
          <a:xfrm>
            <a:off x="4281488" y="10155238"/>
            <a:ext cx="3275012"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nchor="b"/>
          <a:lstStyle>
            <a:lvl1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1pPr>
            <a:lvl2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2pPr>
            <a:lvl3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3pPr>
            <a:lvl4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4pPr>
            <a:lvl5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9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653BFDF2-32D8-436F-BE85-18C09D77970C}" type="slidenum">
              <a:rPr kumimoji="0" lang="en-IN" sz="1200" b="0" i="0" u="none" strike="noStrike" kern="1200" cap="none" spc="0" normalizeH="0" baseline="0" noProof="0" smtClean="0">
                <a:ln>
                  <a:noFill/>
                </a:ln>
                <a:solidFill>
                  <a:srgbClr val="000000"/>
                </a:solidFill>
                <a:effectLst/>
                <a:uLnTx/>
                <a:uFillTx/>
                <a:latin typeface="Calibri" panose="020F0502020204030204"/>
                <a:ea typeface="+mn-ea" charset="0"/>
                <a:cs typeface="+mn-ea" charset="0"/>
              </a:rPr>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84</a:t>
            </a:fld>
            <a:endParaRPr kumimoji="0" lang="en-IN" sz="1200" b="0" i="0" u="none" strike="noStrike" kern="1200" cap="none" spc="0" normalizeH="0" baseline="0" noProof="0">
              <a:ln>
                <a:noFill/>
              </a:ln>
              <a:solidFill>
                <a:srgbClr val="000000"/>
              </a:solidFill>
              <a:effectLst/>
              <a:uLnTx/>
              <a:uFillTx/>
              <a:latin typeface="Calibri" panose="020F0502020204030204"/>
              <a:ea typeface="+mn-ea" charset="0"/>
              <a:cs typeface="+mn-ea" charset="0"/>
            </a:endParaRPr>
          </a:p>
        </p:txBody>
      </p:sp>
    </p:spTree>
    <p:extLst>
      <p:ext uri="{BB962C8B-B14F-4D97-AF65-F5344CB8AC3E}">
        <p14:creationId xmlns:p14="http://schemas.microsoft.com/office/powerpoint/2010/main" val="233185296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5FB82A1B-8DF7-4DA3-BA7C-F6F2A5D73019}" type="slidenum">
              <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85</a:t>
            </a:fld>
            <a:endParaRPr kumimoji="0" lang="en-I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14339" name="Rectangle 1"/>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Text Box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lstStyle/>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One of the Big things Agile did was break down the wall between Business and Developers</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We’re delivering functional code at the end of each Sprint…</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Think Speed in terms of going from Years to Weeks with Agile</a:t>
            </a:r>
          </a:p>
        </p:txBody>
      </p:sp>
      <p:sp>
        <p:nvSpPr>
          <p:cNvPr id="57347" name="Text Box 3"/>
          <p:cNvSpPr txBox="1">
            <a:spLocks noChangeArrowheads="1"/>
          </p:cNvSpPr>
          <p:nvPr/>
        </p:nvSpPr>
        <p:spPr bwMode="auto">
          <a:xfrm>
            <a:off x="4281488" y="10155238"/>
            <a:ext cx="3275012"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nchor="b"/>
          <a:lstStyle>
            <a:lvl1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1pPr>
            <a:lvl2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2pPr>
            <a:lvl3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3pPr>
            <a:lvl4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4pPr>
            <a:lvl5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9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653BFDF2-32D8-436F-BE85-18C09D77970C}" type="slidenum">
              <a:rPr kumimoji="0" lang="en-IN" sz="1200" b="0" i="0" u="none" strike="noStrike" kern="1200" cap="none" spc="0" normalizeH="0" baseline="0" noProof="0" smtClean="0">
                <a:ln>
                  <a:noFill/>
                </a:ln>
                <a:solidFill>
                  <a:srgbClr val="000000"/>
                </a:solidFill>
                <a:effectLst/>
                <a:uLnTx/>
                <a:uFillTx/>
                <a:latin typeface="Calibri" panose="020F0502020204030204"/>
                <a:ea typeface="+mn-ea" charset="0"/>
                <a:cs typeface="+mn-ea" charset="0"/>
              </a:rPr>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85</a:t>
            </a:fld>
            <a:endParaRPr kumimoji="0" lang="en-IN" sz="1200" b="0" i="0" u="none" strike="noStrike" kern="1200" cap="none" spc="0" normalizeH="0" baseline="0" noProof="0">
              <a:ln>
                <a:noFill/>
              </a:ln>
              <a:solidFill>
                <a:srgbClr val="000000"/>
              </a:solidFill>
              <a:effectLst/>
              <a:uLnTx/>
              <a:uFillTx/>
              <a:latin typeface="Calibri" panose="020F0502020204030204"/>
              <a:ea typeface="+mn-ea" charset="0"/>
              <a:cs typeface="+mn-ea" charset="0"/>
            </a:endParaRPr>
          </a:p>
        </p:txBody>
      </p:sp>
    </p:spTree>
    <p:extLst>
      <p:ext uri="{BB962C8B-B14F-4D97-AF65-F5344CB8AC3E}">
        <p14:creationId xmlns:p14="http://schemas.microsoft.com/office/powerpoint/2010/main" val="37005195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5FB82A1B-8DF7-4DA3-BA7C-F6F2A5D73019}" type="slidenum">
              <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86</a:t>
            </a:fld>
            <a:endParaRPr kumimoji="0" lang="en-I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14339" name="Rectangle 1"/>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Text Box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lstStyle/>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One of the Big things Agile did was break down the wall between Business and Developers</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We’re delivering functional code at the end of each Sprint…</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Think Speed in terms of going from Years to Weeks with Agile</a:t>
            </a:r>
          </a:p>
        </p:txBody>
      </p:sp>
      <p:sp>
        <p:nvSpPr>
          <p:cNvPr id="57347" name="Text Box 3"/>
          <p:cNvSpPr txBox="1">
            <a:spLocks noChangeArrowheads="1"/>
          </p:cNvSpPr>
          <p:nvPr/>
        </p:nvSpPr>
        <p:spPr bwMode="auto">
          <a:xfrm>
            <a:off x="4281488" y="10155238"/>
            <a:ext cx="3275012"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nchor="b"/>
          <a:lstStyle>
            <a:lvl1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1pPr>
            <a:lvl2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2pPr>
            <a:lvl3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3pPr>
            <a:lvl4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4pPr>
            <a:lvl5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9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653BFDF2-32D8-436F-BE85-18C09D77970C}" type="slidenum">
              <a:rPr kumimoji="0" lang="en-IN" sz="1200" b="0" i="0" u="none" strike="noStrike" kern="1200" cap="none" spc="0" normalizeH="0" baseline="0" noProof="0" smtClean="0">
                <a:ln>
                  <a:noFill/>
                </a:ln>
                <a:solidFill>
                  <a:srgbClr val="000000"/>
                </a:solidFill>
                <a:effectLst/>
                <a:uLnTx/>
                <a:uFillTx/>
                <a:latin typeface="Calibri" panose="020F0502020204030204"/>
                <a:ea typeface="+mn-ea" charset="0"/>
                <a:cs typeface="+mn-ea" charset="0"/>
              </a:rPr>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86</a:t>
            </a:fld>
            <a:endParaRPr kumimoji="0" lang="en-IN" sz="1200" b="0" i="0" u="none" strike="noStrike" kern="1200" cap="none" spc="0" normalizeH="0" baseline="0" noProof="0">
              <a:ln>
                <a:noFill/>
              </a:ln>
              <a:solidFill>
                <a:srgbClr val="000000"/>
              </a:solidFill>
              <a:effectLst/>
              <a:uLnTx/>
              <a:uFillTx/>
              <a:latin typeface="Calibri" panose="020F0502020204030204"/>
              <a:ea typeface="+mn-ea" charset="0"/>
              <a:cs typeface="+mn-ea" charset="0"/>
            </a:endParaRPr>
          </a:p>
        </p:txBody>
      </p:sp>
    </p:spTree>
    <p:extLst>
      <p:ext uri="{BB962C8B-B14F-4D97-AF65-F5344CB8AC3E}">
        <p14:creationId xmlns:p14="http://schemas.microsoft.com/office/powerpoint/2010/main" val="1378926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5FB82A1B-8DF7-4DA3-BA7C-F6F2A5D73019}" type="slidenum">
              <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91</a:t>
            </a:fld>
            <a:endParaRPr kumimoji="0" lang="en-I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14339" name="Rectangle 1"/>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Text Box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lstStyle/>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One of the Big things Agile did was break down the wall between Business and Developers</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We’re delivering functional code at the end of each Sprint…</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Think Speed in terms of going from Years to Weeks with Agile</a:t>
            </a:r>
          </a:p>
        </p:txBody>
      </p:sp>
      <p:sp>
        <p:nvSpPr>
          <p:cNvPr id="57347" name="Text Box 3"/>
          <p:cNvSpPr txBox="1">
            <a:spLocks noChangeArrowheads="1"/>
          </p:cNvSpPr>
          <p:nvPr/>
        </p:nvSpPr>
        <p:spPr bwMode="auto">
          <a:xfrm>
            <a:off x="4281488" y="10155238"/>
            <a:ext cx="3275012"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nchor="b"/>
          <a:lstStyle>
            <a:lvl1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1pPr>
            <a:lvl2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2pPr>
            <a:lvl3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3pPr>
            <a:lvl4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4pPr>
            <a:lvl5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9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653BFDF2-32D8-436F-BE85-18C09D77970C}" type="slidenum">
              <a:rPr kumimoji="0" lang="en-IN" sz="1200" b="0" i="0" u="none" strike="noStrike" kern="1200" cap="none" spc="0" normalizeH="0" baseline="0" noProof="0" smtClean="0">
                <a:ln>
                  <a:noFill/>
                </a:ln>
                <a:solidFill>
                  <a:srgbClr val="000000"/>
                </a:solidFill>
                <a:effectLst/>
                <a:uLnTx/>
                <a:uFillTx/>
                <a:latin typeface="Calibri" panose="020F0502020204030204"/>
                <a:ea typeface="+mn-ea" charset="0"/>
                <a:cs typeface="+mn-ea" charset="0"/>
              </a:rPr>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91</a:t>
            </a:fld>
            <a:endParaRPr kumimoji="0" lang="en-IN" sz="1200" b="0" i="0" u="none" strike="noStrike" kern="1200" cap="none" spc="0" normalizeH="0" baseline="0" noProof="0">
              <a:ln>
                <a:noFill/>
              </a:ln>
              <a:solidFill>
                <a:srgbClr val="000000"/>
              </a:solidFill>
              <a:effectLst/>
              <a:uLnTx/>
              <a:uFillTx/>
              <a:latin typeface="Calibri" panose="020F0502020204030204"/>
              <a:ea typeface="+mn-ea" charset="0"/>
              <a:cs typeface="+mn-ea" charset="0"/>
            </a:endParaRPr>
          </a:p>
        </p:txBody>
      </p:sp>
    </p:spTree>
    <p:extLst>
      <p:ext uri="{BB962C8B-B14F-4D97-AF65-F5344CB8AC3E}">
        <p14:creationId xmlns:p14="http://schemas.microsoft.com/office/powerpoint/2010/main" val="449289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5FB82A1B-8DF7-4DA3-BA7C-F6F2A5D73019}" type="slidenum">
              <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92</a:t>
            </a:fld>
            <a:endParaRPr kumimoji="0" lang="en-I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14339" name="Rectangle 1"/>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Text Box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lstStyle/>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One of the Big things Agile did was break down the wall between Business and Developers</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We’re delivering functional code at the end of each Sprint…</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Think Speed in terms of going from Years to Weeks with Agile</a:t>
            </a:r>
          </a:p>
        </p:txBody>
      </p:sp>
      <p:sp>
        <p:nvSpPr>
          <p:cNvPr id="57347" name="Text Box 3"/>
          <p:cNvSpPr txBox="1">
            <a:spLocks noChangeArrowheads="1"/>
          </p:cNvSpPr>
          <p:nvPr/>
        </p:nvSpPr>
        <p:spPr bwMode="auto">
          <a:xfrm>
            <a:off x="4281488" y="10155238"/>
            <a:ext cx="3275012"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nchor="b"/>
          <a:lstStyle>
            <a:lvl1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1pPr>
            <a:lvl2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2pPr>
            <a:lvl3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3pPr>
            <a:lvl4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4pPr>
            <a:lvl5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9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653BFDF2-32D8-436F-BE85-18C09D77970C}" type="slidenum">
              <a:rPr kumimoji="0" lang="en-IN" sz="1200" b="0" i="0" u="none" strike="noStrike" kern="1200" cap="none" spc="0" normalizeH="0" baseline="0" noProof="0" smtClean="0">
                <a:ln>
                  <a:noFill/>
                </a:ln>
                <a:solidFill>
                  <a:srgbClr val="000000"/>
                </a:solidFill>
                <a:effectLst/>
                <a:uLnTx/>
                <a:uFillTx/>
                <a:latin typeface="Calibri" panose="020F0502020204030204"/>
                <a:ea typeface="+mn-ea" charset="0"/>
                <a:cs typeface="+mn-ea" charset="0"/>
              </a:rPr>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92</a:t>
            </a:fld>
            <a:endParaRPr kumimoji="0" lang="en-IN" sz="1200" b="0" i="0" u="none" strike="noStrike" kern="1200" cap="none" spc="0" normalizeH="0" baseline="0" noProof="0">
              <a:ln>
                <a:noFill/>
              </a:ln>
              <a:solidFill>
                <a:srgbClr val="000000"/>
              </a:solidFill>
              <a:effectLst/>
              <a:uLnTx/>
              <a:uFillTx/>
              <a:latin typeface="Calibri" panose="020F0502020204030204"/>
              <a:ea typeface="+mn-ea" charset="0"/>
              <a:cs typeface="+mn-ea" charset="0"/>
            </a:endParaRPr>
          </a:p>
        </p:txBody>
      </p:sp>
    </p:spTree>
    <p:extLst>
      <p:ext uri="{BB962C8B-B14F-4D97-AF65-F5344CB8AC3E}">
        <p14:creationId xmlns:p14="http://schemas.microsoft.com/office/powerpoint/2010/main" val="172973839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5FB82A1B-8DF7-4DA3-BA7C-F6F2A5D73019}" type="slidenum">
              <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93</a:t>
            </a:fld>
            <a:endParaRPr kumimoji="0" lang="en-I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14339" name="Rectangle 1"/>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Text Box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lstStyle/>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One of the Big things Agile did was break down the wall between Business and Developers</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We’re delivering functional code at the end of each Sprint…</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Think Speed in terms of going from Years to Weeks with Agile</a:t>
            </a:r>
          </a:p>
        </p:txBody>
      </p:sp>
      <p:sp>
        <p:nvSpPr>
          <p:cNvPr id="57347" name="Text Box 3"/>
          <p:cNvSpPr txBox="1">
            <a:spLocks noChangeArrowheads="1"/>
          </p:cNvSpPr>
          <p:nvPr/>
        </p:nvSpPr>
        <p:spPr bwMode="auto">
          <a:xfrm>
            <a:off x="4281488" y="10155238"/>
            <a:ext cx="3275012"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nchor="b"/>
          <a:lstStyle>
            <a:lvl1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1pPr>
            <a:lvl2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2pPr>
            <a:lvl3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3pPr>
            <a:lvl4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4pPr>
            <a:lvl5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9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653BFDF2-32D8-436F-BE85-18C09D77970C}" type="slidenum">
              <a:rPr kumimoji="0" lang="en-IN" sz="1200" b="0" i="0" u="none" strike="noStrike" kern="1200" cap="none" spc="0" normalizeH="0" baseline="0" noProof="0" smtClean="0">
                <a:ln>
                  <a:noFill/>
                </a:ln>
                <a:solidFill>
                  <a:srgbClr val="000000"/>
                </a:solidFill>
                <a:effectLst/>
                <a:uLnTx/>
                <a:uFillTx/>
                <a:latin typeface="Calibri" panose="020F0502020204030204"/>
                <a:ea typeface="+mn-ea" charset="0"/>
                <a:cs typeface="+mn-ea" charset="0"/>
              </a:rPr>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93</a:t>
            </a:fld>
            <a:endParaRPr kumimoji="0" lang="en-IN" sz="1200" b="0" i="0" u="none" strike="noStrike" kern="1200" cap="none" spc="0" normalizeH="0" baseline="0" noProof="0">
              <a:ln>
                <a:noFill/>
              </a:ln>
              <a:solidFill>
                <a:srgbClr val="000000"/>
              </a:solidFill>
              <a:effectLst/>
              <a:uLnTx/>
              <a:uFillTx/>
              <a:latin typeface="Calibri" panose="020F0502020204030204"/>
              <a:ea typeface="+mn-ea" charset="0"/>
              <a:cs typeface="+mn-ea" charset="0"/>
            </a:endParaRPr>
          </a:p>
        </p:txBody>
      </p:sp>
    </p:spTree>
    <p:extLst>
      <p:ext uri="{BB962C8B-B14F-4D97-AF65-F5344CB8AC3E}">
        <p14:creationId xmlns:p14="http://schemas.microsoft.com/office/powerpoint/2010/main" val="307660699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5FB82A1B-8DF7-4DA3-BA7C-F6F2A5D73019}" type="slidenum">
              <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94</a:t>
            </a:fld>
            <a:endParaRPr kumimoji="0" lang="en-I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14339" name="Rectangle 1"/>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Text Box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lstStyle/>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One of the Big things Agile did was break down the wall between Business and Developers</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We’re delivering functional code at the end of each Sprint…</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Think Speed in terms of going from Years to Weeks with Agile</a:t>
            </a:r>
          </a:p>
        </p:txBody>
      </p:sp>
      <p:sp>
        <p:nvSpPr>
          <p:cNvPr id="57347" name="Text Box 3"/>
          <p:cNvSpPr txBox="1">
            <a:spLocks noChangeArrowheads="1"/>
          </p:cNvSpPr>
          <p:nvPr/>
        </p:nvSpPr>
        <p:spPr bwMode="auto">
          <a:xfrm>
            <a:off x="4281488" y="10155238"/>
            <a:ext cx="3275012"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nchor="b"/>
          <a:lstStyle>
            <a:lvl1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1pPr>
            <a:lvl2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2pPr>
            <a:lvl3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3pPr>
            <a:lvl4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4pPr>
            <a:lvl5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9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653BFDF2-32D8-436F-BE85-18C09D77970C}" type="slidenum">
              <a:rPr kumimoji="0" lang="en-IN" sz="1200" b="0" i="0" u="none" strike="noStrike" kern="1200" cap="none" spc="0" normalizeH="0" baseline="0" noProof="0" smtClean="0">
                <a:ln>
                  <a:noFill/>
                </a:ln>
                <a:solidFill>
                  <a:srgbClr val="000000"/>
                </a:solidFill>
                <a:effectLst/>
                <a:uLnTx/>
                <a:uFillTx/>
                <a:latin typeface="Calibri" panose="020F0502020204030204"/>
                <a:ea typeface="+mn-ea" charset="0"/>
                <a:cs typeface="+mn-ea" charset="0"/>
              </a:rPr>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94</a:t>
            </a:fld>
            <a:endParaRPr kumimoji="0" lang="en-IN" sz="1200" b="0" i="0" u="none" strike="noStrike" kern="1200" cap="none" spc="0" normalizeH="0" baseline="0" noProof="0">
              <a:ln>
                <a:noFill/>
              </a:ln>
              <a:solidFill>
                <a:srgbClr val="000000"/>
              </a:solidFill>
              <a:effectLst/>
              <a:uLnTx/>
              <a:uFillTx/>
              <a:latin typeface="Calibri" panose="020F0502020204030204"/>
              <a:ea typeface="+mn-ea" charset="0"/>
              <a:cs typeface="+mn-ea" charset="0"/>
            </a:endParaRPr>
          </a:p>
        </p:txBody>
      </p:sp>
    </p:spTree>
    <p:extLst>
      <p:ext uri="{BB962C8B-B14F-4D97-AF65-F5344CB8AC3E}">
        <p14:creationId xmlns:p14="http://schemas.microsoft.com/office/powerpoint/2010/main" val="385653229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5FB82A1B-8DF7-4DA3-BA7C-F6F2A5D73019}" type="slidenum">
              <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95</a:t>
            </a:fld>
            <a:endParaRPr kumimoji="0" lang="en-I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14339" name="Rectangle 1"/>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Text Box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lstStyle/>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One of the Big things Agile did was break down the wall between Business and Developers</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We’re delivering functional code at the end of each Sprint…</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Think Speed in terms of going from Years to Weeks with Agile</a:t>
            </a:r>
          </a:p>
        </p:txBody>
      </p:sp>
      <p:sp>
        <p:nvSpPr>
          <p:cNvPr id="57347" name="Text Box 3"/>
          <p:cNvSpPr txBox="1">
            <a:spLocks noChangeArrowheads="1"/>
          </p:cNvSpPr>
          <p:nvPr/>
        </p:nvSpPr>
        <p:spPr bwMode="auto">
          <a:xfrm>
            <a:off x="4281488" y="10155238"/>
            <a:ext cx="3275012"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nchor="b"/>
          <a:lstStyle>
            <a:lvl1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1pPr>
            <a:lvl2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2pPr>
            <a:lvl3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3pPr>
            <a:lvl4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4pPr>
            <a:lvl5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9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653BFDF2-32D8-436F-BE85-18C09D77970C}" type="slidenum">
              <a:rPr kumimoji="0" lang="en-IN" sz="1200" b="0" i="0" u="none" strike="noStrike" kern="1200" cap="none" spc="0" normalizeH="0" baseline="0" noProof="0" smtClean="0">
                <a:ln>
                  <a:noFill/>
                </a:ln>
                <a:solidFill>
                  <a:srgbClr val="000000"/>
                </a:solidFill>
                <a:effectLst/>
                <a:uLnTx/>
                <a:uFillTx/>
                <a:latin typeface="Calibri" panose="020F0502020204030204"/>
                <a:ea typeface="+mn-ea" charset="0"/>
                <a:cs typeface="+mn-ea" charset="0"/>
              </a:rPr>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95</a:t>
            </a:fld>
            <a:endParaRPr kumimoji="0" lang="en-IN" sz="1200" b="0" i="0" u="none" strike="noStrike" kern="1200" cap="none" spc="0" normalizeH="0" baseline="0" noProof="0">
              <a:ln>
                <a:noFill/>
              </a:ln>
              <a:solidFill>
                <a:srgbClr val="000000"/>
              </a:solidFill>
              <a:effectLst/>
              <a:uLnTx/>
              <a:uFillTx/>
              <a:latin typeface="Calibri" panose="020F0502020204030204"/>
              <a:ea typeface="+mn-ea" charset="0"/>
              <a:cs typeface="+mn-ea" charset="0"/>
            </a:endParaRPr>
          </a:p>
        </p:txBody>
      </p:sp>
    </p:spTree>
    <p:extLst>
      <p:ext uri="{BB962C8B-B14F-4D97-AF65-F5344CB8AC3E}">
        <p14:creationId xmlns:p14="http://schemas.microsoft.com/office/powerpoint/2010/main" val="17069741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5FB82A1B-8DF7-4DA3-BA7C-F6F2A5D73019}" type="slidenum">
              <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102</a:t>
            </a:fld>
            <a:endParaRPr kumimoji="0" lang="en-I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14339" name="Rectangle 1"/>
          <p:cNvSpPr>
            <a:spLocks noGrp="1" noRot="1" noChangeAspect="1" noChangeArrowheads="1" noTextEdit="1"/>
          </p:cNvSpPr>
          <p:nvPr>
            <p:ph type="sldImg"/>
          </p:nvPr>
        </p:nvSpPr>
        <p:spPr>
          <a:xfrm>
            <a:off x="1108075" y="812800"/>
            <a:ext cx="534352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Text Box 2"/>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lstStyle/>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One of the Big things Agile did was break down the wall between Business and Developers</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We’re delivering functional code at the end of each Sprint…</a:t>
            </a:r>
          </a:p>
          <a:p>
            <a:pPr marL="215900" indent="-214313" eaLnBrk="1">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lang="en-IN" sz="2000">
                <a:latin typeface="Arial" panose="020B0604020202020204" pitchFamily="34" charset="0"/>
                <a:ea typeface="Noto Sans CJK SC Regular" charset="0"/>
                <a:cs typeface="Noto Sans CJK SC Regular" charset="0"/>
              </a:rPr>
              <a:t>Think Speed in terms of going from Years to Weeks with Agile</a:t>
            </a:r>
          </a:p>
        </p:txBody>
      </p:sp>
      <p:sp>
        <p:nvSpPr>
          <p:cNvPr id="57347" name="Text Box 3"/>
          <p:cNvSpPr txBox="1">
            <a:spLocks noChangeArrowheads="1"/>
          </p:cNvSpPr>
          <p:nvPr/>
        </p:nvSpPr>
        <p:spPr bwMode="auto">
          <a:xfrm>
            <a:off x="4281488" y="10155238"/>
            <a:ext cx="3275012"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520" tIns="46440" rIns="92520" bIns="46440" anchor="b"/>
          <a:lstStyle>
            <a:lvl1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1pPr>
            <a:lvl2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2pPr>
            <a:lvl3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3pPr>
            <a:lvl4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4pPr>
            <a:lvl5pPr>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rgbClr val="000000"/>
                </a:solidFill>
                <a:latin typeface="Arial" panose="020B0604020202020204" pitchFamily="34" charset="0"/>
                <a:ea typeface="Noto Sans CJK SC Regular" charset="0"/>
                <a:cs typeface="Noto Sans CJK SC Regular" charset="0"/>
              </a:defRPr>
            </a:lvl9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653BFDF2-32D8-436F-BE85-18C09D77970C}" type="slidenum">
              <a:rPr kumimoji="0" lang="en-IN" sz="1200" b="0" i="0" u="none" strike="noStrike" kern="1200" cap="none" spc="0" normalizeH="0" baseline="0" noProof="0" smtClean="0">
                <a:ln>
                  <a:noFill/>
                </a:ln>
                <a:solidFill>
                  <a:srgbClr val="000000"/>
                </a:solidFill>
                <a:effectLst/>
                <a:uLnTx/>
                <a:uFillTx/>
                <a:latin typeface="Calibri" panose="020F0502020204030204"/>
                <a:ea typeface="+mn-ea" charset="0"/>
                <a:cs typeface="+mn-ea" charset="0"/>
              </a:rPr>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102</a:t>
            </a:fld>
            <a:endParaRPr kumimoji="0" lang="en-IN" sz="1200" b="0" i="0" u="none" strike="noStrike" kern="1200" cap="none" spc="0" normalizeH="0" baseline="0" noProof="0">
              <a:ln>
                <a:noFill/>
              </a:ln>
              <a:solidFill>
                <a:srgbClr val="000000"/>
              </a:solidFill>
              <a:effectLst/>
              <a:uLnTx/>
              <a:uFillTx/>
              <a:latin typeface="Calibri" panose="020F0502020204030204"/>
              <a:ea typeface="+mn-ea" charset="0"/>
              <a:cs typeface="+mn-ea" charset="0"/>
            </a:endParaRPr>
          </a:p>
        </p:txBody>
      </p:sp>
    </p:spTree>
    <p:extLst>
      <p:ext uri="{BB962C8B-B14F-4D97-AF65-F5344CB8AC3E}">
        <p14:creationId xmlns:p14="http://schemas.microsoft.com/office/powerpoint/2010/main" val="156202844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EBF8B79-9870-4E74-9DB9-5493CB88F6A3}"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115</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41116347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Team lead : </a:t>
            </a:r>
          </a:p>
          <a:p>
            <a:pPr lvl="1"/>
            <a:r>
              <a:rPr lang="en-US" sz="1600" dirty="0"/>
              <a:t>This role you can relate to “Scrum Master” of SCRUM TEAM.</a:t>
            </a:r>
          </a:p>
          <a:p>
            <a:pPr lvl="1"/>
            <a:r>
              <a:rPr lang="en-US" sz="1600" dirty="0"/>
              <a:t>Also you can relate to Project Lead</a:t>
            </a:r>
          </a:p>
          <a:p>
            <a:pPr lvl="1"/>
            <a:r>
              <a:rPr lang="en-US" sz="1600" dirty="0"/>
              <a:t>Is responsible:</a:t>
            </a:r>
          </a:p>
          <a:p>
            <a:pPr lvl="2"/>
            <a:r>
              <a:rPr lang="en-US" sz="1200" dirty="0"/>
              <a:t>For facilitating the team</a:t>
            </a:r>
          </a:p>
          <a:p>
            <a:pPr lvl="2"/>
            <a:r>
              <a:rPr lang="en-US" sz="1200" dirty="0"/>
              <a:t>Obtaining resources for it</a:t>
            </a:r>
          </a:p>
          <a:p>
            <a:pPr lvl="2"/>
            <a:r>
              <a:rPr lang="en-US" sz="1200" dirty="0"/>
              <a:t>And protecting it from problems</a:t>
            </a:r>
          </a:p>
          <a:p>
            <a:pPr lvl="1"/>
            <a:r>
              <a:rPr lang="en-US" sz="1600" dirty="0"/>
              <a:t>This role encompasses the soft skills of project management but not the technical ones such as planning and scheduling, activities which are better left to the team as a whole.</a:t>
            </a:r>
          </a:p>
          <a:p>
            <a:endParaRPr lang="en-US" sz="1600" dirty="0"/>
          </a:p>
          <a:p>
            <a:r>
              <a:rPr lang="en-US" sz="1600" dirty="0"/>
              <a:t>Team member</a:t>
            </a:r>
          </a:p>
          <a:p>
            <a:pPr lvl="1"/>
            <a:r>
              <a:rPr lang="en-US" sz="1600" dirty="0"/>
              <a:t>This role, sometimes referred to as developer or programmer</a:t>
            </a:r>
          </a:p>
          <a:p>
            <a:pPr lvl="1"/>
            <a:r>
              <a:rPr lang="en-US" sz="1600" dirty="0"/>
              <a:t>Is responsible for the creation and delivery of a system</a:t>
            </a:r>
          </a:p>
          <a:p>
            <a:pPr lvl="1"/>
            <a:r>
              <a:rPr lang="en-US" sz="1600" dirty="0"/>
              <a:t>This includes modeling, programming, testing, and release activities, as well as others</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EBF8B79-9870-4E74-9DB9-5493CB88F6A3}"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116</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70718684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EBF8B79-9870-4E74-9DB9-5493CB88F6A3}"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117</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91818989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Feature teams are long lived, jell together, co located, usually work on</a:t>
            </a:r>
            <a:r>
              <a:rPr lang="en-US" baseline="0" dirty="0"/>
              <a:t> a complete customer centric feature</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EBF8B79-9870-4E74-9DB9-5493CB88F6A3}"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118</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10572650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3FCC64B-6905-408D-8890-264F8B64A7ED}"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119</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05616120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CONTINUOUS</a:t>
            </a:r>
            <a:r>
              <a:rPr lang="en-US" sz="1200" b="1" kern="1200" baseline="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Integration</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New functionalities are integrated with the prevailing code, and testing of new code takes place. Continuous integration and testing help in the continuous development process.</a:t>
            </a:r>
          </a:p>
          <a:p>
            <a:r>
              <a:rPr lang="en-US" sz="1200" b="1" kern="1200" dirty="0">
                <a:solidFill>
                  <a:schemeClr val="tx1"/>
                </a:solidFill>
                <a:effectLst/>
                <a:latin typeface="+mn-lt"/>
                <a:ea typeface="+mn-ea"/>
                <a:cs typeface="+mn-cs"/>
              </a:rPr>
              <a:t>CONTINUOUS</a:t>
            </a:r>
            <a:r>
              <a:rPr lang="en-US" sz="1200" b="1" kern="1200" baseline="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Deployment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Continuous deployment is the part of DevOps lifecycle. When it is performed in the right way, then it can affect the overall functioning of a high traffic website.</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EBF8B79-9870-4E74-9DB9-5493CB88F6A3}"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120</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61950382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dirty="0"/>
              <a:t>30</a:t>
            </a:r>
            <a:r>
              <a:rPr lang="en-US" sz="800" baseline="0" dirty="0"/>
              <a:t> mins 1 o 1, open door policy is good… but at least have 1 o 1 with each team member, </a:t>
            </a:r>
          </a:p>
          <a:p>
            <a:r>
              <a:rPr lang="en-US" sz="800" baseline="0" dirty="0"/>
              <a:t>Org culture –– Info is actively sought, failures are learning opportunities, failure causes enquiry, collaboration is encouraged and rewarded, new ideas are encouraged.. Team members feel they belong … “I would recommend my team to my friends, will not like to leave my team, I have the tools to do my job well, my role uses my skills and capabilities”</a:t>
            </a:r>
          </a:p>
          <a:p>
            <a:endParaRPr lang="en-US" sz="800" baseline="0" dirty="0"/>
          </a:p>
          <a:p>
            <a:r>
              <a:rPr lang="en-US" sz="800" baseline="0" dirty="0"/>
              <a:t>Robust End user devices will help: Multiple displays, high resolution, Consistent dev environment, ability to share / store documentation, specific keyboards, mice and other equipment</a:t>
            </a:r>
          </a:p>
          <a:p>
            <a:r>
              <a:rPr lang="en-US" sz="800" baseline="0" dirty="0"/>
              <a:t>Version control – avoids conflicts of having multiple people working on same file and also roll back… if needed… can it increase collaboration? </a:t>
            </a:r>
          </a:p>
          <a:p>
            <a:r>
              <a:rPr lang="en-US" sz="800" baseline="0" dirty="0"/>
              <a:t>An artifact is the output of any step in the software dev process </a:t>
            </a:r>
          </a:p>
          <a:p>
            <a:r>
              <a:rPr lang="en-US" sz="800" baseline="0" dirty="0"/>
              <a:t>Is the artifact repository secure, trusted, versioned, accessible, stable? </a:t>
            </a:r>
          </a:p>
          <a:p>
            <a:endParaRPr lang="en-US" sz="800" baseline="0" dirty="0"/>
          </a:p>
          <a:p>
            <a:r>
              <a:rPr lang="en-US" sz="800" baseline="0" dirty="0"/>
              <a:t>You can store a versioned common lib separate from software version control so that the library can be used by other teams as well</a:t>
            </a:r>
          </a:p>
          <a:p>
            <a:r>
              <a:rPr lang="en-US" sz="800" dirty="0"/>
              <a:t>(Puppet, chef), capacity management – sizing servers, infra sized for current and future needs…. Now Data center VS cloud (on demand computing), scale up and scale</a:t>
            </a:r>
            <a:r>
              <a:rPr lang="en-US" sz="800" baseline="0" dirty="0"/>
              <a:t> down as needed, pay as use, </a:t>
            </a:r>
          </a:p>
          <a:p>
            <a:endParaRPr lang="en-US" sz="800" baseline="0" dirty="0"/>
          </a:p>
          <a:p>
            <a:r>
              <a:rPr lang="en-US" sz="800" baseline="0" dirty="0"/>
              <a:t>Test automation, regression testing, usability, scheduled testing</a:t>
            </a:r>
            <a:endParaRPr lang="en-US" sz="800" dirty="0"/>
          </a:p>
          <a:p>
            <a:endParaRPr lang="en-US" sz="800"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EBF8B79-9870-4E74-9DB9-5493CB88F6A3}"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121</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8889367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kern="1200" dirty="0">
                <a:solidFill>
                  <a:schemeClr val="tx1"/>
                </a:solidFill>
                <a:effectLst/>
                <a:latin typeface="+mn-lt"/>
                <a:ea typeface="+mn-ea"/>
                <a:cs typeface="+mn-cs"/>
              </a:rPr>
              <a:t>Automation</a:t>
            </a:r>
          </a:p>
          <a:p>
            <a:r>
              <a:rPr lang="en-US" sz="800" kern="1200" dirty="0">
                <a:solidFill>
                  <a:schemeClr val="tx1"/>
                </a:solidFill>
                <a:effectLst/>
                <a:latin typeface="+mn-lt"/>
                <a:ea typeface="+mn-ea"/>
                <a:cs typeface="+mn-cs"/>
              </a:rPr>
              <a:t>Automation can reduce time consumption, especially during the testing and deployment phase. The productivity increases, and releases are made quicker by automation. This will lead in catching bugs quickly so that it can be fixed easily. For contiguous delivery, each code is defined through automated tests, cloud-based services, and builds. This promotes production using automated deploys.</a:t>
            </a:r>
          </a:p>
          <a:p>
            <a:r>
              <a:rPr lang="en-US" sz="800" kern="1200" dirty="0">
                <a:solidFill>
                  <a:schemeClr val="tx1"/>
                </a:solidFill>
                <a:effectLst/>
                <a:latin typeface="+mn-lt"/>
                <a:ea typeface="+mn-ea"/>
                <a:cs typeface="+mn-cs"/>
              </a:rPr>
              <a:t>2) Collaboration</a:t>
            </a:r>
          </a:p>
          <a:p>
            <a:r>
              <a:rPr lang="en-US" sz="800" kern="1200" dirty="0">
                <a:solidFill>
                  <a:schemeClr val="tx1"/>
                </a:solidFill>
                <a:effectLst/>
                <a:latin typeface="+mn-lt"/>
                <a:ea typeface="+mn-ea"/>
                <a:cs typeface="+mn-cs"/>
              </a:rPr>
              <a:t>The Development and Operations team collaborates as a DevOps team, which improves the cultural model as the teams become more productive with their productivity, which strengthens accountability and ownership. The teams share their responsibilities and work closely in sync, which in turn makes the deployment to production faster.</a:t>
            </a:r>
          </a:p>
          <a:p>
            <a:r>
              <a:rPr lang="en-US" sz="800" kern="1200" dirty="0">
                <a:solidFill>
                  <a:schemeClr val="tx1"/>
                </a:solidFill>
                <a:effectLst/>
                <a:latin typeface="+mn-lt"/>
                <a:ea typeface="+mn-ea"/>
                <a:cs typeface="+mn-cs"/>
              </a:rPr>
              <a:t>3) Integration</a:t>
            </a:r>
          </a:p>
          <a:p>
            <a:r>
              <a:rPr lang="en-US" sz="800" kern="1200" dirty="0">
                <a:solidFill>
                  <a:schemeClr val="tx1"/>
                </a:solidFill>
                <a:effectLst/>
                <a:latin typeface="+mn-lt"/>
                <a:ea typeface="+mn-ea"/>
                <a:cs typeface="+mn-cs"/>
              </a:rPr>
              <a:t>Applications need to be integrated with other components in the environment. The integration phase is whore the existing code is combined with new functionality and then tested. Continuous integration and testing enable continuous development. The frequency in the releases and micro-services leads to significant operational challenges. To overcome such problems, continuous integration and delivery are implemented to deliver in a </a:t>
            </a:r>
            <a:r>
              <a:rPr lang="en-US" sz="800" b="1" kern="1200" dirty="0">
                <a:solidFill>
                  <a:schemeClr val="tx1"/>
                </a:solidFill>
                <a:effectLst/>
                <a:latin typeface="+mn-lt"/>
                <a:ea typeface="+mn-ea"/>
                <a:cs typeface="+mn-cs"/>
              </a:rPr>
              <a:t>quicker, safer</a:t>
            </a:r>
            <a:r>
              <a:rPr lang="en-US" sz="800" kern="1200" dirty="0">
                <a:solidFill>
                  <a:schemeClr val="tx1"/>
                </a:solidFill>
                <a:effectLst/>
                <a:latin typeface="+mn-lt"/>
                <a:ea typeface="+mn-ea"/>
                <a:cs typeface="+mn-cs"/>
              </a:rPr>
              <a:t>, and </a:t>
            </a:r>
            <a:r>
              <a:rPr lang="en-US" sz="800" b="1" kern="1200" dirty="0">
                <a:solidFill>
                  <a:schemeClr val="tx1"/>
                </a:solidFill>
                <a:effectLst/>
                <a:latin typeface="+mn-lt"/>
                <a:ea typeface="+mn-ea"/>
                <a:cs typeface="+mn-cs"/>
              </a:rPr>
              <a:t>reliable manner</a:t>
            </a:r>
            <a:r>
              <a:rPr lang="en-US" sz="800" kern="1200" dirty="0">
                <a:solidFill>
                  <a:schemeClr val="tx1"/>
                </a:solidFill>
                <a:effectLst/>
                <a:latin typeface="+mn-lt"/>
                <a:ea typeface="+mn-ea"/>
                <a:cs typeface="+mn-cs"/>
              </a:rPr>
              <a:t>.</a:t>
            </a:r>
          </a:p>
          <a:p>
            <a:r>
              <a:rPr lang="en-US" sz="800" kern="1200" dirty="0">
                <a:solidFill>
                  <a:schemeClr val="tx1"/>
                </a:solidFill>
                <a:effectLst/>
                <a:latin typeface="+mn-lt"/>
                <a:ea typeface="+mn-ea"/>
                <a:cs typeface="+mn-cs"/>
              </a:rPr>
              <a:t>4) Configuration management</a:t>
            </a:r>
          </a:p>
          <a:p>
            <a:r>
              <a:rPr lang="en-US" sz="800" kern="1200" dirty="0">
                <a:solidFill>
                  <a:schemeClr val="tx1"/>
                </a:solidFill>
                <a:effectLst/>
                <a:latin typeface="+mn-lt"/>
                <a:ea typeface="+mn-ea"/>
                <a:cs typeface="+mn-cs"/>
              </a:rPr>
              <a:t>It ensures the application to interact with only those resources that are concerned with the environment in which it runs. The configuration files are not created where the external configuration to the application is separated from the source code. The configuration file can be written during deployment, or they can be loaded at the run time, depending on the environment in which it is running.</a:t>
            </a:r>
          </a:p>
          <a:p>
            <a:endParaRPr lang="en-US" sz="800"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EBF8B79-9870-4E74-9DB9-5493CB88F6A3}"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122</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26868028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kern="1200" dirty="0">
                <a:solidFill>
                  <a:schemeClr val="tx1"/>
                </a:solidFill>
                <a:effectLst/>
                <a:latin typeface="+mn-lt"/>
                <a:ea typeface="+mn-ea"/>
                <a:cs typeface="+mn-cs"/>
              </a:rPr>
              <a:t>The main principles of DevOps are Continuous delivery, automation, and fast reaction to the feedback.</a:t>
            </a:r>
          </a:p>
          <a:p>
            <a:pPr lvl="0"/>
            <a:r>
              <a:rPr lang="en-US" sz="800" b="1" kern="1200" dirty="0">
                <a:solidFill>
                  <a:schemeClr val="tx1"/>
                </a:solidFill>
                <a:effectLst/>
                <a:latin typeface="+mn-lt"/>
                <a:ea typeface="+mn-ea"/>
                <a:cs typeface="+mn-cs"/>
              </a:rPr>
              <a:t>End to End Responsibility:</a:t>
            </a:r>
            <a:r>
              <a:rPr lang="en-US" sz="800" kern="1200" dirty="0">
                <a:solidFill>
                  <a:schemeClr val="tx1"/>
                </a:solidFill>
                <a:effectLst/>
                <a:latin typeface="+mn-lt"/>
                <a:ea typeface="+mn-ea"/>
                <a:cs typeface="+mn-cs"/>
              </a:rPr>
              <a:t> DevOps team need to provide performance support until they become the end of life. It enhances the responsibility and the quality of the products engineered.</a:t>
            </a:r>
          </a:p>
          <a:p>
            <a:pPr lvl="0"/>
            <a:r>
              <a:rPr lang="en-US" sz="800" b="1" kern="1200" dirty="0">
                <a:solidFill>
                  <a:schemeClr val="tx1"/>
                </a:solidFill>
                <a:effectLst/>
                <a:latin typeface="+mn-lt"/>
                <a:ea typeface="+mn-ea"/>
                <a:cs typeface="+mn-cs"/>
              </a:rPr>
              <a:t>Continuous Improvement:</a:t>
            </a:r>
            <a:r>
              <a:rPr lang="en-US" sz="800" kern="1200" dirty="0">
                <a:solidFill>
                  <a:schemeClr val="tx1"/>
                </a:solidFill>
                <a:effectLst/>
                <a:latin typeface="+mn-lt"/>
                <a:ea typeface="+mn-ea"/>
                <a:cs typeface="+mn-cs"/>
              </a:rPr>
              <a:t> DevOps culture focuses on continuous improvement to minimize waste. It continuously speeds up the growth of products or services offered.</a:t>
            </a:r>
          </a:p>
          <a:p>
            <a:pPr lvl="0"/>
            <a:r>
              <a:rPr lang="en-US" sz="800" b="1" kern="1200" dirty="0">
                <a:solidFill>
                  <a:schemeClr val="tx1"/>
                </a:solidFill>
                <a:effectLst/>
                <a:latin typeface="+mn-lt"/>
                <a:ea typeface="+mn-ea"/>
                <a:cs typeface="+mn-cs"/>
              </a:rPr>
              <a:t>Automate Everything:</a:t>
            </a:r>
            <a:r>
              <a:rPr lang="en-US" sz="800" kern="1200" dirty="0">
                <a:solidFill>
                  <a:schemeClr val="tx1"/>
                </a:solidFill>
                <a:effectLst/>
                <a:latin typeface="+mn-lt"/>
                <a:ea typeface="+mn-ea"/>
                <a:cs typeface="+mn-cs"/>
              </a:rPr>
              <a:t> Automation is an essential principle of the DevOps process. This is for software development and also for the entire infrastructure landscape.</a:t>
            </a:r>
          </a:p>
          <a:p>
            <a:pPr lvl="0"/>
            <a:r>
              <a:rPr lang="en-US" sz="800" b="1" kern="1200" dirty="0">
                <a:solidFill>
                  <a:schemeClr val="tx1"/>
                </a:solidFill>
                <a:effectLst/>
                <a:latin typeface="+mn-lt"/>
                <a:ea typeface="+mn-ea"/>
                <a:cs typeface="+mn-cs"/>
              </a:rPr>
              <a:t>Custom Centric Action:</a:t>
            </a:r>
            <a:r>
              <a:rPr lang="en-US" sz="800" kern="1200" dirty="0">
                <a:solidFill>
                  <a:schemeClr val="tx1"/>
                </a:solidFill>
                <a:effectLst/>
                <a:latin typeface="+mn-lt"/>
                <a:ea typeface="+mn-ea"/>
                <a:cs typeface="+mn-cs"/>
              </a:rPr>
              <a:t> DevOps team must take customer-centric for that they should continuously invest in products and services.</a:t>
            </a:r>
          </a:p>
          <a:p>
            <a:pPr lvl="0"/>
            <a:r>
              <a:rPr lang="en-US" sz="800" b="1" kern="1200" dirty="0">
                <a:solidFill>
                  <a:schemeClr val="tx1"/>
                </a:solidFill>
                <a:effectLst/>
                <a:latin typeface="+mn-lt"/>
                <a:ea typeface="+mn-ea"/>
                <a:cs typeface="+mn-cs"/>
              </a:rPr>
              <a:t>Monitor and test everything:</a:t>
            </a:r>
            <a:r>
              <a:rPr lang="en-US" sz="800" kern="1200" dirty="0">
                <a:solidFill>
                  <a:schemeClr val="tx1"/>
                </a:solidFill>
                <a:effectLst/>
                <a:latin typeface="+mn-lt"/>
                <a:ea typeface="+mn-ea"/>
                <a:cs typeface="+mn-cs"/>
              </a:rPr>
              <a:t> The DevOps team needs to have robust monitoring and testing procedures.</a:t>
            </a:r>
          </a:p>
          <a:p>
            <a:pPr lvl="0"/>
            <a:r>
              <a:rPr lang="en-US" sz="800" b="1" kern="1200" dirty="0">
                <a:solidFill>
                  <a:schemeClr val="tx1"/>
                </a:solidFill>
                <a:effectLst/>
                <a:latin typeface="+mn-lt"/>
                <a:ea typeface="+mn-ea"/>
                <a:cs typeface="+mn-cs"/>
              </a:rPr>
              <a:t>Work as one team:</a:t>
            </a:r>
            <a:r>
              <a:rPr lang="en-US" sz="800" kern="1200" dirty="0">
                <a:solidFill>
                  <a:schemeClr val="tx1"/>
                </a:solidFill>
                <a:effectLst/>
                <a:latin typeface="+mn-lt"/>
                <a:ea typeface="+mn-ea"/>
                <a:cs typeface="+mn-cs"/>
              </a:rPr>
              <a:t> In the DevOps culture role of the designers, developers, and testers are already defined. All they needed to do is work as one team with complete collaboration.</a:t>
            </a:r>
          </a:p>
          <a:p>
            <a:r>
              <a:rPr lang="en-US" sz="800" kern="1200" dirty="0">
                <a:solidFill>
                  <a:schemeClr val="tx1"/>
                </a:solidFill>
                <a:effectLst/>
                <a:latin typeface="+mn-lt"/>
                <a:ea typeface="+mn-ea"/>
                <a:cs typeface="+mn-cs"/>
              </a:rPr>
              <a:t>These principles are achieved through several DevOps practices, which include frequent deployments, QA automation, continuous delivery, validating ideas as early as possible, and in-team collaboration.</a:t>
            </a:r>
          </a:p>
          <a:p>
            <a:endParaRPr lang="en-US" sz="800"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EBF8B79-9870-4E74-9DB9-5493CB88F6A3}"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123</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59015089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EBF8B79-9870-4E74-9DB9-5493CB88F6A3}"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124</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85682369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EBF8B79-9870-4E74-9DB9-5493CB88F6A3}"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125</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63609383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EBF8B79-9870-4E74-9DB9-5493CB88F6A3}"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126</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8500094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3FCC64B-6905-408D-8890-264F8B64A7ED}"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128</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1197520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the business</a:t>
            </a:r>
          </a:p>
          <a:p>
            <a:pPr defTabSz="931774">
              <a:defRPr/>
            </a:pPr>
            <a:r>
              <a:rPr lang="en-US" dirty="0"/>
              <a:t>Culture</a:t>
            </a:r>
            <a:r>
              <a:rPr lang="en-US" baseline="0" dirty="0"/>
              <a:t> change… most important and most difficult (Delivering code is worthless, maturity alone is worthless, aim to become a valued business partner</a:t>
            </a:r>
            <a:endParaRPr lang="en-US" dirty="0"/>
          </a:p>
          <a:p>
            <a:r>
              <a:rPr lang="en-US" baseline="0" dirty="0"/>
              <a:t>50% issues in </a:t>
            </a:r>
            <a:r>
              <a:rPr lang="en-US" baseline="0" dirty="0" err="1"/>
              <a:t>Devops</a:t>
            </a:r>
            <a:r>
              <a:rPr lang="en-US" baseline="0" dirty="0"/>
              <a:t> projects are people issues as per a McKinsey study</a:t>
            </a:r>
          </a:p>
          <a:p>
            <a:r>
              <a:rPr lang="en-US" baseline="0" dirty="0"/>
              <a:t>Continuous improvement – continuous improvement, theory of constraints, lean and systems thinking</a:t>
            </a:r>
          </a:p>
          <a:p>
            <a:r>
              <a:rPr lang="en-US" baseline="0" dirty="0"/>
              <a:t>Agile methods </a:t>
            </a:r>
          </a:p>
          <a:p>
            <a:r>
              <a:rPr lang="en-US" baseline="0" dirty="0"/>
              <a:t>Automation</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3FCC64B-6905-408D-8890-264F8B64A7ED}"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129</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12069230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Cultural Change:</a:t>
            </a:r>
            <a:r>
              <a:rPr lang="en-US" baseline="0" dirty="0"/>
              <a:t> </a:t>
            </a:r>
            <a:r>
              <a:rPr lang="en-US" sz="1200" dirty="0">
                <a:solidFill>
                  <a:srgbClr val="00201A"/>
                </a:solidFill>
                <a:latin typeface="Google Sans"/>
              </a:rPr>
              <a:t>DevOps requires a shift from a </a:t>
            </a:r>
            <a:r>
              <a:rPr lang="en-US" sz="1200" dirty="0" err="1">
                <a:solidFill>
                  <a:srgbClr val="00201A"/>
                </a:solidFill>
                <a:latin typeface="Google Sans"/>
              </a:rPr>
              <a:t>siloed</a:t>
            </a:r>
            <a:r>
              <a:rPr lang="en-US" sz="1200" dirty="0">
                <a:solidFill>
                  <a:srgbClr val="00201A"/>
                </a:solidFill>
                <a:latin typeface="Google Sans"/>
              </a:rPr>
              <a:t> to a collaborative culture.</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solidFill>
                  <a:srgbClr val="00201A"/>
                </a:solidFill>
                <a:latin typeface="Google Sans"/>
              </a:rPr>
              <a:t>Process change: DevOps requires changes to existing development and operations processes.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dirty="0">
              <a:solidFill>
                <a:srgbClr val="00201A"/>
              </a:solidFill>
              <a:latin typeface="Google Sans"/>
            </a:endParaRPr>
          </a:p>
          <a:p>
            <a:r>
              <a:rPr lang="en-US" sz="1200" dirty="0">
                <a:solidFill>
                  <a:srgbClr val="00201A"/>
                </a:solidFill>
                <a:latin typeface="Google Sans"/>
              </a:rPr>
              <a:t>Key challenges:</a:t>
            </a:r>
            <a:r>
              <a:rPr lang="en-US" sz="1200" baseline="0" dirty="0">
                <a:solidFill>
                  <a:srgbClr val="00201A"/>
                </a:solidFill>
                <a:latin typeface="Google Sans"/>
              </a:rPr>
              <a:t> </a:t>
            </a:r>
          </a:p>
          <a:p>
            <a:endParaRPr lang="en-US" sz="1200" baseline="0" dirty="0">
              <a:solidFill>
                <a:srgbClr val="00201A"/>
              </a:solidFill>
              <a:latin typeface="Google Sans"/>
            </a:endParaRPr>
          </a:p>
          <a:p>
            <a:r>
              <a:rPr lang="en-US" dirty="0"/>
              <a:t>Organization Structure</a:t>
            </a:r>
          </a:p>
          <a:p>
            <a:r>
              <a:rPr lang="en-US" dirty="0"/>
              <a:t>Legacy Technology Stack</a:t>
            </a:r>
          </a:p>
          <a:p>
            <a:r>
              <a:rPr lang="en-US" dirty="0"/>
              <a:t>Organization Culture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dirty="0">
              <a:solidFill>
                <a:srgbClr val="00201A"/>
              </a:solidFill>
              <a:latin typeface="Google Sans"/>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3FCC64B-6905-408D-8890-264F8B64A7ED}"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130</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57893863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Therefore</a:t>
            </a:r>
            <a:r>
              <a:rPr lang="en-US" baseline="0" dirty="0"/>
              <a:t> can leverage development techniques for collaboration, deployment and integration</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3FCC64B-6905-408D-8890-264F8B64A7ED}"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131</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10852491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Therefore</a:t>
            </a:r>
            <a:r>
              <a:rPr lang="en-US" baseline="0" dirty="0"/>
              <a:t> can leverage development techniques for collaboration, deployment and integration</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3FCC64B-6905-408D-8890-264F8B64A7ED}"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132</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67929726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Therefore</a:t>
            </a:r>
            <a:r>
              <a:rPr lang="en-US" baseline="0" dirty="0"/>
              <a:t> can leverage development techniques for collaboration, deployment and integration</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3FCC64B-6905-408D-8890-264F8B64A7ED}"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133</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80635445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an Enterprise Environment – there are many physical, virtual servers (web servers, app servers, DB servers, File servers </a:t>
            </a:r>
            <a:r>
              <a:rPr lang="en-US" baseline="0" dirty="0" err="1"/>
              <a:t>etc</a:t>
            </a:r>
            <a:r>
              <a:rPr lang="en-US" baseline="0" dirty="0"/>
              <a:t>).. They do different things and run different packages. It sometimes is difficult to keep track of the software installed on each machine… </a:t>
            </a:r>
            <a:r>
              <a:rPr lang="en-US" baseline="0" dirty="0" err="1"/>
              <a:t>tahs</a:t>
            </a:r>
            <a:r>
              <a:rPr lang="en-US" baseline="0" dirty="0"/>
              <a:t> where IAC comes in</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3FCC64B-6905-408D-8890-264F8B64A7ED}"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134</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07671056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Infrastructure Automation</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Amazon Web Services (AWS):</a:t>
            </a:r>
            <a:r>
              <a:rPr lang="en-US" sz="1200" b="0" i="0" kern="1200" dirty="0">
                <a:solidFill>
                  <a:schemeClr val="tx1"/>
                </a:solidFill>
                <a:effectLst/>
                <a:latin typeface="+mn-lt"/>
                <a:ea typeface="+mn-ea"/>
                <a:cs typeface="+mn-cs"/>
              </a:rPr>
              <a:t> Being cloud service you do not need to be physically present in the data center. Also, they are easy to scale on-demand. There are no up-front hardware costs. It can be configured to provision more servers based on traffic automatically.</a:t>
            </a:r>
          </a:p>
          <a:p>
            <a:r>
              <a:rPr lang="en-US" sz="1200" b="1" i="0" kern="1200" dirty="0">
                <a:solidFill>
                  <a:schemeClr val="tx1"/>
                </a:solidFill>
                <a:effectLst/>
                <a:latin typeface="+mn-lt"/>
                <a:ea typeface="+mn-ea"/>
                <a:cs typeface="+mn-cs"/>
              </a:rPr>
              <a:t>Configuration Management</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Chef</a:t>
            </a:r>
            <a:r>
              <a:rPr lang="en-US" sz="1200" b="0" i="0" kern="1200" dirty="0">
                <a:solidFill>
                  <a:schemeClr val="tx1"/>
                </a:solidFill>
                <a:effectLst/>
                <a:latin typeface="+mn-lt"/>
                <a:ea typeface="+mn-ea"/>
                <a:cs typeface="+mn-cs"/>
              </a:rPr>
              <a:t>: It is a useful DevOps tool for achieving speed, scale, and consistency. It can be used to ease out complex tasks and perform configuration management. With this tool, DevOps team can avoid making changes across ten thousand servers. Instead, they need to make changes in one place which is automatically reflected in other servers.</a:t>
            </a:r>
          </a:p>
          <a:p>
            <a:r>
              <a:rPr lang="en-US" sz="1200" b="1" i="0" kern="1200" dirty="0">
                <a:solidFill>
                  <a:schemeClr val="tx1"/>
                </a:solidFill>
                <a:effectLst/>
                <a:latin typeface="+mn-lt"/>
                <a:ea typeface="+mn-ea"/>
                <a:cs typeface="+mn-cs"/>
              </a:rPr>
              <a:t>Deployment Automation</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Jenkins</a:t>
            </a:r>
            <a:r>
              <a:rPr lang="en-US" sz="1200" b="0" i="0" kern="1200" dirty="0">
                <a:solidFill>
                  <a:schemeClr val="tx1"/>
                </a:solidFill>
                <a:effectLst/>
                <a:latin typeface="+mn-lt"/>
                <a:ea typeface="+mn-ea"/>
                <a:cs typeface="+mn-cs"/>
              </a:rPr>
              <a:t>: This tool facilitates continuous integration and testing. It helps to integrate project changes more easily by quickly finding issues as soon as a built is deployed.</a:t>
            </a:r>
          </a:p>
          <a:p>
            <a:r>
              <a:rPr lang="en-US" sz="1200" b="1" i="0" kern="1200" dirty="0">
                <a:solidFill>
                  <a:schemeClr val="tx1"/>
                </a:solidFill>
                <a:effectLst/>
                <a:latin typeface="+mn-lt"/>
                <a:ea typeface="+mn-ea"/>
                <a:cs typeface="+mn-cs"/>
              </a:rPr>
              <a:t>Log Management</a:t>
            </a:r>
            <a:endParaRPr lang="en-US" sz="1200" b="0" i="0" kern="1200" dirty="0">
              <a:solidFill>
                <a:schemeClr val="tx1"/>
              </a:solidFill>
              <a:effectLst/>
              <a:latin typeface="+mn-lt"/>
              <a:ea typeface="+mn-ea"/>
              <a:cs typeface="+mn-cs"/>
            </a:endParaRPr>
          </a:p>
          <a:p>
            <a:r>
              <a:rPr lang="en-US" sz="1200" b="1" i="0" kern="1200" dirty="0" err="1">
                <a:solidFill>
                  <a:schemeClr val="tx1"/>
                </a:solidFill>
                <a:effectLst/>
                <a:latin typeface="+mn-lt"/>
                <a:ea typeface="+mn-ea"/>
                <a:cs typeface="+mn-cs"/>
              </a:rPr>
              <a:t>Splunk</a:t>
            </a:r>
            <a:r>
              <a:rPr lang="en-US" sz="1200" b="0" i="0" kern="1200" dirty="0">
                <a:solidFill>
                  <a:schemeClr val="tx1"/>
                </a:solidFill>
                <a:effectLst/>
                <a:latin typeface="+mn-lt"/>
                <a:ea typeface="+mn-ea"/>
                <a:cs typeface="+mn-cs"/>
              </a:rPr>
              <a:t>: This is a tool solves the issues like aggregating, storing, and analyzing all logs in one place.</a:t>
            </a:r>
          </a:p>
          <a:p>
            <a:r>
              <a:rPr lang="en-US" sz="1200" b="1" i="0" kern="1200" dirty="0">
                <a:solidFill>
                  <a:schemeClr val="tx1"/>
                </a:solidFill>
                <a:effectLst/>
                <a:latin typeface="+mn-lt"/>
                <a:ea typeface="+mn-ea"/>
                <a:cs typeface="+mn-cs"/>
              </a:rPr>
              <a:t>Performance Management</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App Dynamic:</a:t>
            </a:r>
            <a:r>
              <a:rPr lang="en-US" sz="1200" b="0" i="0" kern="1200" dirty="0">
                <a:solidFill>
                  <a:schemeClr val="tx1"/>
                </a:solidFill>
                <a:effectLst/>
                <a:latin typeface="+mn-lt"/>
                <a:ea typeface="+mn-ea"/>
                <a:cs typeface="+mn-cs"/>
              </a:rPr>
              <a:t> It is DevOps tool which offers real-time performance monitoring. The data collected by this tool helps developers to debug when issues occur.</a:t>
            </a:r>
          </a:p>
          <a:p>
            <a:r>
              <a:rPr lang="en-US" sz="1200" b="1" i="0" kern="1200" dirty="0">
                <a:solidFill>
                  <a:schemeClr val="tx1"/>
                </a:solidFill>
                <a:effectLst/>
                <a:latin typeface="+mn-lt"/>
                <a:ea typeface="+mn-ea"/>
                <a:cs typeface="+mn-cs"/>
              </a:rPr>
              <a:t>Monitoring</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Nagios</a:t>
            </a:r>
            <a:r>
              <a:rPr lang="en-US" sz="1200" b="0" i="0" kern="1200" dirty="0">
                <a:solidFill>
                  <a:schemeClr val="tx1"/>
                </a:solidFill>
                <a:effectLst/>
                <a:latin typeface="+mn-lt"/>
                <a:ea typeface="+mn-ea"/>
                <a:cs typeface="+mn-cs"/>
              </a:rPr>
              <a:t>: It is also important to make sure people are notified when infrastructure and related services go down. Nagios is one such tool for this purpose which helps DevOps teams to find and correct problems.</a:t>
            </a:r>
          </a:p>
          <a:p>
            <a:endParaRPr lang="en-US" sz="1200"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3FCC64B-6905-408D-8890-264F8B64A7ED}"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136</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06714635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8"/>
        <p:cNvGrpSpPr/>
        <p:nvPr/>
      </p:nvGrpSpPr>
      <p:grpSpPr>
        <a:xfrm>
          <a:off x="0" y="0"/>
          <a:ext cx="0" cy="0"/>
          <a:chOff x="0" y="0"/>
          <a:chExt cx="0" cy="0"/>
        </a:xfrm>
      </p:grpSpPr>
      <p:sp>
        <p:nvSpPr>
          <p:cNvPr id="1389" name="Google Shape;1389;p58:notes"/>
          <p:cNvSpPr>
            <a:spLocks noGrp="1" noRot="1" noChangeAspect="1"/>
          </p:cNvSpPr>
          <p:nvPr>
            <p:ph type="sldImg" idx="2"/>
          </p:nvPr>
        </p:nvSpPr>
        <p:spPr>
          <a:xfrm>
            <a:off x="914400" y="228600"/>
            <a:ext cx="5730875" cy="42989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dk1"/>
            </a:solidFill>
            <a:prstDash val="solid"/>
            <a:miter lim="800000"/>
            <a:headEnd type="none" w="sm" len="sm"/>
            <a:tailEnd type="none" w="sm" len="sm"/>
          </a:ln>
        </p:spPr>
      </p:sp>
      <p:sp>
        <p:nvSpPr>
          <p:cNvPr id="1390" name="Google Shape;1390;p58:notes"/>
          <p:cNvSpPr txBox="1">
            <a:spLocks noGrp="1"/>
          </p:cNvSpPr>
          <p:nvPr>
            <p:ph type="body" idx="1"/>
          </p:nvPr>
        </p:nvSpPr>
        <p:spPr>
          <a:xfrm>
            <a:off x="914400" y="4648200"/>
            <a:ext cx="5730875" cy="4295775"/>
          </a:xfrm>
          <a:prstGeom prst="rect">
            <a:avLst/>
          </a:prstGeom>
          <a:noFill/>
          <a:ln>
            <a:noFill/>
          </a:ln>
        </p:spPr>
        <p:txBody>
          <a:bodyPr spcFirstLastPara="1" wrap="square" lIns="96625" tIns="48300" rIns="96625" bIns="48300" anchor="t" anchorCtr="0">
            <a:noAutofit/>
          </a:bodyPr>
          <a:lstStyle/>
          <a:p>
            <a:pPr marL="0" lvl="0" indent="0" algn="l" rtl="0">
              <a:lnSpc>
                <a:spcPct val="90000"/>
              </a:lnSpc>
              <a:spcBef>
                <a:spcPts val="0"/>
              </a:spcBef>
              <a:spcAft>
                <a:spcPts val="0"/>
              </a:spcAft>
              <a:buClr>
                <a:srgbClr val="4157AD"/>
              </a:buClr>
              <a:buSzPts val="1200"/>
              <a:buFont typeface="Calibri"/>
              <a:buNone/>
            </a:pPr>
            <a:endParaRPr b="0"/>
          </a:p>
        </p:txBody>
      </p:sp>
      <p:sp>
        <p:nvSpPr>
          <p:cNvPr id="1391" name="Google Shape;1391;p58:notes"/>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583273" marR="0" lvl="0" indent="0" algn="l" defTabSz="914400" rtl="0" eaLnBrk="1" fontAlgn="base" latinLnBrk="0" hangingPunct="1">
              <a:lnSpc>
                <a:spcPct val="100000"/>
              </a:lnSpc>
              <a:spcBef>
                <a:spcPts val="0"/>
              </a:spcBef>
              <a:spcAft>
                <a:spcPts val="0"/>
              </a:spcAft>
              <a:buClr>
                <a:srgbClr val="000000"/>
              </a:buClr>
              <a:buSzPts val="400"/>
              <a:buFont typeface="Quattrocento Sans"/>
              <a:buNone/>
              <a:tabLst/>
              <a:defRPr/>
            </a:pPr>
            <a:r>
              <a:rPr kumimoji="0" lang="en-US" sz="400" b="0" i="0" u="none" strike="noStrike" kern="1200" cap="none" spc="0" normalizeH="0" baseline="0" noProof="0">
                <a:ln>
                  <a:noFill/>
                </a:ln>
                <a:solidFill>
                  <a:srgbClr val="000000"/>
                </a:solidFill>
                <a:effectLst/>
                <a:uLnTx/>
                <a:uFillTx/>
                <a:latin typeface="Quattrocento Sans"/>
                <a:ea typeface="Quattrocento Sans"/>
                <a:cs typeface="Quattrocento Sans"/>
                <a:sym typeface="Quattrocento Sans"/>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sz="400" b="0" i="0" u="none" strike="noStrike" kern="1200" cap="none" spc="0" normalizeH="0" baseline="0" noProof="0">
              <a:ln>
                <a:noFill/>
              </a:ln>
              <a:solidFill>
                <a:srgbClr val="000000"/>
              </a:solidFill>
              <a:effectLst/>
              <a:uLnTx/>
              <a:uFillTx/>
              <a:latin typeface="Quattrocento Sans"/>
              <a:ea typeface="Quattrocento Sans"/>
              <a:cs typeface="Quattrocento Sans"/>
              <a:sym typeface="Quattrocento Sans"/>
            </a:endParaRPr>
          </a:p>
        </p:txBody>
      </p:sp>
      <p:sp>
        <p:nvSpPr>
          <p:cNvPr id="1392" name="Google Shape;1392;p58:notes"/>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200"/>
              <a:buFont typeface="Quattrocento Sans"/>
              <a:buNone/>
              <a:tabLst/>
              <a:defRPr/>
            </a:pPr>
            <a:r>
              <a:rPr kumimoji="0" lang="en-US" sz="1200" b="0" i="0" u="none" strike="noStrike" kern="1200" cap="none" spc="0" normalizeH="0" baseline="0" noProof="0">
                <a:ln>
                  <a:noFill/>
                </a:ln>
                <a:solidFill>
                  <a:srgbClr val="000000"/>
                </a:solidFill>
                <a:effectLst/>
                <a:uLnTx/>
                <a:uFillTx/>
                <a:latin typeface="Quattrocento Sans"/>
                <a:ea typeface="Quattrocento Sans"/>
                <a:cs typeface="Quattrocento Sans"/>
                <a:sym typeface="Quattrocento Sans"/>
              </a:rPr>
              <a:t>4/3/2021</a:t>
            </a:r>
            <a:endParaRPr kumimoji="0" sz="1200" b="0" i="0" u="none" strike="noStrike" kern="1200" cap="none" spc="0" normalizeH="0" baseline="0" noProof="0">
              <a:ln>
                <a:noFill/>
              </a:ln>
              <a:solidFill>
                <a:srgbClr val="000000"/>
              </a:solidFill>
              <a:effectLst/>
              <a:uLnTx/>
              <a:uFillTx/>
              <a:latin typeface="Quattrocento Sans"/>
              <a:ea typeface="Quattrocento Sans"/>
              <a:cs typeface="Quattrocento Sans"/>
              <a:sym typeface="Quattrocento Sans"/>
            </a:endParaRPr>
          </a:p>
        </p:txBody>
      </p:sp>
      <p:sp>
        <p:nvSpPr>
          <p:cNvPr id="1393" name="Google Shape;1393;p5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200"/>
              <a:buFont typeface="Quattrocento Sans"/>
              <a:buNone/>
              <a:tabLst/>
              <a:defRPr/>
            </a:pPr>
            <a:fld id="{00000000-1234-1234-1234-123412341234}" type="slidenum">
              <a:rPr kumimoji="0" lang="en-US" sz="1200" b="0" i="0" u="none" strike="noStrike" kern="1200" cap="none" spc="0" normalizeH="0" baseline="0" noProof="0">
                <a:ln>
                  <a:noFill/>
                </a:ln>
                <a:solidFill>
                  <a:srgbClr val="000000"/>
                </a:solidFill>
                <a:effectLst/>
                <a:uLnTx/>
                <a:uFillTx/>
                <a:latin typeface="Quattrocento Sans"/>
                <a:ea typeface="Quattrocento Sans"/>
                <a:cs typeface="Quattrocento Sans"/>
                <a:sym typeface="Quattrocento Sans"/>
              </a:rPr>
              <a:pPr marL="0" marR="0" lvl="0" indent="0" algn="r" defTabSz="914400" rtl="0" eaLnBrk="1" fontAlgn="base" latinLnBrk="0" hangingPunct="1">
                <a:lnSpc>
                  <a:spcPct val="100000"/>
                </a:lnSpc>
                <a:spcBef>
                  <a:spcPts val="0"/>
                </a:spcBef>
                <a:spcAft>
                  <a:spcPts val="0"/>
                </a:spcAft>
                <a:buClr>
                  <a:srgbClr val="000000"/>
                </a:buClr>
                <a:buSzPts val="1200"/>
                <a:buFont typeface="Quattrocento Sans"/>
                <a:buNone/>
                <a:tabLst/>
                <a:defRPr/>
              </a:pPr>
              <a:t>137</a:t>
            </a:fld>
            <a:endParaRPr kumimoji="0" sz="1200" b="0" i="0" u="none" strike="noStrike" kern="1200" cap="none" spc="0" normalizeH="0" baseline="0" noProof="0">
              <a:ln>
                <a:noFill/>
              </a:ln>
              <a:solidFill>
                <a:srgbClr val="000000"/>
              </a:solidFill>
              <a:effectLst/>
              <a:uLnTx/>
              <a:uFillTx/>
              <a:latin typeface="Quattrocento Sans"/>
              <a:ea typeface="Quattrocento Sans"/>
              <a:cs typeface="Quattrocento Sans"/>
              <a:sym typeface="Quattrocento Sans"/>
            </a:endParaRPr>
          </a:p>
        </p:txBody>
      </p:sp>
    </p:spTree>
    <p:extLst>
      <p:ext uri="{BB962C8B-B14F-4D97-AF65-F5344CB8AC3E}">
        <p14:creationId xmlns:p14="http://schemas.microsoft.com/office/powerpoint/2010/main" val="45773402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This logical deployment pipeline is made up of two pipelines: Build Pipeline and Promotion</a:t>
            </a:r>
          </a:p>
          <a:p>
            <a:r>
              <a:rPr lang="en-US" sz="1200" b="1" i="0" u="none" strike="noStrike" kern="1200" baseline="0" dirty="0">
                <a:solidFill>
                  <a:schemeClr val="tx1"/>
                </a:solidFill>
                <a:latin typeface="+mn-lt"/>
                <a:ea typeface="+mn-ea"/>
                <a:cs typeface="+mn-cs"/>
              </a:rPr>
              <a:t>Pipeline.</a:t>
            </a:r>
          </a:p>
          <a:p>
            <a:r>
              <a:rPr lang="en-US" sz="1200" b="0" i="0" u="none" strike="noStrike" kern="1200" baseline="0" dirty="0">
                <a:solidFill>
                  <a:schemeClr val="tx1"/>
                </a:solidFill>
                <a:latin typeface="+mn-lt"/>
                <a:ea typeface="+mn-ea"/>
                <a:cs typeface="+mn-cs"/>
              </a:rPr>
              <a:t>Build Pipeline</a:t>
            </a:r>
          </a:p>
          <a:p>
            <a:r>
              <a:rPr lang="en-US" sz="1200" b="0" i="0" u="none" strike="noStrike" kern="1200" baseline="0" dirty="0">
                <a:solidFill>
                  <a:schemeClr val="tx1"/>
                </a:solidFill>
                <a:latin typeface="+mn-lt"/>
                <a:ea typeface="+mn-ea"/>
                <a:cs typeface="+mn-cs"/>
              </a:rPr>
              <a:t>The build pipeline represents the steps to ensure code quality of the Merge Request. For deployable code (applications, services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3FCC64B-6905-408D-8890-264F8B64A7ED}"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140</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95847796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Definition: The deployment pipeline is a logical process of migrating source code checked into a</a:t>
            </a:r>
          </a:p>
          <a:p>
            <a:r>
              <a:rPr lang="en-US" sz="1200" b="1" i="0" u="none" strike="noStrike" kern="1200" baseline="0" dirty="0">
                <a:solidFill>
                  <a:schemeClr val="tx1"/>
                </a:solidFill>
                <a:latin typeface="+mn-lt"/>
                <a:ea typeface="+mn-ea"/>
                <a:cs typeface="+mn-cs"/>
              </a:rPr>
              <a:t>version control system and delivering a fully tested, compliant application to production. A stage of</a:t>
            </a:r>
          </a:p>
          <a:p>
            <a:r>
              <a:rPr lang="en-US" sz="1200" b="1" i="0" u="none" strike="noStrike" kern="1200" baseline="0" dirty="0">
                <a:solidFill>
                  <a:schemeClr val="tx1"/>
                </a:solidFill>
                <a:latin typeface="+mn-lt"/>
                <a:ea typeface="+mn-ea"/>
                <a:cs typeface="+mn-cs"/>
              </a:rPr>
              <a:t>the pipeline represents a specific function that produces output used to drive subsequent pipeline</a:t>
            </a:r>
          </a:p>
          <a:p>
            <a:r>
              <a:rPr lang="en-US" sz="1200" b="1" i="0" u="none" strike="noStrike" kern="1200" baseline="0" dirty="0">
                <a:solidFill>
                  <a:schemeClr val="tx1"/>
                </a:solidFill>
                <a:latin typeface="+mn-lt"/>
                <a:ea typeface="+mn-ea"/>
                <a:cs typeface="+mn-cs"/>
              </a:rPr>
              <a:t>stages. For example, a build stage will produce an immutable artifact used for testing and eventual</a:t>
            </a:r>
          </a:p>
          <a:p>
            <a:r>
              <a:rPr lang="en-US" sz="1200" b="1" i="0" u="none" strike="noStrike" kern="1200" baseline="0" dirty="0">
                <a:solidFill>
                  <a:schemeClr val="tx1"/>
                </a:solidFill>
                <a:latin typeface="+mn-lt"/>
                <a:ea typeface="+mn-ea"/>
                <a:cs typeface="+mn-cs"/>
              </a:rPr>
              <a:t>deployment. Each stage of the pipeline is as fully automated as possible; however, stage gates</a:t>
            </a:r>
          </a:p>
          <a:p>
            <a:r>
              <a:rPr lang="en-US" sz="1200" b="1" i="0" u="none" strike="noStrike" kern="1200" baseline="0" dirty="0">
                <a:solidFill>
                  <a:schemeClr val="tx1"/>
                </a:solidFill>
                <a:latin typeface="+mn-lt"/>
                <a:ea typeface="+mn-ea"/>
                <a:cs typeface="+mn-cs"/>
              </a:rPr>
              <a:t>may exist to ensure approval before moving among stages. Code reviews and QA approvals before</a:t>
            </a:r>
          </a:p>
          <a:p>
            <a:r>
              <a:rPr lang="en-US" sz="1200" b="1" i="0" u="none" strike="noStrike" kern="1200" baseline="0" dirty="0">
                <a:solidFill>
                  <a:schemeClr val="tx1"/>
                </a:solidFill>
                <a:latin typeface="+mn-lt"/>
                <a:ea typeface="+mn-ea"/>
                <a:cs typeface="+mn-cs"/>
              </a:rPr>
              <a:t>moving to the next environment are examples of pipeline stage gates. These manual steps may be</a:t>
            </a:r>
          </a:p>
          <a:p>
            <a:r>
              <a:rPr lang="en-US" sz="1200" b="1" i="0" u="none" strike="noStrike" kern="1200" baseline="0" dirty="0">
                <a:solidFill>
                  <a:schemeClr val="tx1"/>
                </a:solidFill>
                <a:latin typeface="+mn-lt"/>
                <a:ea typeface="+mn-ea"/>
                <a:cs typeface="+mn-cs"/>
              </a:rPr>
              <a:t>required to meet compliance or due to manual test scenarios.</a:t>
            </a:r>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3FCC64B-6905-408D-8890-264F8B64A7ED}"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141</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84249061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is the 2</a:t>
            </a:r>
            <a:r>
              <a:rPr lang="en-US" baseline="30000" dirty="0"/>
              <a:t>nd</a:t>
            </a:r>
            <a:r>
              <a:rPr lang="en-US" baseline="0" dirty="0"/>
              <a:t> decade of Cloud computing and unfortunately though it has been a long time into Cloud, there is lot of confusion. </a:t>
            </a:r>
          </a:p>
          <a:p>
            <a:r>
              <a:rPr lang="en-US" baseline="0" dirty="0"/>
              <a:t>Consumer view, provider view and perhaps a broker view.. But it essentially is a scalable. And elastic IT capabilities provided as a Service using internet technologies… </a:t>
            </a:r>
          </a:p>
          <a:p>
            <a:r>
              <a:rPr lang="en-US" baseline="0" dirty="0"/>
              <a:t>Different kinds of services and models Typical characteristics: sharing of services, using of internet, scalability, elasticity </a:t>
            </a:r>
          </a:p>
          <a:p>
            <a:endParaRPr lang="en-US" baseline="0" dirty="0"/>
          </a:p>
          <a:p>
            <a:r>
              <a:rPr lang="en-US" baseline="0" dirty="0"/>
              <a:t>Cloud is being adopted in a big way</a:t>
            </a:r>
          </a:p>
          <a:p>
            <a:endParaRPr lang="en-US" baseline="0"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3FCC64B-6905-408D-8890-264F8B64A7ED}" type="slidenum">
              <a:rPr kumimoji="0" lang="en-IN"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144</a:t>
            </a:fld>
            <a:endPar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130373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2.xml"/><Relationship Id="rId4" Type="http://schemas.openxmlformats.org/officeDocument/2006/relationships/image" Target="../media/image1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2.xml"/><Relationship Id="rId4" Type="http://schemas.openxmlformats.org/officeDocument/2006/relationships/image" Target="../media/image11.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2.xml"/><Relationship Id="rId4" Type="http://schemas.openxmlformats.org/officeDocument/2006/relationships/image" Target="../media/image11.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2.xml"/><Relationship Id="rId4" Type="http://schemas.openxmlformats.org/officeDocument/2006/relationships/image" Target="../media/image1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3.xml"/><Relationship Id="rId4" Type="http://schemas.openxmlformats.org/officeDocument/2006/relationships/image" Target="../media/image11.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3.xml"/><Relationship Id="rId4" Type="http://schemas.openxmlformats.org/officeDocument/2006/relationships/image" Target="../media/image11.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3.xml"/><Relationship Id="rId4" Type="http://schemas.openxmlformats.org/officeDocument/2006/relationships/image" Target="../media/image11.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3.xml"/><Relationship Id="rId4" Type="http://schemas.openxmlformats.org/officeDocument/2006/relationships/image" Target="../media/image11.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4.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4.xml"/><Relationship Id="rId4" Type="http://schemas.openxmlformats.org/officeDocument/2006/relationships/image" Target="../media/image11.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4.xml"/><Relationship Id="rId4" Type="http://schemas.openxmlformats.org/officeDocument/2006/relationships/image" Target="../media/image11.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4.xml"/><Relationship Id="rId4" Type="http://schemas.openxmlformats.org/officeDocument/2006/relationships/image" Target="../media/image11.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4.xml"/><Relationship Id="rId4" Type="http://schemas.openxmlformats.org/officeDocument/2006/relationships/image" Target="../media/image1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4.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5.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5.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5.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6"/>
        <p:cNvGrpSpPr/>
        <p:nvPr/>
      </p:nvGrpSpPr>
      <p:grpSpPr>
        <a:xfrm>
          <a:off x="0" y="0"/>
          <a:ext cx="0" cy="0"/>
          <a:chOff x="0" y="0"/>
          <a:chExt cx="0" cy="0"/>
        </a:xfrm>
      </p:grpSpPr>
      <p:sp>
        <p:nvSpPr>
          <p:cNvPr id="77" name="Google Shape;77;p41"/>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8" name="Google Shape;78;p41"/>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4_Title and Content">
  <p:cSld name="14_Title and Content">
    <p:spTree>
      <p:nvGrpSpPr>
        <p:cNvPr id="1" name="Shape 100"/>
        <p:cNvGrpSpPr/>
        <p:nvPr/>
      </p:nvGrpSpPr>
      <p:grpSpPr>
        <a:xfrm>
          <a:off x="0" y="0"/>
          <a:ext cx="0" cy="0"/>
          <a:chOff x="0" y="0"/>
          <a:chExt cx="0" cy="0"/>
        </a:xfrm>
      </p:grpSpPr>
      <p:sp>
        <p:nvSpPr>
          <p:cNvPr id="101" name="Google Shape;101;p43"/>
          <p:cNvSpPr txBox="1">
            <a:spLocks noGrp="1"/>
          </p:cNvSpPr>
          <p:nvPr>
            <p:ph type="body" idx="1"/>
          </p:nvPr>
        </p:nvSpPr>
        <p:spPr>
          <a:xfrm>
            <a:off x="304800" y="1493839"/>
            <a:ext cx="8229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marL="914400" marR="0" lvl="1" indent="-30480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02" name="Google Shape;102;p43"/>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2700"/>
              <a:buNone/>
              <a:defRPr sz="27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03" name="Google Shape;103;p43"/>
          <p:cNvSpPr txBox="1">
            <a:spLocks noGrp="1"/>
          </p:cNvSpPr>
          <p:nvPr>
            <p:ph type="body" idx="3"/>
          </p:nvPr>
        </p:nvSpPr>
        <p:spPr>
          <a:xfrm>
            <a:off x="304800" y="1524000"/>
            <a:ext cx="8229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marL="914400" marR="0" lvl="1" indent="-30480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04" name="Google Shape;104;p43"/>
          <p:cNvSpPr txBox="1">
            <a:spLocks noGrp="1"/>
          </p:cNvSpPr>
          <p:nvPr>
            <p:ph type="dt" idx="10"/>
          </p:nvPr>
        </p:nvSpPr>
        <p:spPr>
          <a:xfrm>
            <a:off x="457200" y="617220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43"/>
          <p:cNvSpPr txBox="1">
            <a:spLocks noGrp="1"/>
          </p:cNvSpPr>
          <p:nvPr>
            <p:ph type="ftr" idx="11"/>
          </p:nvPr>
        </p:nvSpPr>
        <p:spPr>
          <a:xfrm>
            <a:off x="3124200" y="617220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43"/>
          <p:cNvSpPr txBox="1">
            <a:spLocks noGrp="1"/>
          </p:cNvSpPr>
          <p:nvPr>
            <p:ph type="sldNum" idx="12"/>
          </p:nvPr>
        </p:nvSpPr>
        <p:spPr>
          <a:xfrm>
            <a:off x="6553200" y="617220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25"/>
        <p:cNvGrpSpPr/>
        <p:nvPr/>
      </p:nvGrpSpPr>
      <p:grpSpPr>
        <a:xfrm>
          <a:off x="0" y="0"/>
          <a:ext cx="0" cy="0"/>
          <a:chOff x="0" y="0"/>
          <a:chExt cx="0" cy="0"/>
        </a:xfrm>
      </p:grpSpPr>
      <p:sp>
        <p:nvSpPr>
          <p:cNvPr id="126" name="Google Shape;126;p46"/>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41"/>
        <p:cNvGrpSpPr/>
        <p:nvPr/>
      </p:nvGrpSpPr>
      <p:grpSpPr>
        <a:xfrm>
          <a:off x="0" y="0"/>
          <a:ext cx="0" cy="0"/>
          <a:chOff x="0" y="0"/>
          <a:chExt cx="0" cy="0"/>
        </a:xfrm>
      </p:grpSpPr>
      <p:sp>
        <p:nvSpPr>
          <p:cNvPr id="142" name="Google Shape;142;p4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560"/>
              </a:spcBef>
              <a:spcAft>
                <a:spcPts val="0"/>
              </a:spcAft>
              <a:buClr>
                <a:srgbClr val="101141"/>
              </a:buClr>
              <a:buSzPts val="2800"/>
              <a:buFont typeface="Arial"/>
              <a:buNone/>
              <a:defRPr sz="2800"/>
            </a:lvl1pPr>
            <a:lvl2pPr marL="914400" marR="0" lvl="1" indent="-330200" algn="l">
              <a:lnSpc>
                <a:spcPct val="100000"/>
              </a:lnSpc>
              <a:spcBef>
                <a:spcPts val="320"/>
              </a:spcBef>
              <a:spcAft>
                <a:spcPts val="0"/>
              </a:spcAft>
              <a:buClr>
                <a:schemeClr val="dk1"/>
              </a:buClr>
              <a:buSzPts val="1600"/>
              <a:buFont typeface="Arial"/>
              <a:buChar char="–"/>
              <a:defRPr sz="16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43" name="Google Shape;143;p48"/>
          <p:cNvSpPr txBox="1">
            <a:spLocks noGrp="1"/>
          </p:cNvSpPr>
          <p:nvPr>
            <p:ph type="body" idx="2"/>
          </p:nvPr>
        </p:nvSpPr>
        <p:spPr>
          <a:xfrm>
            <a:off x="4953000" y="1600200"/>
            <a:ext cx="4038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560"/>
              </a:spcBef>
              <a:spcAft>
                <a:spcPts val="0"/>
              </a:spcAft>
              <a:buClr>
                <a:srgbClr val="101141"/>
              </a:buClr>
              <a:buSzPts val="2800"/>
              <a:buFont typeface="Arial"/>
              <a:buNone/>
              <a:defRPr sz="2800"/>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44" name="Google Shape;144;p48"/>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59"/>
        <p:cNvGrpSpPr/>
        <p:nvPr/>
      </p:nvGrpSpPr>
      <p:grpSpPr>
        <a:xfrm>
          <a:off x="0" y="0"/>
          <a:ext cx="0" cy="0"/>
          <a:chOff x="0" y="0"/>
          <a:chExt cx="0" cy="0"/>
        </a:xfrm>
      </p:grpSpPr>
      <p:sp>
        <p:nvSpPr>
          <p:cNvPr id="160" name="Google Shape;160;p50"/>
          <p:cNvSpPr txBox="1">
            <a:spLocks noGrp="1"/>
          </p:cNvSpPr>
          <p:nvPr>
            <p:ph type="body" idx="1"/>
          </p:nvPr>
        </p:nvSpPr>
        <p:spPr>
          <a:xfrm>
            <a:off x="457200" y="1535112"/>
            <a:ext cx="4040188" cy="8270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61" name="Google Shape;161;p50"/>
          <p:cNvSpPr txBox="1">
            <a:spLocks noGrp="1"/>
          </p:cNvSpPr>
          <p:nvPr>
            <p:ph type="body" idx="2"/>
          </p:nvPr>
        </p:nvSpPr>
        <p:spPr>
          <a:xfrm>
            <a:off x="457200" y="2362199"/>
            <a:ext cx="4040188" cy="3763963"/>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62" name="Google Shape;162;p50"/>
          <p:cNvSpPr txBox="1">
            <a:spLocks noGrp="1"/>
          </p:cNvSpPr>
          <p:nvPr>
            <p:ph type="body" idx="3"/>
          </p:nvPr>
        </p:nvSpPr>
        <p:spPr>
          <a:xfrm>
            <a:off x="4645025" y="1535112"/>
            <a:ext cx="4041775" cy="8270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63" name="Google Shape;163;p50"/>
          <p:cNvSpPr txBox="1">
            <a:spLocks noGrp="1"/>
          </p:cNvSpPr>
          <p:nvPr>
            <p:ph type="body" idx="4"/>
          </p:nvPr>
        </p:nvSpPr>
        <p:spPr>
          <a:xfrm>
            <a:off x="4645025" y="2362199"/>
            <a:ext cx="4041775" cy="3763963"/>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64" name="Google Shape;164;p50"/>
          <p:cNvSpPr txBox="1">
            <a:spLocks noGrp="1"/>
          </p:cNvSpPr>
          <p:nvPr>
            <p:ph type="body" idx="5"/>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79"/>
        <p:cNvGrpSpPr/>
        <p:nvPr/>
      </p:nvGrpSpPr>
      <p:grpSpPr>
        <a:xfrm>
          <a:off x="0" y="0"/>
          <a:ext cx="0" cy="0"/>
          <a:chOff x="0" y="0"/>
          <a:chExt cx="0" cy="0"/>
        </a:xfrm>
      </p:grpSpPr>
      <p:sp>
        <p:nvSpPr>
          <p:cNvPr id="180" name="Google Shape;180;p52"/>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195"/>
        <p:cNvGrpSpPr/>
        <p:nvPr/>
      </p:nvGrpSpPr>
      <p:grpSpPr>
        <a:xfrm>
          <a:off x="0" y="0"/>
          <a:ext cx="0" cy="0"/>
          <a:chOff x="0" y="0"/>
          <a:chExt cx="0" cy="0"/>
        </a:xfrm>
      </p:grpSpPr>
      <p:sp>
        <p:nvSpPr>
          <p:cNvPr id="196" name="Google Shape;196;p54"/>
          <p:cNvSpPr txBox="1">
            <a:spLocks noGrp="1"/>
          </p:cNvSpPr>
          <p:nvPr>
            <p:ph type="body" idx="1"/>
          </p:nvPr>
        </p:nvSpPr>
        <p:spPr>
          <a:xfrm>
            <a:off x="3575050" y="1600200"/>
            <a:ext cx="5111750" cy="4525963"/>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197" name="Google Shape;197;p54"/>
          <p:cNvSpPr txBox="1">
            <a:spLocks noGrp="1"/>
          </p:cNvSpPr>
          <p:nvPr>
            <p:ph type="body" idx="2"/>
          </p:nvPr>
        </p:nvSpPr>
        <p:spPr>
          <a:xfrm>
            <a:off x="457200" y="1600200"/>
            <a:ext cx="3008313" cy="452596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98" name="Google Shape;198;p54"/>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212"/>
        <p:cNvGrpSpPr/>
        <p:nvPr/>
      </p:nvGrpSpPr>
      <p:grpSpPr>
        <a:xfrm>
          <a:off x="0" y="0"/>
          <a:ext cx="0" cy="0"/>
          <a:chOff x="0" y="0"/>
          <a:chExt cx="0" cy="0"/>
        </a:xfrm>
      </p:grpSpPr>
      <p:sp>
        <p:nvSpPr>
          <p:cNvPr id="213" name="Google Shape;213;p56"/>
          <p:cNvSpPr txBox="1">
            <a:spLocks noGrp="1"/>
          </p:cNvSpPr>
          <p:nvPr>
            <p:ph type="title"/>
          </p:nvPr>
        </p:nvSpPr>
        <p:spPr>
          <a:xfrm>
            <a:off x="1792288" y="5407025"/>
            <a:ext cx="5486400" cy="304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SzPts val="1400"/>
              <a:buNone/>
              <a:defRPr sz="18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4" name="Google Shape;214;p56"/>
          <p:cNvSpPr>
            <a:spLocks noGrp="1"/>
          </p:cNvSpPr>
          <p:nvPr>
            <p:ph type="pic" idx="2"/>
          </p:nvPr>
        </p:nvSpPr>
        <p:spPr>
          <a:xfrm>
            <a:off x="1792288" y="1828800"/>
            <a:ext cx="5486400" cy="3429000"/>
          </a:xfrm>
          <a:prstGeom prst="rect">
            <a:avLst/>
          </a:prstGeom>
          <a:solidFill>
            <a:schemeClr val="lt1"/>
          </a:solidFill>
          <a:ln w="57150" cap="flat" cmpd="sng">
            <a:solidFill>
              <a:srgbClr val="DAE5F1"/>
            </a:solidFill>
            <a:prstDash val="solid"/>
            <a:round/>
            <a:headEnd type="none" w="sm" len="sm"/>
            <a:tailEnd type="none" w="sm" len="sm"/>
          </a:ln>
        </p:spPr>
      </p:sp>
      <p:sp>
        <p:nvSpPr>
          <p:cNvPr id="215" name="Google Shape;215;p56"/>
          <p:cNvSpPr txBox="1">
            <a:spLocks noGrp="1"/>
          </p:cNvSpPr>
          <p:nvPr>
            <p:ph type="body" idx="1"/>
          </p:nvPr>
        </p:nvSpPr>
        <p:spPr>
          <a:xfrm>
            <a:off x="1792288" y="5711825"/>
            <a:ext cx="5486400" cy="3048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20"/>
              </a:spcBef>
              <a:spcAft>
                <a:spcPts val="0"/>
              </a:spcAft>
              <a:buClr>
                <a:schemeClr val="dk1"/>
              </a:buClr>
              <a:buSzPts val="1600"/>
              <a:buNone/>
              <a:defRPr sz="16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216" name="Google Shape;216;p56"/>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231"/>
        <p:cNvGrpSpPr/>
        <p:nvPr/>
      </p:nvGrpSpPr>
      <p:grpSpPr>
        <a:xfrm>
          <a:off x="0" y="0"/>
          <a:ext cx="0" cy="0"/>
          <a:chOff x="0" y="0"/>
          <a:chExt cx="0" cy="0"/>
        </a:xfrm>
      </p:grpSpPr>
      <p:sp>
        <p:nvSpPr>
          <p:cNvPr id="232" name="Google Shape;232;p58"/>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33" name="Google Shape;233;p5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244"/>
        <p:cNvGrpSpPr/>
        <p:nvPr/>
      </p:nvGrpSpPr>
      <p:grpSpPr>
        <a:xfrm>
          <a:off x="0" y="0"/>
          <a:ext cx="0" cy="0"/>
          <a:chOff x="0" y="0"/>
          <a:chExt cx="0" cy="0"/>
        </a:xfrm>
      </p:grpSpPr>
      <p:sp>
        <p:nvSpPr>
          <p:cNvPr id="245" name="Google Shape;245;p60"/>
          <p:cNvSpPr txBox="1">
            <a:spLocks noGrp="1"/>
          </p:cNvSpPr>
          <p:nvPr>
            <p:ph type="body" idx="1"/>
          </p:nvPr>
        </p:nvSpPr>
        <p:spPr>
          <a:xfrm rot="5400000">
            <a:off x="1303338" y="296862"/>
            <a:ext cx="5851525"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6" name="Google Shape;246;p60"/>
          <p:cNvSpPr txBox="1">
            <a:spLocks noGrp="1"/>
          </p:cNvSpPr>
          <p:nvPr>
            <p:ph type="body" idx="2"/>
          </p:nvPr>
        </p:nvSpPr>
        <p:spPr>
          <a:xfrm rot="5400000">
            <a:off x="5410200" y="2743200"/>
            <a:ext cx="58674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6698A0-9951-448B-CA90-7C14B8DEB6DE}"/>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7212AAC1-1FEE-9625-45CA-619A6110C4CB}"/>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B0FC3FD5-5C45-E2E5-8C66-08B2C56D56DF}"/>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C374D370-5188-B512-8016-7828A4E836C2}"/>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FF0F1815-A61F-A581-FE99-6C9150EBF4C3}"/>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7956CCAE-076B-D275-705D-8C476B328428}"/>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11">
            <a:extLst>
              <a:ext uri="{FF2B5EF4-FFF2-40B4-BE49-F238E27FC236}">
                <a16:creationId xmlns:a16="http://schemas.microsoft.com/office/drawing/2014/main" id="{4B22A473-249E-32B7-A411-9A4263FF10C4}"/>
              </a:ext>
            </a:extLst>
          </p:cNvPr>
          <p:cNvSpPr txBox="1">
            <a:spLocks noChangeArrowheads="1"/>
          </p:cNvSpPr>
          <p:nvPr userDrawn="1"/>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065260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7E1D4C9-B4BB-C6B2-4F44-0BCD038D304F}"/>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21E1AE02-91F3-65F5-29BF-C69A513C1D63}"/>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A1FABB13-E902-4719-36B0-2A534DC07C1C}"/>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729EC93B-5323-7A30-B565-EE0E060C607F}"/>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9CBCADEB-41D6-34AB-5763-0FA138568C19}"/>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27E0C0F-A839-7BBC-CDF5-0894EEC921BB}"/>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11">
            <a:extLst>
              <a:ext uri="{FF2B5EF4-FFF2-40B4-BE49-F238E27FC236}">
                <a16:creationId xmlns:a16="http://schemas.microsoft.com/office/drawing/2014/main" id="{40BDD5A5-C3EC-0108-98CE-C88F88945CF2}"/>
              </a:ext>
            </a:extLst>
          </p:cNvPr>
          <p:cNvSpPr txBox="1">
            <a:spLocks noChangeArrowheads="1"/>
          </p:cNvSpPr>
          <p:nvPr userDrawn="1"/>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7145536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9BA216AB-2B65-BD59-1247-BB1D6D881C6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94A159C3-FA9E-2E46-0BAD-B8319635D546}"/>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44B810B7-DABF-53CE-E0A7-D83B25B0E9BC}"/>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FD05588A-6C23-9242-A70C-8AEA70A51D83}"/>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5812B4C7-BB55-0180-20A0-9CBE2447366A}"/>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D5B75AB6-E571-D838-71A8-4CD54B03A91F}"/>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TextBox 7">
            <a:extLst>
              <a:ext uri="{FF2B5EF4-FFF2-40B4-BE49-F238E27FC236}">
                <a16:creationId xmlns:a16="http://schemas.microsoft.com/office/drawing/2014/main" id="{306B7F43-3C9B-667E-90B4-1E68B747BF3C}"/>
              </a:ext>
            </a:extLst>
          </p:cNvPr>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12">
            <a:extLst>
              <a:ext uri="{FF2B5EF4-FFF2-40B4-BE49-F238E27FC236}">
                <a16:creationId xmlns:a16="http://schemas.microsoft.com/office/drawing/2014/main" id="{ADD93DEE-7CFB-E060-1878-DA787DF39CBB}"/>
              </a:ext>
            </a:extLst>
          </p:cNvPr>
          <p:cNvSpPr txBox="1">
            <a:spLocks noChangeArrowheads="1"/>
          </p:cNvSpPr>
          <p:nvPr userDrawn="1"/>
        </p:nvSpPr>
        <p:spPr bwMode="auto">
          <a:xfrm>
            <a:off x="7086600" y="11715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
        <p:nvSpPr>
          <p:cNvPr id="10" name="Date Placeholder 9">
            <a:extLst>
              <a:ext uri="{FF2B5EF4-FFF2-40B4-BE49-F238E27FC236}">
                <a16:creationId xmlns:a16="http://schemas.microsoft.com/office/drawing/2014/main" id="{662CD501-B67C-758C-BD2B-043633F41377}"/>
              </a:ext>
            </a:extLst>
          </p:cNvPr>
          <p:cNvSpPr>
            <a:spLocks noGrp="1"/>
          </p:cNvSpPr>
          <p:nvPr>
            <p:ph type="dt" sz="half" idx="11"/>
          </p:nvPr>
        </p:nvSpPr>
        <p:spPr/>
        <p:txBody>
          <a:bodyPr/>
          <a:lstStyle/>
          <a:p>
            <a:pPr>
              <a:defRPr/>
            </a:pPr>
            <a:r>
              <a:rPr lang="en-US"/>
              <a:t>March 15-16-17, 2024</a:t>
            </a:r>
          </a:p>
        </p:txBody>
      </p:sp>
      <p:sp>
        <p:nvSpPr>
          <p:cNvPr id="11" name="Footer Placeholder 10">
            <a:extLst>
              <a:ext uri="{FF2B5EF4-FFF2-40B4-BE49-F238E27FC236}">
                <a16:creationId xmlns:a16="http://schemas.microsoft.com/office/drawing/2014/main" id="{4A9D4500-71D7-656B-8C82-3E7BDEF381F6}"/>
              </a:ext>
            </a:extLst>
          </p:cNvPr>
          <p:cNvSpPr>
            <a:spLocks noGrp="1"/>
          </p:cNvSpPr>
          <p:nvPr>
            <p:ph type="ftr" sz="quarter" idx="12"/>
          </p:nvPr>
        </p:nvSpPr>
        <p:spPr/>
        <p:txBody>
          <a:bodyPr/>
          <a:lstStyle/>
          <a:p>
            <a:pPr>
              <a:defRPr/>
            </a:pPr>
            <a:r>
              <a:rPr lang="en-US"/>
              <a:t>DevOps</a:t>
            </a:r>
          </a:p>
        </p:txBody>
      </p:sp>
      <p:sp>
        <p:nvSpPr>
          <p:cNvPr id="12" name="Slide Number Placeholder 11">
            <a:extLst>
              <a:ext uri="{FF2B5EF4-FFF2-40B4-BE49-F238E27FC236}">
                <a16:creationId xmlns:a16="http://schemas.microsoft.com/office/drawing/2014/main" id="{20E957CB-8066-AC86-4F39-82AEF7367546}"/>
              </a:ext>
            </a:extLst>
          </p:cNvPr>
          <p:cNvSpPr>
            <a:spLocks noGrp="1"/>
          </p:cNvSpPr>
          <p:nvPr>
            <p:ph type="sldNum" sz="quarter" idx="13"/>
          </p:nvPr>
        </p:nvSpPr>
        <p:spPr/>
        <p:txBody>
          <a:bodyPr/>
          <a:lstStyle/>
          <a:p>
            <a:pPr>
              <a:defRPr/>
            </a:pPr>
            <a:fld id="{A6F71B28-9D07-487C-99CF-53688178DCAE}" type="slidenum">
              <a:rPr lang="en-US" altLang="en-US" smtClean="0"/>
              <a:pPr>
                <a:defRPr/>
              </a:pPr>
              <a:t>‹#›</a:t>
            </a:fld>
            <a:endParaRPr lang="en-US" altLang="en-US"/>
          </a:p>
        </p:txBody>
      </p:sp>
    </p:spTree>
    <p:extLst>
      <p:ext uri="{BB962C8B-B14F-4D97-AF65-F5344CB8AC3E}">
        <p14:creationId xmlns:p14="http://schemas.microsoft.com/office/powerpoint/2010/main" val="39299242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ED90DA84-EE53-055E-BEA5-6742D0125AFD}"/>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grpSp>
        <p:nvGrpSpPr>
          <p:cNvPr id="4" name="Group 11">
            <a:extLst>
              <a:ext uri="{FF2B5EF4-FFF2-40B4-BE49-F238E27FC236}">
                <a16:creationId xmlns:a16="http://schemas.microsoft.com/office/drawing/2014/main" id="{4A34CE22-239D-0504-F316-D30F1D883817}"/>
              </a:ext>
            </a:extLst>
          </p:cNvPr>
          <p:cNvGrpSpPr>
            <a:grpSpLocks/>
          </p:cNvGrpSpPr>
          <p:nvPr userDrawn="1"/>
        </p:nvGrpSpPr>
        <p:grpSpPr bwMode="auto">
          <a:xfrm>
            <a:off x="2084388" y="6550025"/>
            <a:ext cx="7059612" cy="49213"/>
            <a:chOff x="2083888" y="6550671"/>
            <a:chExt cx="7060112" cy="48665"/>
          </a:xfrm>
        </p:grpSpPr>
        <p:sp>
          <p:nvSpPr>
            <p:cNvPr id="5" name="Rectangle 4">
              <a:extLst>
                <a:ext uri="{FF2B5EF4-FFF2-40B4-BE49-F238E27FC236}">
                  <a16:creationId xmlns:a16="http://schemas.microsoft.com/office/drawing/2014/main" id="{A89DAE82-A30B-D0CB-D99C-81A790568595}"/>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AF82D1BE-1304-7492-5B1A-50140FC7A8E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314E0418-CABB-CC82-6BE7-2F1A54084DF0}"/>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40DF76C9-FA49-1811-2CB4-24D2CBB818D5}"/>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102C1EC2-26FC-223C-CA71-3C7CED549058}"/>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38EC3A9B-E6AD-117B-9296-C7AF11B0858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0860E44C-7672-E3E5-D821-7AE480E11B3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705DE968-624B-F9B0-0EEC-7295A8D9EE7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81575D31-54E9-7729-ADA4-46329E5DEC56}"/>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4B5D208C-D9BD-40D7-C25E-4BBA7012319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91DD2CE9-246E-5228-9BE2-EEFAC973CC9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09F2EE0F-B57B-81DC-B400-D6F4FF152EA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7" name="Date Placeholder 16">
            <a:extLst>
              <a:ext uri="{FF2B5EF4-FFF2-40B4-BE49-F238E27FC236}">
                <a16:creationId xmlns:a16="http://schemas.microsoft.com/office/drawing/2014/main" id="{9D88821D-D561-56AD-6CFC-4C2F640CE548}"/>
              </a:ext>
            </a:extLst>
          </p:cNvPr>
          <p:cNvSpPr>
            <a:spLocks noGrp="1"/>
          </p:cNvSpPr>
          <p:nvPr>
            <p:ph type="dt" sz="half" idx="11"/>
          </p:nvPr>
        </p:nvSpPr>
        <p:spPr/>
        <p:txBody>
          <a:bodyPr/>
          <a:lstStyle/>
          <a:p>
            <a:pPr>
              <a:defRPr/>
            </a:pPr>
            <a:r>
              <a:rPr lang="en-US"/>
              <a:t>March 15-16-17, 2024</a:t>
            </a:r>
          </a:p>
        </p:txBody>
      </p:sp>
      <p:sp>
        <p:nvSpPr>
          <p:cNvPr id="18" name="Footer Placeholder 17">
            <a:extLst>
              <a:ext uri="{FF2B5EF4-FFF2-40B4-BE49-F238E27FC236}">
                <a16:creationId xmlns:a16="http://schemas.microsoft.com/office/drawing/2014/main" id="{E5BE82B3-2CBF-3015-CFAE-BDEB5F555328}"/>
              </a:ext>
            </a:extLst>
          </p:cNvPr>
          <p:cNvSpPr>
            <a:spLocks noGrp="1"/>
          </p:cNvSpPr>
          <p:nvPr>
            <p:ph type="ftr" sz="quarter" idx="12"/>
          </p:nvPr>
        </p:nvSpPr>
        <p:spPr/>
        <p:txBody>
          <a:bodyPr/>
          <a:lstStyle/>
          <a:p>
            <a:pPr>
              <a:defRPr/>
            </a:pPr>
            <a:r>
              <a:rPr lang="en-US"/>
              <a:t>DevOps</a:t>
            </a:r>
          </a:p>
        </p:txBody>
      </p:sp>
      <p:sp>
        <p:nvSpPr>
          <p:cNvPr id="19" name="Slide Number Placeholder 18">
            <a:extLst>
              <a:ext uri="{FF2B5EF4-FFF2-40B4-BE49-F238E27FC236}">
                <a16:creationId xmlns:a16="http://schemas.microsoft.com/office/drawing/2014/main" id="{4862F3A6-674F-D1A3-44C0-60D923E00EC9}"/>
              </a:ext>
            </a:extLst>
          </p:cNvPr>
          <p:cNvSpPr>
            <a:spLocks noGrp="1"/>
          </p:cNvSpPr>
          <p:nvPr>
            <p:ph type="sldNum" sz="quarter" idx="13"/>
          </p:nvPr>
        </p:nvSpPr>
        <p:spPr/>
        <p:txBody>
          <a:bodyPr/>
          <a:lstStyle/>
          <a:p>
            <a:pPr>
              <a:defRPr/>
            </a:pPr>
            <a:fld id="{A6F71B28-9D07-487C-99CF-53688178DCAE}" type="slidenum">
              <a:rPr lang="en-US" altLang="en-US" smtClean="0"/>
              <a:pPr>
                <a:defRPr/>
              </a:pPr>
              <a:t>‹#›</a:t>
            </a:fld>
            <a:endParaRPr lang="en-US" altLang="en-US"/>
          </a:p>
        </p:txBody>
      </p:sp>
    </p:spTree>
    <p:extLst>
      <p:ext uri="{BB962C8B-B14F-4D97-AF65-F5344CB8AC3E}">
        <p14:creationId xmlns:p14="http://schemas.microsoft.com/office/powerpoint/2010/main" val="222777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7D39F630-39CC-9BCD-A288-03B76AED802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916F760F-640E-9722-904C-57F05114F64B}"/>
              </a:ext>
            </a:extLst>
          </p:cNvPr>
          <p:cNvGrpSpPr>
            <a:grpSpLocks/>
          </p:cNvGrpSpPr>
          <p:nvPr userDrawn="1"/>
        </p:nvGrpSpPr>
        <p:grpSpPr bwMode="auto">
          <a:xfrm>
            <a:off x="0" y="1295400"/>
            <a:ext cx="7010400" cy="46038"/>
            <a:chOff x="1905000" y="6553200"/>
            <a:chExt cx="7010400" cy="45719"/>
          </a:xfrm>
        </p:grpSpPr>
        <p:sp>
          <p:nvSpPr>
            <p:cNvPr id="6" name="Rectangle 5">
              <a:extLst>
                <a:ext uri="{FF2B5EF4-FFF2-40B4-BE49-F238E27FC236}">
                  <a16:creationId xmlns:a16="http://schemas.microsoft.com/office/drawing/2014/main" id="{77B3E17C-C773-905E-2FC4-688C4ED6509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7AB8FE08-0227-DC43-5D00-878A33AA473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83EC0CFF-15B2-D861-B8C9-5035913D67B6}"/>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28">
            <a:extLst>
              <a:ext uri="{FF2B5EF4-FFF2-40B4-BE49-F238E27FC236}">
                <a16:creationId xmlns:a16="http://schemas.microsoft.com/office/drawing/2014/main" id="{B65768A5-D4E8-BC7B-A66D-B4370BB6E657}"/>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BEB0B186-3D18-F777-FD92-D7C258D4EC4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DF79F33F-154D-2EA9-1AC2-8906FEFB908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2A2C4511-0DFA-381B-797E-27B05070633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3" name="TextBox 14">
            <a:extLst>
              <a:ext uri="{FF2B5EF4-FFF2-40B4-BE49-F238E27FC236}">
                <a16:creationId xmlns:a16="http://schemas.microsoft.com/office/drawing/2014/main" id="{1C5180A0-8A6E-1F43-BF31-FF38BFB4852B}"/>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4" name="Date Placeholder 13">
            <a:extLst>
              <a:ext uri="{FF2B5EF4-FFF2-40B4-BE49-F238E27FC236}">
                <a16:creationId xmlns:a16="http://schemas.microsoft.com/office/drawing/2014/main" id="{21ACBE15-C2CE-1179-39E0-2CF100E7C316}"/>
              </a:ext>
            </a:extLst>
          </p:cNvPr>
          <p:cNvSpPr>
            <a:spLocks noGrp="1"/>
          </p:cNvSpPr>
          <p:nvPr>
            <p:ph type="dt" sz="half" idx="11"/>
          </p:nvPr>
        </p:nvSpPr>
        <p:spPr/>
        <p:txBody>
          <a:bodyPr/>
          <a:lstStyle/>
          <a:p>
            <a:pPr>
              <a:defRPr/>
            </a:pPr>
            <a:r>
              <a:rPr lang="en-US"/>
              <a:t>March 15-16-17, 2024</a:t>
            </a:r>
          </a:p>
        </p:txBody>
      </p:sp>
      <p:sp>
        <p:nvSpPr>
          <p:cNvPr id="15" name="Footer Placeholder 14">
            <a:extLst>
              <a:ext uri="{FF2B5EF4-FFF2-40B4-BE49-F238E27FC236}">
                <a16:creationId xmlns:a16="http://schemas.microsoft.com/office/drawing/2014/main" id="{82381107-BEA1-79E5-54C5-83BE97FCA46E}"/>
              </a:ext>
            </a:extLst>
          </p:cNvPr>
          <p:cNvSpPr>
            <a:spLocks noGrp="1"/>
          </p:cNvSpPr>
          <p:nvPr>
            <p:ph type="ftr" sz="quarter" idx="12"/>
          </p:nvPr>
        </p:nvSpPr>
        <p:spPr/>
        <p:txBody>
          <a:bodyPr/>
          <a:lstStyle/>
          <a:p>
            <a:pPr>
              <a:defRPr/>
            </a:pPr>
            <a:r>
              <a:rPr lang="en-US"/>
              <a:t>DevOps</a:t>
            </a:r>
          </a:p>
        </p:txBody>
      </p:sp>
      <p:sp>
        <p:nvSpPr>
          <p:cNvPr id="16" name="Slide Number Placeholder 15">
            <a:extLst>
              <a:ext uri="{FF2B5EF4-FFF2-40B4-BE49-F238E27FC236}">
                <a16:creationId xmlns:a16="http://schemas.microsoft.com/office/drawing/2014/main" id="{729492C4-7DCE-6346-C08C-6DB1BE4EAB2C}"/>
              </a:ext>
            </a:extLst>
          </p:cNvPr>
          <p:cNvSpPr>
            <a:spLocks noGrp="1"/>
          </p:cNvSpPr>
          <p:nvPr>
            <p:ph type="sldNum" sz="quarter" idx="13"/>
          </p:nvPr>
        </p:nvSpPr>
        <p:spPr/>
        <p:txBody>
          <a:bodyPr/>
          <a:lstStyle/>
          <a:p>
            <a:pPr>
              <a:defRPr/>
            </a:pPr>
            <a:fld id="{A6F71B28-9D07-487C-99CF-53688178DCAE}" type="slidenum">
              <a:rPr lang="en-US" altLang="en-US" smtClean="0"/>
              <a:pPr>
                <a:defRPr/>
              </a:pPr>
              <a:t>‹#›</a:t>
            </a:fld>
            <a:endParaRPr lang="en-US" altLang="en-US"/>
          </a:p>
        </p:txBody>
      </p:sp>
    </p:spTree>
    <p:extLst>
      <p:ext uri="{BB962C8B-B14F-4D97-AF65-F5344CB8AC3E}">
        <p14:creationId xmlns:p14="http://schemas.microsoft.com/office/powerpoint/2010/main" val="2712099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28A0154F-61BF-3F3B-7D91-47F638393985}"/>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B1335411-57B7-46C8-2C4B-9F67FAF31444}"/>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643FE477-DB79-C22F-4B67-A14FC3DC4A5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4B59C460-03BF-4388-4C26-6A45479397C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1" name="Group 15">
            <a:extLst>
              <a:ext uri="{FF2B5EF4-FFF2-40B4-BE49-F238E27FC236}">
                <a16:creationId xmlns:a16="http://schemas.microsoft.com/office/drawing/2014/main" id="{E6F42AB5-67D5-B9E0-8BE5-8589AA2D2465}"/>
              </a:ext>
            </a:extLst>
          </p:cNvPr>
          <p:cNvGrpSpPr>
            <a:grpSpLocks/>
          </p:cNvGrpSpPr>
          <p:nvPr userDrawn="1"/>
        </p:nvGrpSpPr>
        <p:grpSpPr bwMode="auto">
          <a:xfrm>
            <a:off x="2133600" y="6553200"/>
            <a:ext cx="7010400" cy="46038"/>
            <a:chOff x="1905000" y="6553200"/>
            <a:chExt cx="7010400" cy="45719"/>
          </a:xfrm>
        </p:grpSpPr>
        <p:sp>
          <p:nvSpPr>
            <p:cNvPr id="12" name="Rectangle 11">
              <a:extLst>
                <a:ext uri="{FF2B5EF4-FFF2-40B4-BE49-F238E27FC236}">
                  <a16:creationId xmlns:a16="http://schemas.microsoft.com/office/drawing/2014/main" id="{CD2EC79D-BF6E-3B93-628D-2333EB3F3D8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C121CB32-E819-0929-3DA8-0ACEE0B49AF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F7ED0C57-D56A-D748-8724-FC673258550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5" name="Picture 13" descr="Picture 7.png">
            <a:extLst>
              <a:ext uri="{FF2B5EF4-FFF2-40B4-BE49-F238E27FC236}">
                <a16:creationId xmlns:a16="http://schemas.microsoft.com/office/drawing/2014/main" id="{48EBDB8B-B977-248D-BD24-9C1E203E0DD6}"/>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4">
            <a:extLst>
              <a:ext uri="{FF2B5EF4-FFF2-40B4-BE49-F238E27FC236}">
                <a16:creationId xmlns:a16="http://schemas.microsoft.com/office/drawing/2014/main" id="{B6CD64FA-6C21-2EE0-AC45-A74CA4192A0E}"/>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7" name="Date Placeholder 16">
            <a:extLst>
              <a:ext uri="{FF2B5EF4-FFF2-40B4-BE49-F238E27FC236}">
                <a16:creationId xmlns:a16="http://schemas.microsoft.com/office/drawing/2014/main" id="{B0BC0662-E47C-D39F-48BE-7DE29BCFFFFC}"/>
              </a:ext>
            </a:extLst>
          </p:cNvPr>
          <p:cNvSpPr>
            <a:spLocks noGrp="1"/>
          </p:cNvSpPr>
          <p:nvPr>
            <p:ph type="dt" sz="half" idx="11"/>
          </p:nvPr>
        </p:nvSpPr>
        <p:spPr/>
        <p:txBody>
          <a:bodyPr/>
          <a:lstStyle/>
          <a:p>
            <a:pPr>
              <a:defRPr/>
            </a:pPr>
            <a:r>
              <a:rPr lang="en-US"/>
              <a:t>March 15-16-17, 2024</a:t>
            </a:r>
          </a:p>
        </p:txBody>
      </p:sp>
      <p:sp>
        <p:nvSpPr>
          <p:cNvPr id="18" name="Footer Placeholder 17">
            <a:extLst>
              <a:ext uri="{FF2B5EF4-FFF2-40B4-BE49-F238E27FC236}">
                <a16:creationId xmlns:a16="http://schemas.microsoft.com/office/drawing/2014/main" id="{2AA0A361-C0FD-82EB-FB93-C668EDE68F3A}"/>
              </a:ext>
            </a:extLst>
          </p:cNvPr>
          <p:cNvSpPr>
            <a:spLocks noGrp="1"/>
          </p:cNvSpPr>
          <p:nvPr>
            <p:ph type="ftr" sz="quarter" idx="12"/>
          </p:nvPr>
        </p:nvSpPr>
        <p:spPr/>
        <p:txBody>
          <a:bodyPr/>
          <a:lstStyle/>
          <a:p>
            <a:pPr>
              <a:defRPr/>
            </a:pPr>
            <a:r>
              <a:rPr lang="en-US"/>
              <a:t>DevOps</a:t>
            </a:r>
          </a:p>
        </p:txBody>
      </p:sp>
      <p:sp>
        <p:nvSpPr>
          <p:cNvPr id="19" name="Slide Number Placeholder 18">
            <a:extLst>
              <a:ext uri="{FF2B5EF4-FFF2-40B4-BE49-F238E27FC236}">
                <a16:creationId xmlns:a16="http://schemas.microsoft.com/office/drawing/2014/main" id="{4FC20DD1-0C3C-50A9-4513-7C138F1D0419}"/>
              </a:ext>
            </a:extLst>
          </p:cNvPr>
          <p:cNvSpPr>
            <a:spLocks noGrp="1"/>
          </p:cNvSpPr>
          <p:nvPr>
            <p:ph type="sldNum" sz="quarter" idx="13"/>
          </p:nvPr>
        </p:nvSpPr>
        <p:spPr/>
        <p:txBody>
          <a:bodyPr/>
          <a:lstStyle/>
          <a:p>
            <a:pPr>
              <a:defRPr/>
            </a:pPr>
            <a:fld id="{A6F71B28-9D07-487C-99CF-53688178DCAE}" type="slidenum">
              <a:rPr lang="en-US" altLang="en-US" smtClean="0"/>
              <a:pPr>
                <a:defRPr/>
              </a:pPr>
              <a:t>‹#›</a:t>
            </a:fld>
            <a:endParaRPr lang="en-US" altLang="en-US"/>
          </a:p>
        </p:txBody>
      </p:sp>
    </p:spTree>
    <p:extLst>
      <p:ext uri="{BB962C8B-B14F-4D97-AF65-F5344CB8AC3E}">
        <p14:creationId xmlns:p14="http://schemas.microsoft.com/office/powerpoint/2010/main" val="19132141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913128C8-389A-B521-6528-E0EDEB3BA3E6}"/>
              </a:ext>
            </a:extLst>
          </p:cNvPr>
          <p:cNvGrpSpPr>
            <a:grpSpLocks/>
          </p:cNvGrpSpPr>
          <p:nvPr userDrawn="1"/>
        </p:nvGrpSpPr>
        <p:grpSpPr bwMode="auto">
          <a:xfrm>
            <a:off x="0" y="1295400"/>
            <a:ext cx="7010400" cy="46038"/>
            <a:chOff x="1905000" y="6553200"/>
            <a:chExt cx="7010400" cy="45719"/>
          </a:xfrm>
        </p:grpSpPr>
        <p:sp>
          <p:nvSpPr>
            <p:cNvPr id="3" name="Rectangle 2">
              <a:extLst>
                <a:ext uri="{FF2B5EF4-FFF2-40B4-BE49-F238E27FC236}">
                  <a16:creationId xmlns:a16="http://schemas.microsoft.com/office/drawing/2014/main" id="{7C3F6D71-0DF1-088B-C7B1-B9178DD9A39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CBB52AE9-A2E3-C592-49A1-A02EC3AC0D9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7CBF7C4C-ED04-9678-8AE6-B30D9455134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10">
            <a:extLst>
              <a:ext uri="{FF2B5EF4-FFF2-40B4-BE49-F238E27FC236}">
                <a16:creationId xmlns:a16="http://schemas.microsoft.com/office/drawing/2014/main" id="{98E11503-0FA1-849B-7D6C-DAFB37B2ABF3}"/>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715B6782-06D0-FA3D-FDEF-8A05D1FF090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D780BB11-8EB1-AC2C-F770-0948F4C9683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D851DE15-AAC4-3A1C-1A3C-FC8EFF6B88E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0EB9D077-E730-F561-C3BD-962508DB0804}"/>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4">
            <a:extLst>
              <a:ext uri="{FF2B5EF4-FFF2-40B4-BE49-F238E27FC236}">
                <a16:creationId xmlns:a16="http://schemas.microsoft.com/office/drawing/2014/main" id="{F013686B-9F10-A41A-70EA-D65DFC3CD67C}"/>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3" name="Date Placeholder 12">
            <a:extLst>
              <a:ext uri="{FF2B5EF4-FFF2-40B4-BE49-F238E27FC236}">
                <a16:creationId xmlns:a16="http://schemas.microsoft.com/office/drawing/2014/main" id="{94D58821-1AE5-10BA-9A27-17C397F08409}"/>
              </a:ext>
            </a:extLst>
          </p:cNvPr>
          <p:cNvSpPr>
            <a:spLocks noGrp="1"/>
          </p:cNvSpPr>
          <p:nvPr>
            <p:ph type="dt" sz="half" idx="11"/>
          </p:nvPr>
        </p:nvSpPr>
        <p:spPr/>
        <p:txBody>
          <a:bodyPr/>
          <a:lstStyle/>
          <a:p>
            <a:pPr>
              <a:defRPr/>
            </a:pPr>
            <a:r>
              <a:rPr lang="en-US"/>
              <a:t>March 15-16-17, 2024</a:t>
            </a:r>
          </a:p>
        </p:txBody>
      </p:sp>
      <p:sp>
        <p:nvSpPr>
          <p:cNvPr id="14" name="Footer Placeholder 13">
            <a:extLst>
              <a:ext uri="{FF2B5EF4-FFF2-40B4-BE49-F238E27FC236}">
                <a16:creationId xmlns:a16="http://schemas.microsoft.com/office/drawing/2014/main" id="{E13CD6F6-E505-BB8A-0AFB-7213095FE390}"/>
              </a:ext>
            </a:extLst>
          </p:cNvPr>
          <p:cNvSpPr>
            <a:spLocks noGrp="1"/>
          </p:cNvSpPr>
          <p:nvPr>
            <p:ph type="ftr" sz="quarter" idx="12"/>
          </p:nvPr>
        </p:nvSpPr>
        <p:spPr/>
        <p:txBody>
          <a:bodyPr/>
          <a:lstStyle/>
          <a:p>
            <a:pPr>
              <a:defRPr/>
            </a:pPr>
            <a:r>
              <a:rPr lang="en-US"/>
              <a:t>DevOps</a:t>
            </a:r>
          </a:p>
        </p:txBody>
      </p:sp>
      <p:sp>
        <p:nvSpPr>
          <p:cNvPr id="15" name="Slide Number Placeholder 14">
            <a:extLst>
              <a:ext uri="{FF2B5EF4-FFF2-40B4-BE49-F238E27FC236}">
                <a16:creationId xmlns:a16="http://schemas.microsoft.com/office/drawing/2014/main" id="{2624D6D5-138D-5F65-85AB-46B46C0BD7FE}"/>
              </a:ext>
            </a:extLst>
          </p:cNvPr>
          <p:cNvSpPr>
            <a:spLocks noGrp="1"/>
          </p:cNvSpPr>
          <p:nvPr>
            <p:ph type="sldNum" sz="quarter" idx="13"/>
          </p:nvPr>
        </p:nvSpPr>
        <p:spPr/>
        <p:txBody>
          <a:bodyPr/>
          <a:lstStyle/>
          <a:p>
            <a:pPr>
              <a:defRPr/>
            </a:pPr>
            <a:fld id="{A6F71B28-9D07-487C-99CF-53688178DCAE}" type="slidenum">
              <a:rPr lang="en-US" altLang="en-US" smtClean="0"/>
              <a:pPr>
                <a:defRPr/>
              </a:pPr>
              <a:t>‹#›</a:t>
            </a:fld>
            <a:endParaRPr lang="en-US" altLang="en-US"/>
          </a:p>
        </p:txBody>
      </p:sp>
    </p:spTree>
    <p:extLst>
      <p:ext uri="{BB962C8B-B14F-4D97-AF65-F5344CB8AC3E}">
        <p14:creationId xmlns:p14="http://schemas.microsoft.com/office/powerpoint/2010/main" val="3074840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66C4722C-0E86-9E77-A39C-E60209CF8304}"/>
              </a:ext>
            </a:extLst>
          </p:cNvPr>
          <p:cNvGrpSpPr>
            <a:grpSpLocks/>
          </p:cNvGrpSpPr>
          <p:nvPr userDrawn="1"/>
        </p:nvGrpSpPr>
        <p:grpSpPr bwMode="auto">
          <a:xfrm>
            <a:off x="0" y="1295400"/>
            <a:ext cx="7010400" cy="46038"/>
            <a:chOff x="1905000" y="6553200"/>
            <a:chExt cx="7010400" cy="45719"/>
          </a:xfrm>
        </p:grpSpPr>
        <p:sp>
          <p:nvSpPr>
            <p:cNvPr id="5" name="Rectangle 4">
              <a:extLst>
                <a:ext uri="{FF2B5EF4-FFF2-40B4-BE49-F238E27FC236}">
                  <a16:creationId xmlns:a16="http://schemas.microsoft.com/office/drawing/2014/main" id="{553D8EC1-5629-21F1-737E-71ECACC15D3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5362EFFF-DFAF-940B-678E-4E3E5FFAF6C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7F8E3210-C6B9-ECED-C6D0-0E0C607E358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13">
            <a:extLst>
              <a:ext uri="{FF2B5EF4-FFF2-40B4-BE49-F238E27FC236}">
                <a16:creationId xmlns:a16="http://schemas.microsoft.com/office/drawing/2014/main" id="{C6FFC963-03BA-58EA-FBDF-B3246AC40109}"/>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C8630804-7128-8361-AAB2-5E886967831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ECDC39E8-3A5C-BAC0-2CF6-AFA968B2B04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4AB73715-AB82-56FD-32E8-8A13E82E003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3" name="Picture 14" descr="Picture 7.png">
            <a:extLst>
              <a:ext uri="{FF2B5EF4-FFF2-40B4-BE49-F238E27FC236}">
                <a16:creationId xmlns:a16="http://schemas.microsoft.com/office/drawing/2014/main" id="{E40042CC-F37F-5F0F-5526-7C4BB37BFF7D}"/>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4">
            <a:extLst>
              <a:ext uri="{FF2B5EF4-FFF2-40B4-BE49-F238E27FC236}">
                <a16:creationId xmlns:a16="http://schemas.microsoft.com/office/drawing/2014/main" id="{A8D04269-26DC-E3D8-5A9A-0A3D5C63D22A}"/>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5" name="Date Placeholder 14">
            <a:extLst>
              <a:ext uri="{FF2B5EF4-FFF2-40B4-BE49-F238E27FC236}">
                <a16:creationId xmlns:a16="http://schemas.microsoft.com/office/drawing/2014/main" id="{08EC8469-9554-E08C-EFDB-B985D6EC7D8E}"/>
              </a:ext>
            </a:extLst>
          </p:cNvPr>
          <p:cNvSpPr>
            <a:spLocks noGrp="1"/>
          </p:cNvSpPr>
          <p:nvPr>
            <p:ph type="dt" sz="half" idx="14"/>
          </p:nvPr>
        </p:nvSpPr>
        <p:spPr/>
        <p:txBody>
          <a:bodyPr/>
          <a:lstStyle/>
          <a:p>
            <a:pPr>
              <a:defRPr/>
            </a:pPr>
            <a:r>
              <a:rPr lang="en-US"/>
              <a:t>March 15-16-17, 2024</a:t>
            </a:r>
          </a:p>
        </p:txBody>
      </p:sp>
      <p:sp>
        <p:nvSpPr>
          <p:cNvPr id="16" name="Footer Placeholder 15">
            <a:extLst>
              <a:ext uri="{FF2B5EF4-FFF2-40B4-BE49-F238E27FC236}">
                <a16:creationId xmlns:a16="http://schemas.microsoft.com/office/drawing/2014/main" id="{508F4E18-7BB4-6D6E-A8B1-07D6FDD265B9}"/>
              </a:ext>
            </a:extLst>
          </p:cNvPr>
          <p:cNvSpPr>
            <a:spLocks noGrp="1"/>
          </p:cNvSpPr>
          <p:nvPr>
            <p:ph type="ftr" sz="quarter" idx="15"/>
          </p:nvPr>
        </p:nvSpPr>
        <p:spPr/>
        <p:txBody>
          <a:bodyPr/>
          <a:lstStyle/>
          <a:p>
            <a:pPr>
              <a:defRPr/>
            </a:pPr>
            <a:r>
              <a:rPr lang="en-US"/>
              <a:t>DevOps</a:t>
            </a:r>
          </a:p>
        </p:txBody>
      </p:sp>
      <p:sp>
        <p:nvSpPr>
          <p:cNvPr id="17" name="Slide Number Placeholder 16">
            <a:extLst>
              <a:ext uri="{FF2B5EF4-FFF2-40B4-BE49-F238E27FC236}">
                <a16:creationId xmlns:a16="http://schemas.microsoft.com/office/drawing/2014/main" id="{F74F5D72-E8E2-3774-9466-0EB0EA0ED040}"/>
              </a:ext>
            </a:extLst>
          </p:cNvPr>
          <p:cNvSpPr>
            <a:spLocks noGrp="1"/>
          </p:cNvSpPr>
          <p:nvPr>
            <p:ph type="sldNum" sz="quarter" idx="16"/>
          </p:nvPr>
        </p:nvSpPr>
        <p:spPr/>
        <p:txBody>
          <a:bodyPr/>
          <a:lstStyle/>
          <a:p>
            <a:pPr>
              <a:defRPr/>
            </a:pPr>
            <a:fld id="{A6F71B28-9D07-487C-99CF-53688178DCAE}" type="slidenum">
              <a:rPr lang="en-US" altLang="en-US" smtClean="0"/>
              <a:pPr>
                <a:defRPr/>
              </a:pPr>
              <a:t>‹#›</a:t>
            </a:fld>
            <a:endParaRPr lang="en-US" altLang="en-US"/>
          </a:p>
        </p:txBody>
      </p:sp>
    </p:spTree>
    <p:extLst>
      <p:ext uri="{BB962C8B-B14F-4D97-AF65-F5344CB8AC3E}">
        <p14:creationId xmlns:p14="http://schemas.microsoft.com/office/powerpoint/2010/main" val="23632626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C9135C78-C449-DC8A-7AAC-FA279DCF02A5}"/>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0F3DCB7A-6A98-A3CC-F175-A52260FDC24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C0F0527E-6992-4627-0D9D-ECC8D83432C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EDE41B88-09A6-2303-7CB3-D16B36B4410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10">
            <a:extLst>
              <a:ext uri="{FF2B5EF4-FFF2-40B4-BE49-F238E27FC236}">
                <a16:creationId xmlns:a16="http://schemas.microsoft.com/office/drawing/2014/main" id="{92F9A7C5-1213-AE22-DF3C-3863005C8600}"/>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FCDA7E3C-7A40-C3DA-CDA4-A0FE3448A53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9C72AA13-0606-EB4B-FEFB-3E45B3F528E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BA556B2A-E7CC-0CB1-8732-589A0C2AB2C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68776B6A-5DE4-9F1A-B2FC-085550277F4D}"/>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07138CAA-3E5B-AFAC-43BC-082E4EEC1202}"/>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6" name="Date Placeholder 15">
            <a:extLst>
              <a:ext uri="{FF2B5EF4-FFF2-40B4-BE49-F238E27FC236}">
                <a16:creationId xmlns:a16="http://schemas.microsoft.com/office/drawing/2014/main" id="{EDA1B2E4-3062-1D31-ABE0-7F903373B1D4}"/>
              </a:ext>
            </a:extLst>
          </p:cNvPr>
          <p:cNvSpPr>
            <a:spLocks noGrp="1"/>
          </p:cNvSpPr>
          <p:nvPr>
            <p:ph type="dt" sz="half" idx="11"/>
          </p:nvPr>
        </p:nvSpPr>
        <p:spPr/>
        <p:txBody>
          <a:bodyPr/>
          <a:lstStyle/>
          <a:p>
            <a:pPr>
              <a:defRPr/>
            </a:pPr>
            <a:r>
              <a:rPr lang="en-US"/>
              <a:t>March 15-16-17, 2024</a:t>
            </a:r>
          </a:p>
        </p:txBody>
      </p:sp>
      <p:sp>
        <p:nvSpPr>
          <p:cNvPr id="17" name="Footer Placeholder 16">
            <a:extLst>
              <a:ext uri="{FF2B5EF4-FFF2-40B4-BE49-F238E27FC236}">
                <a16:creationId xmlns:a16="http://schemas.microsoft.com/office/drawing/2014/main" id="{F8EC499A-D924-43A8-042E-2CC02C20C12F}"/>
              </a:ext>
            </a:extLst>
          </p:cNvPr>
          <p:cNvSpPr>
            <a:spLocks noGrp="1"/>
          </p:cNvSpPr>
          <p:nvPr>
            <p:ph type="ftr" sz="quarter" idx="12"/>
          </p:nvPr>
        </p:nvSpPr>
        <p:spPr/>
        <p:txBody>
          <a:bodyPr/>
          <a:lstStyle/>
          <a:p>
            <a:pPr>
              <a:defRPr/>
            </a:pPr>
            <a:r>
              <a:rPr lang="en-US"/>
              <a:t>DevOps</a:t>
            </a:r>
          </a:p>
        </p:txBody>
      </p:sp>
      <p:sp>
        <p:nvSpPr>
          <p:cNvPr id="18" name="Slide Number Placeholder 17">
            <a:extLst>
              <a:ext uri="{FF2B5EF4-FFF2-40B4-BE49-F238E27FC236}">
                <a16:creationId xmlns:a16="http://schemas.microsoft.com/office/drawing/2014/main" id="{D4C7EC67-DDED-7D0F-19EF-31EA1CCA676B}"/>
              </a:ext>
            </a:extLst>
          </p:cNvPr>
          <p:cNvSpPr>
            <a:spLocks noGrp="1"/>
          </p:cNvSpPr>
          <p:nvPr>
            <p:ph type="sldNum" sz="quarter" idx="13"/>
          </p:nvPr>
        </p:nvSpPr>
        <p:spPr/>
        <p:txBody>
          <a:bodyPr/>
          <a:lstStyle/>
          <a:p>
            <a:pPr>
              <a:defRPr/>
            </a:pPr>
            <a:fld id="{A6F71B28-9D07-487C-99CF-53688178DCAE}" type="slidenum">
              <a:rPr lang="en-US" altLang="en-US" smtClean="0"/>
              <a:pPr>
                <a:defRPr/>
              </a:pPr>
              <a:t>‹#›</a:t>
            </a:fld>
            <a:endParaRPr lang="en-US" altLang="en-US"/>
          </a:p>
        </p:txBody>
      </p:sp>
    </p:spTree>
    <p:extLst>
      <p:ext uri="{BB962C8B-B14F-4D97-AF65-F5344CB8AC3E}">
        <p14:creationId xmlns:p14="http://schemas.microsoft.com/office/powerpoint/2010/main" val="41150278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61C087F5-15F3-DAEA-A654-D564AB558B0A}"/>
              </a:ext>
            </a:extLst>
          </p:cNvPr>
          <p:cNvGrpSpPr>
            <a:grpSpLocks/>
          </p:cNvGrpSpPr>
          <p:nvPr userDrawn="1"/>
        </p:nvGrpSpPr>
        <p:grpSpPr bwMode="auto">
          <a:xfrm>
            <a:off x="0" y="1295400"/>
            <a:ext cx="7010400" cy="46038"/>
            <a:chOff x="1905000" y="6553200"/>
            <a:chExt cx="7010400" cy="45719"/>
          </a:xfrm>
        </p:grpSpPr>
        <p:sp>
          <p:nvSpPr>
            <p:cNvPr id="4" name="Rectangle 3">
              <a:extLst>
                <a:ext uri="{FF2B5EF4-FFF2-40B4-BE49-F238E27FC236}">
                  <a16:creationId xmlns:a16="http://schemas.microsoft.com/office/drawing/2014/main" id="{B8997621-8744-65C3-5645-23DF9040031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C235DC59-368B-5FB0-24D6-70E8D881723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BCE3F682-02F6-3865-C0CD-570C718F92A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24">
            <a:extLst>
              <a:ext uri="{FF2B5EF4-FFF2-40B4-BE49-F238E27FC236}">
                <a16:creationId xmlns:a16="http://schemas.microsoft.com/office/drawing/2014/main" id="{3195DA9E-C078-9E19-8286-B32BF3309BF7}"/>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934F3A10-1855-4995-512B-45DACA02967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3F894099-0C31-901D-7D38-E56F64F6A3A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1DB6C677-4001-9D54-CEE8-07A1DB85321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876CC257-9165-FB87-30DE-BB49001C340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4">
            <a:extLst>
              <a:ext uri="{FF2B5EF4-FFF2-40B4-BE49-F238E27FC236}">
                <a16:creationId xmlns:a16="http://schemas.microsoft.com/office/drawing/2014/main" id="{821B54BE-AD50-28F1-1A77-E1D2578410DC}"/>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787591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21782E36-FFF7-3AE4-9AF3-79128A57A485}"/>
              </a:ext>
            </a:extLst>
          </p:cNvPr>
          <p:cNvGrpSpPr>
            <a:grpSpLocks/>
          </p:cNvGrpSpPr>
          <p:nvPr userDrawn="1"/>
        </p:nvGrpSpPr>
        <p:grpSpPr bwMode="auto">
          <a:xfrm rot="5400000">
            <a:off x="5006182" y="2567781"/>
            <a:ext cx="5181600" cy="46037"/>
            <a:chOff x="1905000" y="6553200"/>
            <a:chExt cx="7010400" cy="45719"/>
          </a:xfrm>
        </p:grpSpPr>
        <p:sp>
          <p:nvSpPr>
            <p:cNvPr id="4" name="Rectangle 3">
              <a:extLst>
                <a:ext uri="{FF2B5EF4-FFF2-40B4-BE49-F238E27FC236}">
                  <a16:creationId xmlns:a16="http://schemas.microsoft.com/office/drawing/2014/main" id="{DDD76853-3CA6-24EB-71C3-93A30A7201D4}"/>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15D60731-02E0-488B-2AAF-AA2165F5C6A5}"/>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65A973B0-6199-6444-E5BC-4EA8FAE77855}"/>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0" descr="Picture 7.png">
            <a:extLst>
              <a:ext uri="{FF2B5EF4-FFF2-40B4-BE49-F238E27FC236}">
                <a16:creationId xmlns:a16="http://schemas.microsoft.com/office/drawing/2014/main" id="{6C320034-1783-7EF0-ACCC-392625ADDC77}"/>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10">
            <a:extLst>
              <a:ext uri="{FF2B5EF4-FFF2-40B4-BE49-F238E27FC236}">
                <a16:creationId xmlns:a16="http://schemas.microsoft.com/office/drawing/2014/main" id="{728A7F69-716E-C136-4B5F-CE345F38132F}"/>
              </a:ext>
            </a:extLst>
          </p:cNvPr>
          <p:cNvSpPr txBox="1">
            <a:spLocks noChangeArrowheads="1"/>
          </p:cNvSpPr>
          <p:nvPr userDrawn="1"/>
        </p:nvSpPr>
        <p:spPr bwMode="auto">
          <a:xfrm rot="5400000">
            <a:off x="-2794793" y="3809206"/>
            <a:ext cx="586740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900" b="1">
                <a:solidFill>
                  <a:srgbClr val="101141"/>
                </a:solidFill>
              </a:rPr>
              <a:t>BITS </a:t>
            </a:r>
            <a:r>
              <a:rPr lang="en-US" altLang="en-US" sz="900">
                <a:solidFill>
                  <a:srgbClr val="101141"/>
                </a:solidFil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6962975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r>
              <a:rPr lang="en-US"/>
              <a:t>March 15-16-17, 2024</a:t>
            </a:r>
            <a:endParaRPr lang="en-IN"/>
          </a:p>
        </p:txBody>
      </p:sp>
      <p:sp>
        <p:nvSpPr>
          <p:cNvPr id="5" name="Footer Placeholder 4"/>
          <p:cNvSpPr>
            <a:spLocks noGrp="1"/>
          </p:cNvSpPr>
          <p:nvPr>
            <p:ph type="ftr" sz="quarter" idx="11"/>
          </p:nvPr>
        </p:nvSpPr>
        <p:spPr/>
        <p:txBody>
          <a:bodyPr/>
          <a:lstStyle/>
          <a:p>
            <a:r>
              <a:rPr lang="en-IN"/>
              <a:t>DevOps</a:t>
            </a:r>
          </a:p>
        </p:txBody>
      </p:sp>
      <p:sp>
        <p:nvSpPr>
          <p:cNvPr id="6" name="Slide Number Placeholder 5"/>
          <p:cNvSpPr>
            <a:spLocks noGrp="1"/>
          </p:cNvSpPr>
          <p:nvPr>
            <p:ph type="sldNum" sz="quarter" idx="12"/>
          </p:nvPr>
        </p:nvSpPr>
        <p:spPr/>
        <p:txBody>
          <a:bodyPr/>
          <a:lstStyle/>
          <a:p>
            <a:fld id="{292686BF-007F-4B2F-9680-4A509CB29272}" type="slidenum">
              <a:rPr lang="en-IN" smtClean="0"/>
              <a:t>‹#›</a:t>
            </a:fld>
            <a:endParaRPr lang="en-IN"/>
          </a:p>
        </p:txBody>
      </p:sp>
    </p:spTree>
    <p:extLst>
      <p:ext uri="{BB962C8B-B14F-4D97-AF65-F5344CB8AC3E}">
        <p14:creationId xmlns:p14="http://schemas.microsoft.com/office/powerpoint/2010/main" val="34704650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March 15-16-17, 2024</a:t>
            </a:r>
            <a:endParaRPr lang="en-IN"/>
          </a:p>
        </p:txBody>
      </p:sp>
      <p:sp>
        <p:nvSpPr>
          <p:cNvPr id="3" name="Footer Placeholder 2"/>
          <p:cNvSpPr>
            <a:spLocks noGrp="1"/>
          </p:cNvSpPr>
          <p:nvPr>
            <p:ph type="ftr" sz="quarter" idx="11"/>
          </p:nvPr>
        </p:nvSpPr>
        <p:spPr/>
        <p:txBody>
          <a:bodyPr/>
          <a:lstStyle/>
          <a:p>
            <a:r>
              <a:rPr lang="en-IN"/>
              <a:t>DevOps</a:t>
            </a:r>
          </a:p>
        </p:txBody>
      </p:sp>
      <p:sp>
        <p:nvSpPr>
          <p:cNvPr id="4" name="Slide Number Placeholder 3"/>
          <p:cNvSpPr>
            <a:spLocks noGrp="1"/>
          </p:cNvSpPr>
          <p:nvPr>
            <p:ph type="sldNum" sz="quarter" idx="12"/>
          </p:nvPr>
        </p:nvSpPr>
        <p:spPr/>
        <p:txBody>
          <a:bodyPr/>
          <a:lstStyle/>
          <a:p>
            <a:fld id="{292686BF-007F-4B2F-9680-4A509CB29272}" type="slidenum">
              <a:rPr lang="en-IN" smtClean="0"/>
              <a:t>‹#›</a:t>
            </a:fld>
            <a:endParaRPr lang="en-IN"/>
          </a:p>
        </p:txBody>
      </p:sp>
    </p:spTree>
    <p:extLst>
      <p:ext uri="{BB962C8B-B14F-4D97-AF65-F5344CB8AC3E}">
        <p14:creationId xmlns:p14="http://schemas.microsoft.com/office/powerpoint/2010/main" val="21743824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screen">
            <a:alphaModFix amt="50000"/>
            <a:extLst>
              <a:ext uri="{28A0092B-C50C-407E-A947-70E740481C1C}">
                <a14:useLocalDpi xmlns:a14="http://schemas.microsoft.com/office/drawing/2010/main"/>
              </a:ext>
            </a:extLst>
          </a:blip>
          <a:srcRect t="-543"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40517007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screen">
            <a:alphaModFix amt="50000"/>
            <a:extLst>
              <a:ext uri="{28A0092B-C50C-407E-A947-70E740481C1C}">
                <a14:useLocalDpi xmlns:a14="http://schemas.microsoft.com/office/drawing/2010/main"/>
              </a:ext>
            </a:extLst>
          </a:blip>
          <a:srcRect t="-543"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30125741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screen">
            <a:alphaModFix amt="50000"/>
            <a:extLst>
              <a:ext uri="{28A0092B-C50C-407E-A947-70E740481C1C}">
                <a14:useLocalDpi xmlns:a14="http://schemas.microsoft.com/office/drawing/2010/main"/>
              </a:ext>
            </a:extLst>
          </a:blip>
          <a:srcRect t="-543"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4477947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screen">
            <a:alphaModFix amt="50000"/>
            <a:extLst>
              <a:ext uri="{28A0092B-C50C-407E-A947-70E740481C1C}">
                <a14:useLocalDpi xmlns:a14="http://schemas.microsoft.com/office/drawing/2010/main"/>
              </a:ext>
            </a:extLst>
          </a:blip>
          <a:srcRect t="-543"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36396743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March 15-16-17, 2024</a:t>
            </a:r>
            <a:endParaRPr lang="en-IN"/>
          </a:p>
        </p:txBody>
      </p:sp>
      <p:sp>
        <p:nvSpPr>
          <p:cNvPr id="5" name="Footer Placeholder 4"/>
          <p:cNvSpPr>
            <a:spLocks noGrp="1"/>
          </p:cNvSpPr>
          <p:nvPr>
            <p:ph type="ftr" sz="quarter" idx="11"/>
          </p:nvPr>
        </p:nvSpPr>
        <p:spPr/>
        <p:txBody>
          <a:bodyPr/>
          <a:lstStyle/>
          <a:p>
            <a:r>
              <a:rPr lang="en-IN"/>
              <a:t>DevOps</a:t>
            </a:r>
          </a:p>
        </p:txBody>
      </p:sp>
      <p:sp>
        <p:nvSpPr>
          <p:cNvPr id="6" name="Slide Number Placeholder 5"/>
          <p:cNvSpPr>
            <a:spLocks noGrp="1"/>
          </p:cNvSpPr>
          <p:nvPr>
            <p:ph type="sldNum" sz="quarter" idx="12"/>
          </p:nvPr>
        </p:nvSpPr>
        <p:spPr/>
        <p:txBody>
          <a:bodyPr/>
          <a:lstStyle/>
          <a:p>
            <a:fld id="{292686BF-007F-4B2F-9680-4A509CB29272}" type="slidenum">
              <a:rPr lang="en-IN" smtClean="0"/>
              <a:t>‹#›</a:t>
            </a:fld>
            <a:endParaRPr lang="en-IN"/>
          </a:p>
        </p:txBody>
      </p:sp>
    </p:spTree>
    <p:extLst>
      <p:ext uri="{BB962C8B-B14F-4D97-AF65-F5344CB8AC3E}">
        <p14:creationId xmlns:p14="http://schemas.microsoft.com/office/powerpoint/2010/main" val="9626609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6698A0-9951-448B-CA90-7C14B8DEB6DE}"/>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7212AAC1-1FEE-9625-45CA-619A6110C4CB}"/>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B0FC3FD5-5C45-E2E5-8C66-08B2C56D56DF}"/>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C374D370-5188-B512-8016-7828A4E836C2}"/>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FF0F1815-A61F-A581-FE99-6C9150EBF4C3}"/>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7956CCAE-076B-D275-705D-8C476B328428}"/>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11">
            <a:extLst>
              <a:ext uri="{FF2B5EF4-FFF2-40B4-BE49-F238E27FC236}">
                <a16:creationId xmlns:a16="http://schemas.microsoft.com/office/drawing/2014/main" id="{4B22A473-249E-32B7-A411-9A4263FF10C4}"/>
              </a:ext>
            </a:extLst>
          </p:cNvPr>
          <p:cNvSpPr txBox="1">
            <a:spLocks noChangeArrowheads="1"/>
          </p:cNvSpPr>
          <p:nvPr userDrawn="1"/>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6356459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7E1D4C9-B4BB-C6B2-4F44-0BCD038D304F}"/>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21E1AE02-91F3-65F5-29BF-C69A513C1D63}"/>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A1FABB13-E902-4719-36B0-2A534DC07C1C}"/>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729EC93B-5323-7A30-B565-EE0E060C607F}"/>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9CBCADEB-41D6-34AB-5763-0FA138568C19}"/>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27E0C0F-A839-7BBC-CDF5-0894EEC921BB}"/>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11">
            <a:extLst>
              <a:ext uri="{FF2B5EF4-FFF2-40B4-BE49-F238E27FC236}">
                <a16:creationId xmlns:a16="http://schemas.microsoft.com/office/drawing/2014/main" id="{40BDD5A5-C3EC-0108-98CE-C88F88945CF2}"/>
              </a:ext>
            </a:extLst>
          </p:cNvPr>
          <p:cNvSpPr txBox="1">
            <a:spLocks noChangeArrowheads="1"/>
          </p:cNvSpPr>
          <p:nvPr userDrawn="1"/>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68039688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9BA216AB-2B65-BD59-1247-BB1D6D881C6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94A159C3-FA9E-2E46-0BAD-B8319635D546}"/>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44B810B7-DABF-53CE-E0A7-D83B25B0E9B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FD05588A-6C23-9242-A70C-8AEA70A51D83}"/>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5812B4C7-BB55-0180-20A0-9CBE2447366A}"/>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D5B75AB6-E571-D838-71A8-4CD54B03A91F}"/>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TextBox 7">
            <a:extLst>
              <a:ext uri="{FF2B5EF4-FFF2-40B4-BE49-F238E27FC236}">
                <a16:creationId xmlns:a16="http://schemas.microsoft.com/office/drawing/2014/main" id="{306B7F43-3C9B-667E-90B4-1E68B747BF3C}"/>
              </a:ext>
            </a:extLst>
          </p:cNvPr>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12">
            <a:extLst>
              <a:ext uri="{FF2B5EF4-FFF2-40B4-BE49-F238E27FC236}">
                <a16:creationId xmlns:a16="http://schemas.microsoft.com/office/drawing/2014/main" id="{ADD93DEE-7CFB-E060-1878-DA787DF39CBB}"/>
              </a:ext>
            </a:extLst>
          </p:cNvPr>
          <p:cNvSpPr txBox="1">
            <a:spLocks noChangeArrowheads="1"/>
          </p:cNvSpPr>
          <p:nvPr userDrawn="1"/>
        </p:nvSpPr>
        <p:spPr bwMode="auto">
          <a:xfrm>
            <a:off x="7086600" y="11715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0187836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ED90DA84-EE53-055E-BEA5-6742D0125AFD}"/>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grpSp>
        <p:nvGrpSpPr>
          <p:cNvPr id="4" name="Group 11">
            <a:extLst>
              <a:ext uri="{FF2B5EF4-FFF2-40B4-BE49-F238E27FC236}">
                <a16:creationId xmlns:a16="http://schemas.microsoft.com/office/drawing/2014/main" id="{4A34CE22-239D-0504-F316-D30F1D883817}"/>
              </a:ext>
            </a:extLst>
          </p:cNvPr>
          <p:cNvGrpSpPr>
            <a:grpSpLocks/>
          </p:cNvGrpSpPr>
          <p:nvPr userDrawn="1"/>
        </p:nvGrpSpPr>
        <p:grpSpPr bwMode="auto">
          <a:xfrm>
            <a:off x="2084388" y="6550025"/>
            <a:ext cx="7059612" cy="49213"/>
            <a:chOff x="2083888" y="6550671"/>
            <a:chExt cx="7060112" cy="48665"/>
          </a:xfrm>
        </p:grpSpPr>
        <p:sp>
          <p:nvSpPr>
            <p:cNvPr id="5" name="Rectangle 4">
              <a:extLst>
                <a:ext uri="{FF2B5EF4-FFF2-40B4-BE49-F238E27FC236}">
                  <a16:creationId xmlns:a16="http://schemas.microsoft.com/office/drawing/2014/main" id="{A89DAE82-A30B-D0CB-D99C-81A790568595}"/>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AF82D1BE-1304-7492-5B1A-50140FC7A8E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314E0418-CABB-CC82-6BE7-2F1A54084DF0}"/>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40DF76C9-FA49-1811-2CB4-24D2CBB818D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102C1EC2-26FC-223C-CA71-3C7CED549058}"/>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38EC3A9B-E6AD-117B-9296-C7AF11B0858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0860E44C-7672-E3E5-D821-7AE480E11B3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705DE968-624B-F9B0-0EEC-7295A8D9EE7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81575D31-54E9-7729-ADA4-46329E5DEC56}"/>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4B5D208C-D9BD-40D7-C25E-4BBA7012319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91DD2CE9-246E-5228-9BE2-EEFAC973CC9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09F2EE0F-B57B-81DC-B400-D6F4FF152EA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6176924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7D39F630-39CC-9BCD-A288-03B76AED802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916F760F-640E-9722-904C-57F05114F64B}"/>
              </a:ext>
            </a:extLst>
          </p:cNvPr>
          <p:cNvGrpSpPr>
            <a:grpSpLocks/>
          </p:cNvGrpSpPr>
          <p:nvPr userDrawn="1"/>
        </p:nvGrpSpPr>
        <p:grpSpPr bwMode="auto">
          <a:xfrm>
            <a:off x="0" y="1295400"/>
            <a:ext cx="7010400" cy="46038"/>
            <a:chOff x="1905000" y="6553200"/>
            <a:chExt cx="7010400" cy="45719"/>
          </a:xfrm>
        </p:grpSpPr>
        <p:sp>
          <p:nvSpPr>
            <p:cNvPr id="6" name="Rectangle 5">
              <a:extLst>
                <a:ext uri="{FF2B5EF4-FFF2-40B4-BE49-F238E27FC236}">
                  <a16:creationId xmlns:a16="http://schemas.microsoft.com/office/drawing/2014/main" id="{77B3E17C-C773-905E-2FC4-688C4ED6509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7AB8FE08-0227-DC43-5D00-878A33AA473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83EC0CFF-15B2-D861-B8C9-5035913D67B6}"/>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28">
            <a:extLst>
              <a:ext uri="{FF2B5EF4-FFF2-40B4-BE49-F238E27FC236}">
                <a16:creationId xmlns:a16="http://schemas.microsoft.com/office/drawing/2014/main" id="{B65768A5-D4E8-BC7B-A66D-B4370BB6E657}"/>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BEB0B186-3D18-F777-FD92-D7C258D4EC4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DF79F33F-154D-2EA9-1AC2-8906FEFB908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2A2C4511-0DFA-381B-797E-27B05070633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3" name="TextBox 14">
            <a:extLst>
              <a:ext uri="{FF2B5EF4-FFF2-40B4-BE49-F238E27FC236}">
                <a16:creationId xmlns:a16="http://schemas.microsoft.com/office/drawing/2014/main" id="{1C5180A0-8A6E-1F43-BF31-FF38BFB4852B}"/>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72567737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28A0154F-61BF-3F3B-7D91-47F638393985}"/>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B1335411-57B7-46C8-2C4B-9F67FAF31444}"/>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643FE477-DB79-C22F-4B67-A14FC3DC4A5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4B59C460-03BF-4388-4C26-6A45479397C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1" name="Group 15">
            <a:extLst>
              <a:ext uri="{FF2B5EF4-FFF2-40B4-BE49-F238E27FC236}">
                <a16:creationId xmlns:a16="http://schemas.microsoft.com/office/drawing/2014/main" id="{E6F42AB5-67D5-B9E0-8BE5-8589AA2D2465}"/>
              </a:ext>
            </a:extLst>
          </p:cNvPr>
          <p:cNvGrpSpPr>
            <a:grpSpLocks/>
          </p:cNvGrpSpPr>
          <p:nvPr userDrawn="1"/>
        </p:nvGrpSpPr>
        <p:grpSpPr bwMode="auto">
          <a:xfrm>
            <a:off x="2133600" y="6553200"/>
            <a:ext cx="7010400" cy="46038"/>
            <a:chOff x="1905000" y="6553200"/>
            <a:chExt cx="7010400" cy="45719"/>
          </a:xfrm>
        </p:grpSpPr>
        <p:sp>
          <p:nvSpPr>
            <p:cNvPr id="12" name="Rectangle 11">
              <a:extLst>
                <a:ext uri="{FF2B5EF4-FFF2-40B4-BE49-F238E27FC236}">
                  <a16:creationId xmlns:a16="http://schemas.microsoft.com/office/drawing/2014/main" id="{CD2EC79D-BF6E-3B93-628D-2333EB3F3D8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C121CB32-E819-0929-3DA8-0ACEE0B49AF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F7ED0C57-D56A-D748-8724-FC673258550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5" name="Picture 13" descr="Picture 7.png">
            <a:extLst>
              <a:ext uri="{FF2B5EF4-FFF2-40B4-BE49-F238E27FC236}">
                <a16:creationId xmlns:a16="http://schemas.microsoft.com/office/drawing/2014/main" id="{48EBDB8B-B977-248D-BD24-9C1E203E0DD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4">
            <a:extLst>
              <a:ext uri="{FF2B5EF4-FFF2-40B4-BE49-F238E27FC236}">
                <a16:creationId xmlns:a16="http://schemas.microsoft.com/office/drawing/2014/main" id="{B6CD64FA-6C21-2EE0-AC45-A74CA4192A0E}"/>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181396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913128C8-389A-B521-6528-E0EDEB3BA3E6}"/>
              </a:ext>
            </a:extLst>
          </p:cNvPr>
          <p:cNvGrpSpPr>
            <a:grpSpLocks/>
          </p:cNvGrpSpPr>
          <p:nvPr userDrawn="1"/>
        </p:nvGrpSpPr>
        <p:grpSpPr bwMode="auto">
          <a:xfrm>
            <a:off x="0" y="1295400"/>
            <a:ext cx="7010400" cy="46038"/>
            <a:chOff x="1905000" y="6553200"/>
            <a:chExt cx="7010400" cy="45719"/>
          </a:xfrm>
        </p:grpSpPr>
        <p:sp>
          <p:nvSpPr>
            <p:cNvPr id="3" name="Rectangle 2">
              <a:extLst>
                <a:ext uri="{FF2B5EF4-FFF2-40B4-BE49-F238E27FC236}">
                  <a16:creationId xmlns:a16="http://schemas.microsoft.com/office/drawing/2014/main" id="{7C3F6D71-0DF1-088B-C7B1-B9178DD9A39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CBB52AE9-A2E3-C592-49A1-A02EC3AC0D9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7CBF7C4C-ED04-9678-8AE6-B30D9455134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10">
            <a:extLst>
              <a:ext uri="{FF2B5EF4-FFF2-40B4-BE49-F238E27FC236}">
                <a16:creationId xmlns:a16="http://schemas.microsoft.com/office/drawing/2014/main" id="{98E11503-0FA1-849B-7D6C-DAFB37B2ABF3}"/>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715B6782-06D0-FA3D-FDEF-8A05D1FF090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D780BB11-8EB1-AC2C-F770-0948F4C9683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D851DE15-AAC4-3A1C-1A3C-FC8EFF6B88E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0EB9D077-E730-F561-C3BD-962508DB0804}"/>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4">
            <a:extLst>
              <a:ext uri="{FF2B5EF4-FFF2-40B4-BE49-F238E27FC236}">
                <a16:creationId xmlns:a16="http://schemas.microsoft.com/office/drawing/2014/main" id="{F013686B-9F10-A41A-70EA-D65DFC3CD67C}"/>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238769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66C4722C-0E86-9E77-A39C-E60209CF8304}"/>
              </a:ext>
            </a:extLst>
          </p:cNvPr>
          <p:cNvGrpSpPr>
            <a:grpSpLocks/>
          </p:cNvGrpSpPr>
          <p:nvPr userDrawn="1"/>
        </p:nvGrpSpPr>
        <p:grpSpPr bwMode="auto">
          <a:xfrm>
            <a:off x="0" y="1295400"/>
            <a:ext cx="7010400" cy="46038"/>
            <a:chOff x="1905000" y="6553200"/>
            <a:chExt cx="7010400" cy="45719"/>
          </a:xfrm>
        </p:grpSpPr>
        <p:sp>
          <p:nvSpPr>
            <p:cNvPr id="5" name="Rectangle 4">
              <a:extLst>
                <a:ext uri="{FF2B5EF4-FFF2-40B4-BE49-F238E27FC236}">
                  <a16:creationId xmlns:a16="http://schemas.microsoft.com/office/drawing/2014/main" id="{553D8EC1-5629-21F1-737E-71ECACC15D3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5362EFFF-DFAF-940B-678E-4E3E5FFAF6C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7F8E3210-C6B9-ECED-C6D0-0E0C607E358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13">
            <a:extLst>
              <a:ext uri="{FF2B5EF4-FFF2-40B4-BE49-F238E27FC236}">
                <a16:creationId xmlns:a16="http://schemas.microsoft.com/office/drawing/2014/main" id="{C6FFC963-03BA-58EA-FBDF-B3246AC40109}"/>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C8630804-7128-8361-AAB2-5E886967831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ECDC39E8-3A5C-BAC0-2CF6-AFA968B2B04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4AB73715-AB82-56FD-32E8-8A13E82E003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3" name="Picture 14" descr="Picture 7.png">
            <a:extLst>
              <a:ext uri="{FF2B5EF4-FFF2-40B4-BE49-F238E27FC236}">
                <a16:creationId xmlns:a16="http://schemas.microsoft.com/office/drawing/2014/main" id="{E40042CC-F37F-5F0F-5526-7C4BB37BFF7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4">
            <a:extLst>
              <a:ext uri="{FF2B5EF4-FFF2-40B4-BE49-F238E27FC236}">
                <a16:creationId xmlns:a16="http://schemas.microsoft.com/office/drawing/2014/main" id="{A8D04269-26DC-E3D8-5A9A-0A3D5C63D22A}"/>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18548911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C9135C78-C449-DC8A-7AAC-FA279DCF02A5}"/>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0F3DCB7A-6A98-A3CC-F175-A52260FDC24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C0F0527E-6992-4627-0D9D-ECC8D83432C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EDE41B88-09A6-2303-7CB3-D16B36B4410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10">
            <a:extLst>
              <a:ext uri="{FF2B5EF4-FFF2-40B4-BE49-F238E27FC236}">
                <a16:creationId xmlns:a16="http://schemas.microsoft.com/office/drawing/2014/main" id="{92F9A7C5-1213-AE22-DF3C-3863005C8600}"/>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FCDA7E3C-7A40-C3DA-CDA4-A0FE3448A53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9C72AA13-0606-EB4B-FEFB-3E45B3F528E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BA556B2A-E7CC-0CB1-8732-589A0C2AB2C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68776B6A-5DE4-9F1A-B2FC-085550277F4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07138CAA-3E5B-AFAC-43BC-082E4EEC1202}"/>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4350631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61C087F5-15F3-DAEA-A654-D564AB558B0A}"/>
              </a:ext>
            </a:extLst>
          </p:cNvPr>
          <p:cNvGrpSpPr>
            <a:grpSpLocks/>
          </p:cNvGrpSpPr>
          <p:nvPr userDrawn="1"/>
        </p:nvGrpSpPr>
        <p:grpSpPr bwMode="auto">
          <a:xfrm>
            <a:off x="0" y="1295400"/>
            <a:ext cx="7010400" cy="46038"/>
            <a:chOff x="1905000" y="6553200"/>
            <a:chExt cx="7010400" cy="45719"/>
          </a:xfrm>
        </p:grpSpPr>
        <p:sp>
          <p:nvSpPr>
            <p:cNvPr id="4" name="Rectangle 3">
              <a:extLst>
                <a:ext uri="{FF2B5EF4-FFF2-40B4-BE49-F238E27FC236}">
                  <a16:creationId xmlns:a16="http://schemas.microsoft.com/office/drawing/2014/main" id="{B8997621-8744-65C3-5645-23DF9040031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C235DC59-368B-5FB0-24D6-70E8D881723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BCE3F682-02F6-3865-C0CD-570C718F92A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24">
            <a:extLst>
              <a:ext uri="{FF2B5EF4-FFF2-40B4-BE49-F238E27FC236}">
                <a16:creationId xmlns:a16="http://schemas.microsoft.com/office/drawing/2014/main" id="{3195DA9E-C078-9E19-8286-B32BF3309BF7}"/>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934F3A10-1855-4995-512B-45DACA02967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3F894099-0C31-901D-7D38-E56F64F6A3A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1DB6C677-4001-9D54-CEE8-07A1DB85321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876CC257-9165-FB87-30DE-BB49001C340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4">
            <a:extLst>
              <a:ext uri="{FF2B5EF4-FFF2-40B4-BE49-F238E27FC236}">
                <a16:creationId xmlns:a16="http://schemas.microsoft.com/office/drawing/2014/main" id="{821B54BE-AD50-28F1-1A77-E1D2578410DC}"/>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2466346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21782E36-FFF7-3AE4-9AF3-79128A57A485}"/>
              </a:ext>
            </a:extLst>
          </p:cNvPr>
          <p:cNvGrpSpPr>
            <a:grpSpLocks/>
          </p:cNvGrpSpPr>
          <p:nvPr userDrawn="1"/>
        </p:nvGrpSpPr>
        <p:grpSpPr bwMode="auto">
          <a:xfrm rot="5400000">
            <a:off x="5006182" y="2567781"/>
            <a:ext cx="5181600" cy="46037"/>
            <a:chOff x="1905000" y="6553200"/>
            <a:chExt cx="7010400" cy="45719"/>
          </a:xfrm>
        </p:grpSpPr>
        <p:sp>
          <p:nvSpPr>
            <p:cNvPr id="4" name="Rectangle 3">
              <a:extLst>
                <a:ext uri="{FF2B5EF4-FFF2-40B4-BE49-F238E27FC236}">
                  <a16:creationId xmlns:a16="http://schemas.microsoft.com/office/drawing/2014/main" id="{DDD76853-3CA6-24EB-71C3-93A30A7201D4}"/>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15D60731-02E0-488B-2AAF-AA2165F5C6A5}"/>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65A973B0-6199-6444-E5BC-4EA8FAE77855}"/>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0" descr="Picture 7.png">
            <a:extLst>
              <a:ext uri="{FF2B5EF4-FFF2-40B4-BE49-F238E27FC236}">
                <a16:creationId xmlns:a16="http://schemas.microsoft.com/office/drawing/2014/main" id="{6C320034-1783-7EF0-ACCC-392625ADDC7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10">
            <a:extLst>
              <a:ext uri="{FF2B5EF4-FFF2-40B4-BE49-F238E27FC236}">
                <a16:creationId xmlns:a16="http://schemas.microsoft.com/office/drawing/2014/main" id="{728A7F69-716E-C136-4B5F-CE345F38132F}"/>
              </a:ext>
            </a:extLst>
          </p:cNvPr>
          <p:cNvSpPr txBox="1">
            <a:spLocks noChangeArrowheads="1"/>
          </p:cNvSpPr>
          <p:nvPr userDrawn="1"/>
        </p:nvSpPr>
        <p:spPr bwMode="auto">
          <a:xfrm rot="5400000">
            <a:off x="-2794793" y="3809206"/>
            <a:ext cx="586740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900" b="1">
                <a:solidFill>
                  <a:srgbClr val="101141"/>
                </a:solidFill>
              </a:rPr>
              <a:t>BITS </a:t>
            </a:r>
            <a:r>
              <a:rPr lang="en-US" altLang="en-US" sz="900">
                <a:solidFill>
                  <a:srgbClr val="101141"/>
                </a:solidFil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2213374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40FD490-D861-423A-AF73-EC4F769B2F2B}" type="datetimeFigureOut">
              <a:rPr lang="en-IN" smtClean="0"/>
              <a:t>22-04-2025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2686BF-007F-4B2F-9680-4A509CB29272}" type="slidenum">
              <a:rPr lang="en-IN" smtClean="0"/>
              <a:t>‹#›</a:t>
            </a:fld>
            <a:endParaRPr lang="en-IN"/>
          </a:p>
        </p:txBody>
      </p:sp>
    </p:spTree>
    <p:extLst>
      <p:ext uri="{BB962C8B-B14F-4D97-AF65-F5344CB8AC3E}">
        <p14:creationId xmlns:p14="http://schemas.microsoft.com/office/powerpoint/2010/main" val="5975009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40FD490-D861-423A-AF73-EC4F769B2F2B}" type="datetimeFigureOut">
              <a:rPr lang="en-IN" smtClean="0"/>
              <a:t>22-04-2025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2686BF-007F-4B2F-9680-4A509CB29272}" type="slidenum">
              <a:rPr lang="en-IN" smtClean="0"/>
              <a:t>‹#›</a:t>
            </a:fld>
            <a:endParaRPr lang="en-IN"/>
          </a:p>
        </p:txBody>
      </p:sp>
    </p:spTree>
    <p:extLst>
      <p:ext uri="{BB962C8B-B14F-4D97-AF65-F5344CB8AC3E}">
        <p14:creationId xmlns:p14="http://schemas.microsoft.com/office/powerpoint/2010/main" val="414209977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0FD490-D861-423A-AF73-EC4F769B2F2B}" type="datetimeFigureOut">
              <a:rPr lang="en-IN" smtClean="0"/>
              <a:t>22-04-2025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92686BF-007F-4B2F-9680-4A509CB29272}" type="slidenum">
              <a:rPr lang="en-IN" smtClean="0"/>
              <a:t>‹#›</a:t>
            </a:fld>
            <a:endParaRPr lang="en-IN"/>
          </a:p>
        </p:txBody>
      </p:sp>
    </p:spTree>
    <p:extLst>
      <p:ext uri="{BB962C8B-B14F-4D97-AF65-F5344CB8AC3E}">
        <p14:creationId xmlns:p14="http://schemas.microsoft.com/office/powerpoint/2010/main" val="222260812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screen">
            <a:alphaModFix amt="50000"/>
            <a:extLst>
              <a:ext uri="{28A0092B-C50C-407E-A947-70E740481C1C}">
                <a14:useLocalDpi xmlns:a14="http://schemas.microsoft.com/office/drawing/2010/main"/>
              </a:ext>
            </a:extLst>
          </a:blip>
          <a:srcRect t="-543"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35369264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screen">
            <a:alphaModFix amt="50000"/>
            <a:extLst>
              <a:ext uri="{28A0092B-C50C-407E-A947-70E740481C1C}">
                <a14:useLocalDpi xmlns:a14="http://schemas.microsoft.com/office/drawing/2010/main"/>
              </a:ext>
            </a:extLst>
          </a:blip>
          <a:srcRect t="-543"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30786576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screen">
            <a:alphaModFix amt="50000"/>
            <a:extLst>
              <a:ext uri="{28A0092B-C50C-407E-A947-70E740481C1C}">
                <a14:useLocalDpi xmlns:a14="http://schemas.microsoft.com/office/drawing/2010/main"/>
              </a:ext>
            </a:extLst>
          </a:blip>
          <a:srcRect t="-543"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365718554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screen">
            <a:alphaModFix amt="50000"/>
            <a:extLst>
              <a:ext uri="{28A0092B-C50C-407E-A947-70E740481C1C}">
                <a14:useLocalDpi xmlns:a14="http://schemas.microsoft.com/office/drawing/2010/main"/>
              </a:ext>
            </a:extLst>
          </a:blip>
          <a:srcRect t="-543"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2937649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6698A0-9951-448B-CA90-7C14B8DEB6DE}"/>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7212AAC1-1FEE-9625-45CA-619A6110C4CB}"/>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B0FC3FD5-5C45-E2E5-8C66-08B2C56D56DF}"/>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C374D370-5188-B512-8016-7828A4E836C2}"/>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FF0F1815-A61F-A581-FE99-6C9150EBF4C3}"/>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7956CCAE-076B-D275-705D-8C476B328428}"/>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11">
            <a:extLst>
              <a:ext uri="{FF2B5EF4-FFF2-40B4-BE49-F238E27FC236}">
                <a16:creationId xmlns:a16="http://schemas.microsoft.com/office/drawing/2014/main" id="{4B22A473-249E-32B7-A411-9A4263FF10C4}"/>
              </a:ext>
            </a:extLst>
          </p:cNvPr>
          <p:cNvSpPr txBox="1">
            <a:spLocks noChangeArrowheads="1"/>
          </p:cNvSpPr>
          <p:nvPr userDrawn="1"/>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03411877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7E1D4C9-B4BB-C6B2-4F44-0BCD038D304F}"/>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21E1AE02-91F3-65F5-29BF-C69A513C1D63}"/>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A1FABB13-E902-4719-36B0-2A534DC07C1C}"/>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729EC93B-5323-7A30-B565-EE0E060C607F}"/>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9CBCADEB-41D6-34AB-5763-0FA138568C19}"/>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27E0C0F-A839-7BBC-CDF5-0894EEC921BB}"/>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11">
            <a:extLst>
              <a:ext uri="{FF2B5EF4-FFF2-40B4-BE49-F238E27FC236}">
                <a16:creationId xmlns:a16="http://schemas.microsoft.com/office/drawing/2014/main" id="{40BDD5A5-C3EC-0108-98CE-C88F88945CF2}"/>
              </a:ext>
            </a:extLst>
          </p:cNvPr>
          <p:cNvSpPr txBox="1">
            <a:spLocks noChangeArrowheads="1"/>
          </p:cNvSpPr>
          <p:nvPr userDrawn="1"/>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70653014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9BA216AB-2B65-BD59-1247-BB1D6D881C6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94A159C3-FA9E-2E46-0BAD-B8319635D546}"/>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44B810B7-DABF-53CE-E0A7-D83B25B0E9BC}"/>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FD05588A-6C23-9242-A70C-8AEA70A51D83}"/>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5812B4C7-BB55-0180-20A0-9CBE2447366A}"/>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D5B75AB6-E571-D838-71A8-4CD54B03A91F}"/>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TextBox 7">
            <a:extLst>
              <a:ext uri="{FF2B5EF4-FFF2-40B4-BE49-F238E27FC236}">
                <a16:creationId xmlns:a16="http://schemas.microsoft.com/office/drawing/2014/main" id="{306B7F43-3C9B-667E-90B4-1E68B747BF3C}"/>
              </a:ext>
            </a:extLst>
          </p:cNvPr>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12">
            <a:extLst>
              <a:ext uri="{FF2B5EF4-FFF2-40B4-BE49-F238E27FC236}">
                <a16:creationId xmlns:a16="http://schemas.microsoft.com/office/drawing/2014/main" id="{ADD93DEE-7CFB-E060-1878-DA787DF39CBB}"/>
              </a:ext>
            </a:extLst>
          </p:cNvPr>
          <p:cNvSpPr txBox="1">
            <a:spLocks noChangeArrowheads="1"/>
          </p:cNvSpPr>
          <p:nvPr userDrawn="1"/>
        </p:nvSpPr>
        <p:spPr bwMode="auto">
          <a:xfrm>
            <a:off x="7086600" y="11715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
        <p:nvSpPr>
          <p:cNvPr id="10" name="Date Placeholder 9">
            <a:extLst>
              <a:ext uri="{FF2B5EF4-FFF2-40B4-BE49-F238E27FC236}">
                <a16:creationId xmlns:a16="http://schemas.microsoft.com/office/drawing/2014/main" id="{662CD501-B67C-758C-BD2B-043633F41377}"/>
              </a:ext>
            </a:extLst>
          </p:cNvPr>
          <p:cNvSpPr>
            <a:spLocks noGrp="1"/>
          </p:cNvSpPr>
          <p:nvPr>
            <p:ph type="dt" sz="half" idx="11"/>
          </p:nvPr>
        </p:nvSpPr>
        <p:spPr/>
        <p:txBody>
          <a:bodyPr/>
          <a:lstStyle/>
          <a:p>
            <a:pPr>
              <a:defRPr/>
            </a:pPr>
            <a:r>
              <a:rPr lang="en-US"/>
              <a:t>April 11-12-13, 2025</a:t>
            </a:r>
          </a:p>
        </p:txBody>
      </p:sp>
      <p:sp>
        <p:nvSpPr>
          <p:cNvPr id="11" name="Footer Placeholder 10">
            <a:extLst>
              <a:ext uri="{FF2B5EF4-FFF2-40B4-BE49-F238E27FC236}">
                <a16:creationId xmlns:a16="http://schemas.microsoft.com/office/drawing/2014/main" id="{4A9D4500-71D7-656B-8C82-3E7BDEF381F6}"/>
              </a:ext>
            </a:extLst>
          </p:cNvPr>
          <p:cNvSpPr>
            <a:spLocks noGrp="1"/>
          </p:cNvSpPr>
          <p:nvPr>
            <p:ph type="ftr" sz="quarter" idx="12"/>
          </p:nvPr>
        </p:nvSpPr>
        <p:spPr/>
        <p:txBody>
          <a:bodyPr/>
          <a:lstStyle/>
          <a:p>
            <a:pPr>
              <a:defRPr/>
            </a:pPr>
            <a:r>
              <a:rPr lang="en-US"/>
              <a:t>DevOps</a:t>
            </a:r>
          </a:p>
        </p:txBody>
      </p:sp>
      <p:sp>
        <p:nvSpPr>
          <p:cNvPr id="12" name="Slide Number Placeholder 11">
            <a:extLst>
              <a:ext uri="{FF2B5EF4-FFF2-40B4-BE49-F238E27FC236}">
                <a16:creationId xmlns:a16="http://schemas.microsoft.com/office/drawing/2014/main" id="{20E957CB-8066-AC86-4F39-82AEF7367546}"/>
              </a:ext>
            </a:extLst>
          </p:cNvPr>
          <p:cNvSpPr>
            <a:spLocks noGrp="1"/>
          </p:cNvSpPr>
          <p:nvPr>
            <p:ph type="sldNum" sz="quarter" idx="13"/>
          </p:nvPr>
        </p:nvSpPr>
        <p:spPr/>
        <p:txBody>
          <a:bodyPr/>
          <a:lstStyle/>
          <a:p>
            <a:pPr>
              <a:defRPr/>
            </a:pPr>
            <a:fld id="{A6F71B28-9D07-487C-99CF-53688178DCAE}" type="slidenum">
              <a:rPr lang="en-US" altLang="en-US" smtClean="0"/>
              <a:pPr>
                <a:defRPr/>
              </a:pPr>
              <a:t>‹#›</a:t>
            </a:fld>
            <a:endParaRPr lang="en-US" altLang="en-US"/>
          </a:p>
        </p:txBody>
      </p:sp>
    </p:spTree>
    <p:extLst>
      <p:ext uri="{BB962C8B-B14F-4D97-AF65-F5344CB8AC3E}">
        <p14:creationId xmlns:p14="http://schemas.microsoft.com/office/powerpoint/2010/main" val="327705015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ED90DA84-EE53-055E-BEA5-6742D0125AFD}"/>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grpSp>
        <p:nvGrpSpPr>
          <p:cNvPr id="4" name="Group 11">
            <a:extLst>
              <a:ext uri="{FF2B5EF4-FFF2-40B4-BE49-F238E27FC236}">
                <a16:creationId xmlns:a16="http://schemas.microsoft.com/office/drawing/2014/main" id="{4A34CE22-239D-0504-F316-D30F1D883817}"/>
              </a:ext>
            </a:extLst>
          </p:cNvPr>
          <p:cNvGrpSpPr>
            <a:grpSpLocks/>
          </p:cNvGrpSpPr>
          <p:nvPr userDrawn="1"/>
        </p:nvGrpSpPr>
        <p:grpSpPr bwMode="auto">
          <a:xfrm>
            <a:off x="2084388" y="6550025"/>
            <a:ext cx="7059612" cy="49213"/>
            <a:chOff x="2083888" y="6550671"/>
            <a:chExt cx="7060112" cy="48665"/>
          </a:xfrm>
        </p:grpSpPr>
        <p:sp>
          <p:nvSpPr>
            <p:cNvPr id="5" name="Rectangle 4">
              <a:extLst>
                <a:ext uri="{FF2B5EF4-FFF2-40B4-BE49-F238E27FC236}">
                  <a16:creationId xmlns:a16="http://schemas.microsoft.com/office/drawing/2014/main" id="{A89DAE82-A30B-D0CB-D99C-81A790568595}"/>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AF82D1BE-1304-7492-5B1A-50140FC7A8E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314E0418-CABB-CC82-6BE7-2F1A54084DF0}"/>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40DF76C9-FA49-1811-2CB4-24D2CBB818D5}"/>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102C1EC2-26FC-223C-CA71-3C7CED549058}"/>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38EC3A9B-E6AD-117B-9296-C7AF11B0858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0860E44C-7672-E3E5-D821-7AE480E11B3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705DE968-624B-F9B0-0EEC-7295A8D9EE7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81575D31-54E9-7729-ADA4-46329E5DEC56}"/>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4B5D208C-D9BD-40D7-C25E-4BBA7012319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91DD2CE9-246E-5228-9BE2-EEFAC973CC9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09F2EE0F-B57B-81DC-B400-D6F4FF152EA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7" name="Date Placeholder 16">
            <a:extLst>
              <a:ext uri="{FF2B5EF4-FFF2-40B4-BE49-F238E27FC236}">
                <a16:creationId xmlns:a16="http://schemas.microsoft.com/office/drawing/2014/main" id="{9D88821D-D561-56AD-6CFC-4C2F640CE548}"/>
              </a:ext>
            </a:extLst>
          </p:cNvPr>
          <p:cNvSpPr>
            <a:spLocks noGrp="1"/>
          </p:cNvSpPr>
          <p:nvPr>
            <p:ph type="dt" sz="half" idx="11"/>
          </p:nvPr>
        </p:nvSpPr>
        <p:spPr/>
        <p:txBody>
          <a:bodyPr/>
          <a:lstStyle/>
          <a:p>
            <a:pPr>
              <a:defRPr/>
            </a:pPr>
            <a:r>
              <a:rPr lang="en-US"/>
              <a:t>April 11-12-13, 2025</a:t>
            </a:r>
          </a:p>
        </p:txBody>
      </p:sp>
      <p:sp>
        <p:nvSpPr>
          <p:cNvPr id="18" name="Footer Placeholder 17">
            <a:extLst>
              <a:ext uri="{FF2B5EF4-FFF2-40B4-BE49-F238E27FC236}">
                <a16:creationId xmlns:a16="http://schemas.microsoft.com/office/drawing/2014/main" id="{E5BE82B3-2CBF-3015-CFAE-BDEB5F555328}"/>
              </a:ext>
            </a:extLst>
          </p:cNvPr>
          <p:cNvSpPr>
            <a:spLocks noGrp="1"/>
          </p:cNvSpPr>
          <p:nvPr>
            <p:ph type="ftr" sz="quarter" idx="12"/>
          </p:nvPr>
        </p:nvSpPr>
        <p:spPr/>
        <p:txBody>
          <a:bodyPr/>
          <a:lstStyle/>
          <a:p>
            <a:pPr>
              <a:defRPr/>
            </a:pPr>
            <a:r>
              <a:rPr lang="en-US"/>
              <a:t>DevOps</a:t>
            </a:r>
          </a:p>
        </p:txBody>
      </p:sp>
      <p:sp>
        <p:nvSpPr>
          <p:cNvPr id="19" name="Slide Number Placeholder 18">
            <a:extLst>
              <a:ext uri="{FF2B5EF4-FFF2-40B4-BE49-F238E27FC236}">
                <a16:creationId xmlns:a16="http://schemas.microsoft.com/office/drawing/2014/main" id="{4862F3A6-674F-D1A3-44C0-60D923E00EC9}"/>
              </a:ext>
            </a:extLst>
          </p:cNvPr>
          <p:cNvSpPr>
            <a:spLocks noGrp="1"/>
          </p:cNvSpPr>
          <p:nvPr>
            <p:ph type="sldNum" sz="quarter" idx="13"/>
          </p:nvPr>
        </p:nvSpPr>
        <p:spPr/>
        <p:txBody>
          <a:bodyPr/>
          <a:lstStyle/>
          <a:p>
            <a:pPr>
              <a:defRPr/>
            </a:pPr>
            <a:fld id="{A6F71B28-9D07-487C-99CF-53688178DCAE}" type="slidenum">
              <a:rPr lang="en-US" altLang="en-US" smtClean="0"/>
              <a:pPr>
                <a:defRPr/>
              </a:pPr>
              <a:t>‹#›</a:t>
            </a:fld>
            <a:endParaRPr lang="en-US" altLang="en-US"/>
          </a:p>
        </p:txBody>
      </p:sp>
    </p:spTree>
    <p:extLst>
      <p:ext uri="{BB962C8B-B14F-4D97-AF65-F5344CB8AC3E}">
        <p14:creationId xmlns:p14="http://schemas.microsoft.com/office/powerpoint/2010/main" val="161124684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7D39F630-39CC-9BCD-A288-03B76AED802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916F760F-640E-9722-904C-57F05114F64B}"/>
              </a:ext>
            </a:extLst>
          </p:cNvPr>
          <p:cNvGrpSpPr>
            <a:grpSpLocks/>
          </p:cNvGrpSpPr>
          <p:nvPr userDrawn="1"/>
        </p:nvGrpSpPr>
        <p:grpSpPr bwMode="auto">
          <a:xfrm>
            <a:off x="0" y="1295400"/>
            <a:ext cx="7010400" cy="46038"/>
            <a:chOff x="1905000" y="6553200"/>
            <a:chExt cx="7010400" cy="45719"/>
          </a:xfrm>
        </p:grpSpPr>
        <p:sp>
          <p:nvSpPr>
            <p:cNvPr id="6" name="Rectangle 5">
              <a:extLst>
                <a:ext uri="{FF2B5EF4-FFF2-40B4-BE49-F238E27FC236}">
                  <a16:creationId xmlns:a16="http://schemas.microsoft.com/office/drawing/2014/main" id="{77B3E17C-C773-905E-2FC4-688C4ED6509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7AB8FE08-0227-DC43-5D00-878A33AA473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83EC0CFF-15B2-D861-B8C9-5035913D67B6}"/>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28">
            <a:extLst>
              <a:ext uri="{FF2B5EF4-FFF2-40B4-BE49-F238E27FC236}">
                <a16:creationId xmlns:a16="http://schemas.microsoft.com/office/drawing/2014/main" id="{B65768A5-D4E8-BC7B-A66D-B4370BB6E657}"/>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BEB0B186-3D18-F777-FD92-D7C258D4EC4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DF79F33F-154D-2EA9-1AC2-8906FEFB908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2A2C4511-0DFA-381B-797E-27B05070633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3" name="TextBox 14">
            <a:extLst>
              <a:ext uri="{FF2B5EF4-FFF2-40B4-BE49-F238E27FC236}">
                <a16:creationId xmlns:a16="http://schemas.microsoft.com/office/drawing/2014/main" id="{1C5180A0-8A6E-1F43-BF31-FF38BFB4852B}"/>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4" name="Date Placeholder 13">
            <a:extLst>
              <a:ext uri="{FF2B5EF4-FFF2-40B4-BE49-F238E27FC236}">
                <a16:creationId xmlns:a16="http://schemas.microsoft.com/office/drawing/2014/main" id="{21ACBE15-C2CE-1179-39E0-2CF100E7C316}"/>
              </a:ext>
            </a:extLst>
          </p:cNvPr>
          <p:cNvSpPr>
            <a:spLocks noGrp="1"/>
          </p:cNvSpPr>
          <p:nvPr>
            <p:ph type="dt" sz="half" idx="11"/>
          </p:nvPr>
        </p:nvSpPr>
        <p:spPr/>
        <p:txBody>
          <a:bodyPr/>
          <a:lstStyle/>
          <a:p>
            <a:pPr>
              <a:defRPr/>
            </a:pPr>
            <a:r>
              <a:rPr lang="en-US"/>
              <a:t>April 11-12-13, 2025</a:t>
            </a:r>
          </a:p>
        </p:txBody>
      </p:sp>
      <p:sp>
        <p:nvSpPr>
          <p:cNvPr id="15" name="Footer Placeholder 14">
            <a:extLst>
              <a:ext uri="{FF2B5EF4-FFF2-40B4-BE49-F238E27FC236}">
                <a16:creationId xmlns:a16="http://schemas.microsoft.com/office/drawing/2014/main" id="{82381107-BEA1-79E5-54C5-83BE97FCA46E}"/>
              </a:ext>
            </a:extLst>
          </p:cNvPr>
          <p:cNvSpPr>
            <a:spLocks noGrp="1"/>
          </p:cNvSpPr>
          <p:nvPr>
            <p:ph type="ftr" sz="quarter" idx="12"/>
          </p:nvPr>
        </p:nvSpPr>
        <p:spPr/>
        <p:txBody>
          <a:bodyPr/>
          <a:lstStyle/>
          <a:p>
            <a:pPr>
              <a:defRPr/>
            </a:pPr>
            <a:r>
              <a:rPr lang="en-US"/>
              <a:t>DevOps</a:t>
            </a:r>
          </a:p>
        </p:txBody>
      </p:sp>
      <p:sp>
        <p:nvSpPr>
          <p:cNvPr id="16" name="Slide Number Placeholder 15">
            <a:extLst>
              <a:ext uri="{FF2B5EF4-FFF2-40B4-BE49-F238E27FC236}">
                <a16:creationId xmlns:a16="http://schemas.microsoft.com/office/drawing/2014/main" id="{729492C4-7DCE-6346-C08C-6DB1BE4EAB2C}"/>
              </a:ext>
            </a:extLst>
          </p:cNvPr>
          <p:cNvSpPr>
            <a:spLocks noGrp="1"/>
          </p:cNvSpPr>
          <p:nvPr>
            <p:ph type="sldNum" sz="quarter" idx="13"/>
          </p:nvPr>
        </p:nvSpPr>
        <p:spPr/>
        <p:txBody>
          <a:bodyPr/>
          <a:lstStyle/>
          <a:p>
            <a:pPr>
              <a:defRPr/>
            </a:pPr>
            <a:fld id="{A6F71B28-9D07-487C-99CF-53688178DCAE}" type="slidenum">
              <a:rPr lang="en-US" altLang="en-US" smtClean="0"/>
              <a:pPr>
                <a:defRPr/>
              </a:pPr>
              <a:t>‹#›</a:t>
            </a:fld>
            <a:endParaRPr lang="en-US" altLang="en-US"/>
          </a:p>
        </p:txBody>
      </p:sp>
    </p:spTree>
    <p:extLst>
      <p:ext uri="{BB962C8B-B14F-4D97-AF65-F5344CB8AC3E}">
        <p14:creationId xmlns:p14="http://schemas.microsoft.com/office/powerpoint/2010/main" val="276419323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28A0154F-61BF-3F3B-7D91-47F638393985}"/>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B1335411-57B7-46C8-2C4B-9F67FAF31444}"/>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643FE477-DB79-C22F-4B67-A14FC3DC4A5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4B59C460-03BF-4388-4C26-6A45479397C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1" name="Group 15">
            <a:extLst>
              <a:ext uri="{FF2B5EF4-FFF2-40B4-BE49-F238E27FC236}">
                <a16:creationId xmlns:a16="http://schemas.microsoft.com/office/drawing/2014/main" id="{E6F42AB5-67D5-B9E0-8BE5-8589AA2D2465}"/>
              </a:ext>
            </a:extLst>
          </p:cNvPr>
          <p:cNvGrpSpPr>
            <a:grpSpLocks/>
          </p:cNvGrpSpPr>
          <p:nvPr userDrawn="1"/>
        </p:nvGrpSpPr>
        <p:grpSpPr bwMode="auto">
          <a:xfrm>
            <a:off x="2133600" y="6553200"/>
            <a:ext cx="7010400" cy="46038"/>
            <a:chOff x="1905000" y="6553200"/>
            <a:chExt cx="7010400" cy="45719"/>
          </a:xfrm>
        </p:grpSpPr>
        <p:sp>
          <p:nvSpPr>
            <p:cNvPr id="12" name="Rectangle 11">
              <a:extLst>
                <a:ext uri="{FF2B5EF4-FFF2-40B4-BE49-F238E27FC236}">
                  <a16:creationId xmlns:a16="http://schemas.microsoft.com/office/drawing/2014/main" id="{CD2EC79D-BF6E-3B93-628D-2333EB3F3D8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C121CB32-E819-0929-3DA8-0ACEE0B49AF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F7ED0C57-D56A-D748-8724-FC673258550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5" name="Picture 13" descr="Picture 7.png">
            <a:extLst>
              <a:ext uri="{FF2B5EF4-FFF2-40B4-BE49-F238E27FC236}">
                <a16:creationId xmlns:a16="http://schemas.microsoft.com/office/drawing/2014/main" id="{48EBDB8B-B977-248D-BD24-9C1E203E0DD6}"/>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4">
            <a:extLst>
              <a:ext uri="{FF2B5EF4-FFF2-40B4-BE49-F238E27FC236}">
                <a16:creationId xmlns:a16="http://schemas.microsoft.com/office/drawing/2014/main" id="{B6CD64FA-6C21-2EE0-AC45-A74CA4192A0E}"/>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7" name="Date Placeholder 16">
            <a:extLst>
              <a:ext uri="{FF2B5EF4-FFF2-40B4-BE49-F238E27FC236}">
                <a16:creationId xmlns:a16="http://schemas.microsoft.com/office/drawing/2014/main" id="{B0BC0662-E47C-D39F-48BE-7DE29BCFFFFC}"/>
              </a:ext>
            </a:extLst>
          </p:cNvPr>
          <p:cNvSpPr>
            <a:spLocks noGrp="1"/>
          </p:cNvSpPr>
          <p:nvPr>
            <p:ph type="dt" sz="half" idx="11"/>
          </p:nvPr>
        </p:nvSpPr>
        <p:spPr/>
        <p:txBody>
          <a:bodyPr/>
          <a:lstStyle/>
          <a:p>
            <a:pPr>
              <a:defRPr/>
            </a:pPr>
            <a:r>
              <a:rPr lang="en-US"/>
              <a:t>April 11-12-13, 2025</a:t>
            </a:r>
          </a:p>
        </p:txBody>
      </p:sp>
      <p:sp>
        <p:nvSpPr>
          <p:cNvPr id="18" name="Footer Placeholder 17">
            <a:extLst>
              <a:ext uri="{FF2B5EF4-FFF2-40B4-BE49-F238E27FC236}">
                <a16:creationId xmlns:a16="http://schemas.microsoft.com/office/drawing/2014/main" id="{2AA0A361-C0FD-82EB-FB93-C668EDE68F3A}"/>
              </a:ext>
            </a:extLst>
          </p:cNvPr>
          <p:cNvSpPr>
            <a:spLocks noGrp="1"/>
          </p:cNvSpPr>
          <p:nvPr>
            <p:ph type="ftr" sz="quarter" idx="12"/>
          </p:nvPr>
        </p:nvSpPr>
        <p:spPr/>
        <p:txBody>
          <a:bodyPr/>
          <a:lstStyle/>
          <a:p>
            <a:pPr>
              <a:defRPr/>
            </a:pPr>
            <a:r>
              <a:rPr lang="en-US"/>
              <a:t>DevOps</a:t>
            </a:r>
          </a:p>
        </p:txBody>
      </p:sp>
      <p:sp>
        <p:nvSpPr>
          <p:cNvPr id="19" name="Slide Number Placeholder 18">
            <a:extLst>
              <a:ext uri="{FF2B5EF4-FFF2-40B4-BE49-F238E27FC236}">
                <a16:creationId xmlns:a16="http://schemas.microsoft.com/office/drawing/2014/main" id="{4FC20DD1-0C3C-50A9-4513-7C138F1D0419}"/>
              </a:ext>
            </a:extLst>
          </p:cNvPr>
          <p:cNvSpPr>
            <a:spLocks noGrp="1"/>
          </p:cNvSpPr>
          <p:nvPr>
            <p:ph type="sldNum" sz="quarter" idx="13"/>
          </p:nvPr>
        </p:nvSpPr>
        <p:spPr/>
        <p:txBody>
          <a:bodyPr/>
          <a:lstStyle/>
          <a:p>
            <a:pPr>
              <a:defRPr/>
            </a:pPr>
            <a:fld id="{A6F71B28-9D07-487C-99CF-53688178DCAE}" type="slidenum">
              <a:rPr lang="en-US" altLang="en-US" smtClean="0"/>
              <a:pPr>
                <a:defRPr/>
              </a:pPr>
              <a:t>‹#›</a:t>
            </a:fld>
            <a:endParaRPr lang="en-US" altLang="en-US"/>
          </a:p>
        </p:txBody>
      </p:sp>
    </p:spTree>
    <p:extLst>
      <p:ext uri="{BB962C8B-B14F-4D97-AF65-F5344CB8AC3E}">
        <p14:creationId xmlns:p14="http://schemas.microsoft.com/office/powerpoint/2010/main" val="376911969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913128C8-389A-B521-6528-E0EDEB3BA3E6}"/>
              </a:ext>
            </a:extLst>
          </p:cNvPr>
          <p:cNvGrpSpPr>
            <a:grpSpLocks/>
          </p:cNvGrpSpPr>
          <p:nvPr userDrawn="1"/>
        </p:nvGrpSpPr>
        <p:grpSpPr bwMode="auto">
          <a:xfrm>
            <a:off x="0" y="1295400"/>
            <a:ext cx="7010400" cy="46038"/>
            <a:chOff x="1905000" y="6553200"/>
            <a:chExt cx="7010400" cy="45719"/>
          </a:xfrm>
        </p:grpSpPr>
        <p:sp>
          <p:nvSpPr>
            <p:cNvPr id="3" name="Rectangle 2">
              <a:extLst>
                <a:ext uri="{FF2B5EF4-FFF2-40B4-BE49-F238E27FC236}">
                  <a16:creationId xmlns:a16="http://schemas.microsoft.com/office/drawing/2014/main" id="{7C3F6D71-0DF1-088B-C7B1-B9178DD9A39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CBB52AE9-A2E3-C592-49A1-A02EC3AC0D9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7CBF7C4C-ED04-9678-8AE6-B30D9455134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10">
            <a:extLst>
              <a:ext uri="{FF2B5EF4-FFF2-40B4-BE49-F238E27FC236}">
                <a16:creationId xmlns:a16="http://schemas.microsoft.com/office/drawing/2014/main" id="{98E11503-0FA1-849B-7D6C-DAFB37B2ABF3}"/>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715B6782-06D0-FA3D-FDEF-8A05D1FF090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D780BB11-8EB1-AC2C-F770-0948F4C9683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D851DE15-AAC4-3A1C-1A3C-FC8EFF6B88E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0EB9D077-E730-F561-C3BD-962508DB0804}"/>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4">
            <a:extLst>
              <a:ext uri="{FF2B5EF4-FFF2-40B4-BE49-F238E27FC236}">
                <a16:creationId xmlns:a16="http://schemas.microsoft.com/office/drawing/2014/main" id="{F013686B-9F10-A41A-70EA-D65DFC3CD67C}"/>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3" name="Date Placeholder 12">
            <a:extLst>
              <a:ext uri="{FF2B5EF4-FFF2-40B4-BE49-F238E27FC236}">
                <a16:creationId xmlns:a16="http://schemas.microsoft.com/office/drawing/2014/main" id="{94D58821-1AE5-10BA-9A27-17C397F08409}"/>
              </a:ext>
            </a:extLst>
          </p:cNvPr>
          <p:cNvSpPr>
            <a:spLocks noGrp="1"/>
          </p:cNvSpPr>
          <p:nvPr>
            <p:ph type="dt" sz="half" idx="11"/>
          </p:nvPr>
        </p:nvSpPr>
        <p:spPr/>
        <p:txBody>
          <a:bodyPr/>
          <a:lstStyle/>
          <a:p>
            <a:pPr>
              <a:defRPr/>
            </a:pPr>
            <a:r>
              <a:rPr lang="en-US"/>
              <a:t>April 11-12-13, 2025</a:t>
            </a:r>
          </a:p>
        </p:txBody>
      </p:sp>
      <p:sp>
        <p:nvSpPr>
          <p:cNvPr id="14" name="Footer Placeholder 13">
            <a:extLst>
              <a:ext uri="{FF2B5EF4-FFF2-40B4-BE49-F238E27FC236}">
                <a16:creationId xmlns:a16="http://schemas.microsoft.com/office/drawing/2014/main" id="{E13CD6F6-E505-BB8A-0AFB-7213095FE390}"/>
              </a:ext>
            </a:extLst>
          </p:cNvPr>
          <p:cNvSpPr>
            <a:spLocks noGrp="1"/>
          </p:cNvSpPr>
          <p:nvPr>
            <p:ph type="ftr" sz="quarter" idx="12"/>
          </p:nvPr>
        </p:nvSpPr>
        <p:spPr/>
        <p:txBody>
          <a:bodyPr/>
          <a:lstStyle/>
          <a:p>
            <a:pPr>
              <a:defRPr/>
            </a:pPr>
            <a:r>
              <a:rPr lang="en-US"/>
              <a:t>DevOps</a:t>
            </a:r>
          </a:p>
        </p:txBody>
      </p:sp>
      <p:sp>
        <p:nvSpPr>
          <p:cNvPr id="15" name="Slide Number Placeholder 14">
            <a:extLst>
              <a:ext uri="{FF2B5EF4-FFF2-40B4-BE49-F238E27FC236}">
                <a16:creationId xmlns:a16="http://schemas.microsoft.com/office/drawing/2014/main" id="{2624D6D5-138D-5F65-85AB-46B46C0BD7FE}"/>
              </a:ext>
            </a:extLst>
          </p:cNvPr>
          <p:cNvSpPr>
            <a:spLocks noGrp="1"/>
          </p:cNvSpPr>
          <p:nvPr>
            <p:ph type="sldNum" sz="quarter" idx="13"/>
          </p:nvPr>
        </p:nvSpPr>
        <p:spPr/>
        <p:txBody>
          <a:bodyPr/>
          <a:lstStyle/>
          <a:p>
            <a:pPr>
              <a:defRPr/>
            </a:pPr>
            <a:fld id="{A6F71B28-9D07-487C-99CF-53688178DCAE}" type="slidenum">
              <a:rPr lang="en-US" altLang="en-US" smtClean="0"/>
              <a:pPr>
                <a:defRPr/>
              </a:pPr>
              <a:t>‹#›</a:t>
            </a:fld>
            <a:endParaRPr lang="en-US" altLang="en-US"/>
          </a:p>
        </p:txBody>
      </p:sp>
    </p:spTree>
    <p:extLst>
      <p:ext uri="{BB962C8B-B14F-4D97-AF65-F5344CB8AC3E}">
        <p14:creationId xmlns:p14="http://schemas.microsoft.com/office/powerpoint/2010/main" val="229286265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66C4722C-0E86-9E77-A39C-E60209CF8304}"/>
              </a:ext>
            </a:extLst>
          </p:cNvPr>
          <p:cNvGrpSpPr>
            <a:grpSpLocks/>
          </p:cNvGrpSpPr>
          <p:nvPr userDrawn="1"/>
        </p:nvGrpSpPr>
        <p:grpSpPr bwMode="auto">
          <a:xfrm>
            <a:off x="0" y="1295400"/>
            <a:ext cx="7010400" cy="46038"/>
            <a:chOff x="1905000" y="6553200"/>
            <a:chExt cx="7010400" cy="45719"/>
          </a:xfrm>
        </p:grpSpPr>
        <p:sp>
          <p:nvSpPr>
            <p:cNvPr id="5" name="Rectangle 4">
              <a:extLst>
                <a:ext uri="{FF2B5EF4-FFF2-40B4-BE49-F238E27FC236}">
                  <a16:creationId xmlns:a16="http://schemas.microsoft.com/office/drawing/2014/main" id="{553D8EC1-5629-21F1-737E-71ECACC15D3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5362EFFF-DFAF-940B-678E-4E3E5FFAF6C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7F8E3210-C6B9-ECED-C6D0-0E0C607E358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13">
            <a:extLst>
              <a:ext uri="{FF2B5EF4-FFF2-40B4-BE49-F238E27FC236}">
                <a16:creationId xmlns:a16="http://schemas.microsoft.com/office/drawing/2014/main" id="{C6FFC963-03BA-58EA-FBDF-B3246AC40109}"/>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C8630804-7128-8361-AAB2-5E886967831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ECDC39E8-3A5C-BAC0-2CF6-AFA968B2B04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4AB73715-AB82-56FD-32E8-8A13E82E003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3" name="Picture 14" descr="Picture 7.png">
            <a:extLst>
              <a:ext uri="{FF2B5EF4-FFF2-40B4-BE49-F238E27FC236}">
                <a16:creationId xmlns:a16="http://schemas.microsoft.com/office/drawing/2014/main" id="{E40042CC-F37F-5F0F-5526-7C4BB37BFF7D}"/>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4">
            <a:extLst>
              <a:ext uri="{FF2B5EF4-FFF2-40B4-BE49-F238E27FC236}">
                <a16:creationId xmlns:a16="http://schemas.microsoft.com/office/drawing/2014/main" id="{A8D04269-26DC-E3D8-5A9A-0A3D5C63D22A}"/>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5" name="Date Placeholder 14">
            <a:extLst>
              <a:ext uri="{FF2B5EF4-FFF2-40B4-BE49-F238E27FC236}">
                <a16:creationId xmlns:a16="http://schemas.microsoft.com/office/drawing/2014/main" id="{08EC8469-9554-E08C-EFDB-B985D6EC7D8E}"/>
              </a:ext>
            </a:extLst>
          </p:cNvPr>
          <p:cNvSpPr>
            <a:spLocks noGrp="1"/>
          </p:cNvSpPr>
          <p:nvPr>
            <p:ph type="dt" sz="half" idx="14"/>
          </p:nvPr>
        </p:nvSpPr>
        <p:spPr/>
        <p:txBody>
          <a:bodyPr/>
          <a:lstStyle/>
          <a:p>
            <a:pPr>
              <a:defRPr/>
            </a:pPr>
            <a:r>
              <a:rPr lang="en-US"/>
              <a:t>April 11-12-13, 2025</a:t>
            </a:r>
          </a:p>
        </p:txBody>
      </p:sp>
      <p:sp>
        <p:nvSpPr>
          <p:cNvPr id="16" name="Footer Placeholder 15">
            <a:extLst>
              <a:ext uri="{FF2B5EF4-FFF2-40B4-BE49-F238E27FC236}">
                <a16:creationId xmlns:a16="http://schemas.microsoft.com/office/drawing/2014/main" id="{508F4E18-7BB4-6D6E-A8B1-07D6FDD265B9}"/>
              </a:ext>
            </a:extLst>
          </p:cNvPr>
          <p:cNvSpPr>
            <a:spLocks noGrp="1"/>
          </p:cNvSpPr>
          <p:nvPr>
            <p:ph type="ftr" sz="quarter" idx="15"/>
          </p:nvPr>
        </p:nvSpPr>
        <p:spPr/>
        <p:txBody>
          <a:bodyPr/>
          <a:lstStyle/>
          <a:p>
            <a:pPr>
              <a:defRPr/>
            </a:pPr>
            <a:r>
              <a:rPr lang="en-US"/>
              <a:t>DevOps</a:t>
            </a:r>
          </a:p>
        </p:txBody>
      </p:sp>
      <p:sp>
        <p:nvSpPr>
          <p:cNvPr id="17" name="Slide Number Placeholder 16">
            <a:extLst>
              <a:ext uri="{FF2B5EF4-FFF2-40B4-BE49-F238E27FC236}">
                <a16:creationId xmlns:a16="http://schemas.microsoft.com/office/drawing/2014/main" id="{F74F5D72-E8E2-3774-9466-0EB0EA0ED040}"/>
              </a:ext>
            </a:extLst>
          </p:cNvPr>
          <p:cNvSpPr>
            <a:spLocks noGrp="1"/>
          </p:cNvSpPr>
          <p:nvPr>
            <p:ph type="sldNum" sz="quarter" idx="16"/>
          </p:nvPr>
        </p:nvSpPr>
        <p:spPr/>
        <p:txBody>
          <a:bodyPr/>
          <a:lstStyle/>
          <a:p>
            <a:pPr>
              <a:defRPr/>
            </a:pPr>
            <a:fld id="{A6F71B28-9D07-487C-99CF-53688178DCAE}" type="slidenum">
              <a:rPr lang="en-US" altLang="en-US" smtClean="0"/>
              <a:pPr>
                <a:defRPr/>
              </a:pPr>
              <a:t>‹#›</a:t>
            </a:fld>
            <a:endParaRPr lang="en-US" altLang="en-US"/>
          </a:p>
        </p:txBody>
      </p:sp>
    </p:spTree>
    <p:extLst>
      <p:ext uri="{BB962C8B-B14F-4D97-AF65-F5344CB8AC3E}">
        <p14:creationId xmlns:p14="http://schemas.microsoft.com/office/powerpoint/2010/main" val="29701506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C9135C78-C449-DC8A-7AAC-FA279DCF02A5}"/>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0F3DCB7A-6A98-A3CC-F175-A52260FDC24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C0F0527E-6992-4627-0D9D-ECC8D83432C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EDE41B88-09A6-2303-7CB3-D16B36B4410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10">
            <a:extLst>
              <a:ext uri="{FF2B5EF4-FFF2-40B4-BE49-F238E27FC236}">
                <a16:creationId xmlns:a16="http://schemas.microsoft.com/office/drawing/2014/main" id="{92F9A7C5-1213-AE22-DF3C-3863005C8600}"/>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FCDA7E3C-7A40-C3DA-CDA4-A0FE3448A53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9C72AA13-0606-EB4B-FEFB-3E45B3F528E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BA556B2A-E7CC-0CB1-8732-589A0C2AB2C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68776B6A-5DE4-9F1A-B2FC-085550277F4D}"/>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07138CAA-3E5B-AFAC-43BC-082E4EEC1202}"/>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6" name="Date Placeholder 15">
            <a:extLst>
              <a:ext uri="{FF2B5EF4-FFF2-40B4-BE49-F238E27FC236}">
                <a16:creationId xmlns:a16="http://schemas.microsoft.com/office/drawing/2014/main" id="{EDA1B2E4-3062-1D31-ABE0-7F903373B1D4}"/>
              </a:ext>
            </a:extLst>
          </p:cNvPr>
          <p:cNvSpPr>
            <a:spLocks noGrp="1"/>
          </p:cNvSpPr>
          <p:nvPr>
            <p:ph type="dt" sz="half" idx="11"/>
          </p:nvPr>
        </p:nvSpPr>
        <p:spPr/>
        <p:txBody>
          <a:bodyPr/>
          <a:lstStyle/>
          <a:p>
            <a:pPr>
              <a:defRPr/>
            </a:pPr>
            <a:r>
              <a:rPr lang="en-US"/>
              <a:t>April 11-12-13, 2025</a:t>
            </a:r>
          </a:p>
        </p:txBody>
      </p:sp>
      <p:sp>
        <p:nvSpPr>
          <p:cNvPr id="17" name="Footer Placeholder 16">
            <a:extLst>
              <a:ext uri="{FF2B5EF4-FFF2-40B4-BE49-F238E27FC236}">
                <a16:creationId xmlns:a16="http://schemas.microsoft.com/office/drawing/2014/main" id="{F8EC499A-D924-43A8-042E-2CC02C20C12F}"/>
              </a:ext>
            </a:extLst>
          </p:cNvPr>
          <p:cNvSpPr>
            <a:spLocks noGrp="1"/>
          </p:cNvSpPr>
          <p:nvPr>
            <p:ph type="ftr" sz="quarter" idx="12"/>
          </p:nvPr>
        </p:nvSpPr>
        <p:spPr/>
        <p:txBody>
          <a:bodyPr/>
          <a:lstStyle/>
          <a:p>
            <a:pPr>
              <a:defRPr/>
            </a:pPr>
            <a:r>
              <a:rPr lang="en-US"/>
              <a:t>DevOps</a:t>
            </a:r>
          </a:p>
        </p:txBody>
      </p:sp>
      <p:sp>
        <p:nvSpPr>
          <p:cNvPr id="18" name="Slide Number Placeholder 17">
            <a:extLst>
              <a:ext uri="{FF2B5EF4-FFF2-40B4-BE49-F238E27FC236}">
                <a16:creationId xmlns:a16="http://schemas.microsoft.com/office/drawing/2014/main" id="{D4C7EC67-DDED-7D0F-19EF-31EA1CCA676B}"/>
              </a:ext>
            </a:extLst>
          </p:cNvPr>
          <p:cNvSpPr>
            <a:spLocks noGrp="1"/>
          </p:cNvSpPr>
          <p:nvPr>
            <p:ph type="sldNum" sz="quarter" idx="13"/>
          </p:nvPr>
        </p:nvSpPr>
        <p:spPr/>
        <p:txBody>
          <a:bodyPr/>
          <a:lstStyle/>
          <a:p>
            <a:pPr>
              <a:defRPr/>
            </a:pPr>
            <a:fld id="{A6F71B28-9D07-487C-99CF-53688178DCAE}" type="slidenum">
              <a:rPr lang="en-US" altLang="en-US" smtClean="0"/>
              <a:pPr>
                <a:defRPr/>
              </a:pPr>
              <a:t>‹#›</a:t>
            </a:fld>
            <a:endParaRPr lang="en-US" altLang="en-US"/>
          </a:p>
        </p:txBody>
      </p:sp>
    </p:spTree>
    <p:extLst>
      <p:ext uri="{BB962C8B-B14F-4D97-AF65-F5344CB8AC3E}">
        <p14:creationId xmlns:p14="http://schemas.microsoft.com/office/powerpoint/2010/main" val="206692867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61C087F5-15F3-DAEA-A654-D564AB558B0A}"/>
              </a:ext>
            </a:extLst>
          </p:cNvPr>
          <p:cNvGrpSpPr>
            <a:grpSpLocks/>
          </p:cNvGrpSpPr>
          <p:nvPr userDrawn="1"/>
        </p:nvGrpSpPr>
        <p:grpSpPr bwMode="auto">
          <a:xfrm>
            <a:off x="0" y="1295400"/>
            <a:ext cx="7010400" cy="46038"/>
            <a:chOff x="1905000" y="6553200"/>
            <a:chExt cx="7010400" cy="45719"/>
          </a:xfrm>
        </p:grpSpPr>
        <p:sp>
          <p:nvSpPr>
            <p:cNvPr id="4" name="Rectangle 3">
              <a:extLst>
                <a:ext uri="{FF2B5EF4-FFF2-40B4-BE49-F238E27FC236}">
                  <a16:creationId xmlns:a16="http://schemas.microsoft.com/office/drawing/2014/main" id="{B8997621-8744-65C3-5645-23DF9040031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C235DC59-368B-5FB0-24D6-70E8D881723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BCE3F682-02F6-3865-C0CD-570C718F92A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24">
            <a:extLst>
              <a:ext uri="{FF2B5EF4-FFF2-40B4-BE49-F238E27FC236}">
                <a16:creationId xmlns:a16="http://schemas.microsoft.com/office/drawing/2014/main" id="{3195DA9E-C078-9E19-8286-B32BF3309BF7}"/>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934F3A10-1855-4995-512B-45DACA02967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3F894099-0C31-901D-7D38-E56F64F6A3A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1DB6C677-4001-9D54-CEE8-07A1DB85321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876CC257-9165-FB87-30DE-BB49001C340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4">
            <a:extLst>
              <a:ext uri="{FF2B5EF4-FFF2-40B4-BE49-F238E27FC236}">
                <a16:creationId xmlns:a16="http://schemas.microsoft.com/office/drawing/2014/main" id="{821B54BE-AD50-28F1-1A77-E1D2578410DC}"/>
              </a:ext>
            </a:extLst>
          </p:cNvPr>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4513984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21782E36-FFF7-3AE4-9AF3-79128A57A485}"/>
              </a:ext>
            </a:extLst>
          </p:cNvPr>
          <p:cNvGrpSpPr>
            <a:grpSpLocks/>
          </p:cNvGrpSpPr>
          <p:nvPr userDrawn="1"/>
        </p:nvGrpSpPr>
        <p:grpSpPr bwMode="auto">
          <a:xfrm rot="5400000">
            <a:off x="5006182" y="2567781"/>
            <a:ext cx="5181600" cy="46037"/>
            <a:chOff x="1905000" y="6553200"/>
            <a:chExt cx="7010400" cy="45719"/>
          </a:xfrm>
        </p:grpSpPr>
        <p:sp>
          <p:nvSpPr>
            <p:cNvPr id="4" name="Rectangle 3">
              <a:extLst>
                <a:ext uri="{FF2B5EF4-FFF2-40B4-BE49-F238E27FC236}">
                  <a16:creationId xmlns:a16="http://schemas.microsoft.com/office/drawing/2014/main" id="{DDD76853-3CA6-24EB-71C3-93A30A7201D4}"/>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15D60731-02E0-488B-2AAF-AA2165F5C6A5}"/>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65A973B0-6199-6444-E5BC-4EA8FAE77855}"/>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0" descr="Picture 7.png">
            <a:extLst>
              <a:ext uri="{FF2B5EF4-FFF2-40B4-BE49-F238E27FC236}">
                <a16:creationId xmlns:a16="http://schemas.microsoft.com/office/drawing/2014/main" id="{6C320034-1783-7EF0-ACCC-392625ADDC77}"/>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10">
            <a:extLst>
              <a:ext uri="{FF2B5EF4-FFF2-40B4-BE49-F238E27FC236}">
                <a16:creationId xmlns:a16="http://schemas.microsoft.com/office/drawing/2014/main" id="{728A7F69-716E-C136-4B5F-CE345F38132F}"/>
              </a:ext>
            </a:extLst>
          </p:cNvPr>
          <p:cNvSpPr txBox="1">
            <a:spLocks noChangeArrowheads="1"/>
          </p:cNvSpPr>
          <p:nvPr userDrawn="1"/>
        </p:nvSpPr>
        <p:spPr bwMode="auto">
          <a:xfrm rot="5400000">
            <a:off x="-2794793" y="3809206"/>
            <a:ext cx="586740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900" b="1">
                <a:solidFill>
                  <a:srgbClr val="101141"/>
                </a:solidFill>
              </a:rPr>
              <a:t>BITS </a:t>
            </a:r>
            <a:r>
              <a:rPr lang="en-US" altLang="en-US" sz="900">
                <a:solidFill>
                  <a:srgbClr val="101141"/>
                </a:solidFil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7649742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11A75BB9-9F9F-3C54-AFB1-C00E81F8614F}"/>
              </a:ext>
            </a:extLst>
          </p:cNvPr>
          <p:cNvGrpSpPr>
            <a:grpSpLocks/>
          </p:cNvGrpSpPr>
          <p:nvPr userDrawn="1"/>
        </p:nvGrpSpPr>
        <p:grpSpPr bwMode="auto">
          <a:xfrm>
            <a:off x="2084388" y="6550025"/>
            <a:ext cx="7059612" cy="49213"/>
            <a:chOff x="2083888" y="6550671"/>
            <a:chExt cx="7060112" cy="48665"/>
          </a:xfrm>
        </p:grpSpPr>
        <p:sp>
          <p:nvSpPr>
            <p:cNvPr id="4" name="Rectangle 3">
              <a:extLst>
                <a:ext uri="{FF2B5EF4-FFF2-40B4-BE49-F238E27FC236}">
                  <a16:creationId xmlns:a16="http://schemas.microsoft.com/office/drawing/2014/main" id="{5D610C80-8590-E719-97E5-13670D0B895C}"/>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sp>
          <p:nvSpPr>
            <p:cNvPr id="5" name="Rectangle 4">
              <a:extLst>
                <a:ext uri="{FF2B5EF4-FFF2-40B4-BE49-F238E27FC236}">
                  <a16:creationId xmlns:a16="http://schemas.microsoft.com/office/drawing/2014/main" id="{5DD3DC80-C34C-A549-67C2-740FE0CC9A40}"/>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FDF5A4C6-AFB1-F8FA-DA8F-4CABEE3030CA}"/>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grpSp>
      <p:pic>
        <p:nvPicPr>
          <p:cNvPr id="7" name="Picture 9" descr="Picture 7.png">
            <a:extLst>
              <a:ext uri="{FF2B5EF4-FFF2-40B4-BE49-F238E27FC236}">
                <a16:creationId xmlns:a16="http://schemas.microsoft.com/office/drawing/2014/main" id="{621E5550-B64B-2FA7-260A-1B881466272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950075"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10">
            <a:extLst>
              <a:ext uri="{FF2B5EF4-FFF2-40B4-BE49-F238E27FC236}">
                <a16:creationId xmlns:a16="http://schemas.microsoft.com/office/drawing/2014/main" id="{0E17351A-3579-25C9-6A17-E90B46CE5112}"/>
              </a:ext>
            </a:extLst>
          </p:cNvPr>
          <p:cNvGrpSpPr>
            <a:grpSpLocks/>
          </p:cNvGrpSpPr>
          <p:nvPr userDrawn="1"/>
        </p:nvGrpSpPr>
        <p:grpSpPr bwMode="auto">
          <a:xfrm>
            <a:off x="2133600" y="6553200"/>
            <a:ext cx="7010400" cy="46038"/>
            <a:chOff x="1905000" y="6553200"/>
            <a:chExt cx="7010400" cy="45719"/>
          </a:xfrm>
        </p:grpSpPr>
        <p:sp>
          <p:nvSpPr>
            <p:cNvPr id="9" name="Rectangle 8">
              <a:extLst>
                <a:ext uri="{FF2B5EF4-FFF2-40B4-BE49-F238E27FC236}">
                  <a16:creationId xmlns:a16="http://schemas.microsoft.com/office/drawing/2014/main" id="{250CADC1-4625-05EB-57C0-BF3D08EF939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sp>
          <p:nvSpPr>
            <p:cNvPr id="10" name="Rectangle 9">
              <a:extLst>
                <a:ext uri="{FF2B5EF4-FFF2-40B4-BE49-F238E27FC236}">
                  <a16:creationId xmlns:a16="http://schemas.microsoft.com/office/drawing/2014/main" id="{D03BE7AF-F672-BCB5-928E-7FD1A4DFDD4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sp>
          <p:nvSpPr>
            <p:cNvPr id="11" name="Rectangle 10">
              <a:extLst>
                <a:ext uri="{FF2B5EF4-FFF2-40B4-BE49-F238E27FC236}">
                  <a16:creationId xmlns:a16="http://schemas.microsoft.com/office/drawing/2014/main" id="{CD427E0F-8297-44DC-127F-981371DF4D3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grpSp>
      <p:grpSp>
        <p:nvGrpSpPr>
          <p:cNvPr id="12" name="Group 14">
            <a:extLst>
              <a:ext uri="{FF2B5EF4-FFF2-40B4-BE49-F238E27FC236}">
                <a16:creationId xmlns:a16="http://schemas.microsoft.com/office/drawing/2014/main" id="{1868DCF1-FE26-1AF2-5366-286BD955F2A9}"/>
              </a:ext>
            </a:extLst>
          </p:cNvPr>
          <p:cNvGrpSpPr>
            <a:grpSpLocks/>
          </p:cNvGrpSpPr>
          <p:nvPr userDrawn="1"/>
        </p:nvGrpSpPr>
        <p:grpSpPr bwMode="auto">
          <a:xfrm>
            <a:off x="0" y="1295400"/>
            <a:ext cx="7010400" cy="46038"/>
            <a:chOff x="1905000" y="6553200"/>
            <a:chExt cx="7010400" cy="45719"/>
          </a:xfrm>
        </p:grpSpPr>
        <p:sp>
          <p:nvSpPr>
            <p:cNvPr id="13" name="Rectangle 12">
              <a:extLst>
                <a:ext uri="{FF2B5EF4-FFF2-40B4-BE49-F238E27FC236}">
                  <a16:creationId xmlns:a16="http://schemas.microsoft.com/office/drawing/2014/main" id="{89ADC7E8-02BD-79B9-B567-41CB94B28D8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sp>
          <p:nvSpPr>
            <p:cNvPr id="14" name="Rectangle 13">
              <a:extLst>
                <a:ext uri="{FF2B5EF4-FFF2-40B4-BE49-F238E27FC236}">
                  <a16:creationId xmlns:a16="http://schemas.microsoft.com/office/drawing/2014/main" id="{CCF4A16B-C41B-FC9F-9ACA-5EC30A1496D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sp>
          <p:nvSpPr>
            <p:cNvPr id="15" name="Rectangle 14">
              <a:extLst>
                <a:ext uri="{FF2B5EF4-FFF2-40B4-BE49-F238E27FC236}">
                  <a16:creationId xmlns:a16="http://schemas.microsoft.com/office/drawing/2014/main" id="{5160DCE9-1ECF-636B-405E-2BD616C4663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grpSp>
      <p:sp>
        <p:nvSpPr>
          <p:cNvPr id="3" name="Content Placeholder 2"/>
          <p:cNvSpPr>
            <a:spLocks noGrp="1"/>
          </p:cNvSpPr>
          <p:nvPr>
            <p:ph idx="1"/>
          </p:nvPr>
        </p:nvSpPr>
        <p:spPr>
          <a:xfrm>
            <a:off x="152400" y="1417319"/>
            <a:ext cx="8839200" cy="4907281"/>
          </a:xfrm>
          <a:gradFill>
            <a:gsLst>
              <a:gs pos="0">
                <a:schemeClr val="accent4">
                  <a:lumMod val="4000"/>
                  <a:lumOff val="96000"/>
                  <a:alpha val="36000"/>
                </a:schemeClr>
              </a:gs>
              <a:gs pos="35000">
                <a:schemeClr val="accent3">
                  <a:lumMod val="9000"/>
                  <a:lumOff val="91000"/>
                  <a:alpha val="39000"/>
                </a:schemeClr>
              </a:gs>
              <a:gs pos="100000">
                <a:schemeClr val="accent4">
                  <a:lumMod val="0"/>
                  <a:lumOff val="100000"/>
                  <a:alpha val="54000"/>
                </a:schemeClr>
              </a:gs>
            </a:gsLst>
          </a:gradFill>
          <a:ln>
            <a:noFill/>
          </a:ln>
          <a:effectLst>
            <a:softEdge rad="50800"/>
          </a:effectLst>
        </p:spPr>
        <p:style>
          <a:lnRef idx="1">
            <a:schemeClr val="accent3"/>
          </a:lnRef>
          <a:fillRef idx="2">
            <a:schemeClr val="accent3"/>
          </a:fillRef>
          <a:effectRef idx="1">
            <a:schemeClr val="accent3"/>
          </a:effectRef>
          <a:fontRef idx="none"/>
        </p:style>
        <p:txBody>
          <a:bodyPr lIns="72000" tIns="36000" rIns="72000" bIns="36000"/>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400">
                <a:latin typeface="Arial" pitchFamily="34" charset="0"/>
                <a:cs typeface="Arial" pitchFamily="34" charset="0"/>
              </a:defRPr>
            </a:lvl2pPr>
            <a:lvl3pPr>
              <a:defRPr sz="2000"/>
            </a:lvl3pPr>
            <a:lvl4pPr>
              <a:defRPr baseline="0"/>
            </a:lvl4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8" name="Rectangle 2" descr="Large confetti"/>
          <p:cNvSpPr>
            <a:spLocks noGrp="1" noChangeArrowheads="1"/>
          </p:cNvSpPr>
          <p:nvPr>
            <p:ph type="title" idx="4294967295"/>
          </p:nvPr>
        </p:nvSpPr>
        <p:spPr>
          <a:xfrm>
            <a:off x="66239" y="26442"/>
            <a:ext cx="6791761" cy="1192758"/>
          </a:xfrm>
        </p:spPr>
        <p:txBody>
          <a:bodyPr>
            <a:noAutofit/>
          </a:bodyPr>
          <a:lstStyle>
            <a:lvl1pPr algn="l" eaLnBrk="1" hangingPunct="1">
              <a:defRPr sz="3600">
                <a:latin typeface="Arial" panose="020B0604020202020204" pitchFamily="34" charset="0"/>
                <a:cs typeface="Arial" panose="020B0604020202020204" pitchFamily="34" charset="0"/>
              </a:defRPr>
            </a:lvl1pPr>
          </a:lstStyle>
          <a:p>
            <a:r>
              <a:rPr lang="en-US"/>
              <a:t>Click to edit Master title style</a:t>
            </a:r>
            <a:endParaRPr lang="en-US" altLang="en-US" dirty="0"/>
          </a:p>
        </p:txBody>
      </p:sp>
      <p:sp>
        <p:nvSpPr>
          <p:cNvPr id="16" name="Date Placeholder 15">
            <a:extLst>
              <a:ext uri="{FF2B5EF4-FFF2-40B4-BE49-F238E27FC236}">
                <a16:creationId xmlns:a16="http://schemas.microsoft.com/office/drawing/2014/main" id="{410F8F80-B0D8-28EA-C955-58ED51FC90FC}"/>
              </a:ext>
            </a:extLst>
          </p:cNvPr>
          <p:cNvSpPr>
            <a:spLocks noGrp="1"/>
          </p:cNvSpPr>
          <p:nvPr>
            <p:ph type="dt" sz="half" idx="10"/>
          </p:nvPr>
        </p:nvSpPr>
        <p:spPr/>
        <p:txBody>
          <a:bodyPr/>
          <a:lstStyle/>
          <a:p>
            <a:pPr>
              <a:defRPr/>
            </a:pPr>
            <a:r>
              <a:rPr lang="en-US"/>
              <a:t>April 11-12-13, 2025</a:t>
            </a:r>
          </a:p>
        </p:txBody>
      </p:sp>
      <p:sp>
        <p:nvSpPr>
          <p:cNvPr id="17" name="Footer Placeholder 16">
            <a:extLst>
              <a:ext uri="{FF2B5EF4-FFF2-40B4-BE49-F238E27FC236}">
                <a16:creationId xmlns:a16="http://schemas.microsoft.com/office/drawing/2014/main" id="{4776F6E8-1A39-D4FF-7F34-314BAB5D274D}"/>
              </a:ext>
            </a:extLst>
          </p:cNvPr>
          <p:cNvSpPr>
            <a:spLocks noGrp="1"/>
          </p:cNvSpPr>
          <p:nvPr>
            <p:ph type="ftr" sz="quarter" idx="11"/>
          </p:nvPr>
        </p:nvSpPr>
        <p:spPr/>
        <p:txBody>
          <a:bodyPr/>
          <a:lstStyle/>
          <a:p>
            <a:pPr>
              <a:defRPr/>
            </a:pPr>
            <a:r>
              <a:rPr lang="en-US"/>
              <a:t>DevOps</a:t>
            </a:r>
          </a:p>
        </p:txBody>
      </p:sp>
      <p:sp>
        <p:nvSpPr>
          <p:cNvPr id="19" name="Slide Number Placeholder 18">
            <a:extLst>
              <a:ext uri="{FF2B5EF4-FFF2-40B4-BE49-F238E27FC236}">
                <a16:creationId xmlns:a16="http://schemas.microsoft.com/office/drawing/2014/main" id="{855A0313-9D69-1005-40A4-B989744A4CE9}"/>
              </a:ext>
            </a:extLst>
          </p:cNvPr>
          <p:cNvSpPr>
            <a:spLocks noGrp="1"/>
          </p:cNvSpPr>
          <p:nvPr>
            <p:ph type="sldNum" sz="quarter" idx="12"/>
          </p:nvPr>
        </p:nvSpPr>
        <p:spPr/>
        <p:txBody>
          <a:bodyPr/>
          <a:lstStyle/>
          <a:p>
            <a:pPr>
              <a:defRPr/>
            </a:pPr>
            <a:fld id="{A6F71B28-9D07-487C-99CF-53688178DCAE}" type="slidenum">
              <a:rPr lang="en-US" altLang="en-US" smtClean="0"/>
              <a:pPr>
                <a:defRPr/>
              </a:pPr>
              <a:t>‹#›</a:t>
            </a:fld>
            <a:endParaRPr lang="en-US" altLang="en-US"/>
          </a:p>
        </p:txBody>
      </p:sp>
    </p:spTree>
    <p:extLst>
      <p:ext uri="{BB962C8B-B14F-4D97-AF65-F5344CB8AC3E}">
        <p14:creationId xmlns:p14="http://schemas.microsoft.com/office/powerpoint/2010/main" val="308754706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April 11-12-13, 2025</a:t>
            </a:r>
            <a:endParaRPr lang="en-IN"/>
          </a:p>
        </p:txBody>
      </p:sp>
      <p:sp>
        <p:nvSpPr>
          <p:cNvPr id="5" name="Footer Placeholder 4"/>
          <p:cNvSpPr>
            <a:spLocks noGrp="1"/>
          </p:cNvSpPr>
          <p:nvPr>
            <p:ph type="ftr" sz="quarter" idx="11"/>
          </p:nvPr>
        </p:nvSpPr>
        <p:spPr/>
        <p:txBody>
          <a:bodyPr/>
          <a:lstStyle/>
          <a:p>
            <a:r>
              <a:rPr lang="en-IN"/>
              <a:t>DevOps</a:t>
            </a:r>
          </a:p>
        </p:txBody>
      </p:sp>
      <p:sp>
        <p:nvSpPr>
          <p:cNvPr id="6" name="Slide Number Placeholder 5"/>
          <p:cNvSpPr>
            <a:spLocks noGrp="1"/>
          </p:cNvSpPr>
          <p:nvPr>
            <p:ph type="sldNum" sz="quarter" idx="12"/>
          </p:nvPr>
        </p:nvSpPr>
        <p:spPr/>
        <p:txBody>
          <a:bodyPr/>
          <a:lstStyle/>
          <a:p>
            <a:fld id="{292686BF-007F-4B2F-9680-4A509CB29272}" type="slidenum">
              <a:rPr lang="en-IN" smtClean="0"/>
              <a:t>‹#›</a:t>
            </a:fld>
            <a:endParaRPr lang="en-IN"/>
          </a:p>
        </p:txBody>
      </p:sp>
    </p:spTree>
    <p:extLst>
      <p:ext uri="{BB962C8B-B14F-4D97-AF65-F5344CB8AC3E}">
        <p14:creationId xmlns:p14="http://schemas.microsoft.com/office/powerpoint/2010/main" val="207280843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screen">
            <a:alphaModFix amt="50000"/>
            <a:extLst>
              <a:ext uri="{28A0092B-C50C-407E-A947-70E740481C1C}">
                <a14:useLocalDpi xmlns:a14="http://schemas.microsoft.com/office/drawing/2010/main"/>
              </a:ext>
            </a:extLst>
          </a:blip>
          <a:srcRect t="-543"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68444168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screen">
            <a:alphaModFix amt="50000"/>
            <a:extLst>
              <a:ext uri="{28A0092B-C50C-407E-A947-70E740481C1C}">
                <a14:useLocalDpi xmlns:a14="http://schemas.microsoft.com/office/drawing/2010/main"/>
              </a:ext>
            </a:extLst>
          </a:blip>
          <a:srcRect t="-543"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343280674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screen">
            <a:alphaModFix amt="50000"/>
            <a:extLst>
              <a:ext uri="{28A0092B-C50C-407E-A947-70E740481C1C}">
                <a14:useLocalDpi xmlns:a14="http://schemas.microsoft.com/office/drawing/2010/main"/>
              </a:ext>
            </a:extLst>
          </a:blip>
          <a:srcRect t="-543"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305777073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screen">
            <a:alphaModFix amt="50000"/>
            <a:extLst>
              <a:ext uri="{28A0092B-C50C-407E-A947-70E740481C1C}">
                <a14:useLocalDpi xmlns:a14="http://schemas.microsoft.com/office/drawing/2010/main"/>
              </a:ext>
            </a:extLst>
          </a:blip>
          <a:srcRect t="-543"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54157647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a:t>April 11-12-13, 2025</a:t>
            </a:r>
            <a:endParaRPr lang="en-IN"/>
          </a:p>
        </p:txBody>
      </p:sp>
      <p:sp>
        <p:nvSpPr>
          <p:cNvPr id="6" name="Footer Placeholder 5"/>
          <p:cNvSpPr>
            <a:spLocks noGrp="1"/>
          </p:cNvSpPr>
          <p:nvPr>
            <p:ph type="ftr" sz="quarter" idx="11"/>
          </p:nvPr>
        </p:nvSpPr>
        <p:spPr/>
        <p:txBody>
          <a:bodyPr/>
          <a:lstStyle/>
          <a:p>
            <a:r>
              <a:rPr lang="en-IN"/>
              <a:t>DevOps</a:t>
            </a:r>
          </a:p>
        </p:txBody>
      </p:sp>
      <p:sp>
        <p:nvSpPr>
          <p:cNvPr id="7" name="Slide Number Placeholder 6"/>
          <p:cNvSpPr>
            <a:spLocks noGrp="1"/>
          </p:cNvSpPr>
          <p:nvPr>
            <p:ph type="sldNum" sz="quarter" idx="12"/>
          </p:nvPr>
        </p:nvSpPr>
        <p:spPr/>
        <p:txBody>
          <a:bodyPr/>
          <a:lstStyle/>
          <a:p>
            <a:fld id="{4005F80C-EDE9-4689-8A80-FF4B0462483A}" type="slidenum">
              <a:rPr lang="en-IN" smtClean="0"/>
              <a:t>‹#›</a:t>
            </a:fld>
            <a:endParaRPr lang="en-IN"/>
          </a:p>
        </p:txBody>
      </p:sp>
    </p:spTree>
    <p:extLst>
      <p:ext uri="{BB962C8B-B14F-4D97-AF65-F5344CB8AC3E}">
        <p14:creationId xmlns:p14="http://schemas.microsoft.com/office/powerpoint/2010/main" val="429270347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a:t>April 11-12-13, 2025</a:t>
            </a:r>
            <a:endParaRPr lang="en-IN"/>
          </a:p>
        </p:txBody>
      </p:sp>
      <p:sp>
        <p:nvSpPr>
          <p:cNvPr id="4" name="Footer Placeholder 3"/>
          <p:cNvSpPr>
            <a:spLocks noGrp="1"/>
          </p:cNvSpPr>
          <p:nvPr>
            <p:ph type="ftr" sz="quarter" idx="11"/>
          </p:nvPr>
        </p:nvSpPr>
        <p:spPr/>
        <p:txBody>
          <a:bodyPr/>
          <a:lstStyle/>
          <a:p>
            <a:r>
              <a:rPr lang="en-IN"/>
              <a:t>DevOps</a:t>
            </a:r>
          </a:p>
        </p:txBody>
      </p:sp>
      <p:sp>
        <p:nvSpPr>
          <p:cNvPr id="5" name="Slide Number Placeholder 4"/>
          <p:cNvSpPr>
            <a:spLocks noGrp="1"/>
          </p:cNvSpPr>
          <p:nvPr>
            <p:ph type="sldNum" sz="quarter" idx="12"/>
          </p:nvPr>
        </p:nvSpPr>
        <p:spPr/>
        <p:txBody>
          <a:bodyPr/>
          <a:lstStyle/>
          <a:p>
            <a:fld id="{4005F80C-EDE9-4689-8A80-FF4B0462483A}" type="slidenum">
              <a:rPr lang="en-IN" smtClean="0"/>
              <a:t>‹#›</a:t>
            </a:fld>
            <a:endParaRPr lang="en-IN"/>
          </a:p>
        </p:txBody>
      </p:sp>
    </p:spTree>
    <p:extLst>
      <p:ext uri="{BB962C8B-B14F-4D97-AF65-F5344CB8AC3E}">
        <p14:creationId xmlns:p14="http://schemas.microsoft.com/office/powerpoint/2010/main" val="170081066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Custom Layout">
  <p:cSld name="1_Custom Layout">
    <p:spTree>
      <p:nvGrpSpPr>
        <p:cNvPr id="1" name="Shape 85"/>
        <p:cNvGrpSpPr/>
        <p:nvPr/>
      </p:nvGrpSpPr>
      <p:grpSpPr>
        <a:xfrm>
          <a:off x="0" y="0"/>
          <a:ext cx="0" cy="0"/>
          <a:chOff x="0" y="0"/>
          <a:chExt cx="0" cy="0"/>
        </a:xfrm>
      </p:grpSpPr>
      <p:pic>
        <p:nvPicPr>
          <p:cNvPr id="86" name="Google Shape;86;p14"/>
          <p:cNvPicPr preferRelativeResize="0"/>
          <p:nvPr/>
        </p:nvPicPr>
        <p:blipFill rotWithShape="1">
          <a:blip r:embed="rId2">
            <a:alphaModFix/>
          </a:blip>
          <a:srcRect/>
          <a:stretch/>
        </p:blipFill>
        <p:spPr>
          <a:xfrm>
            <a:off x="8001292" y="291069"/>
            <a:ext cx="938445" cy="267720"/>
          </a:xfrm>
          <a:prstGeom prst="rect">
            <a:avLst/>
          </a:prstGeom>
          <a:noFill/>
          <a:ln>
            <a:noFill/>
          </a:ln>
        </p:spPr>
      </p:pic>
      <p:sp>
        <p:nvSpPr>
          <p:cNvPr id="87" name="Google Shape;87;p14"/>
          <p:cNvSpPr txBox="1">
            <a:spLocks noGrp="1"/>
          </p:cNvSpPr>
          <p:nvPr>
            <p:ph type="title"/>
          </p:nvPr>
        </p:nvSpPr>
        <p:spPr>
          <a:xfrm>
            <a:off x="201930" y="289511"/>
            <a:ext cx="6655928" cy="1167096"/>
          </a:xfrm>
          <a:prstGeom prst="rect">
            <a:avLst/>
          </a:prstGeom>
          <a:noFill/>
          <a:ln>
            <a:noFill/>
          </a:ln>
        </p:spPr>
        <p:txBody>
          <a:bodyPr spcFirstLastPara="1" wrap="square" lIns="146300" tIns="91425" rIns="146300" bIns="91425" anchor="t"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562751357"/>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936A51-865F-5BF8-A181-2C03906AB6E7}"/>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8FE7A90F-49E0-57BC-3B9E-088CF6DA0737}"/>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664EFD6A-7F19-3BF2-9C8B-011FDA0368DE}"/>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B1A9F51B-F4C5-D2E7-D4B3-E892AC151D6D}"/>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9422AAD3-DBA9-FF68-1691-23C1691C1E46}"/>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429B574B-4B98-856D-BAA1-4EB0C758FE6E}"/>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7">
            <a:extLst>
              <a:ext uri="{FF2B5EF4-FFF2-40B4-BE49-F238E27FC236}">
                <a16:creationId xmlns:a16="http://schemas.microsoft.com/office/drawing/2014/main" id="{ED2866AC-E48B-8844-14D9-4F9C70DFA8D2}"/>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7045478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F318323-D2FE-DDA9-32A8-C8B110171B7D}"/>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BA8318A4-A016-568D-FD93-F033D98A5D6C}"/>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F10B4E07-A570-1622-4E22-28E51D5A60D9}"/>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FE14E41F-2DEF-6222-9DF7-D5B5B36C52B2}"/>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14589CA7-669E-4313-D646-48D35A9F8FFA}"/>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9E1F527E-7A10-EA3B-A005-8C842CFA7C06}"/>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409673BA-DB50-CDBD-D6F1-92CBEBE97EDF}"/>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57625649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4144A7D0-47FF-FA67-CE8C-EEA08B58250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1A78C55F-CC05-4130-55CB-A4C53D733997}"/>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C6D1DB66-6660-53B4-73A9-D8488A3FDCC4}"/>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B693C9DD-C6E2-D6EE-DD18-474C0B3EBCA6}"/>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BD19839F-0217-C7AD-9BF1-2C0BD51508E2}"/>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978F3670-64DB-4DA1-39BD-8AEE3FFA775E}"/>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TextBox 7">
            <a:extLst>
              <a:ext uri="{FF2B5EF4-FFF2-40B4-BE49-F238E27FC236}">
                <a16:creationId xmlns:a16="http://schemas.microsoft.com/office/drawing/2014/main" id="{3DE05078-B0CC-595D-452A-122DA358BB3E}"/>
              </a:ext>
            </a:extLst>
          </p:cNvPr>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B79713D3-E8D0-A6EC-F274-F915E3A2D38C}"/>
              </a:ext>
            </a:extLst>
          </p:cNvPr>
          <p:cNvSpPr txBox="1">
            <a:spLocks noChangeArrowheads="1"/>
          </p:cNvSpPr>
          <p:nvPr userDrawn="1"/>
        </p:nvSpPr>
        <p:spPr bwMode="auto">
          <a:xfrm>
            <a:off x="7086600" y="11715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3176721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1CB9EC-E333-8DBD-82C9-9AF4DB4BFD11}"/>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4" name="Group 11">
            <a:extLst>
              <a:ext uri="{FF2B5EF4-FFF2-40B4-BE49-F238E27FC236}">
                <a16:creationId xmlns:a16="http://schemas.microsoft.com/office/drawing/2014/main" id="{02B94DBA-8331-1DC5-B234-E8CAF93B0F5C}"/>
              </a:ext>
            </a:extLst>
          </p:cNvPr>
          <p:cNvGrpSpPr>
            <a:grpSpLocks/>
          </p:cNvGrpSpPr>
          <p:nvPr userDrawn="1"/>
        </p:nvGrpSpPr>
        <p:grpSpPr bwMode="auto">
          <a:xfrm>
            <a:off x="2084388" y="6550025"/>
            <a:ext cx="7059612" cy="49213"/>
            <a:chOff x="2083888" y="6550671"/>
            <a:chExt cx="7060112" cy="48665"/>
          </a:xfrm>
        </p:grpSpPr>
        <p:sp>
          <p:nvSpPr>
            <p:cNvPr id="5" name="Rectangle 4">
              <a:extLst>
                <a:ext uri="{FF2B5EF4-FFF2-40B4-BE49-F238E27FC236}">
                  <a16:creationId xmlns:a16="http://schemas.microsoft.com/office/drawing/2014/main" id="{9C1DDF90-E129-1D43-78B5-4C30E4F769B5}"/>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D4509702-0F4B-A08D-CF5C-8E4ED61B0E8F}"/>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FCBA6CE2-3D2A-2C0C-E95C-AC2BB4D8488B}"/>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D07A0AD6-43D1-52AF-62EE-795589B2FA07}"/>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F73C6ACE-7917-B8B9-DD1A-006AF691C064}"/>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7BFDA817-FF82-D3EB-6496-4FABD5A12BC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3CACB537-9B11-1414-4CEA-09934FEF57B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0BA10614-FB35-231F-85B1-BCD354DFAF4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4AF2F2C7-91CE-CBA5-17AF-74AAB7AB6D9D}"/>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27C4874E-F975-C8E5-0390-4A3C64CC597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9A8E40C8-B68E-DBAB-BC6F-949098136F0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03437B36-E60A-14D4-6FA3-438D3D77CA56}"/>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7" name="Date Placeholder 22">
            <a:extLst>
              <a:ext uri="{FF2B5EF4-FFF2-40B4-BE49-F238E27FC236}">
                <a16:creationId xmlns:a16="http://schemas.microsoft.com/office/drawing/2014/main" id="{C443D6FC-4C85-9170-E3ED-B26E16754533}"/>
              </a:ext>
            </a:extLst>
          </p:cNvPr>
          <p:cNvSpPr>
            <a:spLocks noGrp="1"/>
          </p:cNvSpPr>
          <p:nvPr>
            <p:ph type="dt" sz="half" idx="11"/>
          </p:nvPr>
        </p:nvSpPr>
        <p:spPr/>
        <p:txBody>
          <a:bodyPr/>
          <a:lstStyle>
            <a:lvl1pPr>
              <a:defRPr/>
            </a:lvl1pPr>
          </a:lstStyle>
          <a:p>
            <a:pPr>
              <a:defRPr/>
            </a:pPr>
            <a:r>
              <a:rPr lang="en-US"/>
              <a:t>April 18-19-20, 2025</a:t>
            </a:r>
          </a:p>
        </p:txBody>
      </p:sp>
      <p:sp>
        <p:nvSpPr>
          <p:cNvPr id="18" name="Footer Placeholder 23">
            <a:extLst>
              <a:ext uri="{FF2B5EF4-FFF2-40B4-BE49-F238E27FC236}">
                <a16:creationId xmlns:a16="http://schemas.microsoft.com/office/drawing/2014/main" id="{86B09125-F981-FB96-5180-3B40CCB787A4}"/>
              </a:ext>
            </a:extLst>
          </p:cNvPr>
          <p:cNvSpPr>
            <a:spLocks noGrp="1"/>
          </p:cNvSpPr>
          <p:nvPr>
            <p:ph type="ftr" sz="quarter" idx="12"/>
          </p:nvPr>
        </p:nvSpPr>
        <p:spPr/>
        <p:txBody>
          <a:bodyPr/>
          <a:lstStyle>
            <a:lvl1pPr>
              <a:defRPr/>
            </a:lvl1pPr>
          </a:lstStyle>
          <a:p>
            <a:pPr>
              <a:defRPr/>
            </a:pPr>
            <a:r>
              <a:rPr lang="en-US"/>
              <a:t>DevOps</a:t>
            </a:r>
          </a:p>
        </p:txBody>
      </p:sp>
      <p:sp>
        <p:nvSpPr>
          <p:cNvPr id="19" name="Slide Number Placeholder 24">
            <a:extLst>
              <a:ext uri="{FF2B5EF4-FFF2-40B4-BE49-F238E27FC236}">
                <a16:creationId xmlns:a16="http://schemas.microsoft.com/office/drawing/2014/main" id="{7C9E8143-8439-5C94-24FC-4A8A3C030CF4}"/>
              </a:ext>
            </a:extLst>
          </p:cNvPr>
          <p:cNvSpPr>
            <a:spLocks noGrp="1"/>
          </p:cNvSpPr>
          <p:nvPr>
            <p:ph type="sldNum" sz="quarter" idx="13"/>
          </p:nvPr>
        </p:nvSpPr>
        <p:spPr/>
        <p:txBody>
          <a:bodyPr/>
          <a:lstStyle>
            <a:lvl1pPr>
              <a:defRPr smtClean="0"/>
            </a:lvl1pPr>
          </a:lstStyle>
          <a:p>
            <a:pPr>
              <a:defRPr/>
            </a:pPr>
            <a:fld id="{AC2E16BD-42D4-4772-9AB0-6D5D40B19B26}" type="slidenum">
              <a:rPr lang="en-US" altLang="en-US"/>
              <a:pPr>
                <a:defRPr/>
              </a:pPr>
              <a:t>‹#›</a:t>
            </a:fld>
            <a:endParaRPr lang="en-US" altLang="en-US"/>
          </a:p>
        </p:txBody>
      </p:sp>
    </p:spTree>
    <p:extLst>
      <p:ext uri="{BB962C8B-B14F-4D97-AF65-F5344CB8AC3E}">
        <p14:creationId xmlns:p14="http://schemas.microsoft.com/office/powerpoint/2010/main" val="379371405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239C4FBE-82F2-9229-DB10-E17C0BBA73BB}"/>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B2C79090-B54C-AB71-7F06-BFCA4BD8D6EE}"/>
              </a:ext>
            </a:extLst>
          </p:cNvPr>
          <p:cNvGrpSpPr>
            <a:grpSpLocks/>
          </p:cNvGrpSpPr>
          <p:nvPr userDrawn="1"/>
        </p:nvGrpSpPr>
        <p:grpSpPr bwMode="auto">
          <a:xfrm>
            <a:off x="0" y="1295400"/>
            <a:ext cx="7010400" cy="46038"/>
            <a:chOff x="1905000" y="6553200"/>
            <a:chExt cx="7010400" cy="45719"/>
          </a:xfrm>
        </p:grpSpPr>
        <p:sp>
          <p:nvSpPr>
            <p:cNvPr id="6" name="Rectangle 5">
              <a:extLst>
                <a:ext uri="{FF2B5EF4-FFF2-40B4-BE49-F238E27FC236}">
                  <a16:creationId xmlns:a16="http://schemas.microsoft.com/office/drawing/2014/main" id="{0BDAFDC6-4F5F-F4D1-D56A-1BB75889294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AC1CB480-15D3-52D0-E641-BF068B2AD59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C9056E68-FBBC-DCA2-E0AD-BD5992DFFE4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28">
            <a:extLst>
              <a:ext uri="{FF2B5EF4-FFF2-40B4-BE49-F238E27FC236}">
                <a16:creationId xmlns:a16="http://schemas.microsoft.com/office/drawing/2014/main" id="{3797AC7A-B401-AF32-9C10-259B2A61C29B}"/>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9E306995-FD06-A0CF-0321-3E1A6480753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6D6986C1-54B1-DCE5-3461-16EE69F6219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2125AA8F-95B9-F59B-AADB-1E2748A2EF1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3" name="TextBox 12">
            <a:extLst>
              <a:ext uri="{FF2B5EF4-FFF2-40B4-BE49-F238E27FC236}">
                <a16:creationId xmlns:a16="http://schemas.microsoft.com/office/drawing/2014/main" id="{D65112EF-ACF9-2599-4175-B16EC5311154}"/>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17619193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16DC4A5B-62D6-5BA8-A5DE-9A4215E86189}"/>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6445713C-F768-089E-F6CB-EE2E4B7FE4F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8D7BB0B9-C0EE-CD61-6230-00CDD9F22897}"/>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AC80AD11-1276-CC92-8468-A5AD78EB084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1" name="Group 15">
            <a:extLst>
              <a:ext uri="{FF2B5EF4-FFF2-40B4-BE49-F238E27FC236}">
                <a16:creationId xmlns:a16="http://schemas.microsoft.com/office/drawing/2014/main" id="{C888C89E-9A03-D025-8604-45479AC08BA0}"/>
              </a:ext>
            </a:extLst>
          </p:cNvPr>
          <p:cNvGrpSpPr>
            <a:grpSpLocks/>
          </p:cNvGrpSpPr>
          <p:nvPr userDrawn="1"/>
        </p:nvGrpSpPr>
        <p:grpSpPr bwMode="auto">
          <a:xfrm>
            <a:off x="2133600" y="6553200"/>
            <a:ext cx="7010400" cy="46038"/>
            <a:chOff x="1905000" y="6553200"/>
            <a:chExt cx="7010400" cy="45719"/>
          </a:xfrm>
        </p:grpSpPr>
        <p:sp>
          <p:nvSpPr>
            <p:cNvPr id="12" name="Rectangle 11">
              <a:extLst>
                <a:ext uri="{FF2B5EF4-FFF2-40B4-BE49-F238E27FC236}">
                  <a16:creationId xmlns:a16="http://schemas.microsoft.com/office/drawing/2014/main" id="{87C6E145-B730-CA54-7ED1-E6787FCC5DE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5C98971B-B7E0-6853-1407-600D24DF6FC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BAA185EF-3F65-0C3C-D260-C18CB650048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5" name="Picture 13" descr="Picture 7.png">
            <a:extLst>
              <a:ext uri="{FF2B5EF4-FFF2-40B4-BE49-F238E27FC236}">
                <a16:creationId xmlns:a16="http://schemas.microsoft.com/office/drawing/2014/main" id="{978CB763-E41C-9F28-BA96-8746BB74EAA9}"/>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751AB4D7-DD6B-851A-FD63-CBE1CC9D9845}"/>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54141784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FFC783D7-6EFB-6824-7BFA-6A2D0FBD53BD}"/>
              </a:ext>
            </a:extLst>
          </p:cNvPr>
          <p:cNvGrpSpPr>
            <a:grpSpLocks/>
          </p:cNvGrpSpPr>
          <p:nvPr userDrawn="1"/>
        </p:nvGrpSpPr>
        <p:grpSpPr bwMode="auto">
          <a:xfrm>
            <a:off x="0" y="1295400"/>
            <a:ext cx="7010400" cy="46038"/>
            <a:chOff x="1905000" y="6553200"/>
            <a:chExt cx="7010400" cy="45719"/>
          </a:xfrm>
        </p:grpSpPr>
        <p:sp>
          <p:nvSpPr>
            <p:cNvPr id="3" name="Rectangle 2">
              <a:extLst>
                <a:ext uri="{FF2B5EF4-FFF2-40B4-BE49-F238E27FC236}">
                  <a16:creationId xmlns:a16="http://schemas.microsoft.com/office/drawing/2014/main" id="{4488B98C-E646-776E-AD58-36143442728A}"/>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3CDDC957-3154-C571-51CA-0B2F0083542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39E8E282-6573-6F1E-4D3D-C824178C875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10">
            <a:extLst>
              <a:ext uri="{FF2B5EF4-FFF2-40B4-BE49-F238E27FC236}">
                <a16:creationId xmlns:a16="http://schemas.microsoft.com/office/drawing/2014/main" id="{37F9FB98-829B-D4E0-AC2A-8964A51B080F}"/>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484501FC-F09C-CEE8-0699-BF2C135CF29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1966430C-CDFA-E48D-5CEE-4DDE0083558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43D84E85-B35D-4EC6-7FE3-E2A487EC979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C4851176-F3FD-F9EC-EB51-BC5A60881E49}"/>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070B7FC8-B30F-0187-A4C8-3720D759AE73}"/>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3" name="Date Placeholder 12">
            <a:extLst>
              <a:ext uri="{FF2B5EF4-FFF2-40B4-BE49-F238E27FC236}">
                <a16:creationId xmlns:a16="http://schemas.microsoft.com/office/drawing/2014/main" id="{3F27C6E1-2C18-0F36-AA3C-1526CB6D8733}"/>
              </a:ext>
            </a:extLst>
          </p:cNvPr>
          <p:cNvSpPr>
            <a:spLocks noGrp="1"/>
          </p:cNvSpPr>
          <p:nvPr>
            <p:ph type="dt" sz="half" idx="11"/>
          </p:nvPr>
        </p:nvSpPr>
        <p:spPr/>
        <p:txBody>
          <a:bodyPr/>
          <a:lstStyle>
            <a:lvl1pPr>
              <a:defRPr/>
            </a:lvl1pPr>
          </a:lstStyle>
          <a:p>
            <a:pPr>
              <a:defRPr/>
            </a:pPr>
            <a:r>
              <a:rPr lang="en-US"/>
              <a:t>April 18-19-20, 2025</a:t>
            </a:r>
          </a:p>
        </p:txBody>
      </p:sp>
      <p:sp>
        <p:nvSpPr>
          <p:cNvPr id="14" name="Footer Placeholder 13">
            <a:extLst>
              <a:ext uri="{FF2B5EF4-FFF2-40B4-BE49-F238E27FC236}">
                <a16:creationId xmlns:a16="http://schemas.microsoft.com/office/drawing/2014/main" id="{EE4EDE8A-EB73-536C-FE8A-B0438C3BD0CD}"/>
              </a:ext>
            </a:extLst>
          </p:cNvPr>
          <p:cNvSpPr>
            <a:spLocks noGrp="1"/>
          </p:cNvSpPr>
          <p:nvPr>
            <p:ph type="ftr" sz="quarter" idx="12"/>
          </p:nvPr>
        </p:nvSpPr>
        <p:spPr/>
        <p:txBody>
          <a:bodyPr/>
          <a:lstStyle>
            <a:lvl1pPr>
              <a:defRPr/>
            </a:lvl1pPr>
          </a:lstStyle>
          <a:p>
            <a:pPr>
              <a:defRPr/>
            </a:pPr>
            <a:r>
              <a:rPr lang="en-US"/>
              <a:t>DevOps</a:t>
            </a:r>
          </a:p>
        </p:txBody>
      </p:sp>
      <p:sp>
        <p:nvSpPr>
          <p:cNvPr id="15" name="Slide Number Placeholder 14">
            <a:extLst>
              <a:ext uri="{FF2B5EF4-FFF2-40B4-BE49-F238E27FC236}">
                <a16:creationId xmlns:a16="http://schemas.microsoft.com/office/drawing/2014/main" id="{B5A1BB6E-3E73-9990-B230-F04A4B629727}"/>
              </a:ext>
            </a:extLst>
          </p:cNvPr>
          <p:cNvSpPr>
            <a:spLocks noGrp="1"/>
          </p:cNvSpPr>
          <p:nvPr>
            <p:ph type="sldNum" sz="quarter" idx="13"/>
          </p:nvPr>
        </p:nvSpPr>
        <p:spPr/>
        <p:txBody>
          <a:bodyPr/>
          <a:lstStyle>
            <a:lvl1pPr>
              <a:defRPr smtClean="0"/>
            </a:lvl1pPr>
          </a:lstStyle>
          <a:p>
            <a:pPr>
              <a:defRPr/>
            </a:pPr>
            <a:fld id="{C049DAD1-D349-448D-948E-5622F93610C3}" type="slidenum">
              <a:rPr lang="en-US" altLang="en-US"/>
              <a:pPr>
                <a:defRPr/>
              </a:pPr>
              <a:t>‹#›</a:t>
            </a:fld>
            <a:endParaRPr lang="en-US" altLang="en-US"/>
          </a:p>
        </p:txBody>
      </p:sp>
    </p:spTree>
    <p:extLst>
      <p:ext uri="{BB962C8B-B14F-4D97-AF65-F5344CB8AC3E}">
        <p14:creationId xmlns:p14="http://schemas.microsoft.com/office/powerpoint/2010/main" val="73859770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D82815BD-D836-C88E-9528-4C9EC6419BB2}"/>
              </a:ext>
            </a:extLst>
          </p:cNvPr>
          <p:cNvGrpSpPr>
            <a:grpSpLocks/>
          </p:cNvGrpSpPr>
          <p:nvPr userDrawn="1"/>
        </p:nvGrpSpPr>
        <p:grpSpPr bwMode="auto">
          <a:xfrm>
            <a:off x="0" y="1295400"/>
            <a:ext cx="7010400" cy="46038"/>
            <a:chOff x="1905000" y="6553200"/>
            <a:chExt cx="7010400" cy="45719"/>
          </a:xfrm>
        </p:grpSpPr>
        <p:sp>
          <p:nvSpPr>
            <p:cNvPr id="5" name="Rectangle 4">
              <a:extLst>
                <a:ext uri="{FF2B5EF4-FFF2-40B4-BE49-F238E27FC236}">
                  <a16:creationId xmlns:a16="http://schemas.microsoft.com/office/drawing/2014/main" id="{F5B82616-9E7D-0D3C-3690-A2F790DF84C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207074A1-B0F3-45EA-99AA-C20E9F742EE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3CDC95BC-98B8-689A-5441-84DE009F0E0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13">
            <a:extLst>
              <a:ext uri="{FF2B5EF4-FFF2-40B4-BE49-F238E27FC236}">
                <a16:creationId xmlns:a16="http://schemas.microsoft.com/office/drawing/2014/main" id="{14C5C22D-56A2-8D6A-39ED-7927CD0637DF}"/>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337D1A47-012D-0513-EA21-1B6362ABBDA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E49E1040-60B6-72A9-6745-25EA99272B0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56C5900F-D477-2EC5-DA83-C9B9964437C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3" name="Picture 14" descr="Picture 7.png">
            <a:extLst>
              <a:ext uri="{FF2B5EF4-FFF2-40B4-BE49-F238E27FC236}">
                <a16:creationId xmlns:a16="http://schemas.microsoft.com/office/drawing/2014/main" id="{60363872-E1E2-DF21-5698-B8F0263938B5}"/>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E2E7AF58-5248-02A0-97C9-EC9C407C4D60}"/>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5" name="Date Placeholder 14">
            <a:extLst>
              <a:ext uri="{FF2B5EF4-FFF2-40B4-BE49-F238E27FC236}">
                <a16:creationId xmlns:a16="http://schemas.microsoft.com/office/drawing/2014/main" id="{B917F8CA-7B78-8C67-483D-ABCB8A271EFB}"/>
              </a:ext>
            </a:extLst>
          </p:cNvPr>
          <p:cNvSpPr>
            <a:spLocks noGrp="1"/>
          </p:cNvSpPr>
          <p:nvPr>
            <p:ph type="dt" sz="half" idx="14"/>
          </p:nvPr>
        </p:nvSpPr>
        <p:spPr/>
        <p:txBody>
          <a:bodyPr/>
          <a:lstStyle>
            <a:lvl1pPr>
              <a:defRPr/>
            </a:lvl1pPr>
          </a:lstStyle>
          <a:p>
            <a:pPr>
              <a:defRPr/>
            </a:pPr>
            <a:r>
              <a:rPr lang="en-US"/>
              <a:t>April 18-19-20, 2025</a:t>
            </a:r>
          </a:p>
        </p:txBody>
      </p:sp>
      <p:sp>
        <p:nvSpPr>
          <p:cNvPr id="16" name="Footer Placeholder 15">
            <a:extLst>
              <a:ext uri="{FF2B5EF4-FFF2-40B4-BE49-F238E27FC236}">
                <a16:creationId xmlns:a16="http://schemas.microsoft.com/office/drawing/2014/main" id="{F879E926-401B-3011-7012-5058DC8F21CE}"/>
              </a:ext>
            </a:extLst>
          </p:cNvPr>
          <p:cNvSpPr>
            <a:spLocks noGrp="1"/>
          </p:cNvSpPr>
          <p:nvPr>
            <p:ph type="ftr" sz="quarter" idx="15"/>
          </p:nvPr>
        </p:nvSpPr>
        <p:spPr/>
        <p:txBody>
          <a:bodyPr/>
          <a:lstStyle>
            <a:lvl1pPr>
              <a:defRPr/>
            </a:lvl1pPr>
          </a:lstStyle>
          <a:p>
            <a:pPr>
              <a:defRPr/>
            </a:pPr>
            <a:r>
              <a:rPr lang="en-US"/>
              <a:t>DevOps</a:t>
            </a:r>
          </a:p>
        </p:txBody>
      </p:sp>
      <p:sp>
        <p:nvSpPr>
          <p:cNvPr id="17" name="Slide Number Placeholder 16">
            <a:extLst>
              <a:ext uri="{FF2B5EF4-FFF2-40B4-BE49-F238E27FC236}">
                <a16:creationId xmlns:a16="http://schemas.microsoft.com/office/drawing/2014/main" id="{BDDA67F9-3250-5338-BA2B-0F03C0DCA3F3}"/>
              </a:ext>
            </a:extLst>
          </p:cNvPr>
          <p:cNvSpPr>
            <a:spLocks noGrp="1"/>
          </p:cNvSpPr>
          <p:nvPr>
            <p:ph type="sldNum" sz="quarter" idx="16"/>
          </p:nvPr>
        </p:nvSpPr>
        <p:spPr/>
        <p:txBody>
          <a:bodyPr/>
          <a:lstStyle>
            <a:lvl1pPr>
              <a:defRPr smtClean="0"/>
            </a:lvl1pPr>
          </a:lstStyle>
          <a:p>
            <a:pPr>
              <a:defRPr/>
            </a:pPr>
            <a:fld id="{2D1C34EE-F73A-46D5-8AE2-375668C63549}" type="slidenum">
              <a:rPr lang="en-US" altLang="en-US"/>
              <a:pPr>
                <a:defRPr/>
              </a:pPr>
              <a:t>‹#›</a:t>
            </a:fld>
            <a:endParaRPr lang="en-US" altLang="en-US"/>
          </a:p>
        </p:txBody>
      </p:sp>
    </p:spTree>
    <p:extLst>
      <p:ext uri="{BB962C8B-B14F-4D97-AF65-F5344CB8AC3E}">
        <p14:creationId xmlns:p14="http://schemas.microsoft.com/office/powerpoint/2010/main" val="77470265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F61B774B-470E-CF06-D926-F57D3F373B04}"/>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40272B7E-F9D3-7FBC-CFF9-8A572993E2C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ACF7CE36-F2E6-3313-ABE3-49779D0E31D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3A94D9F1-29EF-CD81-4493-6E629CDAB23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10">
            <a:extLst>
              <a:ext uri="{FF2B5EF4-FFF2-40B4-BE49-F238E27FC236}">
                <a16:creationId xmlns:a16="http://schemas.microsoft.com/office/drawing/2014/main" id="{94FAD7A0-2956-ECB0-B226-DC29779B3F5D}"/>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5266F82B-A725-4A34-F8C0-221C5898DF5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D7152847-3070-3D7C-3D46-5A0CF89711A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4A3A7083-B720-77AF-9213-42947BDCB3A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0A0064CF-FD47-B759-40A1-914AABEAF06D}"/>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6AA1158A-8B6D-6F71-E877-7C53C9A96899}"/>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6" name="Date Placeholder 15">
            <a:extLst>
              <a:ext uri="{FF2B5EF4-FFF2-40B4-BE49-F238E27FC236}">
                <a16:creationId xmlns:a16="http://schemas.microsoft.com/office/drawing/2014/main" id="{BCE15260-C368-E8F1-7DD4-C3582C5BF25D}"/>
              </a:ext>
            </a:extLst>
          </p:cNvPr>
          <p:cNvSpPr>
            <a:spLocks noGrp="1"/>
          </p:cNvSpPr>
          <p:nvPr>
            <p:ph type="dt" sz="half" idx="11"/>
          </p:nvPr>
        </p:nvSpPr>
        <p:spPr/>
        <p:txBody>
          <a:bodyPr/>
          <a:lstStyle>
            <a:lvl1pPr>
              <a:defRPr/>
            </a:lvl1pPr>
          </a:lstStyle>
          <a:p>
            <a:pPr>
              <a:defRPr/>
            </a:pPr>
            <a:r>
              <a:rPr lang="en-US"/>
              <a:t>April 18-19-20, 2025</a:t>
            </a:r>
          </a:p>
        </p:txBody>
      </p:sp>
      <p:sp>
        <p:nvSpPr>
          <p:cNvPr id="17" name="Footer Placeholder 16">
            <a:extLst>
              <a:ext uri="{FF2B5EF4-FFF2-40B4-BE49-F238E27FC236}">
                <a16:creationId xmlns:a16="http://schemas.microsoft.com/office/drawing/2014/main" id="{9652F4BA-1E33-583D-C058-61A7DCADF89D}"/>
              </a:ext>
            </a:extLst>
          </p:cNvPr>
          <p:cNvSpPr>
            <a:spLocks noGrp="1"/>
          </p:cNvSpPr>
          <p:nvPr>
            <p:ph type="ftr" sz="quarter" idx="12"/>
          </p:nvPr>
        </p:nvSpPr>
        <p:spPr/>
        <p:txBody>
          <a:bodyPr/>
          <a:lstStyle>
            <a:lvl1pPr>
              <a:defRPr/>
            </a:lvl1pPr>
          </a:lstStyle>
          <a:p>
            <a:pPr>
              <a:defRPr/>
            </a:pPr>
            <a:r>
              <a:rPr lang="en-US"/>
              <a:t>DevOps</a:t>
            </a:r>
          </a:p>
        </p:txBody>
      </p:sp>
      <p:sp>
        <p:nvSpPr>
          <p:cNvPr id="18" name="Slide Number Placeholder 17">
            <a:extLst>
              <a:ext uri="{FF2B5EF4-FFF2-40B4-BE49-F238E27FC236}">
                <a16:creationId xmlns:a16="http://schemas.microsoft.com/office/drawing/2014/main" id="{C0E0B956-1390-A928-DF15-73FFA664CE27}"/>
              </a:ext>
            </a:extLst>
          </p:cNvPr>
          <p:cNvSpPr>
            <a:spLocks noGrp="1"/>
          </p:cNvSpPr>
          <p:nvPr>
            <p:ph type="sldNum" sz="quarter" idx="13"/>
          </p:nvPr>
        </p:nvSpPr>
        <p:spPr/>
        <p:txBody>
          <a:bodyPr/>
          <a:lstStyle>
            <a:lvl1pPr>
              <a:defRPr smtClean="0"/>
            </a:lvl1pPr>
          </a:lstStyle>
          <a:p>
            <a:pPr>
              <a:defRPr/>
            </a:pPr>
            <a:fld id="{CFC2E7D9-D526-4765-B312-075F181C287F}" type="slidenum">
              <a:rPr lang="en-US" altLang="en-US"/>
              <a:pPr>
                <a:defRPr/>
              </a:pPr>
              <a:t>‹#›</a:t>
            </a:fld>
            <a:endParaRPr lang="en-US" altLang="en-US"/>
          </a:p>
        </p:txBody>
      </p:sp>
    </p:spTree>
    <p:extLst>
      <p:ext uri="{BB962C8B-B14F-4D97-AF65-F5344CB8AC3E}">
        <p14:creationId xmlns:p14="http://schemas.microsoft.com/office/powerpoint/2010/main" val="276861347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280B702C-2527-96CE-9298-AB3CF24253DE}"/>
              </a:ext>
            </a:extLst>
          </p:cNvPr>
          <p:cNvGrpSpPr>
            <a:grpSpLocks/>
          </p:cNvGrpSpPr>
          <p:nvPr userDrawn="1"/>
        </p:nvGrpSpPr>
        <p:grpSpPr bwMode="auto">
          <a:xfrm>
            <a:off x="0" y="1295400"/>
            <a:ext cx="7010400" cy="46038"/>
            <a:chOff x="1905000" y="6553200"/>
            <a:chExt cx="7010400" cy="45719"/>
          </a:xfrm>
        </p:grpSpPr>
        <p:sp>
          <p:nvSpPr>
            <p:cNvPr id="4" name="Rectangle 3">
              <a:extLst>
                <a:ext uri="{FF2B5EF4-FFF2-40B4-BE49-F238E27FC236}">
                  <a16:creationId xmlns:a16="http://schemas.microsoft.com/office/drawing/2014/main" id="{9B8B52C7-4F98-FA72-715D-5B1ED86BB5D4}"/>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7CDE5DE0-1D8F-E983-F048-74250882D7E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34CCE040-60C1-67B4-445E-33063CAAE42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24">
            <a:extLst>
              <a:ext uri="{FF2B5EF4-FFF2-40B4-BE49-F238E27FC236}">
                <a16:creationId xmlns:a16="http://schemas.microsoft.com/office/drawing/2014/main" id="{24630C9F-54A2-EF61-6F77-49DF329502A9}"/>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09C0957A-D20B-8BAD-42AF-A7DE812739BD}"/>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A7646D36-F2A0-280F-BC55-8F84D13D04D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F92781EA-F738-420C-9D21-A18F2633ADF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BACF61BD-6BB9-354C-53C2-CACB184687A2}"/>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9517A12E-F22F-E021-CEE6-16DD87519E16}"/>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3" name="Date Placeholder 12">
            <a:extLst>
              <a:ext uri="{FF2B5EF4-FFF2-40B4-BE49-F238E27FC236}">
                <a16:creationId xmlns:a16="http://schemas.microsoft.com/office/drawing/2014/main" id="{F5299E2F-31CF-ABB6-DD43-AEEC56D0F62F}"/>
              </a:ext>
            </a:extLst>
          </p:cNvPr>
          <p:cNvSpPr>
            <a:spLocks noGrp="1"/>
          </p:cNvSpPr>
          <p:nvPr>
            <p:ph type="dt" sz="half" idx="11"/>
          </p:nvPr>
        </p:nvSpPr>
        <p:spPr/>
        <p:txBody>
          <a:bodyPr/>
          <a:lstStyle>
            <a:lvl1pPr>
              <a:defRPr/>
            </a:lvl1pPr>
          </a:lstStyle>
          <a:p>
            <a:pPr>
              <a:defRPr/>
            </a:pPr>
            <a:r>
              <a:rPr lang="en-US"/>
              <a:t>April 18-19-20, 2025</a:t>
            </a:r>
          </a:p>
        </p:txBody>
      </p:sp>
      <p:sp>
        <p:nvSpPr>
          <p:cNvPr id="14" name="Footer Placeholder 13">
            <a:extLst>
              <a:ext uri="{FF2B5EF4-FFF2-40B4-BE49-F238E27FC236}">
                <a16:creationId xmlns:a16="http://schemas.microsoft.com/office/drawing/2014/main" id="{0C4911CC-5A9E-30D6-5E46-AA4EA9B7D809}"/>
              </a:ext>
            </a:extLst>
          </p:cNvPr>
          <p:cNvSpPr>
            <a:spLocks noGrp="1"/>
          </p:cNvSpPr>
          <p:nvPr>
            <p:ph type="ftr" sz="quarter" idx="12"/>
          </p:nvPr>
        </p:nvSpPr>
        <p:spPr/>
        <p:txBody>
          <a:bodyPr/>
          <a:lstStyle>
            <a:lvl1pPr>
              <a:defRPr/>
            </a:lvl1pPr>
          </a:lstStyle>
          <a:p>
            <a:pPr>
              <a:defRPr/>
            </a:pPr>
            <a:r>
              <a:rPr lang="en-US"/>
              <a:t>DevOps</a:t>
            </a:r>
          </a:p>
        </p:txBody>
      </p:sp>
      <p:sp>
        <p:nvSpPr>
          <p:cNvPr id="15" name="Slide Number Placeholder 14">
            <a:extLst>
              <a:ext uri="{FF2B5EF4-FFF2-40B4-BE49-F238E27FC236}">
                <a16:creationId xmlns:a16="http://schemas.microsoft.com/office/drawing/2014/main" id="{97B5898C-7DDB-13B5-8D78-3C278C925825}"/>
              </a:ext>
            </a:extLst>
          </p:cNvPr>
          <p:cNvSpPr>
            <a:spLocks noGrp="1"/>
          </p:cNvSpPr>
          <p:nvPr>
            <p:ph type="sldNum" sz="quarter" idx="13"/>
          </p:nvPr>
        </p:nvSpPr>
        <p:spPr/>
        <p:txBody>
          <a:bodyPr/>
          <a:lstStyle>
            <a:lvl1pPr>
              <a:defRPr smtClean="0"/>
            </a:lvl1pPr>
          </a:lstStyle>
          <a:p>
            <a:pPr>
              <a:defRPr/>
            </a:pPr>
            <a:fld id="{E964C26A-5CC2-4A48-B062-55793250D205}" type="slidenum">
              <a:rPr lang="en-US" altLang="en-US"/>
              <a:pPr>
                <a:defRPr/>
              </a:pPr>
              <a:t>‹#›</a:t>
            </a:fld>
            <a:endParaRPr lang="en-US" altLang="en-US"/>
          </a:p>
        </p:txBody>
      </p:sp>
    </p:spTree>
    <p:extLst>
      <p:ext uri="{BB962C8B-B14F-4D97-AF65-F5344CB8AC3E}">
        <p14:creationId xmlns:p14="http://schemas.microsoft.com/office/powerpoint/2010/main" val="360931130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E8CE9573-CD84-FFF2-07FB-E7D172A529A1}"/>
              </a:ext>
            </a:extLst>
          </p:cNvPr>
          <p:cNvGrpSpPr>
            <a:grpSpLocks/>
          </p:cNvGrpSpPr>
          <p:nvPr userDrawn="1"/>
        </p:nvGrpSpPr>
        <p:grpSpPr bwMode="auto">
          <a:xfrm rot="5400000">
            <a:off x="5006182" y="2567781"/>
            <a:ext cx="5181600" cy="46037"/>
            <a:chOff x="1905000" y="6553200"/>
            <a:chExt cx="7010400" cy="45719"/>
          </a:xfrm>
        </p:grpSpPr>
        <p:sp>
          <p:nvSpPr>
            <p:cNvPr id="4" name="Rectangle 3">
              <a:extLst>
                <a:ext uri="{FF2B5EF4-FFF2-40B4-BE49-F238E27FC236}">
                  <a16:creationId xmlns:a16="http://schemas.microsoft.com/office/drawing/2014/main" id="{4E24FBC9-F17C-145F-D6B0-2DFCFF472849}"/>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E234558E-0F5F-EEE9-0F7C-ACF674B1BF85}"/>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FDDCD798-6CDF-2102-F0FE-15FCDF366971}"/>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0" descr="Picture 7.png">
            <a:extLst>
              <a:ext uri="{FF2B5EF4-FFF2-40B4-BE49-F238E27FC236}">
                <a16:creationId xmlns:a16="http://schemas.microsoft.com/office/drawing/2014/main" id="{3D157293-FCF4-3883-87C2-654BDFF84886}"/>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6A34FFA8-F8AF-DD0A-EB52-A42DEB25EC87}"/>
              </a:ext>
            </a:extLst>
          </p:cNvPr>
          <p:cNvSpPr txBox="1">
            <a:spLocks noChangeArrowheads="1"/>
          </p:cNvSpPr>
          <p:nvPr userDrawn="1"/>
        </p:nvSpPr>
        <p:spPr bwMode="auto">
          <a:xfrm rot="5400000">
            <a:off x="-2794793" y="3809206"/>
            <a:ext cx="5867400" cy="23018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900" b="1">
                <a:solidFill>
                  <a:srgbClr val="101141"/>
                </a:solidFill>
              </a:rPr>
              <a:t>BITS </a:t>
            </a:r>
            <a:r>
              <a:rPr lang="en-US" altLang="en-US" sz="900">
                <a:solidFill>
                  <a:srgbClr val="101141"/>
                </a:solidFil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0" name="Date Placeholder 9">
            <a:extLst>
              <a:ext uri="{FF2B5EF4-FFF2-40B4-BE49-F238E27FC236}">
                <a16:creationId xmlns:a16="http://schemas.microsoft.com/office/drawing/2014/main" id="{D64F5EE8-8D84-F01C-E6BF-7BF7DCF97939}"/>
              </a:ext>
            </a:extLst>
          </p:cNvPr>
          <p:cNvSpPr>
            <a:spLocks noGrp="1"/>
          </p:cNvSpPr>
          <p:nvPr>
            <p:ph type="dt" sz="half" idx="11"/>
          </p:nvPr>
        </p:nvSpPr>
        <p:spPr/>
        <p:txBody>
          <a:bodyPr/>
          <a:lstStyle>
            <a:lvl1pPr>
              <a:defRPr/>
            </a:lvl1pPr>
          </a:lstStyle>
          <a:p>
            <a:pPr>
              <a:defRPr/>
            </a:pPr>
            <a:r>
              <a:rPr lang="en-US"/>
              <a:t>April 18-19-20, 2025</a:t>
            </a:r>
          </a:p>
        </p:txBody>
      </p:sp>
      <p:sp>
        <p:nvSpPr>
          <p:cNvPr id="11" name="Footer Placeholder 10">
            <a:extLst>
              <a:ext uri="{FF2B5EF4-FFF2-40B4-BE49-F238E27FC236}">
                <a16:creationId xmlns:a16="http://schemas.microsoft.com/office/drawing/2014/main" id="{22600E6C-D2F3-D7CA-B082-04131460BBD9}"/>
              </a:ext>
            </a:extLst>
          </p:cNvPr>
          <p:cNvSpPr>
            <a:spLocks noGrp="1"/>
          </p:cNvSpPr>
          <p:nvPr>
            <p:ph type="ftr" sz="quarter" idx="12"/>
          </p:nvPr>
        </p:nvSpPr>
        <p:spPr/>
        <p:txBody>
          <a:bodyPr/>
          <a:lstStyle>
            <a:lvl1pPr>
              <a:defRPr/>
            </a:lvl1pPr>
          </a:lstStyle>
          <a:p>
            <a:pPr>
              <a:defRPr/>
            </a:pPr>
            <a:r>
              <a:rPr lang="en-US"/>
              <a:t>DevOps</a:t>
            </a:r>
          </a:p>
        </p:txBody>
      </p:sp>
      <p:sp>
        <p:nvSpPr>
          <p:cNvPr id="12" name="Slide Number Placeholder 11">
            <a:extLst>
              <a:ext uri="{FF2B5EF4-FFF2-40B4-BE49-F238E27FC236}">
                <a16:creationId xmlns:a16="http://schemas.microsoft.com/office/drawing/2014/main" id="{0244E113-54FD-A285-4A0C-99586163BD78}"/>
              </a:ext>
            </a:extLst>
          </p:cNvPr>
          <p:cNvSpPr>
            <a:spLocks noGrp="1"/>
          </p:cNvSpPr>
          <p:nvPr>
            <p:ph type="sldNum" sz="quarter" idx="13"/>
          </p:nvPr>
        </p:nvSpPr>
        <p:spPr/>
        <p:txBody>
          <a:bodyPr/>
          <a:lstStyle>
            <a:lvl1pPr>
              <a:defRPr smtClean="0"/>
            </a:lvl1pPr>
          </a:lstStyle>
          <a:p>
            <a:pPr>
              <a:defRPr/>
            </a:pPr>
            <a:fld id="{B12F8517-B924-491E-AFBC-D57FD6B5B6C0}" type="slidenum">
              <a:rPr lang="en-US" altLang="en-US"/>
              <a:pPr>
                <a:defRPr/>
              </a:pPr>
              <a:t>‹#›</a:t>
            </a:fld>
            <a:endParaRPr lang="en-US" altLang="en-US"/>
          </a:p>
        </p:txBody>
      </p:sp>
    </p:spTree>
    <p:extLst>
      <p:ext uri="{BB962C8B-B14F-4D97-AF65-F5344CB8AC3E}">
        <p14:creationId xmlns:p14="http://schemas.microsoft.com/office/powerpoint/2010/main" val="42773015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4.xml"/><Relationship Id="rId1" Type="http://schemas.openxmlformats.org/officeDocument/2006/relationships/slideLayout" Target="../slideLayouts/slideLayout3.xml"/><Relationship Id="rId4"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4.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6.xml"/><Relationship Id="rId1" Type="http://schemas.openxmlformats.org/officeDocument/2006/relationships/slideLayout" Target="../slideLayouts/slideLayout5.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7.xml"/><Relationship Id="rId1" Type="http://schemas.openxmlformats.org/officeDocument/2006/relationships/slideLayout" Target="../slideLayouts/slideLayout6.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8.xml"/><Relationship Id="rId1" Type="http://schemas.openxmlformats.org/officeDocument/2006/relationships/slideLayout" Target="../slideLayouts/slideLayout7.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8.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0.xml"/><Relationship Id="rId1" Type="http://schemas.openxmlformats.org/officeDocument/2006/relationships/slideLayout" Target="../slideLayouts/slideLayout9.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11.xml"/><Relationship Id="rId1" Type="http://schemas.openxmlformats.org/officeDocument/2006/relationships/slideLayout" Target="../slideLayouts/slideLayout10.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10" Type="http://schemas.openxmlformats.org/officeDocument/2006/relationships/slideLayout" Target="../slideLayouts/slideLayout20.xml"/><Relationship Id="rId19" Type="http://schemas.openxmlformats.org/officeDocument/2006/relationships/theme" Target="../theme/theme12.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19" Type="http://schemas.openxmlformats.org/officeDocument/2006/relationships/theme" Target="../theme/theme13.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3" Type="http://schemas.openxmlformats.org/officeDocument/2006/relationships/slideLayout" Target="../slideLayouts/slideLayout49.xml"/><Relationship Id="rId21" Type="http://schemas.openxmlformats.org/officeDocument/2006/relationships/theme" Target="../theme/theme14.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slideLayout" Target="../slideLayouts/slideLayout66.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15.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
        <p:cNvGrpSpPr/>
        <p:nvPr/>
      </p:nvGrpSpPr>
      <p:grpSpPr>
        <a:xfrm>
          <a:off x="0" y="0"/>
          <a:ext cx="0" cy="0"/>
          <a:chOff x="0" y="0"/>
          <a:chExt cx="0" cy="0"/>
        </a:xfrm>
      </p:grpSpPr>
      <p:sp>
        <p:nvSpPr>
          <p:cNvPr id="59" name="Google Shape;59;p40"/>
          <p:cNvSpPr txBox="1"/>
          <p:nvPr/>
        </p:nvSpPr>
        <p:spPr>
          <a:xfrm>
            <a:off x="3276600" y="6596062"/>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grpSp>
        <p:nvGrpSpPr>
          <p:cNvPr id="60" name="Google Shape;60;p40"/>
          <p:cNvGrpSpPr/>
          <p:nvPr/>
        </p:nvGrpSpPr>
        <p:grpSpPr>
          <a:xfrm>
            <a:off x="2084387" y="6550025"/>
            <a:ext cx="7059612" cy="49212"/>
            <a:chOff x="2083888" y="6550671"/>
            <a:chExt cx="7060112" cy="48665"/>
          </a:xfrm>
        </p:grpSpPr>
        <p:sp>
          <p:nvSpPr>
            <p:cNvPr id="61" name="Google Shape;61;p40"/>
            <p:cNvSpPr txBox="1"/>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2" name="Google Shape;62;p40"/>
            <p:cNvSpPr txBox="1"/>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3" name="Google Shape;63;p40"/>
            <p:cNvSpPr txBox="1"/>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64" name="Google Shape;64;p40" descr="Picture 7.png"/>
          <p:cNvPicPr preferRelativeResize="0"/>
          <p:nvPr/>
        </p:nvPicPr>
        <p:blipFill rotWithShape="1">
          <a:blip r:embed="rId3">
            <a:alphaModFix/>
          </a:blip>
          <a:srcRect l="1921" b="5333"/>
          <a:stretch/>
        </p:blipFill>
        <p:spPr>
          <a:xfrm>
            <a:off x="6629400" y="0"/>
            <a:ext cx="2193925" cy="692150"/>
          </a:xfrm>
          <a:prstGeom prst="rect">
            <a:avLst/>
          </a:prstGeom>
          <a:noFill/>
          <a:ln>
            <a:noFill/>
          </a:ln>
        </p:spPr>
      </p:pic>
      <p:grpSp>
        <p:nvGrpSpPr>
          <p:cNvPr id="65" name="Google Shape;65;p40"/>
          <p:cNvGrpSpPr/>
          <p:nvPr/>
        </p:nvGrpSpPr>
        <p:grpSpPr>
          <a:xfrm>
            <a:off x="2133600" y="6553200"/>
            <a:ext cx="7010400" cy="46037"/>
            <a:chOff x="1905000" y="6553200"/>
            <a:chExt cx="7010400" cy="45719"/>
          </a:xfrm>
        </p:grpSpPr>
        <p:sp>
          <p:nvSpPr>
            <p:cNvPr id="66" name="Google Shape;66;p40"/>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7" name="Google Shape;67;p40"/>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8" name="Google Shape;68;p40"/>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69" name="Google Shape;69;p40"/>
          <p:cNvGrpSpPr/>
          <p:nvPr/>
        </p:nvGrpSpPr>
        <p:grpSpPr>
          <a:xfrm>
            <a:off x="0" y="1295400"/>
            <a:ext cx="7010400" cy="46037"/>
            <a:chOff x="1905000" y="6553200"/>
            <a:chExt cx="7010400" cy="45719"/>
          </a:xfrm>
        </p:grpSpPr>
        <p:sp>
          <p:nvSpPr>
            <p:cNvPr id="70" name="Google Shape;70;p40"/>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1" name="Google Shape;71;p40"/>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2" name="Google Shape;72;p40"/>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73" name="Google Shape;73;p4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74" name="Google Shape;74;p40"/>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5" name="Google Shape;75;p40"/>
          <p:cNvSpPr txBox="1"/>
          <p:nvPr/>
        </p:nvSpPr>
        <p:spPr>
          <a:xfrm>
            <a:off x="219075" y="6596062"/>
            <a:ext cx="28405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9"/>
        <p:cNvGrpSpPr/>
        <p:nvPr/>
      </p:nvGrpSpPr>
      <p:grpSpPr>
        <a:xfrm>
          <a:off x="0" y="0"/>
          <a:ext cx="0" cy="0"/>
          <a:chOff x="0" y="0"/>
          <a:chExt cx="0" cy="0"/>
        </a:xfrm>
      </p:grpSpPr>
      <p:sp>
        <p:nvSpPr>
          <p:cNvPr id="80" name="Google Shape;80;p42"/>
          <p:cNvSpPr txBox="1"/>
          <p:nvPr/>
        </p:nvSpPr>
        <p:spPr>
          <a:xfrm>
            <a:off x="3276600" y="6596062"/>
            <a:ext cx="5867400" cy="21907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101141"/>
              </a:buClr>
              <a:buSzPts val="800"/>
              <a:buFont typeface="Arial"/>
              <a:buNone/>
            </a:pPr>
            <a:r>
              <a:rPr lang="en-US" sz="800" b="1" i="0" u="none" strike="noStrike" cap="none">
                <a:solidFill>
                  <a:srgbClr val="101141"/>
                </a:solidFill>
                <a:latin typeface="Arial"/>
                <a:ea typeface="Arial"/>
                <a:cs typeface="Arial"/>
                <a:sym typeface="Arial"/>
              </a:rPr>
              <a:t>BITS </a:t>
            </a:r>
            <a:r>
              <a:rPr lang="en-US" sz="800" b="0" i="0" u="none" strike="noStrike" cap="none">
                <a:solidFill>
                  <a:srgbClr val="101141"/>
                </a:solidFill>
                <a:latin typeface="Arial"/>
                <a:ea typeface="Arial"/>
                <a:cs typeface="Arial"/>
                <a:sym typeface="Arial"/>
              </a:rPr>
              <a:t>Pilani, Deemed to be University under Section 3 of UGC Act, 1956</a:t>
            </a:r>
            <a:endParaRPr sz="1400" b="0" i="0" u="none" strike="noStrike" cap="none">
              <a:solidFill>
                <a:srgbClr val="000000"/>
              </a:solidFill>
              <a:latin typeface="Arial"/>
              <a:ea typeface="Arial"/>
              <a:cs typeface="Arial"/>
              <a:sym typeface="Arial"/>
            </a:endParaRPr>
          </a:p>
        </p:txBody>
      </p:sp>
      <p:grpSp>
        <p:nvGrpSpPr>
          <p:cNvPr id="81" name="Google Shape;81;p42"/>
          <p:cNvGrpSpPr/>
          <p:nvPr/>
        </p:nvGrpSpPr>
        <p:grpSpPr>
          <a:xfrm>
            <a:off x="2084387" y="6550025"/>
            <a:ext cx="7059612" cy="49212"/>
            <a:chOff x="2083888" y="6550671"/>
            <a:chExt cx="7060112" cy="48665"/>
          </a:xfrm>
        </p:grpSpPr>
        <p:sp>
          <p:nvSpPr>
            <p:cNvPr id="82" name="Google Shape;82;p42"/>
            <p:cNvSpPr txBox="1"/>
            <p:nvPr/>
          </p:nvSpPr>
          <p:spPr>
            <a:xfrm>
              <a:off x="4630476" y="6550672"/>
              <a:ext cx="2328591" cy="48664"/>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3" name="Google Shape;83;p42"/>
            <p:cNvSpPr txBox="1"/>
            <p:nvPr/>
          </p:nvSpPr>
          <p:spPr>
            <a:xfrm>
              <a:off x="6907874" y="6550671"/>
              <a:ext cx="2236126" cy="45719"/>
            </a:xfrm>
            <a:prstGeom prst="rect">
              <a:avLst/>
            </a:prstGeom>
            <a:solidFill>
              <a:srgbClr val="E31C2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4" name="Google Shape;84;p42"/>
            <p:cNvSpPr txBox="1"/>
            <p:nvPr/>
          </p:nvSpPr>
          <p:spPr>
            <a:xfrm>
              <a:off x="2083888" y="6550672"/>
              <a:ext cx="2580680" cy="48664"/>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85" name="Google Shape;85;p42" descr="Picture 7.png"/>
          <p:cNvPicPr preferRelativeResize="0"/>
          <p:nvPr/>
        </p:nvPicPr>
        <p:blipFill rotWithShape="1">
          <a:blip r:embed="rId3">
            <a:alphaModFix/>
          </a:blip>
          <a:srcRect l="1921" b="5333"/>
          <a:stretch/>
        </p:blipFill>
        <p:spPr>
          <a:xfrm>
            <a:off x="6629400" y="0"/>
            <a:ext cx="2193925" cy="692150"/>
          </a:xfrm>
          <a:prstGeom prst="rect">
            <a:avLst/>
          </a:prstGeom>
          <a:noFill/>
          <a:ln>
            <a:noFill/>
          </a:ln>
        </p:spPr>
      </p:pic>
      <p:grpSp>
        <p:nvGrpSpPr>
          <p:cNvPr id="86" name="Google Shape;86;p42"/>
          <p:cNvGrpSpPr/>
          <p:nvPr/>
        </p:nvGrpSpPr>
        <p:grpSpPr>
          <a:xfrm>
            <a:off x="2133600" y="6553200"/>
            <a:ext cx="7010400" cy="46037"/>
            <a:chOff x="1905000" y="6553200"/>
            <a:chExt cx="7010400" cy="45719"/>
          </a:xfrm>
        </p:grpSpPr>
        <p:sp>
          <p:nvSpPr>
            <p:cNvPr id="87" name="Google Shape;87;p42"/>
            <p:cNvSpPr txBox="1"/>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8" name="Google Shape;88;p42"/>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9" name="Google Shape;89;p42"/>
            <p:cNvSpPr txBox="1"/>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90" name="Google Shape;90;p42"/>
          <p:cNvGrpSpPr/>
          <p:nvPr/>
        </p:nvGrpSpPr>
        <p:grpSpPr>
          <a:xfrm>
            <a:off x="0" y="1295400"/>
            <a:ext cx="7010400" cy="46037"/>
            <a:chOff x="1905000" y="6553200"/>
            <a:chExt cx="7010400" cy="45719"/>
          </a:xfrm>
        </p:grpSpPr>
        <p:sp>
          <p:nvSpPr>
            <p:cNvPr id="91" name="Google Shape;91;p42"/>
            <p:cNvSpPr txBox="1"/>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2" name="Google Shape;92;p42"/>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3" name="Google Shape;93;p42"/>
            <p:cNvSpPr txBox="1"/>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94" name="Google Shape;94;p4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95" name="Google Shape;95;p42"/>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6" name="Google Shape;96;p42"/>
          <p:cNvSpPr txBox="1">
            <a:spLocks noGrp="1"/>
          </p:cNvSpPr>
          <p:nvPr>
            <p:ph type="dt" idx="10"/>
          </p:nvPr>
        </p:nvSpPr>
        <p:spPr>
          <a:xfrm>
            <a:off x="457200" y="617220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7" name="Google Shape;97;p42"/>
          <p:cNvSpPr txBox="1">
            <a:spLocks noGrp="1"/>
          </p:cNvSpPr>
          <p:nvPr>
            <p:ph type="ftr" idx="11"/>
          </p:nvPr>
        </p:nvSpPr>
        <p:spPr>
          <a:xfrm>
            <a:off x="3124200" y="617220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8" name="Google Shape;98;p42"/>
          <p:cNvSpPr txBox="1">
            <a:spLocks noGrp="1"/>
          </p:cNvSpPr>
          <p:nvPr>
            <p:ph type="sldNum" idx="12"/>
          </p:nvPr>
        </p:nvSpPr>
        <p:spPr>
          <a:xfrm>
            <a:off x="6553200" y="617220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99" name="Google Shape;99;p42"/>
          <p:cNvSpPr txBox="1"/>
          <p:nvPr/>
        </p:nvSpPr>
        <p:spPr>
          <a:xfrm>
            <a:off x="105651" y="6464497"/>
            <a:ext cx="28405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7"/>
        <p:cNvGrpSpPr/>
        <p:nvPr/>
      </p:nvGrpSpPr>
      <p:grpSpPr>
        <a:xfrm>
          <a:off x="0" y="0"/>
          <a:ext cx="0" cy="0"/>
          <a:chOff x="0" y="0"/>
          <a:chExt cx="0" cy="0"/>
        </a:xfrm>
      </p:grpSpPr>
      <p:sp>
        <p:nvSpPr>
          <p:cNvPr id="108" name="Google Shape;108;p4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09" name="Google Shape;109;p44"/>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10" name="Google Shape;110;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1" name="Google Shape;111;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2" name="Google Shape;112;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113" name="Google Shape;113;p44"/>
          <p:cNvSpPr txBox="1"/>
          <p:nvPr/>
        </p:nvSpPr>
        <p:spPr>
          <a:xfrm>
            <a:off x="0" y="5892800"/>
            <a:ext cx="28405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4"/>
        <p:cNvGrpSpPr/>
        <p:nvPr/>
      </p:nvGrpSpPr>
      <p:grpSpPr>
        <a:xfrm>
          <a:off x="0" y="0"/>
          <a:ext cx="0" cy="0"/>
          <a:chOff x="0" y="0"/>
          <a:chExt cx="0" cy="0"/>
        </a:xfrm>
      </p:grpSpPr>
      <p:sp>
        <p:nvSpPr>
          <p:cNvPr id="115" name="Google Shape;115;p45"/>
          <p:cNvSpPr txBox="1"/>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6" name="Google Shape;116;p45"/>
          <p:cNvSpPr txBox="1"/>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7" name="Google Shape;117;p45"/>
          <p:cNvSpPr txBox="1"/>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8" name="Google Shape;118;p45"/>
          <p:cNvSpPr txBox="1"/>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19" name="Google Shape;119;p45" descr="BITS_university_logo_whitevert.png"/>
          <p:cNvPicPr preferRelativeResize="0"/>
          <p:nvPr/>
        </p:nvPicPr>
        <p:blipFill rotWithShape="1">
          <a:blip r:embed="rId4">
            <a:alphaModFix/>
          </a:blip>
          <a:srcRect t="1" b="28591"/>
          <a:stretch/>
        </p:blipFill>
        <p:spPr>
          <a:xfrm>
            <a:off x="76200" y="3352800"/>
            <a:ext cx="2057400" cy="1979612"/>
          </a:xfrm>
          <a:prstGeom prst="rect">
            <a:avLst/>
          </a:prstGeom>
          <a:noFill/>
          <a:ln>
            <a:noFill/>
          </a:ln>
        </p:spPr>
      </p:pic>
      <p:sp>
        <p:nvSpPr>
          <p:cNvPr id="120" name="Google Shape;120;p45"/>
          <p:cNvSpPr txBox="1"/>
          <p:nvPr/>
        </p:nvSpPr>
        <p:spPr>
          <a:xfrm>
            <a:off x="-76200" y="5257800"/>
            <a:ext cx="2209800" cy="55403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900"/>
              <a:buFont typeface="Arial"/>
              <a:buNone/>
            </a:pPr>
            <a:r>
              <a:rPr lang="en-US" sz="2900" b="1" i="0" u="none" strike="noStrike" cap="none">
                <a:solidFill>
                  <a:schemeClr val="lt1"/>
                </a:solidFill>
                <a:latin typeface="Arial"/>
                <a:ea typeface="Arial"/>
                <a:cs typeface="Arial"/>
                <a:sym typeface="Arial"/>
              </a:rPr>
              <a:t>BITS</a:t>
            </a:r>
            <a:r>
              <a:rPr lang="en-US" sz="2900" b="0" i="0" u="none" strike="noStrike" cap="none">
                <a:solidFill>
                  <a:schemeClr val="lt1"/>
                </a:solidFill>
                <a:latin typeface="Arial"/>
                <a:ea typeface="Arial"/>
                <a:cs typeface="Arial"/>
                <a:sym typeface="Arial"/>
              </a:rPr>
              <a:t> Pilani</a:t>
            </a:r>
            <a:endParaRPr sz="1400" b="0" i="0" u="none" strike="noStrike" cap="none">
              <a:solidFill>
                <a:srgbClr val="000000"/>
              </a:solidFill>
              <a:latin typeface="Arial"/>
              <a:ea typeface="Arial"/>
              <a:cs typeface="Arial"/>
              <a:sym typeface="Arial"/>
            </a:endParaRPr>
          </a:p>
        </p:txBody>
      </p:sp>
      <p:sp>
        <p:nvSpPr>
          <p:cNvPr id="121" name="Google Shape;121;p45"/>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Pilani Campus</a:t>
            </a:r>
            <a:endParaRPr sz="1400" b="0" i="0" u="none" strike="noStrike" cap="none">
              <a:solidFill>
                <a:srgbClr val="000000"/>
              </a:solidFill>
              <a:latin typeface="Arial"/>
              <a:ea typeface="Arial"/>
              <a:cs typeface="Arial"/>
              <a:sym typeface="Arial"/>
            </a:endParaRPr>
          </a:p>
        </p:txBody>
      </p:sp>
      <p:sp>
        <p:nvSpPr>
          <p:cNvPr id="122" name="Google Shape;122;p4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23" name="Google Shape;123;p4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4" name="Google Shape;124;p45"/>
          <p:cNvSpPr txBox="1"/>
          <p:nvPr/>
        </p:nvSpPr>
        <p:spPr>
          <a:xfrm>
            <a:off x="152400" y="6457950"/>
            <a:ext cx="28405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7</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7"/>
        <p:cNvGrpSpPr/>
        <p:nvPr/>
      </p:nvGrpSpPr>
      <p:grpSpPr>
        <a:xfrm>
          <a:off x="0" y="0"/>
          <a:ext cx="0" cy="0"/>
          <a:chOff x="0" y="0"/>
          <a:chExt cx="0" cy="0"/>
        </a:xfrm>
      </p:grpSpPr>
      <p:pic>
        <p:nvPicPr>
          <p:cNvPr id="128" name="Google Shape;128;p47" descr="Picture 7.png"/>
          <p:cNvPicPr preferRelativeResize="0"/>
          <p:nvPr/>
        </p:nvPicPr>
        <p:blipFill rotWithShape="1">
          <a:blip r:embed="rId3">
            <a:alphaModFix/>
          </a:blip>
          <a:srcRect l="1921" b="5333"/>
          <a:stretch/>
        </p:blipFill>
        <p:spPr>
          <a:xfrm>
            <a:off x="6629400" y="0"/>
            <a:ext cx="2193925" cy="692150"/>
          </a:xfrm>
          <a:prstGeom prst="rect">
            <a:avLst/>
          </a:prstGeom>
          <a:noFill/>
          <a:ln>
            <a:noFill/>
          </a:ln>
        </p:spPr>
      </p:pic>
      <p:grpSp>
        <p:nvGrpSpPr>
          <p:cNvPr id="129" name="Google Shape;129;p47"/>
          <p:cNvGrpSpPr/>
          <p:nvPr/>
        </p:nvGrpSpPr>
        <p:grpSpPr>
          <a:xfrm>
            <a:off x="0" y="1295400"/>
            <a:ext cx="7010400" cy="46037"/>
            <a:chOff x="1905000" y="6553200"/>
            <a:chExt cx="7010400" cy="45719"/>
          </a:xfrm>
        </p:grpSpPr>
        <p:sp>
          <p:nvSpPr>
            <p:cNvPr id="130" name="Google Shape;130;p47"/>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1" name="Google Shape;131;p47"/>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2" name="Google Shape;132;p47"/>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33" name="Google Shape;133;p47"/>
          <p:cNvGrpSpPr/>
          <p:nvPr/>
        </p:nvGrpSpPr>
        <p:grpSpPr>
          <a:xfrm>
            <a:off x="2133600" y="6553200"/>
            <a:ext cx="7010400" cy="46037"/>
            <a:chOff x="1905000" y="6553200"/>
            <a:chExt cx="7010400" cy="45719"/>
          </a:xfrm>
        </p:grpSpPr>
        <p:sp>
          <p:nvSpPr>
            <p:cNvPr id="134" name="Google Shape;134;p47"/>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5" name="Google Shape;135;p47"/>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6" name="Google Shape;136;p47"/>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137" name="Google Shape;137;p47"/>
          <p:cNvSpPr txBox="1"/>
          <p:nvPr/>
        </p:nvSpPr>
        <p:spPr>
          <a:xfrm>
            <a:off x="3276600" y="6596062"/>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sp>
        <p:nvSpPr>
          <p:cNvPr id="138" name="Google Shape;138;p4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39" name="Google Shape;139;p47"/>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40" name="Google Shape;140;p47"/>
          <p:cNvSpPr txBox="1"/>
          <p:nvPr/>
        </p:nvSpPr>
        <p:spPr>
          <a:xfrm>
            <a:off x="133350" y="6553200"/>
            <a:ext cx="28405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8</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5"/>
        <p:cNvGrpSpPr/>
        <p:nvPr/>
      </p:nvGrpSpPr>
      <p:grpSpPr>
        <a:xfrm>
          <a:off x="0" y="0"/>
          <a:ext cx="0" cy="0"/>
          <a:chOff x="0" y="0"/>
          <a:chExt cx="0" cy="0"/>
        </a:xfrm>
      </p:grpSpPr>
      <p:grpSp>
        <p:nvGrpSpPr>
          <p:cNvPr id="146" name="Google Shape;146;p49"/>
          <p:cNvGrpSpPr/>
          <p:nvPr/>
        </p:nvGrpSpPr>
        <p:grpSpPr>
          <a:xfrm>
            <a:off x="0" y="1295400"/>
            <a:ext cx="7010400" cy="46037"/>
            <a:chOff x="1905000" y="6553200"/>
            <a:chExt cx="7010400" cy="45719"/>
          </a:xfrm>
        </p:grpSpPr>
        <p:sp>
          <p:nvSpPr>
            <p:cNvPr id="147" name="Google Shape;147;p49"/>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8" name="Google Shape;148;p49"/>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9" name="Google Shape;149;p49"/>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50" name="Google Shape;150;p49"/>
          <p:cNvGrpSpPr/>
          <p:nvPr/>
        </p:nvGrpSpPr>
        <p:grpSpPr>
          <a:xfrm>
            <a:off x="2133600" y="6553200"/>
            <a:ext cx="7010400" cy="46037"/>
            <a:chOff x="1905000" y="6553200"/>
            <a:chExt cx="7010400" cy="45719"/>
          </a:xfrm>
        </p:grpSpPr>
        <p:sp>
          <p:nvSpPr>
            <p:cNvPr id="151" name="Google Shape;151;p49"/>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52" name="Google Shape;152;p49"/>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53" name="Google Shape;153;p49"/>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154" name="Google Shape;154;p49" descr="Picture 7.png"/>
          <p:cNvPicPr preferRelativeResize="0"/>
          <p:nvPr/>
        </p:nvPicPr>
        <p:blipFill rotWithShape="1">
          <a:blip r:embed="rId3">
            <a:alphaModFix/>
          </a:blip>
          <a:srcRect l="1921" b="5333"/>
          <a:stretch/>
        </p:blipFill>
        <p:spPr>
          <a:xfrm>
            <a:off x="6629400" y="0"/>
            <a:ext cx="2193925" cy="692150"/>
          </a:xfrm>
          <a:prstGeom prst="rect">
            <a:avLst/>
          </a:prstGeom>
          <a:noFill/>
          <a:ln>
            <a:noFill/>
          </a:ln>
        </p:spPr>
      </p:pic>
      <p:sp>
        <p:nvSpPr>
          <p:cNvPr id="155" name="Google Shape;155;p49"/>
          <p:cNvSpPr txBox="1"/>
          <p:nvPr/>
        </p:nvSpPr>
        <p:spPr>
          <a:xfrm>
            <a:off x="3276600" y="6596062"/>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sz="1400" b="0" i="0" u="none" strike="noStrike" cap="none">
              <a:solidFill>
                <a:srgbClr val="000000"/>
              </a:solidFill>
              <a:latin typeface="Arial"/>
              <a:ea typeface="Arial"/>
              <a:cs typeface="Arial"/>
              <a:sym typeface="Arial"/>
            </a:endParaRPr>
          </a:p>
        </p:txBody>
      </p:sp>
      <p:sp>
        <p:nvSpPr>
          <p:cNvPr id="156" name="Google Shape;156;p4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57" name="Google Shape;157;p49"/>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58" name="Google Shape;158;p49"/>
          <p:cNvSpPr txBox="1"/>
          <p:nvPr/>
        </p:nvSpPr>
        <p:spPr>
          <a:xfrm>
            <a:off x="190500" y="6553200"/>
            <a:ext cx="28405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9</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5"/>
        <p:cNvGrpSpPr/>
        <p:nvPr/>
      </p:nvGrpSpPr>
      <p:grpSpPr>
        <a:xfrm>
          <a:off x="0" y="0"/>
          <a:ext cx="0" cy="0"/>
          <a:chOff x="0" y="0"/>
          <a:chExt cx="0" cy="0"/>
        </a:xfrm>
      </p:grpSpPr>
      <p:grpSp>
        <p:nvGrpSpPr>
          <p:cNvPr id="166" name="Google Shape;166;p51"/>
          <p:cNvGrpSpPr/>
          <p:nvPr/>
        </p:nvGrpSpPr>
        <p:grpSpPr>
          <a:xfrm>
            <a:off x="0" y="1295400"/>
            <a:ext cx="7010400" cy="46037"/>
            <a:chOff x="1905000" y="6553200"/>
            <a:chExt cx="7010400" cy="45719"/>
          </a:xfrm>
        </p:grpSpPr>
        <p:sp>
          <p:nvSpPr>
            <p:cNvPr id="167" name="Google Shape;167;p51"/>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8" name="Google Shape;168;p51"/>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9" name="Google Shape;169;p51"/>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70" name="Google Shape;170;p51"/>
          <p:cNvGrpSpPr/>
          <p:nvPr/>
        </p:nvGrpSpPr>
        <p:grpSpPr>
          <a:xfrm>
            <a:off x="2133600" y="6553200"/>
            <a:ext cx="7010400" cy="46037"/>
            <a:chOff x="1905000" y="6553200"/>
            <a:chExt cx="7010400" cy="45719"/>
          </a:xfrm>
        </p:grpSpPr>
        <p:sp>
          <p:nvSpPr>
            <p:cNvPr id="171" name="Google Shape;171;p51"/>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2" name="Google Shape;172;p51"/>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3" name="Google Shape;173;p51"/>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174" name="Google Shape;174;p51" descr="Picture 7.png"/>
          <p:cNvPicPr preferRelativeResize="0"/>
          <p:nvPr/>
        </p:nvPicPr>
        <p:blipFill rotWithShape="1">
          <a:blip r:embed="rId3">
            <a:alphaModFix/>
          </a:blip>
          <a:srcRect l="1921" b="5333"/>
          <a:stretch/>
        </p:blipFill>
        <p:spPr>
          <a:xfrm>
            <a:off x="6629400" y="0"/>
            <a:ext cx="2193925" cy="692150"/>
          </a:xfrm>
          <a:prstGeom prst="rect">
            <a:avLst/>
          </a:prstGeom>
          <a:noFill/>
          <a:ln>
            <a:noFill/>
          </a:ln>
        </p:spPr>
      </p:pic>
      <p:sp>
        <p:nvSpPr>
          <p:cNvPr id="175" name="Google Shape;175;p51"/>
          <p:cNvSpPr txBox="1"/>
          <p:nvPr/>
        </p:nvSpPr>
        <p:spPr>
          <a:xfrm>
            <a:off x="3276600" y="6596062"/>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sz="1400" b="0" i="0" u="none" strike="noStrike" cap="none">
              <a:solidFill>
                <a:srgbClr val="000000"/>
              </a:solidFill>
              <a:latin typeface="Arial"/>
              <a:ea typeface="Arial"/>
              <a:cs typeface="Arial"/>
              <a:sym typeface="Arial"/>
            </a:endParaRPr>
          </a:p>
        </p:txBody>
      </p:sp>
      <p:sp>
        <p:nvSpPr>
          <p:cNvPr id="176" name="Google Shape;176;p5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77" name="Google Shape;177;p5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78" name="Google Shape;178;p51"/>
          <p:cNvSpPr txBox="1"/>
          <p:nvPr/>
        </p:nvSpPr>
        <p:spPr>
          <a:xfrm>
            <a:off x="209550" y="6596062"/>
            <a:ext cx="38343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10</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6"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1"/>
        <p:cNvGrpSpPr/>
        <p:nvPr/>
      </p:nvGrpSpPr>
      <p:grpSpPr>
        <a:xfrm>
          <a:off x="0" y="0"/>
          <a:ext cx="0" cy="0"/>
          <a:chOff x="0" y="0"/>
          <a:chExt cx="0" cy="0"/>
        </a:xfrm>
      </p:grpSpPr>
      <p:grpSp>
        <p:nvGrpSpPr>
          <p:cNvPr id="182" name="Google Shape;182;p53"/>
          <p:cNvGrpSpPr/>
          <p:nvPr/>
        </p:nvGrpSpPr>
        <p:grpSpPr>
          <a:xfrm>
            <a:off x="0" y="1295400"/>
            <a:ext cx="7010400" cy="46037"/>
            <a:chOff x="1905000" y="6553200"/>
            <a:chExt cx="7010400" cy="45719"/>
          </a:xfrm>
        </p:grpSpPr>
        <p:sp>
          <p:nvSpPr>
            <p:cNvPr id="183" name="Google Shape;183;p53"/>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4" name="Google Shape;184;p53"/>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5" name="Google Shape;185;p53"/>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86" name="Google Shape;186;p53"/>
          <p:cNvGrpSpPr/>
          <p:nvPr/>
        </p:nvGrpSpPr>
        <p:grpSpPr>
          <a:xfrm>
            <a:off x="2133600" y="6553200"/>
            <a:ext cx="7010400" cy="46037"/>
            <a:chOff x="1905000" y="6553200"/>
            <a:chExt cx="7010400" cy="45719"/>
          </a:xfrm>
        </p:grpSpPr>
        <p:sp>
          <p:nvSpPr>
            <p:cNvPr id="187" name="Google Shape;187;p53"/>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8" name="Google Shape;188;p53"/>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9" name="Google Shape;189;p53"/>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190" name="Google Shape;190;p53" descr="Picture 7.png"/>
          <p:cNvPicPr preferRelativeResize="0"/>
          <p:nvPr/>
        </p:nvPicPr>
        <p:blipFill rotWithShape="1">
          <a:blip r:embed="rId3">
            <a:alphaModFix/>
          </a:blip>
          <a:srcRect l="1921" b="5333"/>
          <a:stretch/>
        </p:blipFill>
        <p:spPr>
          <a:xfrm>
            <a:off x="6629400" y="0"/>
            <a:ext cx="2193925" cy="692150"/>
          </a:xfrm>
          <a:prstGeom prst="rect">
            <a:avLst/>
          </a:prstGeom>
          <a:noFill/>
          <a:ln>
            <a:noFill/>
          </a:ln>
        </p:spPr>
      </p:pic>
      <p:sp>
        <p:nvSpPr>
          <p:cNvPr id="191" name="Google Shape;191;p53"/>
          <p:cNvSpPr txBox="1"/>
          <p:nvPr/>
        </p:nvSpPr>
        <p:spPr>
          <a:xfrm>
            <a:off x="3276600" y="6596062"/>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sp>
        <p:nvSpPr>
          <p:cNvPr id="192" name="Google Shape;192;p5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93" name="Google Shape;193;p5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4" name="Google Shape;194;p53"/>
          <p:cNvSpPr txBox="1"/>
          <p:nvPr/>
        </p:nvSpPr>
        <p:spPr>
          <a:xfrm>
            <a:off x="152400" y="6596062"/>
            <a:ext cx="38343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12</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9"/>
        <p:cNvGrpSpPr/>
        <p:nvPr/>
      </p:nvGrpSpPr>
      <p:grpSpPr>
        <a:xfrm>
          <a:off x="0" y="0"/>
          <a:ext cx="0" cy="0"/>
          <a:chOff x="0" y="0"/>
          <a:chExt cx="0" cy="0"/>
        </a:xfrm>
      </p:grpSpPr>
      <p:grpSp>
        <p:nvGrpSpPr>
          <p:cNvPr id="200" name="Google Shape;200;p55"/>
          <p:cNvGrpSpPr/>
          <p:nvPr/>
        </p:nvGrpSpPr>
        <p:grpSpPr>
          <a:xfrm>
            <a:off x="0" y="1295400"/>
            <a:ext cx="7010400" cy="46037"/>
            <a:chOff x="1905000" y="6553200"/>
            <a:chExt cx="7010400" cy="45719"/>
          </a:xfrm>
        </p:grpSpPr>
        <p:sp>
          <p:nvSpPr>
            <p:cNvPr id="201" name="Google Shape;201;p55"/>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02" name="Google Shape;202;p55"/>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03" name="Google Shape;203;p55"/>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204" name="Google Shape;204;p55"/>
          <p:cNvGrpSpPr/>
          <p:nvPr/>
        </p:nvGrpSpPr>
        <p:grpSpPr>
          <a:xfrm>
            <a:off x="2133600" y="6553200"/>
            <a:ext cx="7010400" cy="46037"/>
            <a:chOff x="1905000" y="6553200"/>
            <a:chExt cx="7010400" cy="45719"/>
          </a:xfrm>
        </p:grpSpPr>
        <p:sp>
          <p:nvSpPr>
            <p:cNvPr id="205" name="Google Shape;205;p55"/>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06" name="Google Shape;206;p55"/>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07" name="Google Shape;207;p55"/>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208" name="Google Shape;208;p55" descr="Picture 7.png"/>
          <p:cNvPicPr preferRelativeResize="0"/>
          <p:nvPr/>
        </p:nvPicPr>
        <p:blipFill rotWithShape="1">
          <a:blip r:embed="rId3">
            <a:alphaModFix/>
          </a:blip>
          <a:srcRect l="1921" b="5333"/>
          <a:stretch/>
        </p:blipFill>
        <p:spPr>
          <a:xfrm>
            <a:off x="6629400" y="0"/>
            <a:ext cx="2193925" cy="692150"/>
          </a:xfrm>
          <a:prstGeom prst="rect">
            <a:avLst/>
          </a:prstGeom>
          <a:noFill/>
          <a:ln>
            <a:noFill/>
          </a:ln>
        </p:spPr>
      </p:pic>
      <p:sp>
        <p:nvSpPr>
          <p:cNvPr id="209" name="Google Shape;209;p55"/>
          <p:cNvSpPr txBox="1"/>
          <p:nvPr/>
        </p:nvSpPr>
        <p:spPr>
          <a:xfrm>
            <a:off x="3276600" y="6596062"/>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sp>
        <p:nvSpPr>
          <p:cNvPr id="210" name="Google Shape;210;p5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211" name="Google Shape;211;p5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7"/>
        <p:cNvGrpSpPr/>
        <p:nvPr/>
      </p:nvGrpSpPr>
      <p:grpSpPr>
        <a:xfrm>
          <a:off x="0" y="0"/>
          <a:ext cx="0" cy="0"/>
          <a:chOff x="0" y="0"/>
          <a:chExt cx="0" cy="0"/>
        </a:xfrm>
      </p:grpSpPr>
      <p:grpSp>
        <p:nvGrpSpPr>
          <p:cNvPr id="218" name="Google Shape;218;p57"/>
          <p:cNvGrpSpPr/>
          <p:nvPr/>
        </p:nvGrpSpPr>
        <p:grpSpPr>
          <a:xfrm>
            <a:off x="0" y="1295400"/>
            <a:ext cx="7010400" cy="46037"/>
            <a:chOff x="1905000" y="6553200"/>
            <a:chExt cx="7010400" cy="45719"/>
          </a:xfrm>
        </p:grpSpPr>
        <p:sp>
          <p:nvSpPr>
            <p:cNvPr id="219" name="Google Shape;219;p57"/>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0" name="Google Shape;220;p57"/>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1" name="Google Shape;221;p57"/>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222" name="Google Shape;222;p57"/>
          <p:cNvGrpSpPr/>
          <p:nvPr/>
        </p:nvGrpSpPr>
        <p:grpSpPr>
          <a:xfrm>
            <a:off x="2133600" y="6553200"/>
            <a:ext cx="7010400" cy="46037"/>
            <a:chOff x="1905000" y="6553200"/>
            <a:chExt cx="7010400" cy="45719"/>
          </a:xfrm>
        </p:grpSpPr>
        <p:sp>
          <p:nvSpPr>
            <p:cNvPr id="223" name="Google Shape;223;p57"/>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4" name="Google Shape;224;p57"/>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5" name="Google Shape;225;p57"/>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226" name="Google Shape;226;p57" descr="Picture 7.png"/>
          <p:cNvPicPr preferRelativeResize="0"/>
          <p:nvPr/>
        </p:nvPicPr>
        <p:blipFill rotWithShape="1">
          <a:blip r:embed="rId3">
            <a:alphaModFix/>
          </a:blip>
          <a:srcRect l="1921" b="5333"/>
          <a:stretch/>
        </p:blipFill>
        <p:spPr>
          <a:xfrm>
            <a:off x="6629400" y="0"/>
            <a:ext cx="2193925" cy="692150"/>
          </a:xfrm>
          <a:prstGeom prst="rect">
            <a:avLst/>
          </a:prstGeom>
          <a:noFill/>
          <a:ln>
            <a:noFill/>
          </a:ln>
        </p:spPr>
      </p:pic>
      <p:sp>
        <p:nvSpPr>
          <p:cNvPr id="227" name="Google Shape;227;p57"/>
          <p:cNvSpPr txBox="1"/>
          <p:nvPr/>
        </p:nvSpPr>
        <p:spPr>
          <a:xfrm>
            <a:off x="3276600" y="6596062"/>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sp>
        <p:nvSpPr>
          <p:cNvPr id="228" name="Google Shape;228;p5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229" name="Google Shape;229;p57"/>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30" name="Google Shape;230;p57"/>
          <p:cNvSpPr txBox="1"/>
          <p:nvPr/>
        </p:nvSpPr>
        <p:spPr>
          <a:xfrm>
            <a:off x="209550" y="6438900"/>
            <a:ext cx="38343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13</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4"/>
        <p:cNvGrpSpPr/>
        <p:nvPr/>
      </p:nvGrpSpPr>
      <p:grpSpPr>
        <a:xfrm>
          <a:off x="0" y="0"/>
          <a:ext cx="0" cy="0"/>
          <a:chOff x="0" y="0"/>
          <a:chExt cx="0" cy="0"/>
        </a:xfrm>
      </p:grpSpPr>
      <p:grpSp>
        <p:nvGrpSpPr>
          <p:cNvPr id="235" name="Google Shape;235;p59"/>
          <p:cNvGrpSpPr/>
          <p:nvPr/>
        </p:nvGrpSpPr>
        <p:grpSpPr>
          <a:xfrm rot="5400000">
            <a:off x="5006181" y="2567781"/>
            <a:ext cx="5181600" cy="46037"/>
            <a:chOff x="1905000" y="6553200"/>
            <a:chExt cx="7010400" cy="45719"/>
          </a:xfrm>
        </p:grpSpPr>
        <p:sp>
          <p:nvSpPr>
            <p:cNvPr id="236" name="Google Shape;236;p59"/>
            <p:cNvSpPr txBox="1"/>
            <p:nvPr/>
          </p:nvSpPr>
          <p:spPr>
            <a:xfrm>
              <a:off x="4267574" y="6553200"/>
              <a:ext cx="2328209"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37" name="Google Shape;237;p59"/>
            <p:cNvSpPr txBox="1"/>
            <p:nvPr/>
          </p:nvSpPr>
          <p:spPr>
            <a:xfrm>
              <a:off x="1905000" y="6553200"/>
              <a:ext cx="2362574"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38" name="Google Shape;238;p59"/>
            <p:cNvSpPr txBox="1"/>
            <p:nvPr/>
          </p:nvSpPr>
          <p:spPr>
            <a:xfrm>
              <a:off x="6587191" y="6553200"/>
              <a:ext cx="2328209"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239" name="Google Shape;239;p59" descr="Picture 7.png"/>
          <p:cNvPicPr preferRelativeResize="0"/>
          <p:nvPr/>
        </p:nvPicPr>
        <p:blipFill rotWithShape="1">
          <a:blip r:embed="rId3">
            <a:alphaModFix/>
          </a:blip>
          <a:srcRect l="5335" t="1921"/>
          <a:stretch/>
        </p:blipFill>
        <p:spPr>
          <a:xfrm>
            <a:off x="-7937" y="381000"/>
            <a:ext cx="692150" cy="2193925"/>
          </a:xfrm>
          <a:prstGeom prst="rect">
            <a:avLst/>
          </a:prstGeom>
          <a:noFill/>
          <a:ln>
            <a:noFill/>
          </a:ln>
        </p:spPr>
      </p:pic>
      <p:sp>
        <p:nvSpPr>
          <p:cNvPr id="240" name="Google Shape;240;p59"/>
          <p:cNvSpPr txBox="1"/>
          <p:nvPr/>
        </p:nvSpPr>
        <p:spPr>
          <a:xfrm rot="5400000">
            <a:off x="-2794793" y="3809206"/>
            <a:ext cx="5867400" cy="23018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101141"/>
              </a:buClr>
              <a:buSzPts val="900"/>
              <a:buFont typeface="Arial"/>
              <a:buNone/>
            </a:pPr>
            <a:r>
              <a:rPr lang="en-US" sz="900" b="1" i="0" u="none" strike="noStrike" cap="none">
                <a:solidFill>
                  <a:srgbClr val="101141"/>
                </a:solidFill>
                <a:latin typeface="Arial"/>
                <a:ea typeface="Arial"/>
                <a:cs typeface="Arial"/>
                <a:sym typeface="Arial"/>
              </a:rPr>
              <a:t>BITS </a:t>
            </a:r>
            <a:r>
              <a:rPr lang="en-US" sz="9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sp>
        <p:nvSpPr>
          <p:cNvPr id="241" name="Google Shape;241;p5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242" name="Google Shape;242;p59"/>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3" name="Google Shape;243;p59"/>
          <p:cNvSpPr txBox="1"/>
          <p:nvPr/>
        </p:nvSpPr>
        <p:spPr>
          <a:xfrm>
            <a:off x="352425" y="6657975"/>
            <a:ext cx="38343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14</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BF9720-AA11-EB62-FC4B-FA432220FEE3}"/>
              </a:ext>
            </a:extLst>
          </p:cNvPr>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1027" name="Text Placeholder 2">
            <a:extLst>
              <a:ext uri="{FF2B5EF4-FFF2-40B4-BE49-F238E27FC236}">
                <a16:creationId xmlns:a16="http://schemas.microsoft.com/office/drawing/2014/main" id="{F890A08E-E2DC-A1EE-D40E-A0CE5AC05906}"/>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142DC3BD-1251-F9A5-2C3E-E7BE990F3ECB}"/>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r>
              <a:rPr lang="en-US"/>
              <a:t>March 15-16-17, 2024</a:t>
            </a:r>
          </a:p>
        </p:txBody>
      </p:sp>
      <p:sp>
        <p:nvSpPr>
          <p:cNvPr id="5" name="Footer Placeholder 4">
            <a:extLst>
              <a:ext uri="{FF2B5EF4-FFF2-40B4-BE49-F238E27FC236}">
                <a16:creationId xmlns:a16="http://schemas.microsoft.com/office/drawing/2014/main" id="{9E0FB885-7248-9ABF-8943-E69155C31733}"/>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r>
              <a:rPr lang="en-US"/>
              <a:t>DevOps</a:t>
            </a:r>
          </a:p>
        </p:txBody>
      </p:sp>
      <p:sp>
        <p:nvSpPr>
          <p:cNvPr id="6" name="Slide Number Placeholder 5">
            <a:extLst>
              <a:ext uri="{FF2B5EF4-FFF2-40B4-BE49-F238E27FC236}">
                <a16:creationId xmlns:a16="http://schemas.microsoft.com/office/drawing/2014/main" id="{9F6B6319-C1DD-A693-810B-AA3EEA05378D}"/>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A6F71B28-9D07-487C-99CF-53688178DCAE}" type="slidenum">
              <a:rPr lang="en-US" altLang="en-US"/>
              <a:pPr>
                <a:defRPr/>
              </a:pPr>
              <a:t>‹#›</a:t>
            </a:fld>
            <a:endParaRPr lang="en-US" altLang="en-US"/>
          </a:p>
        </p:txBody>
      </p:sp>
    </p:spTree>
    <p:extLst>
      <p:ext uri="{BB962C8B-B14F-4D97-AF65-F5344CB8AC3E}">
        <p14:creationId xmlns:p14="http://schemas.microsoft.com/office/powerpoint/2010/main" val="1557446935"/>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Lst>
  <p:hf hdr="0"/>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BF9720-AA11-EB62-FC4B-FA432220FEE3}"/>
              </a:ext>
            </a:extLst>
          </p:cNvPr>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1027" name="Text Placeholder 2">
            <a:extLst>
              <a:ext uri="{FF2B5EF4-FFF2-40B4-BE49-F238E27FC236}">
                <a16:creationId xmlns:a16="http://schemas.microsoft.com/office/drawing/2014/main" id="{F890A08E-E2DC-A1EE-D40E-A0CE5AC05906}"/>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142DC3BD-1251-F9A5-2C3E-E7BE990F3ECB}"/>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fld id="{BF1867CB-9EAD-4856-984C-F89EEC308DF8}" type="datetimeFigureOut">
              <a:rPr lang="en-US"/>
              <a:pPr>
                <a:defRPr/>
              </a:pPr>
              <a:t>4/22/2025</a:t>
            </a:fld>
            <a:endParaRPr lang="en-US"/>
          </a:p>
        </p:txBody>
      </p:sp>
      <p:sp>
        <p:nvSpPr>
          <p:cNvPr id="5" name="Footer Placeholder 4">
            <a:extLst>
              <a:ext uri="{FF2B5EF4-FFF2-40B4-BE49-F238E27FC236}">
                <a16:creationId xmlns:a16="http://schemas.microsoft.com/office/drawing/2014/main" id="{9E0FB885-7248-9ABF-8943-E69155C31733}"/>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a:extLst>
              <a:ext uri="{FF2B5EF4-FFF2-40B4-BE49-F238E27FC236}">
                <a16:creationId xmlns:a16="http://schemas.microsoft.com/office/drawing/2014/main" id="{9F6B6319-C1DD-A693-810B-AA3EEA05378D}"/>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A6F71B28-9D07-487C-99CF-53688178DCAE}" type="slidenum">
              <a:rPr lang="en-US" altLang="en-US"/>
              <a:pPr>
                <a:defRPr/>
              </a:pPr>
              <a:t>‹#›</a:t>
            </a:fld>
            <a:endParaRPr lang="en-US" altLang="en-US"/>
          </a:p>
        </p:txBody>
      </p:sp>
    </p:spTree>
    <p:extLst>
      <p:ext uri="{BB962C8B-B14F-4D97-AF65-F5344CB8AC3E}">
        <p14:creationId xmlns:p14="http://schemas.microsoft.com/office/powerpoint/2010/main" val="66444890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Lst>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BF9720-AA11-EB62-FC4B-FA432220FEE3}"/>
              </a:ext>
            </a:extLst>
          </p:cNvPr>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1027" name="Text Placeholder 2">
            <a:extLst>
              <a:ext uri="{FF2B5EF4-FFF2-40B4-BE49-F238E27FC236}">
                <a16:creationId xmlns:a16="http://schemas.microsoft.com/office/drawing/2014/main" id="{F890A08E-E2DC-A1EE-D40E-A0CE5AC05906}"/>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142DC3BD-1251-F9A5-2C3E-E7BE990F3ECB}"/>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r>
              <a:rPr lang="en-US"/>
              <a:t>April 11-12-13, 2025</a:t>
            </a:r>
          </a:p>
        </p:txBody>
      </p:sp>
      <p:sp>
        <p:nvSpPr>
          <p:cNvPr id="5" name="Footer Placeholder 4">
            <a:extLst>
              <a:ext uri="{FF2B5EF4-FFF2-40B4-BE49-F238E27FC236}">
                <a16:creationId xmlns:a16="http://schemas.microsoft.com/office/drawing/2014/main" id="{9E0FB885-7248-9ABF-8943-E69155C31733}"/>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r>
              <a:rPr lang="en-US"/>
              <a:t>DevOps</a:t>
            </a:r>
          </a:p>
        </p:txBody>
      </p:sp>
      <p:sp>
        <p:nvSpPr>
          <p:cNvPr id="6" name="Slide Number Placeholder 5">
            <a:extLst>
              <a:ext uri="{FF2B5EF4-FFF2-40B4-BE49-F238E27FC236}">
                <a16:creationId xmlns:a16="http://schemas.microsoft.com/office/drawing/2014/main" id="{9F6B6319-C1DD-A693-810B-AA3EEA05378D}"/>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A6F71B28-9D07-487C-99CF-53688178DCAE}" type="slidenum">
              <a:rPr lang="en-US" altLang="en-US"/>
              <a:pPr>
                <a:defRPr/>
              </a:pPr>
              <a:t>‹#›</a:t>
            </a:fld>
            <a:endParaRPr lang="en-US" altLang="en-US"/>
          </a:p>
        </p:txBody>
      </p:sp>
    </p:spTree>
    <p:extLst>
      <p:ext uri="{BB962C8B-B14F-4D97-AF65-F5344CB8AC3E}">
        <p14:creationId xmlns:p14="http://schemas.microsoft.com/office/powerpoint/2010/main" val="1243938698"/>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Lst>
  <p:hf hdr="0"/>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B66328-1A58-B20B-CC7A-DF5D74B3C7DF}"/>
              </a:ext>
            </a:extLst>
          </p:cNvPr>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1027" name="Text Placeholder 2">
            <a:extLst>
              <a:ext uri="{FF2B5EF4-FFF2-40B4-BE49-F238E27FC236}">
                <a16:creationId xmlns:a16="http://schemas.microsoft.com/office/drawing/2014/main" id="{6784F205-B21F-B903-90B5-30BB98C653D8}"/>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14C6A1B-DD50-7951-41A0-7A93667841D5}"/>
              </a:ext>
            </a:extLst>
          </p:cNvPr>
          <p:cNvSpPr>
            <a:spLocks noGrp="1"/>
          </p:cNvSpPr>
          <p:nvPr>
            <p:ph type="dt" sz="half" idx="2"/>
          </p:nvPr>
        </p:nvSpPr>
        <p:spPr>
          <a:xfrm>
            <a:off x="457200" y="62039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r>
              <a:rPr lang="en-US"/>
              <a:t>April 18-19-20, 2025</a:t>
            </a:r>
          </a:p>
        </p:txBody>
      </p:sp>
      <p:sp>
        <p:nvSpPr>
          <p:cNvPr id="5" name="Footer Placeholder 4">
            <a:extLst>
              <a:ext uri="{FF2B5EF4-FFF2-40B4-BE49-F238E27FC236}">
                <a16:creationId xmlns:a16="http://schemas.microsoft.com/office/drawing/2014/main" id="{B01F17AD-6F16-EF8E-7BBD-DA5D140F00EF}"/>
              </a:ext>
            </a:extLst>
          </p:cNvPr>
          <p:cNvSpPr>
            <a:spLocks noGrp="1"/>
          </p:cNvSpPr>
          <p:nvPr>
            <p:ph type="ftr" sz="quarter" idx="3"/>
          </p:nvPr>
        </p:nvSpPr>
        <p:spPr>
          <a:xfrm>
            <a:off x="3124200" y="62039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r>
              <a:rPr lang="en-US"/>
              <a:t>DevOps</a:t>
            </a:r>
          </a:p>
        </p:txBody>
      </p:sp>
      <p:sp>
        <p:nvSpPr>
          <p:cNvPr id="6" name="Slide Number Placeholder 5">
            <a:extLst>
              <a:ext uri="{FF2B5EF4-FFF2-40B4-BE49-F238E27FC236}">
                <a16:creationId xmlns:a16="http://schemas.microsoft.com/office/drawing/2014/main" id="{C0C861DF-B67E-2797-33CC-E15C97D33F2B}"/>
              </a:ext>
            </a:extLst>
          </p:cNvPr>
          <p:cNvSpPr>
            <a:spLocks noGrp="1"/>
          </p:cNvSpPr>
          <p:nvPr>
            <p:ph type="sldNum" sz="quarter" idx="4"/>
          </p:nvPr>
        </p:nvSpPr>
        <p:spPr>
          <a:xfrm>
            <a:off x="6553200" y="62039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9E7DAF22-A35E-4ABF-96DE-9929C87FA102}" type="slidenum">
              <a:rPr lang="en-US" altLang="en-US"/>
              <a:pPr>
                <a:defRPr/>
              </a:pPr>
              <a:t>‹#›</a:t>
            </a:fld>
            <a:endParaRPr lang="en-US" altLang="en-US"/>
          </a:p>
        </p:txBody>
      </p:sp>
    </p:spTree>
    <p:extLst>
      <p:ext uri="{BB962C8B-B14F-4D97-AF65-F5344CB8AC3E}">
        <p14:creationId xmlns:p14="http://schemas.microsoft.com/office/powerpoint/2010/main" val="3028988228"/>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hf hdr="0"/>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0.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jpg"/><Relationship Id="rId7"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9.jpg"/><Relationship Id="rId5" Type="http://schemas.openxmlformats.org/officeDocument/2006/relationships/image" Target="../media/image38.png"/><Relationship Id="rId4" Type="http://schemas.openxmlformats.org/officeDocument/2006/relationships/image" Target="../media/image37.jpg"/><Relationship Id="rId9" Type="http://schemas.openxmlformats.org/officeDocument/2006/relationships/image" Target="../media/image42.jpg"/></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4.xml"/><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41.xml"/><Relationship Id="rId1" Type="http://schemas.openxmlformats.org/officeDocument/2006/relationships/slideLayout" Target="../slideLayouts/slideLayout14.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5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2.xml"/><Relationship Id="rId1" Type="http://schemas.openxmlformats.org/officeDocument/2006/relationships/slideLayout" Target="../slideLayouts/slideLayout14.xml"/><Relationship Id="rId6" Type="http://schemas.openxmlformats.org/officeDocument/2006/relationships/image" Target="../media/image73.png"/><Relationship Id="rId5" Type="http://schemas.openxmlformats.org/officeDocument/2006/relationships/image" Target="../media/image70.png"/><Relationship Id="rId4" Type="http://schemas.openxmlformats.org/officeDocument/2006/relationships/image" Target="../media/image69.png"/></Relationships>
</file>

<file path=ppt/slides/_rels/slide6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35.xml"/></Relationships>
</file>

<file path=ppt/slides/_rels/slide7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jpg"/><Relationship Id="rId1" Type="http://schemas.openxmlformats.org/officeDocument/2006/relationships/slideLayout" Target="../slideLayouts/slideLayout35.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4.xml"/><Relationship Id="rId1" Type="http://schemas.openxmlformats.org/officeDocument/2006/relationships/slideLayout" Target="../slideLayouts/slideLayout35.xml"/><Relationship Id="rId4" Type="http://schemas.openxmlformats.org/officeDocument/2006/relationships/image" Target="../media/image85.png"/></Relationships>
</file>

<file path=ppt/slides/_rels/slide7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5.xml"/><Relationship Id="rId1" Type="http://schemas.openxmlformats.org/officeDocument/2006/relationships/slideLayout" Target="../slideLayouts/slideLayout35.xml"/><Relationship Id="rId4" Type="http://schemas.openxmlformats.org/officeDocument/2006/relationships/image" Target="../media/image86.png"/></Relationships>
</file>

<file path=ppt/slides/_rels/slide7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6.xml"/><Relationship Id="rId1" Type="http://schemas.openxmlformats.org/officeDocument/2006/relationships/slideLayout" Target="../slideLayouts/slideLayout35.xml"/><Relationship Id="rId4" Type="http://schemas.openxmlformats.org/officeDocument/2006/relationships/image" Target="../media/image87.png"/></Relationships>
</file>

<file path=ppt/slides/_rels/slide7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7.xml"/><Relationship Id="rId1" Type="http://schemas.openxmlformats.org/officeDocument/2006/relationships/slideLayout" Target="../slideLayouts/slideLayout35.xml"/><Relationship Id="rId4" Type="http://schemas.openxmlformats.org/officeDocument/2006/relationships/image" Target="../media/image88.png"/></Relationships>
</file>

<file path=ppt/slides/_rels/slide7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8.xml"/><Relationship Id="rId1" Type="http://schemas.openxmlformats.org/officeDocument/2006/relationships/slideLayout" Target="../slideLayouts/slideLayout35.xml"/><Relationship Id="rId4" Type="http://schemas.openxmlformats.org/officeDocument/2006/relationships/image" Target="../media/image89.png"/></Relationships>
</file>

<file path=ppt/slides/_rels/slide7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9.xml"/><Relationship Id="rId1" Type="http://schemas.openxmlformats.org/officeDocument/2006/relationships/slideLayout" Target="../slideLayouts/slideLayout35.xml"/></Relationships>
</file>

<file path=ppt/slides/_rels/slide7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0.xml"/><Relationship Id="rId1" Type="http://schemas.openxmlformats.org/officeDocument/2006/relationships/slideLayout" Target="../slideLayouts/slideLayout35.xml"/><Relationship Id="rId4" Type="http://schemas.openxmlformats.org/officeDocument/2006/relationships/image" Target="../media/image91.png"/></Relationships>
</file>

<file path=ppt/slides/_rels/slide8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1.xml"/><Relationship Id="rId1" Type="http://schemas.openxmlformats.org/officeDocument/2006/relationships/slideLayout" Target="../slideLayouts/slideLayout35.xml"/><Relationship Id="rId4" Type="http://schemas.openxmlformats.org/officeDocument/2006/relationships/image" Target="../media/image92.png"/></Relationships>
</file>

<file path=ppt/slides/_rels/slide8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2.xml"/><Relationship Id="rId1" Type="http://schemas.openxmlformats.org/officeDocument/2006/relationships/slideLayout" Target="../slideLayouts/slideLayout35.xml"/><Relationship Id="rId4" Type="http://schemas.openxmlformats.org/officeDocument/2006/relationships/image" Target="../media/image93.png"/></Relationships>
</file>

<file path=ppt/slides/_rels/slide8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3.xml"/><Relationship Id="rId1" Type="http://schemas.openxmlformats.org/officeDocument/2006/relationships/slideLayout" Target="../slideLayouts/slideLayout35.xml"/></Relationships>
</file>

<file path=ppt/slides/_rels/slide83.xml.rels><?xml version="1.0" encoding="UTF-8" standalone="yes"?>
<Relationships xmlns="http://schemas.openxmlformats.org/package/2006/relationships"><Relationship Id="rId2" Type="http://schemas.openxmlformats.org/officeDocument/2006/relationships/image" Target="../media/image94.jpg"/><Relationship Id="rId1" Type="http://schemas.openxmlformats.org/officeDocument/2006/relationships/slideLayout" Target="../slideLayouts/slideLayout35.xml"/></Relationships>
</file>

<file path=ppt/slides/_rels/slide8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4.xml"/><Relationship Id="rId1" Type="http://schemas.openxmlformats.org/officeDocument/2006/relationships/slideLayout" Target="../slideLayouts/slideLayout35.xml"/><Relationship Id="rId4" Type="http://schemas.openxmlformats.org/officeDocument/2006/relationships/image" Target="../media/image95.png"/></Relationships>
</file>

<file path=ppt/slides/_rels/slide8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5.xml"/><Relationship Id="rId1" Type="http://schemas.openxmlformats.org/officeDocument/2006/relationships/slideLayout" Target="../slideLayouts/slideLayout35.xml"/><Relationship Id="rId4" Type="http://schemas.openxmlformats.org/officeDocument/2006/relationships/image" Target="../media/image96.png"/></Relationships>
</file>

<file path=ppt/slides/_rels/slide8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6.xml"/><Relationship Id="rId1" Type="http://schemas.openxmlformats.org/officeDocument/2006/relationships/slideLayout" Target="../slideLayouts/slideLayout35.xml"/><Relationship Id="rId4" Type="http://schemas.openxmlformats.org/officeDocument/2006/relationships/image" Target="../media/image97.png"/></Relationships>
</file>

<file path=ppt/slides/_rels/slide8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0.xml.rels><?xml version="1.0" encoding="UTF-8" standalone="yes"?>
<Relationships xmlns="http://schemas.openxmlformats.org/package/2006/relationships"><Relationship Id="rId2" Type="http://schemas.openxmlformats.org/officeDocument/2006/relationships/image" Target="../media/image98.jpg"/><Relationship Id="rId1" Type="http://schemas.openxmlformats.org/officeDocument/2006/relationships/slideLayout" Target="../slideLayouts/slideLayout35.xml"/></Relationships>
</file>

<file path=ppt/slides/_rels/slide9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7.xml"/><Relationship Id="rId1" Type="http://schemas.openxmlformats.org/officeDocument/2006/relationships/slideLayout" Target="../slideLayouts/slideLayout35.xml"/><Relationship Id="rId4" Type="http://schemas.openxmlformats.org/officeDocument/2006/relationships/image" Target="../media/image99.png"/></Relationships>
</file>

<file path=ppt/slides/_rels/slide9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8.xml"/><Relationship Id="rId1" Type="http://schemas.openxmlformats.org/officeDocument/2006/relationships/slideLayout" Target="../slideLayouts/slideLayout35.xml"/><Relationship Id="rId4" Type="http://schemas.openxmlformats.org/officeDocument/2006/relationships/image" Target="../media/image100.png"/></Relationships>
</file>

<file path=ppt/slides/_rels/slide9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9.xml"/><Relationship Id="rId1" Type="http://schemas.openxmlformats.org/officeDocument/2006/relationships/slideLayout" Target="../slideLayouts/slideLayout35.xml"/><Relationship Id="rId4" Type="http://schemas.openxmlformats.org/officeDocument/2006/relationships/image" Target="../media/image101.png"/></Relationships>
</file>

<file path=ppt/slides/_rels/slide9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0.xml"/><Relationship Id="rId1" Type="http://schemas.openxmlformats.org/officeDocument/2006/relationships/slideLayout" Target="../slideLayouts/slideLayout35.xml"/><Relationship Id="rId4" Type="http://schemas.openxmlformats.org/officeDocument/2006/relationships/image" Target="../media/image102.png"/></Relationships>
</file>

<file path=ppt/slides/_rels/slide95.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61.xml"/><Relationship Id="rId1" Type="http://schemas.openxmlformats.org/officeDocument/2006/relationships/slideLayout" Target="../slideLayouts/slideLayout3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9.xml.rels><?xml version="1.0" encoding="UTF-8" standalone="yes"?>
<Relationships xmlns="http://schemas.openxmlformats.org/package/2006/relationships"><Relationship Id="rId2" Type="http://schemas.openxmlformats.org/officeDocument/2006/relationships/image" Target="../media/image104.jpg"/><Relationship Id="rId1" Type="http://schemas.openxmlformats.org/officeDocument/2006/relationships/slideLayout" Target="../slideLayouts/slideLayout35.xml"/></Relationships>
</file>

<file path=ppt/slides/_rels/slide100.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35.xml"/></Relationships>
</file>

<file path=ppt/slides/_rels/slide101.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35.xml"/></Relationships>
</file>

<file path=ppt/slides/_rels/slide10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2.xml"/><Relationship Id="rId1" Type="http://schemas.openxmlformats.org/officeDocument/2006/relationships/slideLayout" Target="../slideLayouts/slideLayout35.xml"/><Relationship Id="rId4" Type="http://schemas.openxmlformats.org/officeDocument/2006/relationships/image" Target="../media/image107.png"/></Relationships>
</file>

<file path=ppt/slides/_rels/slide103.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Layout" Target="../slideLayouts/slideLayout35.xml"/></Relationships>
</file>

<file path=ppt/slides/_rels/slide104.xml.rels><?xml version="1.0" encoding="UTF-8" standalone="yes"?>
<Relationships xmlns="http://schemas.openxmlformats.org/package/2006/relationships"><Relationship Id="rId2" Type="http://schemas.openxmlformats.org/officeDocument/2006/relationships/image" Target="../media/image109.jpg"/><Relationship Id="rId1" Type="http://schemas.openxmlformats.org/officeDocument/2006/relationships/slideLayout" Target="../slideLayouts/slideLayout35.xml"/></Relationships>
</file>

<file path=ppt/slides/_rels/slide105.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3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63.xml"/><Relationship Id="rId1" Type="http://schemas.openxmlformats.org/officeDocument/2006/relationships/slideLayout" Target="../slideLayouts/slideLayout58.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8.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8.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8.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8.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8.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8.xml"/></Relationships>
</file>

<file path=ppt/slides/_rels/slide122.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70.xml"/><Relationship Id="rId1" Type="http://schemas.openxmlformats.org/officeDocument/2006/relationships/slideLayout" Target="../slideLayouts/slideLayout58.xml"/></Relationships>
</file>

<file path=ppt/slides/_rels/slide12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71.xml"/><Relationship Id="rId1" Type="http://schemas.openxmlformats.org/officeDocument/2006/relationships/slideLayout" Target="../slideLayouts/slideLayout58.xml"/></Relationships>
</file>

<file path=ppt/slides/_rels/slide12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72.xml"/><Relationship Id="rId1" Type="http://schemas.openxmlformats.org/officeDocument/2006/relationships/slideLayout" Target="../slideLayouts/slideLayout58.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8.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0.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0.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53.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0.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50.xml"/></Relationships>
</file>

<file path=ppt/slides/_rels/slide13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80.xml"/><Relationship Id="rId1" Type="http://schemas.openxmlformats.org/officeDocument/2006/relationships/slideLayout" Target="../slideLayouts/slideLayout50.xml"/><Relationship Id="rId5" Type="http://schemas.openxmlformats.org/officeDocument/2006/relationships/image" Target="../media/image117.tmp"/><Relationship Id="rId4" Type="http://schemas.openxmlformats.org/officeDocument/2006/relationships/image" Target="../media/image116.tmp"/></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50.xml"/></Relationships>
</file>

<file path=ppt/slides/_rels/slide135.xml.rels><?xml version="1.0" encoding="UTF-8" standalone="yes"?>
<Relationships xmlns="http://schemas.openxmlformats.org/package/2006/relationships"><Relationship Id="rId2" Type="http://schemas.openxmlformats.org/officeDocument/2006/relationships/image" Target="../media/image118.tmp"/><Relationship Id="rId1" Type="http://schemas.openxmlformats.org/officeDocument/2006/relationships/slideLayout" Target="../slideLayouts/slideLayout50.xml"/></Relationships>
</file>

<file path=ppt/slides/_rels/slide136.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82.xml"/><Relationship Id="rId1" Type="http://schemas.openxmlformats.org/officeDocument/2006/relationships/slideLayout" Target="../slideLayouts/slideLayout50.xml"/></Relationships>
</file>

<file path=ppt/slides/_rels/slide137.xml.rels><?xml version="1.0" encoding="UTF-8" standalone="yes"?>
<Relationships xmlns="http://schemas.openxmlformats.org/package/2006/relationships"><Relationship Id="rId13" Type="http://schemas.openxmlformats.org/officeDocument/2006/relationships/image" Target="../media/image130.png"/><Relationship Id="rId18" Type="http://schemas.openxmlformats.org/officeDocument/2006/relationships/image" Target="../media/image135.png"/><Relationship Id="rId26" Type="http://schemas.openxmlformats.org/officeDocument/2006/relationships/image" Target="../media/image143.jpg"/><Relationship Id="rId39" Type="http://schemas.openxmlformats.org/officeDocument/2006/relationships/image" Target="../media/image156.png"/><Relationship Id="rId21" Type="http://schemas.openxmlformats.org/officeDocument/2006/relationships/image" Target="../media/image138.png"/><Relationship Id="rId34" Type="http://schemas.openxmlformats.org/officeDocument/2006/relationships/image" Target="../media/image151.png"/><Relationship Id="rId7" Type="http://schemas.openxmlformats.org/officeDocument/2006/relationships/image" Target="../media/image124.png"/><Relationship Id="rId2" Type="http://schemas.openxmlformats.org/officeDocument/2006/relationships/notesSlide" Target="../notesSlides/notesSlide83.xml"/><Relationship Id="rId16" Type="http://schemas.openxmlformats.org/officeDocument/2006/relationships/image" Target="../media/image133.png"/><Relationship Id="rId20" Type="http://schemas.openxmlformats.org/officeDocument/2006/relationships/image" Target="../media/image137.png"/><Relationship Id="rId29" Type="http://schemas.openxmlformats.org/officeDocument/2006/relationships/image" Target="../media/image146.png"/><Relationship Id="rId41" Type="http://schemas.openxmlformats.org/officeDocument/2006/relationships/image" Target="../media/image158.png"/><Relationship Id="rId1" Type="http://schemas.openxmlformats.org/officeDocument/2006/relationships/slideLayout" Target="../slideLayouts/slideLayout66.xml"/><Relationship Id="rId6" Type="http://schemas.openxmlformats.org/officeDocument/2006/relationships/image" Target="../media/image123.png"/><Relationship Id="rId11" Type="http://schemas.openxmlformats.org/officeDocument/2006/relationships/image" Target="../media/image128.png"/><Relationship Id="rId24" Type="http://schemas.openxmlformats.org/officeDocument/2006/relationships/image" Target="../media/image141.png"/><Relationship Id="rId32" Type="http://schemas.openxmlformats.org/officeDocument/2006/relationships/image" Target="../media/image149.png"/><Relationship Id="rId37" Type="http://schemas.openxmlformats.org/officeDocument/2006/relationships/image" Target="../media/image154.png"/><Relationship Id="rId40" Type="http://schemas.openxmlformats.org/officeDocument/2006/relationships/image" Target="../media/image157.png"/><Relationship Id="rId5" Type="http://schemas.openxmlformats.org/officeDocument/2006/relationships/image" Target="../media/image122.png"/><Relationship Id="rId15" Type="http://schemas.openxmlformats.org/officeDocument/2006/relationships/image" Target="../media/image132.png"/><Relationship Id="rId23" Type="http://schemas.openxmlformats.org/officeDocument/2006/relationships/image" Target="../media/image140.png"/><Relationship Id="rId28" Type="http://schemas.openxmlformats.org/officeDocument/2006/relationships/image" Target="../media/image145.png"/><Relationship Id="rId36" Type="http://schemas.openxmlformats.org/officeDocument/2006/relationships/image" Target="../media/image153.png"/><Relationship Id="rId10" Type="http://schemas.openxmlformats.org/officeDocument/2006/relationships/image" Target="../media/image127.png"/><Relationship Id="rId19" Type="http://schemas.openxmlformats.org/officeDocument/2006/relationships/image" Target="../media/image136.png"/><Relationship Id="rId31" Type="http://schemas.openxmlformats.org/officeDocument/2006/relationships/image" Target="../media/image148.png"/><Relationship Id="rId4" Type="http://schemas.openxmlformats.org/officeDocument/2006/relationships/image" Target="../media/image121.png"/><Relationship Id="rId9" Type="http://schemas.openxmlformats.org/officeDocument/2006/relationships/image" Target="../media/image126.png"/><Relationship Id="rId14" Type="http://schemas.openxmlformats.org/officeDocument/2006/relationships/image" Target="../media/image131.png"/><Relationship Id="rId22" Type="http://schemas.openxmlformats.org/officeDocument/2006/relationships/image" Target="../media/image139.png"/><Relationship Id="rId27" Type="http://schemas.openxmlformats.org/officeDocument/2006/relationships/image" Target="../media/image144.png"/><Relationship Id="rId30" Type="http://schemas.openxmlformats.org/officeDocument/2006/relationships/image" Target="../media/image147.png"/><Relationship Id="rId35" Type="http://schemas.openxmlformats.org/officeDocument/2006/relationships/image" Target="../media/image152.png"/><Relationship Id="rId8" Type="http://schemas.openxmlformats.org/officeDocument/2006/relationships/image" Target="../media/image125.png"/><Relationship Id="rId3" Type="http://schemas.openxmlformats.org/officeDocument/2006/relationships/image" Target="../media/image120.jpg"/><Relationship Id="rId12" Type="http://schemas.openxmlformats.org/officeDocument/2006/relationships/image" Target="../media/image129.png"/><Relationship Id="rId17" Type="http://schemas.openxmlformats.org/officeDocument/2006/relationships/image" Target="../media/image134.png"/><Relationship Id="rId25" Type="http://schemas.openxmlformats.org/officeDocument/2006/relationships/image" Target="../media/image142.png"/><Relationship Id="rId33" Type="http://schemas.openxmlformats.org/officeDocument/2006/relationships/image" Target="../media/image150.png"/><Relationship Id="rId38" Type="http://schemas.openxmlformats.org/officeDocument/2006/relationships/image" Target="../media/image155.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39.xml.rels><?xml version="1.0" encoding="UTF-8" standalone="yes"?>
<Relationships xmlns="http://schemas.openxmlformats.org/package/2006/relationships"><Relationship Id="rId2" Type="http://schemas.openxmlformats.org/officeDocument/2006/relationships/image" Target="../media/image159.tmp"/><Relationship Id="rId1" Type="http://schemas.openxmlformats.org/officeDocument/2006/relationships/slideLayout" Target="../slideLayouts/slideLayout53.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58.xml"/></Relationships>
</file>

<file path=ppt/slides/_rels/slide141.xml.rels><?xml version="1.0" encoding="UTF-8" standalone="yes"?>
<Relationships xmlns="http://schemas.openxmlformats.org/package/2006/relationships"><Relationship Id="rId3" Type="http://schemas.openxmlformats.org/officeDocument/2006/relationships/package" Target="../embeddings/Microsoft_Visio_Drawing11111.vsdx"/><Relationship Id="rId2" Type="http://schemas.openxmlformats.org/officeDocument/2006/relationships/notesSlide" Target="../notesSlides/notesSlide85.xml"/><Relationship Id="rId1" Type="http://schemas.openxmlformats.org/officeDocument/2006/relationships/slideLayout" Target="../slideLayouts/slideLayout53.xml"/><Relationship Id="rId4" Type="http://schemas.openxmlformats.org/officeDocument/2006/relationships/image" Target="../media/image160.emf"/></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43.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53.xml"/></Relationships>
</file>

<file path=ppt/slides/_rels/slide144.xml.rels><?xml version="1.0" encoding="UTF-8" standalone="yes"?>
<Relationships xmlns="http://schemas.openxmlformats.org/package/2006/relationships"><Relationship Id="rId3" Type="http://schemas.openxmlformats.org/officeDocument/2006/relationships/image" Target="../media/image162.emf"/><Relationship Id="rId2" Type="http://schemas.openxmlformats.org/officeDocument/2006/relationships/notesSlide" Target="../notesSlides/notesSlide86.xml"/><Relationship Id="rId1" Type="http://schemas.openxmlformats.org/officeDocument/2006/relationships/slideLayout" Target="../slideLayouts/slideLayout5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49.xml.rels><?xml version="1.0" encoding="UTF-8" standalone="yes"?>
<Relationships xmlns="http://schemas.openxmlformats.org/package/2006/relationships"><Relationship Id="rId3" Type="http://schemas.openxmlformats.org/officeDocument/2006/relationships/hyperlink" Target="https://www.statista.com/statistics/425221/linkedin-traffic-referrers/" TargetMode="External"/><Relationship Id="rId2" Type="http://schemas.openxmlformats.org/officeDocument/2006/relationships/hyperlink" Target="https://fortune.com/unicorns/2016/github/" TargetMode="External"/><Relationship Id="rId1" Type="http://schemas.openxmlformats.org/officeDocument/2006/relationships/slideLayout" Target="../slideLayouts/slideLayout70.xml"/><Relationship Id="rId4" Type="http://schemas.openxmlformats.org/officeDocument/2006/relationships/hyperlink" Target="https://octoverse.github.com/#lets-look-back-at-the-code-and-communities-built-on-git-hub-this-year" TargetMode="External"/></Relationships>
</file>

<file path=ppt/slides/_rels/slide150.xml.rels><?xml version="1.0" encoding="UTF-8" standalone="yes"?>
<Relationships xmlns="http://schemas.openxmlformats.org/package/2006/relationships"><Relationship Id="rId2" Type="http://schemas.openxmlformats.org/officeDocument/2006/relationships/hyperlink" Target="https://octoverse.github.com/#lets-look-back-at-the-code-and-communities-built-on-git-hub-this-year" TargetMode="External"/><Relationship Id="rId1" Type="http://schemas.openxmlformats.org/officeDocument/2006/relationships/slideLayout" Target="../slideLayouts/slideLayout7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55.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70.xml"/></Relationships>
</file>

<file path=ppt/slides/_rels/slide156.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70.xml"/></Relationships>
</file>

<file path=ppt/slides/_rels/slide157.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70.xml"/></Relationships>
</file>

<file path=ppt/slides/_rels/slide158.xml.rels><?xml version="1.0" encoding="UTF-8" standalone="yes"?>
<Relationships xmlns="http://schemas.openxmlformats.org/package/2006/relationships"><Relationship Id="rId2" Type="http://schemas.openxmlformats.org/officeDocument/2006/relationships/image" Target="../media/image166.jpeg"/><Relationship Id="rId1" Type="http://schemas.openxmlformats.org/officeDocument/2006/relationships/slideLayout" Target="../slideLayouts/slideLayout70.xml"/></Relationships>
</file>

<file path=ppt/slides/_rels/slide159.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70.xml"/></Relationships>
</file>

<file path=ppt/slides/_rels/slide160.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70.xml"/></Relationships>
</file>

<file path=ppt/slides/_rels/slide161.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70.xml"/></Relationships>
</file>

<file path=ppt/slides/_rels/slide162.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70.xml"/></Relationships>
</file>

<file path=ppt/slides/_rels/slide163.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70.xml"/></Relationships>
</file>

<file path=ppt/slides/_rels/slide164.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70.xml"/></Relationships>
</file>

<file path=ppt/slides/_rels/slide165.xml.rels><?xml version="1.0" encoding="UTF-8" standalone="yes"?>
<Relationships xmlns="http://schemas.openxmlformats.org/package/2006/relationships"><Relationship Id="rId2" Type="http://schemas.openxmlformats.org/officeDocument/2006/relationships/image" Target="../media/image173.jpeg"/><Relationship Id="rId1" Type="http://schemas.openxmlformats.org/officeDocument/2006/relationships/slideLayout" Target="../slideLayouts/slideLayout70.xml"/></Relationships>
</file>

<file path=ppt/slides/_rels/slide166.xml.rels><?xml version="1.0" encoding="UTF-8" standalone="yes"?>
<Relationships xmlns="http://schemas.openxmlformats.org/package/2006/relationships"><Relationship Id="rId2" Type="http://schemas.openxmlformats.org/officeDocument/2006/relationships/image" Target="../media/image174.png"/><Relationship Id="rId1" Type="http://schemas.openxmlformats.org/officeDocument/2006/relationships/slideLayout" Target="../slideLayouts/slideLayout70.xml"/></Relationships>
</file>

<file path=ppt/slides/_rels/slide167.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70.xml"/></Relationships>
</file>

<file path=ppt/slides/_rels/slide168.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70.xml"/></Relationships>
</file>

<file path=ppt/slides/_rels/slide169.xml.rels><?xml version="1.0" encoding="UTF-8" standalone="yes"?>
<Relationships xmlns="http://schemas.openxmlformats.org/package/2006/relationships"><Relationship Id="rId2" Type="http://schemas.openxmlformats.org/officeDocument/2006/relationships/image" Target="../media/image177.png"/><Relationship Id="rId1" Type="http://schemas.openxmlformats.org/officeDocument/2006/relationships/slideLayout" Target="../slideLayouts/slideLayout70.xml"/></Relationships>
</file>

<file path=ppt/slides/_rels/slide170.xml.rels><?xml version="1.0" encoding="UTF-8" standalone="yes"?>
<Relationships xmlns="http://schemas.openxmlformats.org/package/2006/relationships"><Relationship Id="rId2" Type="http://schemas.openxmlformats.org/officeDocument/2006/relationships/image" Target="../media/image178.png"/><Relationship Id="rId1" Type="http://schemas.openxmlformats.org/officeDocument/2006/relationships/slideLayout" Target="../slideLayouts/slideLayout7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pic>
        <p:nvPicPr>
          <p:cNvPr id="324" name="Google Shape;324;p61"/>
          <p:cNvPicPr preferRelativeResize="0"/>
          <p:nvPr/>
        </p:nvPicPr>
        <p:blipFill rotWithShape="1">
          <a:blip r:embed="rId3">
            <a:alphaModFix/>
          </a:blip>
          <a:srcRect/>
          <a:stretch/>
        </p:blipFill>
        <p:spPr>
          <a:xfrm>
            <a:off x="-20320" y="1371917"/>
            <a:ext cx="9144000" cy="5158314"/>
          </a:xfrm>
          <a:prstGeom prst="rect">
            <a:avLst/>
          </a:prstGeom>
          <a:noFill/>
          <a:ln>
            <a:noFill/>
          </a:ln>
        </p:spPr>
      </p:pic>
      <p:sp>
        <p:nvSpPr>
          <p:cNvPr id="325" name="Google Shape;325;p61"/>
          <p:cNvSpPr txBox="1">
            <a:spLocks noGrp="1"/>
          </p:cNvSpPr>
          <p:nvPr>
            <p:ph type="body" idx="2"/>
          </p:nvPr>
        </p:nvSpPr>
        <p:spPr>
          <a:xfrm>
            <a:off x="304800" y="152400"/>
            <a:ext cx="6339840" cy="1143000"/>
          </a:xfrm>
          <a:prstGeom prst="rect">
            <a:avLst/>
          </a:prstGeom>
          <a:noFill/>
          <a:ln>
            <a:noFill/>
          </a:ln>
        </p:spPr>
        <p:txBody>
          <a:bodyPr spcFirstLastPara="1" wrap="square" lIns="91425" tIns="45700" rIns="91425" bIns="45700" anchor="ctr" anchorCtr="0">
            <a:normAutofit fontScale="77500" lnSpcReduction="20000"/>
          </a:bodyPr>
          <a:lstStyle/>
          <a:p>
            <a:pPr marL="457200" lvl="0" indent="-228600" algn="l" rtl="0">
              <a:lnSpc>
                <a:spcPct val="100000"/>
              </a:lnSpc>
              <a:spcBef>
                <a:spcPts val="0"/>
              </a:spcBef>
              <a:spcAft>
                <a:spcPts val="0"/>
              </a:spcAft>
              <a:buClr>
                <a:schemeClr val="dk1"/>
              </a:buClr>
              <a:buSzPct val="129032"/>
              <a:buNone/>
            </a:pPr>
            <a:r>
              <a:rPr lang="en-US"/>
              <a:t>DevOps: </a:t>
            </a:r>
            <a:endParaRPr/>
          </a:p>
          <a:p>
            <a:pPr marL="457200" lvl="0" indent="-228600" algn="l" rtl="0">
              <a:lnSpc>
                <a:spcPct val="100000"/>
              </a:lnSpc>
              <a:spcBef>
                <a:spcPts val="0"/>
              </a:spcBef>
              <a:spcAft>
                <a:spcPts val="0"/>
              </a:spcAft>
              <a:buClr>
                <a:schemeClr val="dk1"/>
              </a:buClr>
              <a:buSzPct val="129032"/>
              <a:buNone/>
            </a:pPr>
            <a:r>
              <a:rPr lang="en-US"/>
              <a:t>Bridging the Gap Between 	Development and Operations</a:t>
            </a:r>
            <a:endParaRPr/>
          </a:p>
        </p:txBody>
      </p:sp>
      <p:sp>
        <p:nvSpPr>
          <p:cNvPr id="326" name="Google Shape;326;p61"/>
          <p:cNvSpPr txBox="1">
            <a:spLocks noGrp="1"/>
          </p:cNvSpPr>
          <p:nvPr>
            <p:ph type="body" idx="1"/>
          </p:nvPr>
        </p:nvSpPr>
        <p:spPr>
          <a:xfrm>
            <a:off x="-345440" y="1331277"/>
            <a:ext cx="8422640" cy="4744403"/>
          </a:xfrm>
          <a:prstGeom prst="rect">
            <a:avLst/>
          </a:prstGeom>
          <a:noFill/>
          <a:ln>
            <a:noFill/>
          </a:ln>
        </p:spPr>
        <p:txBody>
          <a:bodyPr spcFirstLastPara="1" wrap="square" lIns="91425" tIns="45700" rIns="91425" bIns="45700" anchor="t" anchorCtr="0">
            <a:noAutofit/>
          </a:bodyPr>
          <a:lstStyle/>
          <a:p>
            <a:pPr marL="571500" lvl="0" indent="-342900" algn="l" rtl="0">
              <a:lnSpc>
                <a:spcPct val="100000"/>
              </a:lnSpc>
              <a:spcBef>
                <a:spcPts val="480"/>
              </a:spcBef>
              <a:spcAft>
                <a:spcPts val="0"/>
              </a:spcAft>
              <a:buSzPts val="2400"/>
              <a:buFont typeface="Arial"/>
              <a:buChar char="•"/>
            </a:pPr>
            <a:r>
              <a:rPr lang="en-US" sz="2000">
                <a:solidFill>
                  <a:schemeClr val="lt1"/>
                </a:solidFill>
              </a:rPr>
              <a:t>Fosters collaboration between Development and Operations teams.</a:t>
            </a:r>
            <a:endParaRPr/>
          </a:p>
          <a:p>
            <a:pPr marL="571500" lvl="0" indent="-342900" algn="l" rtl="0">
              <a:lnSpc>
                <a:spcPct val="100000"/>
              </a:lnSpc>
              <a:spcBef>
                <a:spcPts val="480"/>
              </a:spcBef>
              <a:spcAft>
                <a:spcPts val="0"/>
              </a:spcAft>
              <a:buSzPts val="2400"/>
              <a:buFont typeface="Arial"/>
              <a:buChar char="•"/>
            </a:pPr>
            <a:r>
              <a:rPr lang="en-US" sz="2000">
                <a:solidFill>
                  <a:schemeClr val="lt1"/>
                </a:solidFill>
              </a:rPr>
              <a:t>Traditional siloed approach between Dev and Ops, leading to slow delivery and bottlenecks.</a:t>
            </a:r>
            <a:endParaRPr/>
          </a:p>
          <a:p>
            <a:pPr marL="571500" lvl="0" indent="-342900" algn="l" rtl="0">
              <a:lnSpc>
                <a:spcPct val="100000"/>
              </a:lnSpc>
              <a:spcBef>
                <a:spcPts val="480"/>
              </a:spcBef>
              <a:spcAft>
                <a:spcPts val="0"/>
              </a:spcAft>
              <a:buSzPts val="2400"/>
              <a:buFont typeface="Arial"/>
              <a:buChar char="•"/>
            </a:pPr>
            <a:r>
              <a:rPr lang="en-US" sz="2000">
                <a:solidFill>
                  <a:schemeClr val="lt1"/>
                </a:solidFill>
              </a:rPr>
              <a:t>DevOps bridges this gap, enabling faster and more reliable software delivery.</a:t>
            </a:r>
            <a:endParaRPr/>
          </a:p>
          <a:p>
            <a:pPr marL="571500" lvl="0" indent="-190500" algn="l" rtl="0">
              <a:lnSpc>
                <a:spcPct val="100000"/>
              </a:lnSpc>
              <a:spcBef>
                <a:spcPts val="480"/>
              </a:spcBef>
              <a:spcAft>
                <a:spcPts val="0"/>
              </a:spcAft>
              <a:buSzPts val="2400"/>
              <a:buFont typeface="Arial"/>
              <a:buNone/>
            </a:pPr>
            <a:endParaRPr sz="20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13"/>
          <p:cNvSpPr txBox="1">
            <a:spLocks noGrp="1"/>
          </p:cNvSpPr>
          <p:nvPr>
            <p:ph type="body" idx="1"/>
          </p:nvPr>
        </p:nvSpPr>
        <p:spPr>
          <a:xfrm>
            <a:off x="304800" y="1493837"/>
            <a:ext cx="8229600" cy="4525962"/>
          </a:xfrm>
          <a:prstGeom prst="rect">
            <a:avLst/>
          </a:prstGeom>
          <a:noFill/>
          <a:ln>
            <a:noFill/>
          </a:ln>
        </p:spPr>
        <p:txBody>
          <a:bodyPr spcFirstLastPara="1" wrap="square" lIns="91425" tIns="45700" rIns="91425" bIns="45700" anchor="t" anchorCtr="0">
            <a:noAutofit/>
          </a:bodyPr>
          <a:lstStyle/>
          <a:p>
            <a:pPr marL="342900" marR="0" lvl="0" indent="-139700" algn="l" rtl="0">
              <a:lnSpc>
                <a:spcPct val="100000"/>
              </a:lnSpc>
              <a:spcBef>
                <a:spcPts val="0"/>
              </a:spcBef>
              <a:spcAft>
                <a:spcPts val="0"/>
              </a:spcAft>
              <a:buClr>
                <a:schemeClr val="dk1"/>
              </a:buClr>
              <a:buSzPts val="3200"/>
              <a:buFont typeface="Arial"/>
              <a:buNone/>
            </a:pPr>
            <a:endParaRPr sz="3200">
              <a:solidFill>
                <a:schemeClr val="dk1"/>
              </a:solidFill>
              <a:latin typeface="Arial"/>
              <a:ea typeface="Arial"/>
              <a:cs typeface="Arial"/>
              <a:sym typeface="Arial"/>
            </a:endParaRPr>
          </a:p>
        </p:txBody>
      </p:sp>
      <p:sp>
        <p:nvSpPr>
          <p:cNvPr id="332" name="Google Shape;332;p13"/>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100000"/>
              </a:lnSpc>
              <a:spcBef>
                <a:spcPts val="0"/>
              </a:spcBef>
              <a:spcAft>
                <a:spcPts val="0"/>
              </a:spcAft>
              <a:buClr>
                <a:schemeClr val="dk1"/>
              </a:buClr>
              <a:buSzPts val="3600"/>
              <a:buFont typeface="Arial"/>
              <a:buNone/>
            </a:pPr>
            <a:r>
              <a:rPr lang="en-US" sz="3600" b="1" i="0" u="none">
                <a:solidFill>
                  <a:schemeClr val="dk1"/>
                </a:solidFill>
                <a:latin typeface="Arial"/>
                <a:ea typeface="Arial"/>
                <a:cs typeface="Arial"/>
                <a:sym typeface="Arial"/>
              </a:rPr>
              <a:t>Typical Project Life-Cycle </a:t>
            </a:r>
            <a:endParaRPr/>
          </a:p>
          <a:p>
            <a:pPr marL="0" marR="0" lvl="0" indent="0" algn="l" rtl="0">
              <a:lnSpc>
                <a:spcPct val="100000"/>
              </a:lnSpc>
              <a:spcBef>
                <a:spcPts val="0"/>
              </a:spcBef>
              <a:spcAft>
                <a:spcPts val="0"/>
              </a:spcAft>
              <a:buClr>
                <a:schemeClr val="dk1"/>
              </a:buClr>
              <a:buSzPts val="3600"/>
              <a:buFont typeface="Arial"/>
              <a:buNone/>
            </a:pPr>
            <a:r>
              <a:rPr lang="en-US" sz="3600" b="1" i="0" u="none">
                <a:solidFill>
                  <a:schemeClr val="dk1"/>
                </a:solidFill>
                <a:latin typeface="Arial"/>
                <a:ea typeface="Arial"/>
                <a:cs typeface="Arial"/>
                <a:sym typeface="Arial"/>
              </a:rPr>
              <a:t>		(4 Phases)</a:t>
            </a:r>
            <a:endParaRPr/>
          </a:p>
        </p:txBody>
      </p:sp>
      <p:grpSp>
        <p:nvGrpSpPr>
          <p:cNvPr id="333" name="Google Shape;333;p13"/>
          <p:cNvGrpSpPr/>
          <p:nvPr/>
        </p:nvGrpSpPr>
        <p:grpSpPr>
          <a:xfrm>
            <a:off x="533400" y="2098675"/>
            <a:ext cx="7999412" cy="4357687"/>
            <a:chOff x="-514069" y="990600"/>
            <a:chExt cx="9229444" cy="5406983"/>
          </a:xfrm>
        </p:grpSpPr>
        <p:pic>
          <p:nvPicPr>
            <p:cNvPr id="334" name="Google Shape;334;p13" descr="01fig2"/>
            <p:cNvPicPr preferRelativeResize="0"/>
            <p:nvPr/>
          </p:nvPicPr>
          <p:blipFill rotWithShape="1">
            <a:blip r:embed="rId3">
              <a:alphaModFix/>
            </a:blip>
            <a:srcRect/>
            <a:stretch/>
          </p:blipFill>
          <p:spPr>
            <a:xfrm>
              <a:off x="428625" y="990600"/>
              <a:ext cx="8286750" cy="5406983"/>
            </a:xfrm>
            <a:prstGeom prst="rect">
              <a:avLst/>
            </a:prstGeom>
            <a:noFill/>
            <a:ln>
              <a:noFill/>
            </a:ln>
          </p:spPr>
        </p:pic>
        <p:sp>
          <p:nvSpPr>
            <p:cNvPr id="335" name="Google Shape;335;p13"/>
            <p:cNvSpPr txBox="1"/>
            <p:nvPr/>
          </p:nvSpPr>
          <p:spPr>
            <a:xfrm>
              <a:off x="-514069" y="3514084"/>
              <a:ext cx="7366119" cy="2339103"/>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200"/>
                <a:buFont typeface="Arial"/>
                <a:buNone/>
              </a:pPr>
              <a:endParaRPr sz="12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200"/>
                <a:buFont typeface="Arial"/>
                <a:buNone/>
              </a:pPr>
              <a:endParaRPr sz="12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200"/>
                <a:buFont typeface="Arial"/>
                <a:buNone/>
              </a:pPr>
              <a:endParaRPr sz="12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200"/>
                <a:buFont typeface="Arial"/>
                <a:buNone/>
              </a:pPr>
              <a:endParaRPr sz="12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200"/>
                <a:buFont typeface="Arial"/>
                <a:buNone/>
              </a:pPr>
              <a:endParaRPr sz="12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200"/>
                <a:buFont typeface="Arial"/>
                <a:buNone/>
              </a:pPr>
              <a:endParaRPr sz="12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200"/>
                <a:buFont typeface="Arial"/>
                <a:buNone/>
              </a:pPr>
              <a:endParaRPr sz="12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200"/>
                <a:buFont typeface="Arial"/>
                <a:buNone/>
              </a:pPr>
              <a:endParaRPr sz="12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200"/>
                <a:buFont typeface="Arial"/>
                <a:buNone/>
              </a:pPr>
              <a:endParaRPr sz="12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200"/>
                <a:buFont typeface="Arial"/>
                <a:buNone/>
              </a:pPr>
              <a:endParaRPr sz="12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200"/>
                <a:buFont typeface="Arial"/>
                <a:buNone/>
              </a:pPr>
              <a:endParaRPr sz="12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r>
                <a:rPr lang="en-US" sz="1400" b="1" i="0" u="none" strike="noStrike" cap="none">
                  <a:solidFill>
                    <a:schemeClr val="dk1"/>
                  </a:solidFill>
                  <a:latin typeface="Times New Roman"/>
                  <a:ea typeface="Times New Roman"/>
                  <a:cs typeface="Times New Roman"/>
                  <a:sym typeface="Times New Roman"/>
                </a:rPr>
                <a:t>Stages  (Phases)           I                     II                                             III                                         IV</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14"/>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100000"/>
              </a:lnSpc>
              <a:spcBef>
                <a:spcPts val="0"/>
              </a:spcBef>
              <a:spcAft>
                <a:spcPts val="0"/>
              </a:spcAft>
              <a:buClr>
                <a:schemeClr val="dk1"/>
              </a:buClr>
              <a:buSzPts val="3600"/>
              <a:buFont typeface="Arial"/>
              <a:buNone/>
            </a:pPr>
            <a:r>
              <a:rPr lang="en-US" sz="3600" b="1" i="0" u="none">
                <a:solidFill>
                  <a:schemeClr val="dk1"/>
                </a:solidFill>
                <a:latin typeface="Arial"/>
                <a:ea typeface="Arial"/>
                <a:cs typeface="Arial"/>
                <a:sym typeface="Arial"/>
              </a:rPr>
              <a:t>Software development lifecycle (Unified Process)</a:t>
            </a:r>
            <a:endParaRPr/>
          </a:p>
        </p:txBody>
      </p:sp>
      <p:sp>
        <p:nvSpPr>
          <p:cNvPr id="341" name="Google Shape;341;p14"/>
          <p:cNvSpPr txBox="1">
            <a:spLocks noGrp="1"/>
          </p:cNvSpPr>
          <p:nvPr>
            <p:ph type="body" idx="2"/>
          </p:nvPr>
        </p:nvSpPr>
        <p:spPr>
          <a:xfrm>
            <a:off x="304800" y="1493837"/>
            <a:ext cx="8229600" cy="4525962"/>
          </a:xfrm>
          <a:prstGeom prst="rect">
            <a:avLst/>
          </a:prstGeom>
          <a:noFill/>
          <a:ln>
            <a:noFill/>
          </a:ln>
        </p:spPr>
        <p:txBody>
          <a:bodyPr spcFirstLastPara="1" wrap="square" lIns="91425" tIns="45700" rIns="91425" bIns="45700" anchor="t" anchorCtr="0">
            <a:spAutoFit/>
          </a:bodyPr>
          <a:lstStyle/>
          <a:p>
            <a:pPr marL="342900" marR="0" lvl="0" indent="-342900" algn="ctr" rtl="0">
              <a:lnSpc>
                <a:spcPct val="100000"/>
              </a:lnSpc>
              <a:spcBef>
                <a:spcPts val="0"/>
              </a:spcBef>
              <a:spcAft>
                <a:spcPts val="0"/>
              </a:spcAft>
              <a:buClr>
                <a:schemeClr val="dk1"/>
              </a:buClr>
              <a:buSzPts val="5400"/>
              <a:buFont typeface="Arial"/>
              <a:buNone/>
            </a:pPr>
            <a:r>
              <a:rPr lang="en-US" sz="5400" b="0" i="0" u="none">
                <a:solidFill>
                  <a:schemeClr val="dk1"/>
                </a:solidFill>
                <a:latin typeface="Arial"/>
                <a:ea typeface="Arial"/>
                <a:cs typeface="Arial"/>
                <a:sym typeface="Arial"/>
              </a:rPr>
              <a:t>Inception</a:t>
            </a:r>
            <a:endParaRPr/>
          </a:p>
          <a:p>
            <a:pPr marL="342900" marR="0" lvl="0" indent="-342900" algn="ctr" rtl="0">
              <a:lnSpc>
                <a:spcPct val="100000"/>
              </a:lnSpc>
              <a:spcBef>
                <a:spcPts val="1080"/>
              </a:spcBef>
              <a:spcAft>
                <a:spcPts val="0"/>
              </a:spcAft>
              <a:buClr>
                <a:schemeClr val="dk1"/>
              </a:buClr>
              <a:buSzPts val="5400"/>
              <a:buFont typeface="Arial"/>
              <a:buNone/>
            </a:pPr>
            <a:r>
              <a:rPr lang="en-US" sz="5400" b="0" i="0" u="none">
                <a:solidFill>
                  <a:schemeClr val="dk1"/>
                </a:solidFill>
                <a:latin typeface="Arial"/>
                <a:ea typeface="Arial"/>
                <a:cs typeface="Arial"/>
                <a:sym typeface="Arial"/>
              </a:rPr>
              <a:t>Elaboration</a:t>
            </a:r>
            <a:endParaRPr sz="5400" b="0" i="0" u="none">
              <a:solidFill>
                <a:schemeClr val="dk1"/>
              </a:solidFill>
              <a:latin typeface="Arial"/>
              <a:ea typeface="Arial"/>
              <a:cs typeface="Arial"/>
              <a:sym typeface="Arial"/>
            </a:endParaRPr>
          </a:p>
          <a:p>
            <a:pPr marL="342900" marR="0" lvl="0" indent="-342900" algn="ctr" rtl="0">
              <a:lnSpc>
                <a:spcPct val="100000"/>
              </a:lnSpc>
              <a:spcBef>
                <a:spcPts val="1080"/>
              </a:spcBef>
              <a:spcAft>
                <a:spcPts val="0"/>
              </a:spcAft>
              <a:buClr>
                <a:schemeClr val="dk1"/>
              </a:buClr>
              <a:buSzPts val="5400"/>
              <a:buFont typeface="Arial"/>
              <a:buNone/>
            </a:pPr>
            <a:r>
              <a:rPr lang="en-US" sz="5400" b="0" i="0" u="none">
                <a:solidFill>
                  <a:schemeClr val="dk1"/>
                </a:solidFill>
                <a:latin typeface="Arial"/>
                <a:ea typeface="Arial"/>
                <a:cs typeface="Arial"/>
                <a:sym typeface="Arial"/>
              </a:rPr>
              <a:t>Construction</a:t>
            </a:r>
            <a:endParaRPr/>
          </a:p>
          <a:p>
            <a:pPr marL="342900" marR="0" lvl="0" indent="-342900" algn="ctr" rtl="0">
              <a:lnSpc>
                <a:spcPct val="100000"/>
              </a:lnSpc>
              <a:spcBef>
                <a:spcPts val="1080"/>
              </a:spcBef>
              <a:spcAft>
                <a:spcPts val="0"/>
              </a:spcAft>
              <a:buClr>
                <a:schemeClr val="dk1"/>
              </a:buClr>
              <a:buSzPts val="5400"/>
              <a:buFont typeface="Arial"/>
              <a:buNone/>
            </a:pPr>
            <a:r>
              <a:rPr lang="en-US" sz="5400" b="0" i="0" u="none">
                <a:solidFill>
                  <a:schemeClr val="dk1"/>
                </a:solidFill>
                <a:latin typeface="Arial"/>
                <a:ea typeface="Arial"/>
                <a:cs typeface="Arial"/>
                <a:sym typeface="Arial"/>
              </a:rPr>
              <a:t>Transition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15"/>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3600"/>
              <a:buFont typeface="Arial"/>
              <a:buNone/>
            </a:pPr>
            <a:r>
              <a:rPr lang="en-US" sz="3600" b="1" i="0" u="none">
                <a:solidFill>
                  <a:schemeClr val="dk1"/>
                </a:solidFill>
                <a:latin typeface="Arial"/>
                <a:ea typeface="Arial"/>
                <a:cs typeface="Arial"/>
                <a:sym typeface="Arial"/>
              </a:rPr>
              <a:t>UNIFIED PROCESS phases</a:t>
            </a:r>
            <a:endParaRPr/>
          </a:p>
        </p:txBody>
      </p:sp>
      <p:pic>
        <p:nvPicPr>
          <p:cNvPr id="347" name="Google Shape;347;p15" descr="UPSCHE~1"/>
          <p:cNvPicPr preferRelativeResize="0">
            <a:picLocks noGrp="1"/>
          </p:cNvPicPr>
          <p:nvPr>
            <p:ph type="body" idx="2"/>
          </p:nvPr>
        </p:nvPicPr>
        <p:blipFill rotWithShape="1">
          <a:blip r:embed="rId3">
            <a:alphaModFix/>
          </a:blip>
          <a:srcRect/>
          <a:stretch/>
        </p:blipFill>
        <p:spPr>
          <a:xfrm>
            <a:off x="609600" y="1277937"/>
            <a:ext cx="8534400" cy="5141912"/>
          </a:xfrm>
          <a:prstGeom prst="rect">
            <a:avLst/>
          </a:prstGeom>
          <a:noFill/>
          <a:ln>
            <a:noFill/>
          </a:ln>
        </p:spPr>
      </p:pic>
      <p:sp>
        <p:nvSpPr>
          <p:cNvPr id="348" name="Google Shape;348;p15"/>
          <p:cNvSpPr txBox="1"/>
          <p:nvPr/>
        </p:nvSpPr>
        <p:spPr>
          <a:xfrm>
            <a:off x="609600" y="6356350"/>
            <a:ext cx="28448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October 10, 2020</a:t>
            </a:r>
            <a:endParaRPr sz="1400" b="0" i="0" u="none" strike="noStrike" cap="none">
              <a:solidFill>
                <a:srgbClr val="000000"/>
              </a:solidFill>
              <a:latin typeface="Arial"/>
              <a:ea typeface="Arial"/>
              <a:cs typeface="Arial"/>
              <a:sym typeface="Arial"/>
            </a:endParaRPr>
          </a:p>
        </p:txBody>
      </p:sp>
      <p:sp>
        <p:nvSpPr>
          <p:cNvPr id="349" name="Google Shape;349;p15"/>
          <p:cNvSpPr txBox="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SEWI ZG512 Object Oriented Analysis and Design</a:t>
            </a:r>
            <a:endParaRPr sz="1400" b="0" i="0" u="none" strike="noStrike" cap="none">
              <a:solidFill>
                <a:srgbClr val="000000"/>
              </a:solidFill>
              <a:latin typeface="Arial"/>
              <a:ea typeface="Arial"/>
              <a:cs typeface="Arial"/>
              <a:sym typeface="Arial"/>
            </a:endParaRPr>
          </a:p>
        </p:txBody>
      </p:sp>
      <p:sp>
        <p:nvSpPr>
          <p:cNvPr id="350" name="Google Shape;350;p15"/>
          <p:cNvSpPr txBox="1"/>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16"/>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100000"/>
              </a:lnSpc>
              <a:spcBef>
                <a:spcPts val="0"/>
              </a:spcBef>
              <a:spcAft>
                <a:spcPts val="0"/>
              </a:spcAft>
              <a:buClr>
                <a:schemeClr val="dk1"/>
              </a:buClr>
              <a:buSzPts val="3600"/>
              <a:buFont typeface="Arial"/>
              <a:buNone/>
            </a:pPr>
            <a:r>
              <a:rPr lang="en-US" sz="3600" b="1" i="0" u="none">
                <a:solidFill>
                  <a:schemeClr val="dk1"/>
                </a:solidFill>
                <a:latin typeface="Arial"/>
                <a:ea typeface="Arial"/>
                <a:cs typeface="Arial"/>
                <a:sym typeface="Arial"/>
              </a:rPr>
              <a:t>UNIFIED PROCESS disciplines</a:t>
            </a:r>
            <a:endParaRPr/>
          </a:p>
        </p:txBody>
      </p:sp>
      <p:graphicFrame>
        <p:nvGraphicFramePr>
          <p:cNvPr id="356" name="Google Shape;356;p16"/>
          <p:cNvGraphicFramePr/>
          <p:nvPr/>
        </p:nvGraphicFramePr>
        <p:xfrm>
          <a:off x="304800" y="1285875"/>
          <a:ext cx="8839200" cy="5086350"/>
        </p:xfrm>
        <a:graphic>
          <a:graphicData uri="http://schemas.openxmlformats.org/presentationml/2006/ole">
            <mc:AlternateContent xmlns:mc="http://schemas.openxmlformats.org/markup-compatibility/2006">
              <mc:Choice xmlns:v="urn:schemas-microsoft-com:vml" Requires="v">
                <p:oleObj r:id="rId3" imgW="8839200" imgH="5086350" progId="">
                  <p:embed/>
                </p:oleObj>
              </mc:Choice>
              <mc:Fallback>
                <p:oleObj r:id="rId3" imgW="8839200" imgH="5086350" progId="">
                  <p:embed/>
                  <p:pic>
                    <p:nvPicPr>
                      <p:cNvPr id="356" name="Google Shape;356;p16"/>
                      <p:cNvPicPr preferRelativeResize="0"/>
                      <p:nvPr>
                        <p:ph type="body" idx="2"/>
                      </p:nvPr>
                    </p:nvPicPr>
                    <p:blipFill rotWithShape="1">
                      <a:blip r:embed="rId4">
                        <a:alphaModFix/>
                      </a:blip>
                      <a:srcRect/>
                      <a:stretch/>
                    </p:blipFill>
                    <p:spPr>
                      <a:xfrm>
                        <a:off x="304800" y="1285875"/>
                        <a:ext cx="8839200" cy="5086350"/>
                      </a:xfrm>
                      <a:prstGeom prst="rect">
                        <a:avLst/>
                      </a:prstGeom>
                      <a:noFill/>
                      <a:ln>
                        <a:noFill/>
                      </a:ln>
                    </p:spPr>
                  </p:pic>
                </p:oleObj>
              </mc:Fallback>
            </mc:AlternateContent>
          </a:graphicData>
        </a:graphic>
      </p:graphicFrame>
      <p:sp>
        <p:nvSpPr>
          <p:cNvPr id="357" name="Google Shape;357;p16"/>
          <p:cNvSpPr txBox="1"/>
          <p:nvPr/>
        </p:nvSpPr>
        <p:spPr>
          <a:xfrm>
            <a:off x="609600" y="6356350"/>
            <a:ext cx="28448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October 10, 2020</a:t>
            </a:r>
            <a:endParaRPr sz="1400" b="0" i="0" u="none" strike="noStrike" cap="none">
              <a:solidFill>
                <a:srgbClr val="000000"/>
              </a:solidFill>
              <a:latin typeface="Arial"/>
              <a:ea typeface="Arial"/>
              <a:cs typeface="Arial"/>
              <a:sym typeface="Arial"/>
            </a:endParaRPr>
          </a:p>
        </p:txBody>
      </p:sp>
      <p:sp>
        <p:nvSpPr>
          <p:cNvPr id="358" name="Google Shape;358;p16"/>
          <p:cNvSpPr txBox="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SEWI ZG512 Object Oriented Analysis and Design</a:t>
            </a:r>
            <a:endParaRPr sz="1400" b="0" i="0" u="none" strike="noStrike" cap="none">
              <a:solidFill>
                <a:srgbClr val="000000"/>
              </a:solidFill>
              <a:latin typeface="Arial"/>
              <a:ea typeface="Arial"/>
              <a:cs typeface="Arial"/>
              <a:sym typeface="Arial"/>
            </a:endParaRPr>
          </a:p>
        </p:txBody>
      </p:sp>
      <p:sp>
        <p:nvSpPr>
          <p:cNvPr id="359" name="Google Shape;359;p16"/>
          <p:cNvSpPr txBox="1"/>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17"/>
          <p:cNvSpPr txBox="1">
            <a:spLocks noGrp="1"/>
          </p:cNvSpPr>
          <p:nvPr>
            <p:ph type="body" idx="1"/>
          </p:nvPr>
        </p:nvSpPr>
        <p:spPr>
          <a:xfrm>
            <a:off x="304800" y="1493837"/>
            <a:ext cx="8229600" cy="4525962"/>
          </a:xfrm>
          <a:prstGeom prst="rect">
            <a:avLst/>
          </a:prstGeom>
          <a:noFill/>
          <a:ln>
            <a:noFill/>
          </a:ln>
        </p:spPr>
        <p:txBody>
          <a:bodyPr spcFirstLastPara="1" wrap="square" lIns="91425" tIns="45700" rIns="91425" bIns="45700" anchor="t" anchorCtr="0">
            <a:noAutofit/>
          </a:bodyPr>
          <a:lstStyle/>
          <a:p>
            <a:pPr marL="257175" marR="0" lvl="0" indent="-257175"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Chunks</a:t>
            </a:r>
            <a:endParaRPr/>
          </a:p>
          <a:p>
            <a:pPr marL="557212" marR="0" lvl="1" indent="-214312" algn="l" rtl="0">
              <a:lnSpc>
                <a:spcPct val="100000"/>
              </a:lnSpc>
              <a:spcBef>
                <a:spcPts val="240"/>
              </a:spcBef>
              <a:spcAft>
                <a:spcPts val="0"/>
              </a:spcAft>
              <a:buClr>
                <a:schemeClr val="dk1"/>
              </a:buClr>
              <a:buSzPts val="1200"/>
              <a:buFont typeface="Arial"/>
              <a:buChar char="–"/>
            </a:pPr>
            <a:r>
              <a:rPr lang="en-US" sz="1200" b="0" i="0" u="none" strike="noStrike" cap="none">
                <a:solidFill>
                  <a:schemeClr val="dk1"/>
                </a:solidFill>
                <a:latin typeface="Arial"/>
                <a:ea typeface="Arial"/>
                <a:cs typeface="Arial"/>
                <a:sym typeface="Arial"/>
              </a:rPr>
              <a:t>Waterfall by activity</a:t>
            </a:r>
            <a:endParaRPr/>
          </a:p>
          <a:p>
            <a:pPr marL="557212" marR="0" lvl="1" indent="-214312" algn="l" rtl="0">
              <a:lnSpc>
                <a:spcPct val="100000"/>
              </a:lnSpc>
              <a:spcBef>
                <a:spcPts val="240"/>
              </a:spcBef>
              <a:spcAft>
                <a:spcPts val="0"/>
              </a:spcAft>
              <a:buClr>
                <a:schemeClr val="dk1"/>
              </a:buClr>
              <a:buSzPts val="1200"/>
              <a:buFont typeface="Arial"/>
              <a:buChar char="–"/>
            </a:pPr>
            <a:r>
              <a:rPr lang="en-US" sz="1200" b="0" i="0" u="none" strike="noStrike" cap="none">
                <a:solidFill>
                  <a:schemeClr val="dk1"/>
                </a:solidFill>
                <a:latin typeface="Arial"/>
                <a:ea typeface="Arial"/>
                <a:cs typeface="Arial"/>
                <a:sym typeface="Arial"/>
              </a:rPr>
              <a:t>Iterative by subsets of functionalities</a:t>
            </a:r>
            <a:endParaRPr/>
          </a:p>
          <a:p>
            <a:pPr marL="257175" marR="0" lvl="0" indent="-257175" algn="l" rtl="0">
              <a:lnSpc>
                <a:spcPct val="100000"/>
              </a:lnSpc>
              <a:spcBef>
                <a:spcPts val="36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Production Quality</a:t>
            </a:r>
            <a:endParaRPr/>
          </a:p>
          <a:p>
            <a:pPr marL="257175" marR="0" lvl="0" indent="-257175" algn="l" rtl="0">
              <a:lnSpc>
                <a:spcPct val="100000"/>
              </a:lnSpc>
              <a:spcBef>
                <a:spcPts val="36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Multiple Releases</a:t>
            </a:r>
            <a:endParaRPr/>
          </a:p>
          <a:p>
            <a:pPr marL="257175" marR="0" lvl="0" indent="-257175" algn="l" rtl="0">
              <a:lnSpc>
                <a:spcPct val="100000"/>
              </a:lnSpc>
              <a:spcBef>
                <a:spcPts val="36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Incremental, spiral, evolutionary, jacuzzi.</a:t>
            </a:r>
            <a:endParaRPr/>
          </a:p>
          <a:p>
            <a:pPr marL="257175" marR="0" lvl="0" indent="-257175" algn="l" rtl="0">
              <a:lnSpc>
                <a:spcPct val="100000"/>
              </a:lnSpc>
              <a:spcBef>
                <a:spcPts val="36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Compromise: Staged Delivery</a:t>
            </a:r>
            <a:endParaRPr/>
          </a:p>
          <a:p>
            <a:pPr marL="257175" marR="0" lvl="0" indent="-257175" algn="l" rtl="0">
              <a:lnSpc>
                <a:spcPct val="100000"/>
              </a:lnSpc>
              <a:spcBef>
                <a:spcPts val="36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Time Boxing</a:t>
            </a:r>
            <a:endParaRPr/>
          </a:p>
          <a:p>
            <a:pPr marL="257175" marR="0" lvl="0" indent="-257175" algn="l" rtl="0">
              <a:lnSpc>
                <a:spcPct val="100000"/>
              </a:lnSpc>
              <a:spcBef>
                <a:spcPts val="36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Slipping a date or slipping functionality.</a:t>
            </a:r>
            <a:endParaRPr/>
          </a:p>
          <a:p>
            <a:pPr marL="342900" marR="0" lvl="0" indent="-228600" algn="l" rtl="0">
              <a:lnSpc>
                <a:spcPct val="100000"/>
              </a:lnSpc>
              <a:spcBef>
                <a:spcPts val="360"/>
              </a:spcBef>
              <a:spcAft>
                <a:spcPts val="0"/>
              </a:spcAft>
              <a:buClr>
                <a:schemeClr val="dk1"/>
              </a:buClr>
              <a:buSzPts val="1800"/>
              <a:buFont typeface="Arial"/>
              <a:buNone/>
            </a:pPr>
            <a:endParaRPr sz="1800" b="0" i="0" u="none">
              <a:solidFill>
                <a:schemeClr val="dk1"/>
              </a:solidFill>
              <a:latin typeface="Arial"/>
              <a:ea typeface="Arial"/>
              <a:cs typeface="Arial"/>
              <a:sym typeface="Arial"/>
            </a:endParaRPr>
          </a:p>
        </p:txBody>
      </p:sp>
      <p:sp>
        <p:nvSpPr>
          <p:cNvPr id="365" name="Google Shape;365;p17"/>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rgbClr val="000000"/>
              </a:buClr>
              <a:buSzPts val="2700"/>
              <a:buFont typeface="Arial"/>
              <a:buNone/>
            </a:pPr>
            <a:r>
              <a:rPr lang="en-US" sz="2700" b="1" i="0" u="none">
                <a:solidFill>
                  <a:srgbClr val="000000"/>
                </a:solidFill>
                <a:latin typeface="Arial"/>
                <a:ea typeface="Arial"/>
                <a:cs typeface="Arial"/>
                <a:sym typeface="Arial"/>
              </a:rPr>
              <a:t>Waterfall Model Vs Iterative</a:t>
            </a:r>
            <a:endParaRPr/>
          </a:p>
        </p:txBody>
      </p:sp>
      <p:sp>
        <p:nvSpPr>
          <p:cNvPr id="366" name="Google Shape;366;p17"/>
          <p:cNvSpPr txBox="1"/>
          <p:nvPr/>
        </p:nvSpPr>
        <p:spPr>
          <a:xfrm>
            <a:off x="457200" y="6172200"/>
            <a:ext cx="21336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October 17, 2020</a:t>
            </a:r>
            <a:endParaRPr sz="1400" b="0" i="0" u="none" strike="noStrike" cap="none">
              <a:solidFill>
                <a:srgbClr val="000000"/>
              </a:solidFill>
              <a:latin typeface="Arial"/>
              <a:ea typeface="Arial"/>
              <a:cs typeface="Arial"/>
              <a:sym typeface="Arial"/>
            </a:endParaRPr>
          </a:p>
        </p:txBody>
      </p:sp>
      <p:sp>
        <p:nvSpPr>
          <p:cNvPr id="367" name="Google Shape;367;p17"/>
          <p:cNvSpPr txBox="1"/>
          <p:nvPr/>
        </p:nvSpPr>
        <p:spPr>
          <a:xfrm>
            <a:off x="3124200" y="6172200"/>
            <a:ext cx="28956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SEWI ZG512 Object Oriented Analysis and Design</a:t>
            </a:r>
            <a:endParaRPr sz="1400" b="0" i="0" u="none" strike="noStrike" cap="none">
              <a:solidFill>
                <a:srgbClr val="000000"/>
              </a:solidFill>
              <a:latin typeface="Arial"/>
              <a:ea typeface="Arial"/>
              <a:cs typeface="Arial"/>
              <a:sym typeface="Arial"/>
            </a:endParaRPr>
          </a:p>
        </p:txBody>
      </p:sp>
      <p:sp>
        <p:nvSpPr>
          <p:cNvPr id="368" name="Google Shape;368;p17"/>
          <p:cNvSpPr txBox="1"/>
          <p:nvPr/>
        </p:nvSpPr>
        <p:spPr>
          <a:xfrm>
            <a:off x="6553200" y="617220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18"/>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3600"/>
              <a:buFont typeface="Arial"/>
              <a:buNone/>
            </a:pPr>
            <a:r>
              <a:rPr lang="en-US" sz="3600" b="1" i="0" u="none">
                <a:solidFill>
                  <a:schemeClr val="dk1"/>
                </a:solidFill>
                <a:latin typeface="Arial"/>
                <a:ea typeface="Arial"/>
                <a:cs typeface="Arial"/>
                <a:sym typeface="Arial"/>
              </a:rPr>
              <a:t>The Waterfall approach</a:t>
            </a:r>
            <a:endParaRPr/>
          </a:p>
        </p:txBody>
      </p:sp>
      <p:pic>
        <p:nvPicPr>
          <p:cNvPr id="374" name="Google Shape;374;p18"/>
          <p:cNvPicPr preferRelativeResize="0">
            <a:picLocks noGrp="1"/>
          </p:cNvPicPr>
          <p:nvPr>
            <p:ph type="body" idx="2"/>
          </p:nvPr>
        </p:nvPicPr>
        <p:blipFill rotWithShape="1">
          <a:blip r:embed="rId3">
            <a:alphaModFix/>
          </a:blip>
          <a:srcRect/>
          <a:stretch/>
        </p:blipFill>
        <p:spPr>
          <a:xfrm>
            <a:off x="390525" y="2667000"/>
            <a:ext cx="8604250" cy="2438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19"/>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100000"/>
              </a:lnSpc>
              <a:spcBef>
                <a:spcPts val="0"/>
              </a:spcBef>
              <a:spcAft>
                <a:spcPts val="0"/>
              </a:spcAft>
              <a:buClr>
                <a:schemeClr val="dk1"/>
              </a:buClr>
              <a:buSzPts val="3600"/>
              <a:buFont typeface="Arial"/>
              <a:buNone/>
            </a:pPr>
            <a:r>
              <a:rPr lang="en-US" sz="3600" b="1" i="0" u="none">
                <a:solidFill>
                  <a:schemeClr val="dk1"/>
                </a:solidFill>
                <a:latin typeface="Arial"/>
                <a:ea typeface="Arial"/>
                <a:cs typeface="Arial"/>
                <a:sym typeface="Arial"/>
              </a:rPr>
              <a:t>Waterfall Model (Plan-Driven)</a:t>
            </a:r>
            <a:endParaRPr/>
          </a:p>
        </p:txBody>
      </p:sp>
      <p:pic>
        <p:nvPicPr>
          <p:cNvPr id="380" name="Google Shape;380;p19" descr="2.1.Waterfall-model.eps"/>
          <p:cNvPicPr preferRelativeResize="0">
            <a:picLocks noGrp="1"/>
          </p:cNvPicPr>
          <p:nvPr>
            <p:ph type="body" idx="2"/>
          </p:nvPr>
        </p:nvPicPr>
        <p:blipFill rotWithShape="1">
          <a:blip r:embed="rId3">
            <a:alphaModFix/>
          </a:blip>
          <a:srcRect/>
          <a:stretch/>
        </p:blipFill>
        <p:spPr>
          <a:xfrm>
            <a:off x="762000" y="1700212"/>
            <a:ext cx="7848600" cy="4413250"/>
          </a:xfrm>
          <a:prstGeom prst="rect">
            <a:avLst/>
          </a:prstGeom>
          <a:noFill/>
          <a:ln>
            <a:noFill/>
          </a:ln>
        </p:spPr>
      </p:pic>
      <p:sp>
        <p:nvSpPr>
          <p:cNvPr id="381" name="Google Shape;381;p19"/>
          <p:cNvSpPr txBox="1"/>
          <p:nvPr/>
        </p:nvSpPr>
        <p:spPr>
          <a:xfrm>
            <a:off x="2430462" y="1501775"/>
            <a:ext cx="8397875" cy="395287"/>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Earliest Model (Used only for Large Well-Defined Projects)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20"/>
          <p:cNvSpPr txBox="1">
            <a:spLocks noGrp="1"/>
          </p:cNvSpPr>
          <p:nvPr>
            <p:ph type="body" idx="1"/>
          </p:nvPr>
        </p:nvSpPr>
        <p:spPr>
          <a:xfrm>
            <a:off x="304800" y="1493837"/>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101141"/>
              </a:buClr>
              <a:buSzPts val="2800"/>
              <a:buFont typeface="Arial"/>
              <a:buChar char="•"/>
            </a:pPr>
            <a:r>
              <a:rPr lang="en-US" sz="2800" b="0" i="0" u="none">
                <a:solidFill>
                  <a:schemeClr val="dk1"/>
                </a:solidFill>
                <a:latin typeface="Arial"/>
                <a:ea typeface="Arial"/>
                <a:cs typeface="Arial"/>
                <a:sym typeface="Arial"/>
              </a:rPr>
              <a:t>Effective (rapid and adaptive) response to change</a:t>
            </a:r>
            <a:endParaRPr/>
          </a:p>
          <a:p>
            <a:pPr marL="342900" marR="0" lvl="0" indent="-342900" algn="l" rtl="0">
              <a:lnSpc>
                <a:spcPct val="100000"/>
              </a:lnSpc>
              <a:spcBef>
                <a:spcPts val="560"/>
              </a:spcBef>
              <a:spcAft>
                <a:spcPts val="0"/>
              </a:spcAft>
              <a:buClr>
                <a:srgbClr val="101141"/>
              </a:buClr>
              <a:buSzPts val="2800"/>
              <a:buFont typeface="Arial"/>
              <a:buChar char="•"/>
            </a:pPr>
            <a:r>
              <a:rPr lang="en-US" sz="2800" b="0" i="0" u="none">
                <a:solidFill>
                  <a:schemeClr val="dk1"/>
                </a:solidFill>
                <a:latin typeface="Arial"/>
                <a:ea typeface="Arial"/>
                <a:cs typeface="Arial"/>
                <a:sym typeface="Arial"/>
              </a:rPr>
              <a:t>Effective communication among all stakeholders</a:t>
            </a:r>
            <a:endParaRPr/>
          </a:p>
          <a:p>
            <a:pPr marL="342900" marR="0" lvl="0" indent="-342900" algn="l" rtl="0">
              <a:lnSpc>
                <a:spcPct val="100000"/>
              </a:lnSpc>
              <a:spcBef>
                <a:spcPts val="560"/>
              </a:spcBef>
              <a:spcAft>
                <a:spcPts val="0"/>
              </a:spcAft>
              <a:buClr>
                <a:srgbClr val="101141"/>
              </a:buClr>
              <a:buSzPts val="2800"/>
              <a:buFont typeface="Arial"/>
              <a:buChar char="•"/>
            </a:pPr>
            <a:r>
              <a:rPr lang="en-US" sz="2800" b="0" i="0" u="none">
                <a:solidFill>
                  <a:schemeClr val="dk1"/>
                </a:solidFill>
                <a:latin typeface="Arial"/>
                <a:ea typeface="Arial"/>
                <a:cs typeface="Arial"/>
                <a:sym typeface="Arial"/>
              </a:rPr>
              <a:t>Drawing the customer onto the team</a:t>
            </a:r>
            <a:endParaRPr/>
          </a:p>
          <a:p>
            <a:pPr marL="342900" marR="0" lvl="0" indent="-342900" algn="l" rtl="0">
              <a:lnSpc>
                <a:spcPct val="100000"/>
              </a:lnSpc>
              <a:spcBef>
                <a:spcPts val="560"/>
              </a:spcBef>
              <a:spcAft>
                <a:spcPts val="0"/>
              </a:spcAft>
              <a:buClr>
                <a:srgbClr val="101141"/>
              </a:buClr>
              <a:buSzPts val="2800"/>
              <a:buFont typeface="Arial"/>
              <a:buChar char="•"/>
            </a:pPr>
            <a:r>
              <a:rPr lang="en-US" sz="2800" b="0" i="0" u="none">
                <a:solidFill>
                  <a:schemeClr val="dk1"/>
                </a:solidFill>
                <a:latin typeface="Arial"/>
                <a:ea typeface="Arial"/>
                <a:cs typeface="Arial"/>
                <a:sym typeface="Arial"/>
              </a:rPr>
              <a:t>Organizing a team so that it is in control of the work performed</a:t>
            </a:r>
            <a:endParaRPr/>
          </a:p>
          <a:p>
            <a:pPr marL="342900" marR="0" lvl="0" indent="-342900" algn="l" rtl="0">
              <a:lnSpc>
                <a:spcPct val="100000"/>
              </a:lnSpc>
              <a:spcBef>
                <a:spcPts val="560"/>
              </a:spcBef>
              <a:spcAft>
                <a:spcPts val="0"/>
              </a:spcAft>
              <a:buClr>
                <a:srgbClr val="101141"/>
              </a:buClr>
              <a:buSzPts val="2800"/>
              <a:buFont typeface="Arial"/>
              <a:buChar char="•"/>
            </a:pPr>
            <a:r>
              <a:rPr lang="en-US" sz="2800" b="0" i="1" u="none">
                <a:solidFill>
                  <a:schemeClr val="dk1"/>
                </a:solidFill>
                <a:latin typeface="Arial"/>
                <a:ea typeface="Arial"/>
                <a:cs typeface="Arial"/>
                <a:sym typeface="Arial"/>
              </a:rPr>
              <a:t>Yielding …</a:t>
            </a:r>
            <a:endParaRPr/>
          </a:p>
          <a:p>
            <a:pPr marL="342900" marR="0" lvl="0" indent="-342900" algn="l" rtl="0">
              <a:lnSpc>
                <a:spcPct val="100000"/>
              </a:lnSpc>
              <a:spcBef>
                <a:spcPts val="560"/>
              </a:spcBef>
              <a:spcAft>
                <a:spcPts val="0"/>
              </a:spcAft>
              <a:buClr>
                <a:srgbClr val="101141"/>
              </a:buClr>
              <a:buSzPts val="2800"/>
              <a:buFont typeface="Arial"/>
              <a:buChar char="•"/>
            </a:pPr>
            <a:r>
              <a:rPr lang="en-US" sz="2800" b="0" i="0" u="none">
                <a:solidFill>
                  <a:schemeClr val="dk1"/>
                </a:solidFill>
                <a:latin typeface="Arial"/>
                <a:ea typeface="Arial"/>
                <a:cs typeface="Arial"/>
                <a:sym typeface="Arial"/>
              </a:rPr>
              <a:t>Rapid, incremental delivery of software</a:t>
            </a:r>
            <a:endParaRPr/>
          </a:p>
          <a:p>
            <a:pPr marL="342900" marR="0" lvl="0" indent="-165100" algn="l" rtl="0">
              <a:lnSpc>
                <a:spcPct val="100000"/>
              </a:lnSpc>
              <a:spcBef>
                <a:spcPts val="560"/>
              </a:spcBef>
              <a:spcAft>
                <a:spcPts val="0"/>
              </a:spcAft>
              <a:buClr>
                <a:schemeClr val="dk1"/>
              </a:buClr>
              <a:buSzPts val="2800"/>
              <a:buFont typeface="Arial"/>
              <a:buNone/>
            </a:pPr>
            <a:endParaRPr sz="2800" b="0" i="0" u="none">
              <a:solidFill>
                <a:schemeClr val="dk1"/>
              </a:solidFill>
              <a:latin typeface="Arial"/>
              <a:ea typeface="Arial"/>
              <a:cs typeface="Arial"/>
              <a:sym typeface="Arial"/>
            </a:endParaRPr>
          </a:p>
        </p:txBody>
      </p:sp>
      <p:sp>
        <p:nvSpPr>
          <p:cNvPr id="387" name="Google Shape;387;p20"/>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3600"/>
              <a:buFont typeface="Arial"/>
              <a:buNone/>
            </a:pPr>
            <a:r>
              <a:rPr lang="en-US" sz="3600" b="1" i="0" u="none">
                <a:solidFill>
                  <a:schemeClr val="dk1"/>
                </a:solidFill>
                <a:latin typeface="Arial"/>
                <a:ea typeface="Arial"/>
                <a:cs typeface="Arial"/>
                <a:sym typeface="Arial"/>
              </a:rPr>
              <a:t>Agile Methodology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21"/>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100000"/>
              </a:lnSpc>
              <a:spcBef>
                <a:spcPts val="0"/>
              </a:spcBef>
              <a:spcAft>
                <a:spcPts val="0"/>
              </a:spcAft>
              <a:buClr>
                <a:schemeClr val="dk1"/>
              </a:buClr>
              <a:buSzPts val="3600"/>
              <a:buFont typeface="Arial"/>
              <a:buNone/>
            </a:pPr>
            <a:r>
              <a:rPr lang="en-US" sz="3600" b="1" i="0" u="none">
                <a:solidFill>
                  <a:schemeClr val="dk1"/>
                </a:solidFill>
                <a:latin typeface="Arial"/>
                <a:ea typeface="Arial"/>
                <a:cs typeface="Arial"/>
                <a:sym typeface="Arial"/>
              </a:rPr>
              <a:t>Agile Methods </a:t>
            </a:r>
            <a:endParaRPr/>
          </a:p>
          <a:p>
            <a:pPr marL="0" marR="0" lvl="0" indent="0" algn="l" rtl="0">
              <a:lnSpc>
                <a:spcPct val="100000"/>
              </a:lnSpc>
              <a:spcBef>
                <a:spcPts val="0"/>
              </a:spcBef>
              <a:spcAft>
                <a:spcPts val="0"/>
              </a:spcAft>
              <a:buClr>
                <a:schemeClr val="dk1"/>
              </a:buClr>
              <a:buSzPts val="3600"/>
              <a:buFont typeface="Arial"/>
              <a:buNone/>
            </a:pPr>
            <a:r>
              <a:rPr lang="en-US" sz="3600" b="1" i="0" u="none">
                <a:solidFill>
                  <a:schemeClr val="dk1"/>
                </a:solidFill>
                <a:latin typeface="Arial"/>
                <a:ea typeface="Arial"/>
                <a:cs typeface="Arial"/>
                <a:sym typeface="Arial"/>
              </a:rPr>
              <a:t>	(Flexible, Adaptive)</a:t>
            </a:r>
            <a:endParaRPr/>
          </a:p>
        </p:txBody>
      </p:sp>
      <p:sp>
        <p:nvSpPr>
          <p:cNvPr id="393" name="Google Shape;393;p21"/>
          <p:cNvSpPr txBox="1"/>
          <p:nvPr/>
        </p:nvSpPr>
        <p:spPr>
          <a:xfrm>
            <a:off x="2209800" y="1493837"/>
            <a:ext cx="7062787" cy="395287"/>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Adaptive to Changing or Evolving Customer Requirements</a:t>
            </a:r>
            <a:endParaRPr sz="1400" b="0" i="0" u="none" strike="noStrike" cap="none">
              <a:solidFill>
                <a:srgbClr val="000000"/>
              </a:solidFill>
              <a:latin typeface="Arial"/>
              <a:ea typeface="Arial"/>
              <a:cs typeface="Arial"/>
              <a:sym typeface="Arial"/>
            </a:endParaRPr>
          </a:p>
        </p:txBody>
      </p:sp>
      <p:pic>
        <p:nvPicPr>
          <p:cNvPr id="394" name="Google Shape;394;p21" descr="http://pdb-ebooks.com/_/_/545270/tmp_479d767f74ba1f8d403e270bd871ec93_ygSk7z_html_m3106edba.jpg"/>
          <p:cNvPicPr preferRelativeResize="0">
            <a:picLocks noGrp="1"/>
          </p:cNvPicPr>
          <p:nvPr>
            <p:ph type="body" idx="2"/>
          </p:nvPr>
        </p:nvPicPr>
        <p:blipFill rotWithShape="1">
          <a:blip r:embed="rId3">
            <a:alphaModFix/>
          </a:blip>
          <a:srcRect/>
          <a:stretch/>
        </p:blipFill>
        <p:spPr>
          <a:xfrm>
            <a:off x="346075" y="4038600"/>
            <a:ext cx="5445125" cy="2324100"/>
          </a:xfrm>
          <a:prstGeom prst="rect">
            <a:avLst/>
          </a:prstGeom>
          <a:noFill/>
          <a:ln>
            <a:noFill/>
          </a:ln>
        </p:spPr>
      </p:pic>
      <p:pic>
        <p:nvPicPr>
          <p:cNvPr id="395" name="Google Shape;395;p21" descr="Image result for Technology cycle"/>
          <p:cNvPicPr preferRelativeResize="0"/>
          <p:nvPr/>
        </p:nvPicPr>
        <p:blipFill rotWithShape="1">
          <a:blip r:embed="rId4">
            <a:alphaModFix/>
          </a:blip>
          <a:srcRect/>
          <a:stretch/>
        </p:blipFill>
        <p:spPr>
          <a:xfrm>
            <a:off x="5502275" y="2209800"/>
            <a:ext cx="3295650" cy="2111375"/>
          </a:xfrm>
          <a:prstGeom prst="rect">
            <a:avLst/>
          </a:prstGeom>
          <a:noFill/>
          <a:ln>
            <a:noFill/>
          </a:ln>
        </p:spPr>
      </p:pic>
      <p:sp>
        <p:nvSpPr>
          <p:cNvPr id="396" name="Google Shape;396;p21"/>
          <p:cNvSpPr txBox="1"/>
          <p:nvPr/>
        </p:nvSpPr>
        <p:spPr>
          <a:xfrm>
            <a:off x="152400" y="2035175"/>
            <a:ext cx="5943600" cy="1751012"/>
          </a:xfrm>
          <a:prstGeom prst="rect">
            <a:avLst/>
          </a:prstGeom>
          <a:noFill/>
          <a:ln>
            <a:noFill/>
          </a:ln>
        </p:spPr>
        <p:txBody>
          <a:bodyPr spcFirstLastPara="1" wrap="square" lIns="91425" tIns="45700" rIns="91425" bIns="45700" anchor="t" anchorCtr="0">
            <a:noAutofit/>
          </a:bodyPr>
          <a:lstStyle/>
          <a:p>
            <a:pPr marL="273050" marR="0" lvl="0" indent="-273050" algn="l" rtl="0">
              <a:lnSpc>
                <a:spcPct val="90000"/>
              </a:lnSpc>
              <a:spcBef>
                <a:spcPts val="0"/>
              </a:spcBef>
              <a:spcAft>
                <a:spcPts val="0"/>
              </a:spcAft>
              <a:buClr>
                <a:srgbClr val="9BBB59"/>
              </a:buClr>
              <a:buSzPts val="2000"/>
              <a:buFont typeface="Noto Sans Symbols"/>
              <a:buChar char="⚫"/>
            </a:pPr>
            <a:r>
              <a:rPr lang="en-US" sz="2000" b="0" i="1" u="none" strike="noStrike" cap="none">
                <a:solidFill>
                  <a:schemeClr val="dk1"/>
                </a:solidFill>
                <a:latin typeface="Calibri"/>
                <a:ea typeface="Calibri"/>
                <a:cs typeface="Calibri"/>
                <a:sym typeface="Calibri"/>
              </a:rPr>
              <a:t>Agility</a:t>
            </a:r>
            <a:endParaRPr sz="1400" b="0" i="0" u="none" strike="noStrike" cap="none">
              <a:solidFill>
                <a:srgbClr val="000000"/>
              </a:solidFill>
              <a:latin typeface="Arial"/>
              <a:ea typeface="Arial"/>
              <a:cs typeface="Arial"/>
              <a:sym typeface="Arial"/>
            </a:endParaRPr>
          </a:p>
          <a:p>
            <a:pPr marL="639762" marR="0" lvl="1" indent="-246062" algn="l" rtl="0">
              <a:lnSpc>
                <a:spcPct val="90000"/>
              </a:lnSpc>
              <a:spcBef>
                <a:spcPts val="500"/>
              </a:spcBef>
              <a:spcAft>
                <a:spcPts val="0"/>
              </a:spcAft>
              <a:buClr>
                <a:schemeClr val="dk1"/>
              </a:buClr>
              <a:buSzPts val="1800"/>
              <a:buFont typeface="Calibri"/>
              <a:buNone/>
            </a:pPr>
            <a:r>
              <a:rPr lang="en-US" sz="1800" b="0" i="0" u="none" strike="noStrike" cap="none">
                <a:solidFill>
                  <a:schemeClr val="dk1"/>
                </a:solidFill>
                <a:latin typeface="Calibri"/>
                <a:ea typeface="Calibri"/>
                <a:cs typeface="Calibri"/>
                <a:sym typeface="Calibri"/>
              </a:rPr>
              <a:t>The ability to both create and respond to change in the business environment</a:t>
            </a:r>
            <a:endParaRPr sz="1400" b="0" i="0" u="none" strike="noStrike" cap="none">
              <a:solidFill>
                <a:srgbClr val="000000"/>
              </a:solidFill>
              <a:latin typeface="Arial"/>
              <a:ea typeface="Arial"/>
              <a:cs typeface="Arial"/>
              <a:sym typeface="Arial"/>
            </a:endParaRPr>
          </a:p>
          <a:p>
            <a:pPr marL="1143000" marR="0" lvl="2" indent="-246062" algn="l" rtl="0">
              <a:lnSpc>
                <a:spcPct val="90000"/>
              </a:lnSpc>
              <a:spcBef>
                <a:spcPts val="50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Rigid Processes vs. Agile Frameworks</a:t>
            </a:r>
            <a:endParaRPr sz="1400" b="0" i="0" u="none" strike="noStrike" cap="none">
              <a:solidFill>
                <a:srgbClr val="000000"/>
              </a:solidFill>
              <a:latin typeface="Arial"/>
              <a:ea typeface="Arial"/>
              <a:cs typeface="Arial"/>
              <a:sym typeface="Arial"/>
            </a:endParaRPr>
          </a:p>
          <a:p>
            <a:pPr marL="1143000" marR="0" lvl="2" indent="-246062" algn="l" rtl="0">
              <a:lnSpc>
                <a:spcPct val="90000"/>
              </a:lnSpc>
              <a:spcBef>
                <a:spcPts val="50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Being Agile = Competitive, Responsive, Flexible,…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22"/>
          <p:cNvSpPr txBox="1"/>
          <p:nvPr/>
        </p:nvSpPr>
        <p:spPr>
          <a:xfrm>
            <a:off x="304800" y="2209800"/>
            <a:ext cx="8382000" cy="1371600"/>
          </a:xfrm>
          <a:prstGeom prst="rect">
            <a:avLst/>
          </a:prstGeom>
          <a:solidFill>
            <a:schemeClr val="accent1"/>
          </a:solidFill>
          <a:ln w="25400" cap="flat" cmpd="sng">
            <a:solidFill>
              <a:srgbClr val="385D8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02" name="Google Shape;402;p22"/>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rmAutofit fontScale="92500"/>
          </a:bodyPr>
          <a:lstStyle/>
          <a:p>
            <a:pPr marL="0" marR="0" lvl="0" indent="0" algn="l" rtl="0">
              <a:lnSpc>
                <a:spcPct val="100000"/>
              </a:lnSpc>
              <a:spcBef>
                <a:spcPts val="0"/>
              </a:spcBef>
              <a:spcAft>
                <a:spcPts val="0"/>
              </a:spcAft>
              <a:buClr>
                <a:schemeClr val="dk1"/>
              </a:buClr>
              <a:buSzPct val="108108"/>
              <a:buFont typeface="Arial"/>
              <a:buNone/>
            </a:pPr>
            <a:r>
              <a:rPr lang="en-US" sz="3600" b="1" i="0" u="none">
                <a:solidFill>
                  <a:schemeClr val="dk1"/>
                </a:solidFill>
                <a:latin typeface="Arial"/>
                <a:ea typeface="Arial"/>
                <a:cs typeface="Arial"/>
                <a:sym typeface="Arial"/>
              </a:rPr>
              <a:t>The Manifesto for </a:t>
            </a:r>
            <a:br>
              <a:rPr lang="en-US" sz="3600" b="1" i="0" u="none">
                <a:solidFill>
                  <a:schemeClr val="dk1"/>
                </a:solidFill>
                <a:latin typeface="Arial"/>
                <a:ea typeface="Arial"/>
                <a:cs typeface="Arial"/>
                <a:sym typeface="Arial"/>
              </a:rPr>
            </a:br>
            <a:r>
              <a:rPr lang="en-US" sz="3600" b="1" i="0" u="none">
                <a:solidFill>
                  <a:schemeClr val="dk1"/>
                </a:solidFill>
                <a:latin typeface="Arial"/>
                <a:ea typeface="Arial"/>
                <a:cs typeface="Arial"/>
                <a:sym typeface="Arial"/>
              </a:rPr>
              <a:t>Agile Software Development</a:t>
            </a:r>
            <a:endParaRPr/>
          </a:p>
        </p:txBody>
      </p:sp>
      <p:sp>
        <p:nvSpPr>
          <p:cNvPr id="403" name="Google Shape;403;p22"/>
          <p:cNvSpPr txBox="1"/>
          <p:nvPr/>
        </p:nvSpPr>
        <p:spPr>
          <a:xfrm>
            <a:off x="3124200" y="6159500"/>
            <a:ext cx="28956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1200"/>
              <a:buFont typeface="Arial"/>
              <a:buNone/>
            </a:pPr>
            <a:r>
              <a:rPr lang="en-US" sz="1200" b="0" i="0" u="none" strike="noStrike" cap="none">
                <a:solidFill>
                  <a:srgbClr val="898989"/>
                </a:solidFill>
                <a:latin typeface="Arial"/>
                <a:ea typeface="Arial"/>
                <a:cs typeface="Arial"/>
                <a:sym typeface="Arial"/>
              </a:rPr>
              <a:t>BSDCH ZC343 - Software Engineering</a:t>
            </a:r>
            <a:endParaRPr sz="1400" b="0" i="0" u="none" strike="noStrike" cap="none">
              <a:solidFill>
                <a:srgbClr val="000000"/>
              </a:solidFill>
              <a:latin typeface="Arial"/>
              <a:ea typeface="Arial"/>
              <a:cs typeface="Arial"/>
              <a:sym typeface="Arial"/>
            </a:endParaRPr>
          </a:p>
        </p:txBody>
      </p:sp>
      <p:sp>
        <p:nvSpPr>
          <p:cNvPr id="404" name="Google Shape;404;p22"/>
          <p:cNvSpPr txBox="1"/>
          <p:nvPr/>
        </p:nvSpPr>
        <p:spPr>
          <a:xfrm>
            <a:off x="6553200" y="615950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strike="noStrike" cap="none">
                <a:solidFill>
                  <a:srgbClr val="898989"/>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
        <p:nvSpPr>
          <p:cNvPr id="405" name="Google Shape;405;p22"/>
          <p:cNvSpPr txBox="1"/>
          <p:nvPr/>
        </p:nvSpPr>
        <p:spPr>
          <a:xfrm>
            <a:off x="5768975" y="5146675"/>
            <a:ext cx="156845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3FF07"/>
              </a:buClr>
              <a:buSzPts val="1800"/>
              <a:buFont typeface="Palatino"/>
              <a:buNone/>
            </a:pPr>
            <a:r>
              <a:rPr lang="en-US" sz="1800" b="0" i="1" u="none" strike="noStrike" cap="none">
                <a:solidFill>
                  <a:srgbClr val="F3FF07"/>
                </a:solidFill>
                <a:latin typeface="Palatino"/>
                <a:ea typeface="Palatino"/>
                <a:cs typeface="Palatino"/>
                <a:sym typeface="Palatino"/>
              </a:rPr>
              <a:t>Kent Beck et al</a:t>
            </a:r>
            <a:endParaRPr sz="1400" b="0" i="0" u="none" strike="noStrike" cap="none">
              <a:solidFill>
                <a:srgbClr val="000000"/>
              </a:solidFill>
              <a:latin typeface="Arial"/>
              <a:ea typeface="Arial"/>
              <a:cs typeface="Arial"/>
              <a:sym typeface="Arial"/>
            </a:endParaRPr>
          </a:p>
        </p:txBody>
      </p:sp>
      <p:sp>
        <p:nvSpPr>
          <p:cNvPr id="406" name="Google Shape;406;p22"/>
          <p:cNvSpPr txBox="1">
            <a:spLocks noGrp="1"/>
          </p:cNvSpPr>
          <p:nvPr>
            <p:ph type="body" idx="2"/>
          </p:nvPr>
        </p:nvSpPr>
        <p:spPr>
          <a:xfrm>
            <a:off x="304800" y="1493837"/>
            <a:ext cx="8229600" cy="2746375"/>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chemeClr val="dk1"/>
              </a:buClr>
              <a:buSzPts val="2000"/>
              <a:buFont typeface="Arial"/>
              <a:buNone/>
            </a:pPr>
            <a:r>
              <a:rPr lang="en-US" sz="2000" b="0" i="0" u="none">
                <a:solidFill>
                  <a:schemeClr val="dk1"/>
                </a:solidFill>
                <a:latin typeface="Palatino"/>
                <a:ea typeface="Palatino"/>
                <a:cs typeface="Palatino"/>
                <a:sym typeface="Palatino"/>
              </a:rPr>
              <a:t>“We are uncovering better ways of developing software by doing it and helping others do it.  Through this work we have come to value: </a:t>
            </a:r>
            <a:endParaRPr/>
          </a:p>
          <a:p>
            <a:pPr marL="742950" marR="0" lvl="1" indent="-285750" algn="l" rtl="0">
              <a:lnSpc>
                <a:spcPct val="100000"/>
              </a:lnSpc>
              <a:spcBef>
                <a:spcPts val="300"/>
              </a:spcBef>
              <a:spcAft>
                <a:spcPts val="0"/>
              </a:spcAft>
              <a:buClr>
                <a:srgbClr val="F3FF07"/>
              </a:buClr>
              <a:buSzPts val="2000"/>
              <a:buFont typeface="Arial"/>
              <a:buChar char="•"/>
            </a:pPr>
            <a:r>
              <a:rPr lang="en-US" sz="2000" b="0" i="1" u="none" strike="noStrike" cap="none">
                <a:solidFill>
                  <a:srgbClr val="F3FF07"/>
                </a:solidFill>
                <a:latin typeface="Palatino"/>
                <a:ea typeface="Palatino"/>
                <a:cs typeface="Palatino"/>
                <a:sym typeface="Palatino"/>
              </a:rPr>
              <a:t>Individuals and interactions</a:t>
            </a:r>
            <a:r>
              <a:rPr lang="en-US" sz="2000" b="0" i="0" u="none" strike="noStrike" cap="none">
                <a:solidFill>
                  <a:srgbClr val="F3FF07"/>
                </a:solidFill>
                <a:latin typeface="Palatino"/>
                <a:ea typeface="Palatino"/>
                <a:cs typeface="Palatino"/>
                <a:sym typeface="Palatino"/>
              </a:rPr>
              <a:t> over processes and tools </a:t>
            </a:r>
            <a:endParaRPr/>
          </a:p>
          <a:p>
            <a:pPr marL="742950" marR="0" lvl="1" indent="-285750" algn="l" rtl="0">
              <a:lnSpc>
                <a:spcPct val="100000"/>
              </a:lnSpc>
              <a:spcBef>
                <a:spcPts val="300"/>
              </a:spcBef>
              <a:spcAft>
                <a:spcPts val="0"/>
              </a:spcAft>
              <a:buClr>
                <a:srgbClr val="F3FF07"/>
              </a:buClr>
              <a:buSzPts val="2000"/>
              <a:buFont typeface="Arial"/>
              <a:buChar char="•"/>
            </a:pPr>
            <a:r>
              <a:rPr lang="en-US" sz="2000" b="0" i="1" u="none" strike="noStrike" cap="none">
                <a:solidFill>
                  <a:srgbClr val="F3FF07"/>
                </a:solidFill>
                <a:latin typeface="Palatino"/>
                <a:ea typeface="Palatino"/>
                <a:cs typeface="Palatino"/>
                <a:sym typeface="Palatino"/>
              </a:rPr>
              <a:t>Working software</a:t>
            </a:r>
            <a:r>
              <a:rPr lang="en-US" sz="2000" b="0" i="0" u="none" strike="noStrike" cap="none">
                <a:solidFill>
                  <a:srgbClr val="F3FF07"/>
                </a:solidFill>
                <a:latin typeface="Palatino"/>
                <a:ea typeface="Palatino"/>
                <a:cs typeface="Palatino"/>
                <a:sym typeface="Palatino"/>
              </a:rPr>
              <a:t> over comprehensive documentation </a:t>
            </a:r>
            <a:endParaRPr/>
          </a:p>
          <a:p>
            <a:pPr marL="742950" marR="0" lvl="1" indent="-285750" algn="l" rtl="0">
              <a:lnSpc>
                <a:spcPct val="100000"/>
              </a:lnSpc>
              <a:spcBef>
                <a:spcPts val="300"/>
              </a:spcBef>
              <a:spcAft>
                <a:spcPts val="0"/>
              </a:spcAft>
              <a:buClr>
                <a:srgbClr val="F3FF07"/>
              </a:buClr>
              <a:buSzPts val="2000"/>
              <a:buFont typeface="Arial"/>
              <a:buChar char="•"/>
            </a:pPr>
            <a:r>
              <a:rPr lang="en-US" sz="2000" b="0" i="1" u="none" strike="noStrike" cap="none">
                <a:solidFill>
                  <a:srgbClr val="F3FF07"/>
                </a:solidFill>
                <a:latin typeface="Palatino"/>
                <a:ea typeface="Palatino"/>
                <a:cs typeface="Palatino"/>
                <a:sym typeface="Palatino"/>
              </a:rPr>
              <a:t>Customer collaboration</a:t>
            </a:r>
            <a:r>
              <a:rPr lang="en-US" sz="2000" b="0" i="0" u="none" strike="noStrike" cap="none">
                <a:solidFill>
                  <a:srgbClr val="F3FF07"/>
                </a:solidFill>
                <a:latin typeface="Palatino"/>
                <a:ea typeface="Palatino"/>
                <a:cs typeface="Palatino"/>
                <a:sym typeface="Palatino"/>
              </a:rPr>
              <a:t> over contract negotiation </a:t>
            </a:r>
            <a:endParaRPr/>
          </a:p>
          <a:p>
            <a:pPr marL="742950" marR="0" lvl="1" indent="-285750" algn="l" rtl="0">
              <a:lnSpc>
                <a:spcPct val="100000"/>
              </a:lnSpc>
              <a:spcBef>
                <a:spcPts val="300"/>
              </a:spcBef>
              <a:spcAft>
                <a:spcPts val="0"/>
              </a:spcAft>
              <a:buClr>
                <a:srgbClr val="F3FF07"/>
              </a:buClr>
              <a:buSzPts val="2000"/>
              <a:buFont typeface="Arial"/>
              <a:buChar char="•"/>
            </a:pPr>
            <a:r>
              <a:rPr lang="en-US" sz="2000" b="0" i="1" u="none" strike="noStrike" cap="none">
                <a:solidFill>
                  <a:srgbClr val="F3FF07"/>
                </a:solidFill>
                <a:latin typeface="Palatino"/>
                <a:ea typeface="Palatino"/>
                <a:cs typeface="Palatino"/>
                <a:sym typeface="Palatino"/>
              </a:rPr>
              <a:t>Responding to change</a:t>
            </a:r>
            <a:r>
              <a:rPr lang="en-US" sz="2000" b="0" i="0" u="none" strike="noStrike" cap="none">
                <a:solidFill>
                  <a:srgbClr val="F3FF07"/>
                </a:solidFill>
                <a:latin typeface="Palatino"/>
                <a:ea typeface="Palatino"/>
                <a:cs typeface="Palatino"/>
                <a:sym typeface="Palatino"/>
              </a:rPr>
              <a:t> over following a plan</a:t>
            </a:r>
            <a:r>
              <a:rPr lang="en-US" sz="2000" b="0" i="0" u="none" strike="noStrike" cap="none">
                <a:solidFill>
                  <a:schemeClr val="dk1"/>
                </a:solidFill>
                <a:latin typeface="Palatino"/>
                <a:ea typeface="Palatino"/>
                <a:cs typeface="Palatino"/>
                <a:sym typeface="Palatino"/>
              </a:rPr>
              <a:t> </a:t>
            </a:r>
            <a:endParaRPr/>
          </a:p>
          <a:p>
            <a:pPr marL="342900" marR="0" lvl="0" indent="-342900" algn="l" rtl="0">
              <a:lnSpc>
                <a:spcPct val="100000"/>
              </a:lnSpc>
              <a:spcBef>
                <a:spcPts val="300"/>
              </a:spcBef>
              <a:spcAft>
                <a:spcPts val="0"/>
              </a:spcAft>
              <a:buClr>
                <a:schemeClr val="dk1"/>
              </a:buClr>
              <a:buSzPts val="2000"/>
              <a:buFont typeface="Arial"/>
              <a:buNone/>
            </a:pPr>
            <a:r>
              <a:rPr lang="en-US" sz="2000" b="0" i="0" u="none">
                <a:solidFill>
                  <a:schemeClr val="dk1"/>
                </a:solidFill>
                <a:latin typeface="Palatino"/>
                <a:ea typeface="Palatino"/>
                <a:cs typeface="Palatino"/>
                <a:sym typeface="Palatino"/>
              </a:rPr>
              <a:t>That is, while there is value in the items on the right, we value the items on the left more.”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23"/>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3600"/>
              <a:buFont typeface="Arial"/>
              <a:buNone/>
            </a:pPr>
            <a:r>
              <a:rPr lang="en-US" sz="3600" b="1" i="0" u="none">
                <a:solidFill>
                  <a:schemeClr val="dk1"/>
                </a:solidFill>
                <a:latin typeface="Arial"/>
                <a:ea typeface="Arial"/>
                <a:cs typeface="Arial"/>
                <a:sym typeface="Arial"/>
              </a:rPr>
              <a:t>Operational Methodologies:</a:t>
            </a:r>
            <a:endParaRPr/>
          </a:p>
        </p:txBody>
      </p:sp>
      <p:sp>
        <p:nvSpPr>
          <p:cNvPr id="412" name="Google Shape;412;p23"/>
          <p:cNvSpPr txBox="1"/>
          <p:nvPr/>
        </p:nvSpPr>
        <p:spPr>
          <a:xfrm>
            <a:off x="4191000" y="971550"/>
            <a:ext cx="4572000" cy="647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ITSM (IT Service Management) vs. Service Delivery </a:t>
            </a:r>
            <a:endParaRPr sz="1400" b="0" i="0" u="none" strike="noStrike" cap="none">
              <a:solidFill>
                <a:srgbClr val="000000"/>
              </a:solidFill>
              <a:latin typeface="Arial"/>
              <a:ea typeface="Arial"/>
              <a:cs typeface="Arial"/>
              <a:sym typeface="Arial"/>
            </a:endParaRPr>
          </a:p>
        </p:txBody>
      </p:sp>
      <p:sp>
        <p:nvSpPr>
          <p:cNvPr id="413" name="Google Shape;413;p23"/>
          <p:cNvSpPr txBox="1"/>
          <p:nvPr/>
        </p:nvSpPr>
        <p:spPr>
          <a:xfrm>
            <a:off x="106362" y="6019800"/>
            <a:ext cx="7620000" cy="738187"/>
          </a:xfrm>
          <a:prstGeom prst="rect">
            <a:avLst/>
          </a:prstGeom>
          <a:solidFill>
            <a:srgbClr val="DCE6F2"/>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US" sz="1400" b="0" i="0" u="none" strike="noStrike" cap="none">
                <a:solidFill>
                  <a:srgbClr val="000000"/>
                </a:solidFill>
                <a:latin typeface="Helvetica Neue"/>
                <a:ea typeface="Helvetica Neue"/>
                <a:cs typeface="Helvetica Neue"/>
                <a:sym typeface="Helvetica Neue"/>
              </a:rPr>
              <a:t>“The implementation and management of quality IT services that meet the needs of the business. IT service management is performed by IT service providers through an appropriate mix of people, process and information technology.” - ITIL</a:t>
            </a:r>
            <a:endParaRPr sz="1400" b="0" i="0" u="none" strike="noStrike" cap="none">
              <a:solidFill>
                <a:srgbClr val="000000"/>
              </a:solidFill>
              <a:latin typeface="Arial"/>
              <a:ea typeface="Arial"/>
              <a:cs typeface="Arial"/>
              <a:sym typeface="Arial"/>
            </a:endParaRPr>
          </a:p>
        </p:txBody>
      </p:sp>
      <p:sp>
        <p:nvSpPr>
          <p:cNvPr id="414" name="Google Shape;414;p23"/>
          <p:cNvSpPr txBox="1">
            <a:spLocks noGrp="1"/>
          </p:cNvSpPr>
          <p:nvPr>
            <p:ph type="body" idx="2"/>
          </p:nvPr>
        </p:nvSpPr>
        <p:spPr>
          <a:xfrm>
            <a:off x="304800" y="1493837"/>
            <a:ext cx="8229600" cy="4525962"/>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chemeClr val="dk1"/>
              </a:buClr>
              <a:buSzPts val="2200"/>
              <a:buFont typeface="Arial"/>
              <a:buNone/>
            </a:pPr>
            <a:r>
              <a:rPr lang="en-US" sz="2200" b="0" i="0" u="none">
                <a:solidFill>
                  <a:schemeClr val="dk1"/>
                </a:solidFill>
                <a:latin typeface="Arial"/>
                <a:ea typeface="Arial"/>
                <a:cs typeface="Arial"/>
                <a:sym typeface="Arial"/>
              </a:rPr>
              <a:t>SM: </a:t>
            </a:r>
            <a:r>
              <a:rPr lang="en-US" sz="2200" b="0" i="1" u="none">
                <a:solidFill>
                  <a:schemeClr val="dk1"/>
                </a:solidFill>
                <a:latin typeface="Arial"/>
                <a:ea typeface="Arial"/>
                <a:cs typeface="Arial"/>
                <a:sym typeface="Arial"/>
              </a:rPr>
              <a:t>Strategic</a:t>
            </a:r>
            <a:r>
              <a:rPr lang="en-US" sz="2200" b="0" i="0" u="none">
                <a:solidFill>
                  <a:schemeClr val="dk1"/>
                </a:solidFill>
                <a:latin typeface="Arial"/>
                <a:ea typeface="Arial"/>
                <a:cs typeface="Arial"/>
                <a:sym typeface="Arial"/>
              </a:rPr>
              <a:t> approach to design, deliver, manage and improve the way businesses use information technology (IT). </a:t>
            </a:r>
            <a:endParaRPr/>
          </a:p>
          <a:p>
            <a:pPr marL="342900" marR="0" lvl="0" indent="-342900" algn="l" rtl="0">
              <a:lnSpc>
                <a:spcPct val="100000"/>
              </a:lnSpc>
              <a:spcBef>
                <a:spcPts val="440"/>
              </a:spcBef>
              <a:spcAft>
                <a:spcPts val="0"/>
              </a:spcAft>
              <a:buClr>
                <a:schemeClr val="dk1"/>
              </a:buClr>
              <a:buSzPts val="2200"/>
              <a:buFont typeface="Arial"/>
              <a:buNone/>
            </a:pPr>
            <a:r>
              <a:rPr lang="en-US" sz="2200" b="0" i="0" u="none">
                <a:solidFill>
                  <a:schemeClr val="dk1"/>
                </a:solidFill>
                <a:latin typeface="Arial"/>
                <a:ea typeface="Arial"/>
                <a:cs typeface="Arial"/>
                <a:sym typeface="Arial"/>
              </a:rPr>
              <a:t>SM includes all the individual activities and processes that support a service throughout its lifecycle: from service management to change management, problem and incident management, asset management, and knowledge management. </a:t>
            </a:r>
            <a:endParaRPr/>
          </a:p>
          <a:p>
            <a:pPr marL="342900" marR="0" lvl="0" indent="-342900" algn="l" rtl="0">
              <a:lnSpc>
                <a:spcPct val="100000"/>
              </a:lnSpc>
              <a:spcBef>
                <a:spcPts val="440"/>
              </a:spcBef>
              <a:spcAft>
                <a:spcPts val="0"/>
              </a:spcAft>
              <a:buClr>
                <a:schemeClr val="dk1"/>
              </a:buClr>
              <a:buSzPts val="2200"/>
              <a:buFont typeface="Arial"/>
              <a:buNone/>
            </a:pPr>
            <a:r>
              <a:rPr lang="en-US" sz="2200" b="0" i="0" u="none">
                <a:solidFill>
                  <a:schemeClr val="dk1"/>
                </a:solidFill>
                <a:latin typeface="Arial"/>
                <a:ea typeface="Arial"/>
                <a:cs typeface="Arial"/>
                <a:sym typeface="Arial"/>
              </a:rPr>
              <a:t>ITSM and IT service delivery sometimes are used interchangeably</a:t>
            </a:r>
            <a:endParaRPr/>
          </a:p>
          <a:p>
            <a:pPr marL="742950" marR="0" lvl="1" indent="-285750" algn="l" rtl="0">
              <a:lnSpc>
                <a:spcPct val="100000"/>
              </a:lnSpc>
              <a:spcBef>
                <a:spcPts val="300"/>
              </a:spcBef>
              <a:spcAft>
                <a:spcPts val="0"/>
              </a:spcAft>
              <a:buClr>
                <a:schemeClr val="dk1"/>
              </a:buClr>
              <a:buSzPts val="1500"/>
              <a:buFont typeface="Arial"/>
              <a:buChar char="–"/>
            </a:pPr>
            <a:r>
              <a:rPr lang="en-US" sz="1500" b="1" i="0" u="none" strike="noStrike" cap="none">
                <a:solidFill>
                  <a:schemeClr val="dk1"/>
                </a:solidFill>
                <a:latin typeface="Arial"/>
                <a:ea typeface="Arial"/>
                <a:cs typeface="Arial"/>
                <a:sym typeface="Arial"/>
              </a:rPr>
              <a:t>ITSM</a:t>
            </a:r>
            <a:r>
              <a:rPr lang="en-US" sz="1500" b="0" i="0" u="none" strike="noStrike" cap="none">
                <a:solidFill>
                  <a:schemeClr val="dk1"/>
                </a:solidFill>
                <a:latin typeface="Arial"/>
                <a:ea typeface="Arial"/>
                <a:cs typeface="Arial"/>
                <a:sym typeface="Arial"/>
              </a:rPr>
              <a:t> emphasizes </a:t>
            </a:r>
            <a:r>
              <a:rPr lang="en-US" sz="1500" b="1" i="0" u="none" strike="noStrike" cap="none">
                <a:solidFill>
                  <a:schemeClr val="dk1"/>
                </a:solidFill>
                <a:latin typeface="Arial"/>
                <a:ea typeface="Arial"/>
                <a:cs typeface="Arial"/>
                <a:sym typeface="Arial"/>
              </a:rPr>
              <a:t>IT service operation and improvement</a:t>
            </a:r>
            <a:endParaRPr/>
          </a:p>
          <a:p>
            <a:pPr marL="742950" marR="0" lvl="1" indent="-285750" algn="l" rtl="0">
              <a:lnSpc>
                <a:spcPct val="100000"/>
              </a:lnSpc>
              <a:spcBef>
                <a:spcPts val="300"/>
              </a:spcBef>
              <a:spcAft>
                <a:spcPts val="0"/>
              </a:spcAft>
              <a:buClr>
                <a:schemeClr val="dk1"/>
              </a:buClr>
              <a:buSzPts val="1500"/>
              <a:buFont typeface="Arial"/>
              <a:buChar char="–"/>
            </a:pPr>
            <a:r>
              <a:rPr lang="en-US" sz="1500" b="0" i="0" u="none" strike="noStrike" cap="none">
                <a:solidFill>
                  <a:schemeClr val="dk1"/>
                </a:solidFill>
                <a:latin typeface="Arial"/>
                <a:ea typeface="Arial"/>
                <a:cs typeface="Arial"/>
                <a:sym typeface="Arial"/>
              </a:rPr>
              <a:t>IT service delivery focuses on </a:t>
            </a:r>
            <a:r>
              <a:rPr lang="en-US" sz="1500" b="1" i="0" u="none" strike="noStrike" cap="none">
                <a:solidFill>
                  <a:schemeClr val="dk1"/>
                </a:solidFill>
                <a:latin typeface="Arial"/>
                <a:ea typeface="Arial"/>
                <a:cs typeface="Arial"/>
                <a:sym typeface="Arial"/>
              </a:rPr>
              <a:t>the quality of the work and meeting customer expectations. </a:t>
            </a:r>
            <a:endParaRPr/>
          </a:p>
          <a:p>
            <a:pPr marL="742950" marR="0" lvl="1" indent="-285750" algn="l" rtl="0">
              <a:lnSpc>
                <a:spcPct val="100000"/>
              </a:lnSpc>
              <a:spcBef>
                <a:spcPts val="300"/>
              </a:spcBef>
              <a:spcAft>
                <a:spcPts val="0"/>
              </a:spcAft>
              <a:buClr>
                <a:schemeClr val="dk1"/>
              </a:buClr>
              <a:buSzPts val="1500"/>
              <a:buFont typeface="Arial"/>
              <a:buChar char="–"/>
            </a:pPr>
            <a:r>
              <a:rPr lang="en-US" sz="1500" b="1" i="0" u="none" strike="noStrike" cap="none">
                <a:solidFill>
                  <a:schemeClr val="dk1"/>
                </a:solidFill>
                <a:latin typeface="Arial"/>
                <a:ea typeface="Arial"/>
                <a:cs typeface="Arial"/>
                <a:sym typeface="Arial"/>
              </a:rPr>
              <a:t>ITIL </a:t>
            </a:r>
            <a:r>
              <a:rPr lang="en-US" sz="1500" b="0" i="0" u="none" strike="noStrike" cap="none">
                <a:solidFill>
                  <a:schemeClr val="dk1"/>
                </a:solidFill>
                <a:latin typeface="Arial"/>
                <a:ea typeface="Arial"/>
                <a:cs typeface="Arial"/>
                <a:sym typeface="Arial"/>
              </a:rPr>
              <a:t>(Information Technology Infrastructure Library) is a popular ITSM Framework (the terms  ITSM and  ITIL are used synonymously)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4"/>
          <p:cNvSpPr txBox="1">
            <a:spLocks noGrp="1"/>
          </p:cNvSpPr>
          <p:nvPr>
            <p:ph type="body" idx="1"/>
          </p:nvPr>
        </p:nvSpPr>
        <p:spPr>
          <a:xfrm>
            <a:off x="304800" y="1493837"/>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Arial"/>
              <a:buNone/>
            </a:pPr>
            <a:r>
              <a:rPr lang="en-US" sz="2400" b="1" i="0" u="none">
                <a:solidFill>
                  <a:schemeClr val="dk1"/>
                </a:solidFill>
                <a:latin typeface="Arial"/>
                <a:ea typeface="Arial"/>
                <a:cs typeface="Arial"/>
                <a:sym typeface="Arial"/>
              </a:rPr>
              <a:t>ITSM</a:t>
            </a:r>
            <a:endParaRPr/>
          </a:p>
          <a:p>
            <a:pPr marL="342900" marR="0" lvl="0" indent="-342900" algn="l" rtl="0">
              <a:lnSpc>
                <a:spcPct val="100000"/>
              </a:lnSpc>
              <a:spcBef>
                <a:spcPts val="480"/>
              </a:spcBef>
              <a:spcAft>
                <a:spcPts val="0"/>
              </a:spcAft>
              <a:buClr>
                <a:schemeClr val="dk1"/>
              </a:buClr>
              <a:buSzPts val="2400"/>
              <a:buFont typeface="Arial"/>
              <a:buNone/>
            </a:pPr>
            <a:r>
              <a:rPr lang="en-US" sz="2400" b="0" i="0" u="none">
                <a:solidFill>
                  <a:schemeClr val="dk1"/>
                </a:solidFill>
                <a:latin typeface="Arial"/>
                <a:ea typeface="Arial"/>
                <a:cs typeface="Arial"/>
                <a:sym typeface="Arial"/>
              </a:rPr>
              <a:t>Ensure the organization’s business goals are supported by high‐quality, cost‐effective, value‐adding IT services</a:t>
            </a:r>
            <a:endParaRPr/>
          </a:p>
          <a:p>
            <a:pPr marL="342900" marR="0" lvl="0" indent="-342900" algn="l" rtl="0">
              <a:lnSpc>
                <a:spcPct val="100000"/>
              </a:lnSpc>
              <a:spcBef>
                <a:spcPts val="480"/>
              </a:spcBef>
              <a:spcAft>
                <a:spcPts val="0"/>
              </a:spcAft>
              <a:buClr>
                <a:schemeClr val="dk1"/>
              </a:buClr>
              <a:buSzPts val="2400"/>
              <a:buFont typeface="Arial"/>
              <a:buNone/>
            </a:pPr>
            <a:r>
              <a:rPr lang="en-US" sz="2400" b="0" i="0" u="none">
                <a:solidFill>
                  <a:schemeClr val="dk1"/>
                </a:solidFill>
                <a:latin typeface="Arial"/>
                <a:ea typeface="Arial"/>
                <a:cs typeface="Arial"/>
                <a:sym typeface="Arial"/>
              </a:rPr>
              <a:t>Improve the quality of IT service provisioning</a:t>
            </a:r>
            <a:endParaRPr/>
          </a:p>
          <a:p>
            <a:pPr marL="342900" marR="0" lvl="0" indent="-342900" algn="l" rtl="0">
              <a:lnSpc>
                <a:spcPct val="100000"/>
              </a:lnSpc>
              <a:spcBef>
                <a:spcPts val="480"/>
              </a:spcBef>
              <a:spcAft>
                <a:spcPts val="0"/>
              </a:spcAft>
              <a:buClr>
                <a:schemeClr val="dk1"/>
              </a:buClr>
              <a:buSzPts val="2400"/>
              <a:buFont typeface="Arial"/>
              <a:buNone/>
            </a:pPr>
            <a:r>
              <a:rPr lang="en-US" sz="2400" b="0" i="0" u="none">
                <a:solidFill>
                  <a:schemeClr val="dk1"/>
                </a:solidFill>
                <a:latin typeface="Arial"/>
                <a:ea typeface="Arial"/>
                <a:cs typeface="Arial"/>
                <a:sym typeface="Arial"/>
              </a:rPr>
              <a:t>Reduce the long‐term cost of IT service infrastructure</a:t>
            </a:r>
            <a:endParaRPr/>
          </a:p>
          <a:p>
            <a:pPr marL="342900" marR="0" lvl="0" indent="-342900" algn="l" rtl="0">
              <a:lnSpc>
                <a:spcPct val="100000"/>
              </a:lnSpc>
              <a:spcBef>
                <a:spcPts val="480"/>
              </a:spcBef>
              <a:spcAft>
                <a:spcPts val="0"/>
              </a:spcAft>
              <a:buClr>
                <a:schemeClr val="dk1"/>
              </a:buClr>
              <a:buSzPts val="2400"/>
              <a:buFont typeface="Arial"/>
              <a:buNone/>
            </a:pPr>
            <a:endParaRPr sz="2400" b="0" i="0" u="none">
              <a:solidFill>
                <a:schemeClr val="dk1"/>
              </a:solidFill>
              <a:latin typeface="Arial"/>
              <a:ea typeface="Arial"/>
              <a:cs typeface="Arial"/>
              <a:sym typeface="Arial"/>
            </a:endParaRPr>
          </a:p>
          <a:p>
            <a:pPr marL="342900" marR="0" lvl="0" indent="-342900" algn="l" rtl="0">
              <a:lnSpc>
                <a:spcPct val="100000"/>
              </a:lnSpc>
              <a:spcBef>
                <a:spcPts val="480"/>
              </a:spcBef>
              <a:spcAft>
                <a:spcPts val="0"/>
              </a:spcAft>
              <a:buClr>
                <a:schemeClr val="dk1"/>
              </a:buClr>
              <a:buSzPts val="2400"/>
              <a:buFont typeface="Arial"/>
              <a:buNone/>
            </a:pPr>
            <a:r>
              <a:rPr lang="en-US" sz="2400" b="0" i="0" u="none">
                <a:solidFill>
                  <a:schemeClr val="dk1"/>
                </a:solidFill>
                <a:latin typeface="Arial"/>
                <a:ea typeface="Arial"/>
                <a:cs typeface="Arial"/>
                <a:sym typeface="Arial"/>
              </a:rPr>
              <a:t>IT Infrastructure Library (ITIL)  is a Framework described in the following volumes:</a:t>
            </a:r>
            <a:endParaRPr/>
          </a:p>
          <a:p>
            <a:pPr marL="742950" marR="0" lvl="1" indent="-285750" algn="l" rtl="0">
              <a:lnSpc>
                <a:spcPct val="100000"/>
              </a:lnSpc>
              <a:spcBef>
                <a:spcPts val="0"/>
              </a:spcBef>
              <a:spcAft>
                <a:spcPts val="0"/>
              </a:spcAft>
              <a:buClr>
                <a:schemeClr val="dk1"/>
              </a:buClr>
              <a:buSzPts val="1600"/>
              <a:buFont typeface="Arial"/>
              <a:buChar char="–"/>
            </a:pPr>
            <a:r>
              <a:rPr lang="en-US" sz="1600" b="1" i="0" u="none" strike="noStrike" cap="none">
                <a:solidFill>
                  <a:schemeClr val="dk1"/>
                </a:solidFill>
                <a:latin typeface="Arial"/>
                <a:ea typeface="Arial"/>
                <a:cs typeface="Arial"/>
                <a:sym typeface="Arial"/>
              </a:rPr>
              <a:t>Service Support</a:t>
            </a:r>
            <a:endParaRPr/>
          </a:p>
          <a:p>
            <a:pPr marL="742950" marR="0" lvl="1" indent="-285750" algn="l" rtl="0">
              <a:lnSpc>
                <a:spcPct val="100000"/>
              </a:lnSpc>
              <a:spcBef>
                <a:spcPts val="0"/>
              </a:spcBef>
              <a:spcAft>
                <a:spcPts val="0"/>
              </a:spcAft>
              <a:buClr>
                <a:schemeClr val="dk1"/>
              </a:buClr>
              <a:buSzPts val="1600"/>
              <a:buFont typeface="Arial"/>
              <a:buChar char="–"/>
            </a:pPr>
            <a:r>
              <a:rPr lang="en-US" sz="1600" b="1" i="0" u="none" strike="noStrike" cap="none">
                <a:solidFill>
                  <a:schemeClr val="dk1"/>
                </a:solidFill>
                <a:latin typeface="Arial"/>
                <a:ea typeface="Arial"/>
                <a:cs typeface="Arial"/>
                <a:sym typeface="Arial"/>
              </a:rPr>
              <a:t>Service Delivery</a:t>
            </a:r>
            <a:endParaRPr/>
          </a:p>
          <a:p>
            <a:pPr marL="742950" marR="0" lvl="1"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Security Management</a:t>
            </a:r>
            <a:endParaRPr/>
          </a:p>
          <a:p>
            <a:pPr marL="742950" marR="0" lvl="1"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Application Management</a:t>
            </a:r>
            <a:endParaRPr/>
          </a:p>
          <a:p>
            <a:pPr marL="742950" marR="0" lvl="1"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ICT Infrastructure Management</a:t>
            </a:r>
            <a:endParaRPr/>
          </a:p>
          <a:p>
            <a:pPr marL="742950" marR="0" lvl="1"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Planning to Implement Service Management</a:t>
            </a:r>
            <a:endParaRPr/>
          </a:p>
          <a:p>
            <a:pPr marL="742950" marR="0" lvl="1"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The Business Perspective</a:t>
            </a:r>
            <a:endParaRPr/>
          </a:p>
          <a:p>
            <a:pPr marL="342900" marR="0" lvl="0" indent="-241300" algn="l" rtl="0">
              <a:lnSpc>
                <a:spcPct val="100000"/>
              </a:lnSpc>
              <a:spcBef>
                <a:spcPts val="320"/>
              </a:spcBef>
              <a:spcAft>
                <a:spcPts val="0"/>
              </a:spcAft>
              <a:buClr>
                <a:schemeClr val="dk1"/>
              </a:buClr>
              <a:buSzPts val="1600"/>
              <a:buFont typeface="Arial"/>
              <a:buNone/>
            </a:pPr>
            <a:endParaRPr sz="1600" b="0" i="0" u="none" strike="noStrike" cap="none">
              <a:solidFill>
                <a:schemeClr val="dk1"/>
              </a:solidFill>
              <a:latin typeface="Arial"/>
              <a:ea typeface="Arial"/>
              <a:cs typeface="Arial"/>
              <a:sym typeface="Arial"/>
            </a:endParaRPr>
          </a:p>
        </p:txBody>
      </p:sp>
      <p:sp>
        <p:nvSpPr>
          <p:cNvPr id="420" name="Google Shape;420;p24"/>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100000"/>
              </a:lnSpc>
              <a:spcBef>
                <a:spcPts val="0"/>
              </a:spcBef>
              <a:spcAft>
                <a:spcPts val="0"/>
              </a:spcAft>
              <a:buClr>
                <a:schemeClr val="dk1"/>
              </a:buClr>
              <a:buSzPts val="3600"/>
              <a:buFont typeface="Arial"/>
              <a:buNone/>
            </a:pPr>
            <a:r>
              <a:rPr lang="en-US" sz="3600" b="1" i="0" u="none">
                <a:solidFill>
                  <a:schemeClr val="dk1"/>
                </a:solidFill>
                <a:latin typeface="Arial"/>
                <a:ea typeface="Arial"/>
                <a:cs typeface="Arial"/>
                <a:sym typeface="Arial"/>
              </a:rPr>
              <a:t>ITSM as a Business Enabler - ITIL</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62"/>
          <p:cNvSpPr txBox="1">
            <a:spLocks noGrp="1"/>
          </p:cNvSpPr>
          <p:nvPr>
            <p:ph type="body" idx="1"/>
          </p:nvPr>
        </p:nvSpPr>
        <p:spPr>
          <a:xfrm>
            <a:off x="123239" y="1747837"/>
            <a:ext cx="8229600" cy="4525963"/>
          </a:xfrm>
          <a:prstGeom prst="rect">
            <a:avLst/>
          </a:prstGeom>
          <a:noFill/>
          <a:ln>
            <a:noFill/>
          </a:ln>
        </p:spPr>
        <p:txBody>
          <a:bodyPr spcFirstLastPara="1" wrap="square" lIns="91425" tIns="45700" rIns="91425" bIns="45700" anchor="t" anchorCtr="0">
            <a:noAutofit/>
          </a:bodyPr>
          <a:lstStyle/>
          <a:p>
            <a:pPr marL="571500" lvl="0" indent="-342900" algn="l" rtl="0">
              <a:lnSpc>
                <a:spcPct val="100000"/>
              </a:lnSpc>
              <a:spcBef>
                <a:spcPts val="480"/>
              </a:spcBef>
              <a:spcAft>
                <a:spcPts val="0"/>
              </a:spcAft>
              <a:buSzPts val="2400"/>
              <a:buFont typeface="Arial"/>
              <a:buChar char="•"/>
            </a:pPr>
            <a:r>
              <a:rPr lang="en-US"/>
              <a:t>Shared responsibility</a:t>
            </a:r>
            <a:endParaRPr/>
          </a:p>
          <a:p>
            <a:pPr marL="571500" lvl="0" indent="-190500" algn="l" rtl="0">
              <a:lnSpc>
                <a:spcPct val="100000"/>
              </a:lnSpc>
              <a:spcBef>
                <a:spcPts val="480"/>
              </a:spcBef>
              <a:spcAft>
                <a:spcPts val="0"/>
              </a:spcAft>
              <a:buSzPts val="2400"/>
              <a:buFont typeface="Arial"/>
              <a:buNone/>
            </a:pPr>
            <a:endParaRPr/>
          </a:p>
          <a:p>
            <a:pPr marL="571500" lvl="0" indent="-190500" algn="l" rtl="0">
              <a:lnSpc>
                <a:spcPct val="100000"/>
              </a:lnSpc>
              <a:spcBef>
                <a:spcPts val="480"/>
              </a:spcBef>
              <a:spcAft>
                <a:spcPts val="0"/>
              </a:spcAft>
              <a:buSzPts val="2400"/>
              <a:buFont typeface="Arial"/>
              <a:buNone/>
            </a:pPr>
            <a:endParaRPr/>
          </a:p>
          <a:p>
            <a:pPr marL="571500" lvl="0" indent="-342900" algn="l" rtl="0">
              <a:lnSpc>
                <a:spcPct val="100000"/>
              </a:lnSpc>
              <a:spcBef>
                <a:spcPts val="480"/>
              </a:spcBef>
              <a:spcAft>
                <a:spcPts val="0"/>
              </a:spcAft>
              <a:buSzPts val="2400"/>
              <a:buFont typeface="Arial"/>
              <a:buChar char="•"/>
            </a:pPr>
            <a:r>
              <a:rPr lang="en-US"/>
              <a:t>Automation</a:t>
            </a:r>
            <a:endParaRPr/>
          </a:p>
          <a:p>
            <a:pPr marL="571500" lvl="0" indent="-190500" algn="l" rtl="0">
              <a:lnSpc>
                <a:spcPct val="100000"/>
              </a:lnSpc>
              <a:spcBef>
                <a:spcPts val="480"/>
              </a:spcBef>
              <a:spcAft>
                <a:spcPts val="0"/>
              </a:spcAft>
              <a:buSzPts val="2400"/>
              <a:buFont typeface="Arial"/>
              <a:buNone/>
            </a:pPr>
            <a:endParaRPr/>
          </a:p>
          <a:p>
            <a:pPr marL="571500" lvl="0" indent="-342900" algn="l" rtl="0">
              <a:lnSpc>
                <a:spcPct val="100000"/>
              </a:lnSpc>
              <a:spcBef>
                <a:spcPts val="480"/>
              </a:spcBef>
              <a:spcAft>
                <a:spcPts val="0"/>
              </a:spcAft>
              <a:buSzPts val="2400"/>
              <a:buFont typeface="Arial"/>
              <a:buChar char="•"/>
            </a:pPr>
            <a:r>
              <a:rPr lang="en-US"/>
              <a:t>Continuous integration and delivery (CI/CD)</a:t>
            </a:r>
            <a:endParaRPr/>
          </a:p>
          <a:p>
            <a:pPr marL="571500" lvl="0" indent="-342900" algn="l" rtl="0">
              <a:lnSpc>
                <a:spcPct val="100000"/>
              </a:lnSpc>
              <a:spcBef>
                <a:spcPts val="480"/>
              </a:spcBef>
              <a:spcAft>
                <a:spcPts val="0"/>
              </a:spcAft>
              <a:buSzPts val="2400"/>
              <a:buFont typeface="Arial"/>
              <a:buChar char="•"/>
            </a:pPr>
            <a:r>
              <a:rPr lang="en-US"/>
              <a:t>Infrastructure as code (IaC)</a:t>
            </a:r>
            <a:endParaRPr/>
          </a:p>
          <a:p>
            <a:pPr marL="571500" lvl="0" indent="-342900" algn="l" rtl="0">
              <a:lnSpc>
                <a:spcPct val="100000"/>
              </a:lnSpc>
              <a:spcBef>
                <a:spcPts val="480"/>
              </a:spcBef>
              <a:spcAft>
                <a:spcPts val="0"/>
              </a:spcAft>
              <a:buSzPts val="2400"/>
              <a:buFont typeface="Arial"/>
              <a:buChar char="•"/>
            </a:pPr>
            <a:r>
              <a:rPr lang="en-US"/>
              <a:t>Monitoring and feedback</a:t>
            </a:r>
            <a:endParaRPr/>
          </a:p>
          <a:p>
            <a:pPr marL="571500" lvl="0" indent="-190500" algn="l" rtl="0">
              <a:lnSpc>
                <a:spcPct val="100000"/>
              </a:lnSpc>
              <a:spcBef>
                <a:spcPts val="480"/>
              </a:spcBef>
              <a:spcAft>
                <a:spcPts val="0"/>
              </a:spcAft>
              <a:buSzPts val="2400"/>
              <a:buFont typeface="Arial"/>
              <a:buNone/>
            </a:pPr>
            <a:endParaRPr/>
          </a:p>
          <a:p>
            <a:pPr marL="571500" lvl="0" indent="-190500" algn="l" rtl="0">
              <a:lnSpc>
                <a:spcPct val="100000"/>
              </a:lnSpc>
              <a:spcBef>
                <a:spcPts val="480"/>
              </a:spcBef>
              <a:spcAft>
                <a:spcPts val="0"/>
              </a:spcAft>
              <a:buSzPts val="2400"/>
              <a:buFont typeface="Arial"/>
              <a:buNone/>
            </a:pPr>
            <a:endParaRPr/>
          </a:p>
        </p:txBody>
      </p:sp>
      <p:sp>
        <p:nvSpPr>
          <p:cNvPr id="427" name="Google Shape;427;p62"/>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457200" lvl="0" indent="-228600" algn="l" rtl="0">
              <a:lnSpc>
                <a:spcPct val="100000"/>
              </a:lnSpc>
              <a:spcBef>
                <a:spcPts val="0"/>
              </a:spcBef>
              <a:spcAft>
                <a:spcPts val="0"/>
              </a:spcAft>
              <a:buClr>
                <a:schemeClr val="dk1"/>
              </a:buClr>
              <a:buSzPts val="3600"/>
              <a:buNone/>
            </a:pPr>
            <a:r>
              <a:rPr lang="en-US"/>
              <a:t>Core Principles of DevOps</a:t>
            </a:r>
            <a:endParaRPr/>
          </a:p>
        </p:txBody>
      </p:sp>
      <p:pic>
        <p:nvPicPr>
          <p:cNvPr id="428" name="Google Shape;428;p62"/>
          <p:cNvPicPr preferRelativeResize="0"/>
          <p:nvPr/>
        </p:nvPicPr>
        <p:blipFill rotWithShape="1">
          <a:blip r:embed="rId3">
            <a:alphaModFix/>
          </a:blip>
          <a:srcRect/>
          <a:stretch/>
        </p:blipFill>
        <p:spPr>
          <a:xfrm>
            <a:off x="3918885" y="1493837"/>
            <a:ext cx="1156287" cy="903923"/>
          </a:xfrm>
          <a:prstGeom prst="rect">
            <a:avLst/>
          </a:prstGeom>
          <a:noFill/>
          <a:ln>
            <a:noFill/>
          </a:ln>
        </p:spPr>
      </p:pic>
      <p:pic>
        <p:nvPicPr>
          <p:cNvPr id="429" name="Google Shape;429;p62"/>
          <p:cNvPicPr preferRelativeResize="0"/>
          <p:nvPr/>
        </p:nvPicPr>
        <p:blipFill rotWithShape="1">
          <a:blip r:embed="rId4">
            <a:alphaModFix/>
          </a:blip>
          <a:srcRect/>
          <a:stretch/>
        </p:blipFill>
        <p:spPr>
          <a:xfrm>
            <a:off x="2323765" y="2397760"/>
            <a:ext cx="943107" cy="866896"/>
          </a:xfrm>
          <a:prstGeom prst="rect">
            <a:avLst/>
          </a:prstGeom>
          <a:noFill/>
          <a:ln>
            <a:noFill/>
          </a:ln>
        </p:spPr>
      </p:pic>
      <p:pic>
        <p:nvPicPr>
          <p:cNvPr id="430" name="Google Shape;430;p62"/>
          <p:cNvPicPr preferRelativeResize="0"/>
          <p:nvPr/>
        </p:nvPicPr>
        <p:blipFill rotWithShape="1">
          <a:blip r:embed="rId5">
            <a:alphaModFix/>
          </a:blip>
          <a:srcRect/>
          <a:stretch/>
        </p:blipFill>
        <p:spPr>
          <a:xfrm>
            <a:off x="6347851" y="2210342"/>
            <a:ext cx="2429214" cy="1800476"/>
          </a:xfrm>
          <a:prstGeom prst="rect">
            <a:avLst/>
          </a:prstGeom>
          <a:noFill/>
          <a:ln>
            <a:noFill/>
          </a:ln>
        </p:spPr>
      </p:pic>
      <p:pic>
        <p:nvPicPr>
          <p:cNvPr id="431" name="Google Shape;431;p62"/>
          <p:cNvPicPr preferRelativeResize="0"/>
          <p:nvPr/>
        </p:nvPicPr>
        <p:blipFill rotWithShape="1">
          <a:blip r:embed="rId6">
            <a:alphaModFix/>
          </a:blip>
          <a:srcRect/>
          <a:stretch/>
        </p:blipFill>
        <p:spPr>
          <a:xfrm>
            <a:off x="5265244" y="4473323"/>
            <a:ext cx="2514951" cy="1829055"/>
          </a:xfrm>
          <a:prstGeom prst="rect">
            <a:avLst/>
          </a:prstGeom>
          <a:noFill/>
          <a:ln>
            <a:noFill/>
          </a:ln>
        </p:spPr>
      </p:pic>
      <p:pic>
        <p:nvPicPr>
          <p:cNvPr id="432" name="Google Shape;432;p62"/>
          <p:cNvPicPr preferRelativeResize="0"/>
          <p:nvPr/>
        </p:nvPicPr>
        <p:blipFill rotWithShape="1">
          <a:blip r:embed="rId7">
            <a:alphaModFix/>
          </a:blip>
          <a:srcRect/>
          <a:stretch/>
        </p:blipFill>
        <p:spPr>
          <a:xfrm>
            <a:off x="651337" y="5340505"/>
            <a:ext cx="1238423" cy="116221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25"/>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80000"/>
              </a:lnSpc>
              <a:spcBef>
                <a:spcPts val="0"/>
              </a:spcBef>
              <a:spcAft>
                <a:spcPts val="0"/>
              </a:spcAft>
              <a:buClr>
                <a:schemeClr val="dk1"/>
              </a:buClr>
              <a:buSzPct val="117647"/>
              <a:buFont typeface="Arial"/>
              <a:buNone/>
            </a:pPr>
            <a:endParaRPr sz="2000" b="1" i="0" u="none">
              <a:solidFill>
                <a:schemeClr val="dk1"/>
              </a:solidFill>
              <a:latin typeface="Arial"/>
              <a:ea typeface="Arial"/>
              <a:cs typeface="Arial"/>
              <a:sym typeface="Arial"/>
            </a:endParaRPr>
          </a:p>
          <a:p>
            <a:pPr marL="0" marR="0" lvl="0" indent="0" algn="l" rtl="0">
              <a:lnSpc>
                <a:spcPct val="180000"/>
              </a:lnSpc>
              <a:spcBef>
                <a:spcPts val="0"/>
              </a:spcBef>
              <a:spcAft>
                <a:spcPts val="0"/>
              </a:spcAft>
              <a:buClr>
                <a:schemeClr val="dk1"/>
              </a:buClr>
              <a:buSzPct val="117647"/>
              <a:buFont typeface="Arial"/>
              <a:buNone/>
            </a:pPr>
            <a:r>
              <a:rPr lang="en-US" sz="2000" b="1" i="0" u="none">
                <a:solidFill>
                  <a:schemeClr val="dk1"/>
                </a:solidFill>
                <a:latin typeface="Arial"/>
                <a:ea typeface="Arial"/>
                <a:cs typeface="Arial"/>
                <a:sym typeface="Arial"/>
              </a:rPr>
              <a:t>Development, Testing, Release, and Deployment Concepts</a:t>
            </a:r>
            <a:endParaRPr/>
          </a:p>
        </p:txBody>
      </p:sp>
      <p:pic>
        <p:nvPicPr>
          <p:cNvPr id="438" name="Google Shape;438;p25" descr="Image result for ITIL Service lifecycle"/>
          <p:cNvPicPr preferRelativeResize="0">
            <a:picLocks noGrp="1"/>
          </p:cNvPicPr>
          <p:nvPr>
            <p:ph type="body" idx="2"/>
          </p:nvPr>
        </p:nvPicPr>
        <p:blipFill rotWithShape="1">
          <a:blip r:embed="rId3">
            <a:alphaModFix/>
          </a:blip>
          <a:srcRect/>
          <a:stretch/>
        </p:blipFill>
        <p:spPr>
          <a:xfrm>
            <a:off x="5381625" y="2438400"/>
            <a:ext cx="3108325" cy="3098800"/>
          </a:xfrm>
          <a:prstGeom prst="rect">
            <a:avLst/>
          </a:prstGeom>
          <a:noFill/>
          <a:ln>
            <a:noFill/>
          </a:ln>
        </p:spPr>
      </p:pic>
      <p:sp>
        <p:nvSpPr>
          <p:cNvPr id="439" name="Google Shape;439;p25"/>
          <p:cNvSpPr txBox="1"/>
          <p:nvPr/>
        </p:nvSpPr>
        <p:spPr>
          <a:xfrm>
            <a:off x="304800" y="1712912"/>
            <a:ext cx="4572000" cy="28622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Concept of Service Life Cycle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ITIL V3:  Five Distinct Stages in ITSM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Service strategy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Service design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Service transition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Service operation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Continual service improvement.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26"/>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100000"/>
              </a:lnSpc>
              <a:spcBef>
                <a:spcPts val="0"/>
              </a:spcBef>
              <a:spcAft>
                <a:spcPts val="0"/>
              </a:spcAft>
              <a:buClr>
                <a:schemeClr val="dk1"/>
              </a:buClr>
              <a:buSzPts val="3600"/>
              <a:buFont typeface="Arial"/>
              <a:buNone/>
            </a:pPr>
            <a:r>
              <a:rPr lang="en-US" sz="3600" b="1" i="0" u="none">
                <a:solidFill>
                  <a:schemeClr val="dk1"/>
                </a:solidFill>
                <a:latin typeface="Arial"/>
                <a:ea typeface="Arial"/>
                <a:cs typeface="Arial"/>
                <a:sym typeface="Arial"/>
              </a:rPr>
              <a:t>Provisioning, Version Control</a:t>
            </a:r>
            <a:endParaRPr/>
          </a:p>
        </p:txBody>
      </p:sp>
      <p:sp>
        <p:nvSpPr>
          <p:cNvPr id="445" name="Google Shape;445;p26"/>
          <p:cNvSpPr txBox="1">
            <a:spLocks noGrp="1"/>
          </p:cNvSpPr>
          <p:nvPr>
            <p:ph type="body" idx="2"/>
          </p:nvPr>
        </p:nvSpPr>
        <p:spPr>
          <a:xfrm>
            <a:off x="1108075" y="1493837"/>
            <a:ext cx="6623050" cy="4094162"/>
          </a:xfrm>
          <a:prstGeom prst="rect">
            <a:avLst/>
          </a:prstGeom>
          <a:noFill/>
          <a:ln>
            <a:noFill/>
          </a:ln>
        </p:spPr>
        <p:txBody>
          <a:bodyPr spcFirstLastPara="1" wrap="square" lIns="91425" tIns="45700" rIns="91425" bIns="45700" anchor="t" anchorCtr="0">
            <a:spAutoFit/>
          </a:bodyPr>
          <a:lstStyle/>
          <a:p>
            <a:pPr marL="342900" marR="0" lvl="0" indent="-342900" algn="ctr" rtl="0">
              <a:lnSpc>
                <a:spcPct val="100000"/>
              </a:lnSpc>
              <a:spcBef>
                <a:spcPts val="0"/>
              </a:spcBef>
              <a:spcAft>
                <a:spcPts val="0"/>
              </a:spcAft>
              <a:buClr>
                <a:schemeClr val="dk1"/>
              </a:buClr>
              <a:buSzPts val="2000"/>
              <a:buFont typeface="Arial"/>
              <a:buNone/>
            </a:pPr>
            <a:endParaRPr sz="2000" b="0" i="0" u="none">
              <a:solidFill>
                <a:schemeClr val="dk1"/>
              </a:solidFill>
              <a:latin typeface="Arial"/>
              <a:ea typeface="Arial"/>
              <a:cs typeface="Arial"/>
              <a:sym typeface="Arial"/>
            </a:endParaRPr>
          </a:p>
          <a:p>
            <a:pPr marL="342900" marR="0" lvl="0" indent="-34290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Reproducibility. </a:t>
            </a:r>
            <a:endParaRPr/>
          </a:p>
          <a:p>
            <a:pPr marL="342900" marR="0" lvl="0" indent="-34290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Traceability. </a:t>
            </a:r>
            <a:endParaRPr/>
          </a:p>
          <a:p>
            <a:pPr marL="342900" marR="0" lvl="0" indent="-342900" algn="ctr" rtl="0">
              <a:lnSpc>
                <a:spcPct val="100000"/>
              </a:lnSpc>
              <a:spcBef>
                <a:spcPts val="400"/>
              </a:spcBef>
              <a:spcAft>
                <a:spcPts val="0"/>
              </a:spcAft>
              <a:buClr>
                <a:schemeClr val="dk1"/>
              </a:buClr>
              <a:buSzPts val="2000"/>
              <a:buFont typeface="Arial"/>
              <a:buNone/>
            </a:pPr>
            <a:endParaRPr sz="2000" b="0" i="0" u="none">
              <a:solidFill>
                <a:schemeClr val="dk1"/>
              </a:solidFill>
              <a:latin typeface="Arial"/>
              <a:ea typeface="Arial"/>
              <a:cs typeface="Arial"/>
              <a:sym typeface="Arial"/>
            </a:endParaRPr>
          </a:p>
          <a:p>
            <a:pPr marL="342900" marR="0" lvl="0" indent="-34290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These capabilities give teams several important benefits:</a:t>
            </a:r>
            <a:endParaRPr/>
          </a:p>
          <a:p>
            <a:pPr marL="342900" marR="0" lvl="0" indent="-342900" algn="ctr" rtl="0">
              <a:lnSpc>
                <a:spcPct val="100000"/>
              </a:lnSpc>
              <a:spcBef>
                <a:spcPts val="400"/>
              </a:spcBef>
              <a:spcAft>
                <a:spcPts val="0"/>
              </a:spcAft>
              <a:buClr>
                <a:schemeClr val="dk1"/>
              </a:buClr>
              <a:buSzPts val="2000"/>
              <a:buFont typeface="Arial"/>
              <a:buNone/>
            </a:pPr>
            <a:endParaRPr sz="2000" b="0" i="0" u="none">
              <a:solidFill>
                <a:schemeClr val="dk1"/>
              </a:solidFill>
              <a:latin typeface="Arial"/>
              <a:ea typeface="Arial"/>
              <a:cs typeface="Arial"/>
              <a:sym typeface="Arial"/>
            </a:endParaRPr>
          </a:p>
          <a:p>
            <a:pPr marL="342900" marR="0" lvl="0" indent="-34290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Disaster recovery. </a:t>
            </a:r>
            <a:endParaRPr/>
          </a:p>
          <a:p>
            <a:pPr marL="342900" marR="0" lvl="0" indent="-34290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Auditability. </a:t>
            </a:r>
            <a:endParaRPr/>
          </a:p>
          <a:p>
            <a:pPr marL="342900" marR="0" lvl="0" indent="-34290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Higher quality.</a:t>
            </a:r>
            <a:endParaRPr/>
          </a:p>
          <a:p>
            <a:pPr marL="342900" marR="0" lvl="0" indent="-34290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Capacity management. </a:t>
            </a:r>
            <a:endParaRPr/>
          </a:p>
          <a:p>
            <a:pPr marL="342900" marR="0" lvl="0" indent="-342900" algn="ctr" rtl="0">
              <a:lnSpc>
                <a:spcPct val="100000"/>
              </a:lnSpc>
              <a:spcBef>
                <a:spcPts val="400"/>
              </a:spcBef>
              <a:spcAft>
                <a:spcPts val="0"/>
              </a:spcAft>
              <a:buClr>
                <a:schemeClr val="dk1"/>
              </a:buClr>
              <a:buSzPts val="2000"/>
              <a:buFont typeface="Arial"/>
              <a:buNone/>
            </a:pPr>
            <a:r>
              <a:rPr lang="en-US" sz="2000" b="0" i="0" u="none">
                <a:solidFill>
                  <a:schemeClr val="dk1"/>
                </a:solidFill>
                <a:latin typeface="Arial"/>
                <a:ea typeface="Arial"/>
                <a:cs typeface="Arial"/>
                <a:sym typeface="Arial"/>
              </a:rPr>
              <a:t>Response to defects.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pic>
        <p:nvPicPr>
          <p:cNvPr id="450" name="Google Shape;450;p27"/>
          <p:cNvPicPr preferRelativeResize="0">
            <a:picLocks noGrp="1"/>
          </p:cNvPicPr>
          <p:nvPr>
            <p:ph type="body" idx="1"/>
          </p:nvPr>
        </p:nvPicPr>
        <p:blipFill rotWithShape="1">
          <a:blip r:embed="rId3">
            <a:alphaModFix/>
          </a:blip>
          <a:srcRect/>
          <a:stretch/>
        </p:blipFill>
        <p:spPr>
          <a:xfrm>
            <a:off x="1447800" y="1374775"/>
            <a:ext cx="6172200" cy="4946650"/>
          </a:xfrm>
          <a:prstGeom prst="rect">
            <a:avLst/>
          </a:prstGeom>
          <a:noFill/>
          <a:ln>
            <a:noFill/>
          </a:ln>
        </p:spPr>
      </p:pic>
      <p:sp>
        <p:nvSpPr>
          <p:cNvPr id="451" name="Google Shape;451;p27"/>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3600"/>
              <a:buFont typeface="Arial"/>
              <a:buNone/>
            </a:pPr>
            <a:r>
              <a:rPr lang="en-US" sz="3600" b="1" i="0" u="none">
                <a:solidFill>
                  <a:schemeClr val="dk1"/>
                </a:solidFill>
                <a:latin typeface="Arial"/>
                <a:ea typeface="Arial"/>
                <a:cs typeface="Arial"/>
                <a:sym typeface="Arial"/>
              </a:rPr>
              <a:t>Test Driven Development,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pic>
        <p:nvPicPr>
          <p:cNvPr id="456" name="Google Shape;456;p28"/>
          <p:cNvPicPr preferRelativeResize="0">
            <a:picLocks noGrp="1"/>
          </p:cNvPicPr>
          <p:nvPr>
            <p:ph type="body" idx="1"/>
          </p:nvPr>
        </p:nvPicPr>
        <p:blipFill rotWithShape="1">
          <a:blip r:embed="rId3">
            <a:alphaModFix/>
          </a:blip>
          <a:srcRect/>
          <a:stretch/>
        </p:blipFill>
        <p:spPr>
          <a:xfrm>
            <a:off x="152400" y="1471612"/>
            <a:ext cx="8763000" cy="4694237"/>
          </a:xfrm>
          <a:prstGeom prst="rect">
            <a:avLst/>
          </a:prstGeom>
          <a:noFill/>
          <a:ln>
            <a:noFill/>
          </a:ln>
        </p:spPr>
      </p:pic>
      <p:sp>
        <p:nvSpPr>
          <p:cNvPr id="457" name="Google Shape;457;p2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100000"/>
              </a:lnSpc>
              <a:spcBef>
                <a:spcPts val="0"/>
              </a:spcBef>
              <a:spcAft>
                <a:spcPts val="0"/>
              </a:spcAft>
              <a:buClr>
                <a:schemeClr val="dk1"/>
              </a:buClr>
              <a:buSzPts val="3600"/>
              <a:buFont typeface="Arial"/>
              <a:buNone/>
            </a:pPr>
            <a:r>
              <a:rPr lang="en-US" sz="3600" b="1" i="0" u="none">
                <a:solidFill>
                  <a:schemeClr val="dk1"/>
                </a:solidFill>
                <a:latin typeface="Arial"/>
                <a:ea typeface="Arial"/>
                <a:cs typeface="Arial"/>
                <a:sym typeface="Arial"/>
              </a:rPr>
              <a:t>Feature Driven Development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pic>
        <p:nvPicPr>
          <p:cNvPr id="462" name="Google Shape;462;p29"/>
          <p:cNvPicPr preferRelativeResize="0">
            <a:picLocks noGrp="1"/>
          </p:cNvPicPr>
          <p:nvPr>
            <p:ph type="body" idx="1"/>
          </p:nvPr>
        </p:nvPicPr>
        <p:blipFill rotWithShape="1">
          <a:blip r:embed="rId3">
            <a:alphaModFix/>
          </a:blip>
          <a:srcRect/>
          <a:stretch/>
        </p:blipFill>
        <p:spPr>
          <a:xfrm>
            <a:off x="304800" y="1354137"/>
            <a:ext cx="8458200" cy="4938712"/>
          </a:xfrm>
          <a:prstGeom prst="rect">
            <a:avLst/>
          </a:prstGeom>
          <a:noFill/>
          <a:ln>
            <a:noFill/>
          </a:ln>
        </p:spPr>
      </p:pic>
      <p:sp>
        <p:nvSpPr>
          <p:cNvPr id="463" name="Google Shape;463;p29"/>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100000"/>
              </a:lnSpc>
              <a:spcBef>
                <a:spcPts val="0"/>
              </a:spcBef>
              <a:spcAft>
                <a:spcPts val="0"/>
              </a:spcAft>
              <a:buClr>
                <a:schemeClr val="dk1"/>
              </a:buClr>
              <a:buSzPts val="3600"/>
              <a:buFont typeface="Arial"/>
              <a:buNone/>
            </a:pPr>
            <a:r>
              <a:rPr lang="en-US" sz="3600" b="1" i="0" u="none">
                <a:solidFill>
                  <a:schemeClr val="dk1"/>
                </a:solidFill>
                <a:latin typeface="Arial"/>
                <a:ea typeface="Arial"/>
                <a:cs typeface="Arial"/>
                <a:sym typeface="Arial"/>
              </a:rPr>
              <a:t>Behavior-driven development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63"/>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71500" lvl="0" indent="-342900" algn="l" rtl="0">
              <a:lnSpc>
                <a:spcPct val="100000"/>
              </a:lnSpc>
              <a:spcBef>
                <a:spcPts val="480"/>
              </a:spcBef>
              <a:spcAft>
                <a:spcPts val="0"/>
              </a:spcAft>
              <a:buSzPts val="2400"/>
              <a:buFont typeface="Arial"/>
              <a:buChar char="•"/>
            </a:pPr>
            <a:r>
              <a:rPr lang="en-US"/>
              <a:t>Increased speed and agility.</a:t>
            </a:r>
            <a:endParaRPr/>
          </a:p>
          <a:p>
            <a:pPr marL="571500" lvl="0" indent="-190500" algn="l" rtl="0">
              <a:lnSpc>
                <a:spcPct val="100000"/>
              </a:lnSpc>
              <a:spcBef>
                <a:spcPts val="480"/>
              </a:spcBef>
              <a:spcAft>
                <a:spcPts val="0"/>
              </a:spcAft>
              <a:buSzPts val="2400"/>
              <a:buFont typeface="Arial"/>
              <a:buNone/>
            </a:pPr>
            <a:endParaRPr/>
          </a:p>
          <a:p>
            <a:pPr marL="571500" lvl="0" indent="-342900" algn="l" rtl="0">
              <a:lnSpc>
                <a:spcPct val="100000"/>
              </a:lnSpc>
              <a:spcBef>
                <a:spcPts val="480"/>
              </a:spcBef>
              <a:spcAft>
                <a:spcPts val="0"/>
              </a:spcAft>
              <a:buSzPts val="2400"/>
              <a:buFont typeface="Arial"/>
              <a:buChar char="•"/>
            </a:pPr>
            <a:r>
              <a:rPr lang="en-US"/>
              <a:t>Improved quality and reliability</a:t>
            </a:r>
            <a:endParaRPr/>
          </a:p>
          <a:p>
            <a:pPr marL="571500" lvl="0" indent="-190500" algn="l" rtl="0">
              <a:lnSpc>
                <a:spcPct val="100000"/>
              </a:lnSpc>
              <a:spcBef>
                <a:spcPts val="480"/>
              </a:spcBef>
              <a:spcAft>
                <a:spcPts val="0"/>
              </a:spcAft>
              <a:buSzPts val="2400"/>
              <a:buFont typeface="Arial"/>
              <a:buNone/>
            </a:pPr>
            <a:endParaRPr/>
          </a:p>
          <a:p>
            <a:pPr marL="571500" lvl="0" indent="-190500" algn="l" rtl="0">
              <a:lnSpc>
                <a:spcPct val="100000"/>
              </a:lnSpc>
              <a:spcBef>
                <a:spcPts val="480"/>
              </a:spcBef>
              <a:spcAft>
                <a:spcPts val="0"/>
              </a:spcAft>
              <a:buSzPts val="2400"/>
              <a:buFont typeface="Arial"/>
              <a:buNone/>
            </a:pPr>
            <a:endParaRPr/>
          </a:p>
          <a:p>
            <a:pPr marL="571500" lvl="0" indent="-190500" algn="l" rtl="0">
              <a:lnSpc>
                <a:spcPct val="100000"/>
              </a:lnSpc>
              <a:spcBef>
                <a:spcPts val="480"/>
              </a:spcBef>
              <a:spcAft>
                <a:spcPts val="0"/>
              </a:spcAft>
              <a:buSzPts val="2400"/>
              <a:buFont typeface="Arial"/>
              <a:buNone/>
            </a:pPr>
            <a:endParaRPr/>
          </a:p>
          <a:p>
            <a:pPr marL="571500" lvl="0" indent="-342900" algn="l" rtl="0">
              <a:lnSpc>
                <a:spcPct val="100000"/>
              </a:lnSpc>
              <a:spcBef>
                <a:spcPts val="480"/>
              </a:spcBef>
              <a:spcAft>
                <a:spcPts val="0"/>
              </a:spcAft>
              <a:buSzPts val="2400"/>
              <a:buFont typeface="Arial"/>
              <a:buChar char="•"/>
            </a:pPr>
            <a:r>
              <a:rPr lang="en-US"/>
              <a:t>Enhanced collaboration and communication</a:t>
            </a:r>
            <a:endParaRPr/>
          </a:p>
          <a:p>
            <a:pPr marL="571500" lvl="0" indent="-342900" algn="l" rtl="0">
              <a:lnSpc>
                <a:spcPct val="100000"/>
              </a:lnSpc>
              <a:spcBef>
                <a:spcPts val="480"/>
              </a:spcBef>
              <a:spcAft>
                <a:spcPts val="0"/>
              </a:spcAft>
              <a:buSzPts val="2400"/>
              <a:buFont typeface="Arial"/>
              <a:buChar char="•"/>
            </a:pPr>
            <a:r>
              <a:rPr lang="en-US"/>
              <a:t>Increased innovation</a:t>
            </a:r>
            <a:endParaRPr/>
          </a:p>
        </p:txBody>
      </p:sp>
      <p:sp>
        <p:nvSpPr>
          <p:cNvPr id="470" name="Google Shape;470;p63"/>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lnSpcReduction="10000"/>
          </a:bodyPr>
          <a:lstStyle/>
          <a:p>
            <a:pPr marL="457200" lvl="0" indent="-228600" algn="l" rtl="0">
              <a:lnSpc>
                <a:spcPct val="100000"/>
              </a:lnSpc>
              <a:spcBef>
                <a:spcPts val="0"/>
              </a:spcBef>
              <a:spcAft>
                <a:spcPts val="0"/>
              </a:spcAft>
              <a:buClr>
                <a:schemeClr val="dk1"/>
              </a:buClr>
              <a:buSzPts val="3600"/>
              <a:buNone/>
            </a:pPr>
            <a:r>
              <a:rPr lang="en-US"/>
              <a:t>Unleashing the Power of DevOps</a:t>
            </a:r>
            <a:endParaRPr/>
          </a:p>
        </p:txBody>
      </p:sp>
      <p:pic>
        <p:nvPicPr>
          <p:cNvPr id="471" name="Google Shape;471;p63"/>
          <p:cNvPicPr preferRelativeResize="0"/>
          <p:nvPr/>
        </p:nvPicPr>
        <p:blipFill rotWithShape="1">
          <a:blip r:embed="rId3">
            <a:alphaModFix/>
          </a:blip>
          <a:srcRect/>
          <a:stretch/>
        </p:blipFill>
        <p:spPr>
          <a:xfrm>
            <a:off x="6803904" y="1295400"/>
            <a:ext cx="866896" cy="1124107"/>
          </a:xfrm>
          <a:prstGeom prst="rect">
            <a:avLst/>
          </a:prstGeom>
          <a:noFill/>
          <a:ln>
            <a:noFill/>
          </a:ln>
        </p:spPr>
      </p:pic>
      <p:pic>
        <p:nvPicPr>
          <p:cNvPr id="472" name="Google Shape;472;p63"/>
          <p:cNvPicPr preferRelativeResize="0"/>
          <p:nvPr/>
        </p:nvPicPr>
        <p:blipFill rotWithShape="1">
          <a:blip r:embed="rId4">
            <a:alphaModFix/>
          </a:blip>
          <a:srcRect/>
          <a:stretch/>
        </p:blipFill>
        <p:spPr>
          <a:xfrm>
            <a:off x="1004794" y="3024701"/>
            <a:ext cx="839912" cy="1090099"/>
          </a:xfrm>
          <a:prstGeom prst="rect">
            <a:avLst/>
          </a:prstGeom>
          <a:noFill/>
          <a:ln>
            <a:noFill/>
          </a:ln>
        </p:spPr>
      </p:pic>
      <p:pic>
        <p:nvPicPr>
          <p:cNvPr id="473" name="Google Shape;473;p63"/>
          <p:cNvPicPr preferRelativeResize="0"/>
          <p:nvPr/>
        </p:nvPicPr>
        <p:blipFill rotWithShape="1">
          <a:blip r:embed="rId5">
            <a:alphaModFix/>
          </a:blip>
          <a:srcRect/>
          <a:stretch/>
        </p:blipFill>
        <p:spPr>
          <a:xfrm>
            <a:off x="6456869" y="2933535"/>
            <a:ext cx="1838582" cy="1181265"/>
          </a:xfrm>
          <a:prstGeom prst="rect">
            <a:avLst/>
          </a:prstGeom>
          <a:noFill/>
          <a:ln>
            <a:noFill/>
          </a:ln>
        </p:spPr>
      </p:pic>
      <p:pic>
        <p:nvPicPr>
          <p:cNvPr id="474" name="Google Shape;474;p63"/>
          <p:cNvPicPr preferRelativeResize="0"/>
          <p:nvPr/>
        </p:nvPicPr>
        <p:blipFill rotWithShape="1">
          <a:blip r:embed="rId6">
            <a:alphaModFix/>
          </a:blip>
          <a:srcRect/>
          <a:stretch/>
        </p:blipFill>
        <p:spPr>
          <a:xfrm>
            <a:off x="3919785" y="4673636"/>
            <a:ext cx="1627575" cy="15446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pic>
        <p:nvPicPr>
          <p:cNvPr id="479" name="Google Shape;479;p30"/>
          <p:cNvPicPr preferRelativeResize="0">
            <a:picLocks noGrp="1"/>
          </p:cNvPicPr>
          <p:nvPr>
            <p:ph type="body" idx="1"/>
          </p:nvPr>
        </p:nvPicPr>
        <p:blipFill rotWithShape="1">
          <a:blip r:embed="rId3">
            <a:alphaModFix/>
          </a:blip>
          <a:srcRect/>
          <a:stretch/>
        </p:blipFill>
        <p:spPr>
          <a:xfrm>
            <a:off x="-207962" y="1752600"/>
            <a:ext cx="9148762" cy="3962400"/>
          </a:xfrm>
          <a:prstGeom prst="rect">
            <a:avLst/>
          </a:prstGeom>
          <a:noFill/>
          <a:ln>
            <a:noFill/>
          </a:ln>
        </p:spPr>
      </p:pic>
      <p:sp>
        <p:nvSpPr>
          <p:cNvPr id="480" name="Google Shape;480;p30"/>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3600"/>
              <a:buFont typeface="Arial"/>
              <a:buNone/>
            </a:pPr>
            <a:r>
              <a:rPr lang="en-US" sz="3600" b="1" i="0" u="none">
                <a:solidFill>
                  <a:schemeClr val="dk1"/>
                </a:solidFill>
                <a:latin typeface="Arial"/>
                <a:ea typeface="Arial"/>
                <a:cs typeface="Arial"/>
                <a:sym typeface="Arial"/>
              </a:rPr>
              <a:t>DevOps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pic>
        <p:nvPicPr>
          <p:cNvPr id="485" name="Google Shape;485;p31"/>
          <p:cNvPicPr preferRelativeResize="0">
            <a:picLocks noGrp="1"/>
          </p:cNvPicPr>
          <p:nvPr>
            <p:ph type="body" idx="1"/>
          </p:nvPr>
        </p:nvPicPr>
        <p:blipFill rotWithShape="1">
          <a:blip r:embed="rId3">
            <a:alphaModFix/>
          </a:blip>
          <a:srcRect/>
          <a:stretch/>
        </p:blipFill>
        <p:spPr>
          <a:xfrm>
            <a:off x="133350" y="2819400"/>
            <a:ext cx="9058275" cy="1981200"/>
          </a:xfrm>
          <a:prstGeom prst="rect">
            <a:avLst/>
          </a:prstGeom>
          <a:noFill/>
          <a:ln>
            <a:noFill/>
          </a:ln>
        </p:spPr>
      </p:pic>
      <p:sp>
        <p:nvSpPr>
          <p:cNvPr id="486" name="Google Shape;486;p31"/>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3600"/>
              <a:buFont typeface="Arial"/>
              <a:buNone/>
            </a:pPr>
            <a:r>
              <a:rPr lang="en-US" sz="3600" b="1" i="0" u="none">
                <a:solidFill>
                  <a:schemeClr val="dk1"/>
                </a:solidFill>
                <a:latin typeface="Arial"/>
                <a:ea typeface="Arial"/>
                <a:cs typeface="Arial"/>
                <a:sym typeface="Arial"/>
              </a:rPr>
              <a:t>The DevOps Life Cycle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64"/>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71500" lvl="0" indent="-342900" algn="l" rtl="0">
              <a:lnSpc>
                <a:spcPct val="100000"/>
              </a:lnSpc>
              <a:spcBef>
                <a:spcPts val="480"/>
              </a:spcBef>
              <a:spcAft>
                <a:spcPts val="0"/>
              </a:spcAft>
              <a:buSzPts val="2400"/>
              <a:buFont typeface="Arial"/>
              <a:buChar char="•"/>
            </a:pPr>
            <a:r>
              <a:rPr lang="en-US"/>
              <a:t>Version control systems (VCS)</a:t>
            </a:r>
            <a:endParaRPr/>
          </a:p>
          <a:p>
            <a:pPr marL="571500" lvl="0" indent="-190500" algn="l" rtl="0">
              <a:lnSpc>
                <a:spcPct val="100000"/>
              </a:lnSpc>
              <a:spcBef>
                <a:spcPts val="480"/>
              </a:spcBef>
              <a:spcAft>
                <a:spcPts val="0"/>
              </a:spcAft>
              <a:buSzPts val="2400"/>
              <a:buFont typeface="Arial"/>
              <a:buNone/>
            </a:pPr>
            <a:endParaRPr/>
          </a:p>
          <a:p>
            <a:pPr marL="571500" lvl="0" indent="-190500" algn="l" rtl="0">
              <a:lnSpc>
                <a:spcPct val="100000"/>
              </a:lnSpc>
              <a:spcBef>
                <a:spcPts val="480"/>
              </a:spcBef>
              <a:spcAft>
                <a:spcPts val="0"/>
              </a:spcAft>
              <a:buSzPts val="2400"/>
              <a:buFont typeface="Arial"/>
              <a:buNone/>
            </a:pPr>
            <a:endParaRPr/>
          </a:p>
          <a:p>
            <a:pPr marL="571500" lvl="0" indent="-342900" algn="l" rtl="0">
              <a:lnSpc>
                <a:spcPct val="100000"/>
              </a:lnSpc>
              <a:spcBef>
                <a:spcPts val="480"/>
              </a:spcBef>
              <a:spcAft>
                <a:spcPts val="0"/>
              </a:spcAft>
              <a:buSzPts val="2400"/>
              <a:buFont typeface="Arial"/>
              <a:buChar char="•"/>
            </a:pPr>
            <a:r>
              <a:rPr lang="en-US"/>
              <a:t>CI/CD tools</a:t>
            </a:r>
            <a:endParaRPr/>
          </a:p>
          <a:p>
            <a:pPr marL="571500" lvl="0" indent="-190500" algn="l" rtl="0">
              <a:lnSpc>
                <a:spcPct val="100000"/>
              </a:lnSpc>
              <a:spcBef>
                <a:spcPts val="480"/>
              </a:spcBef>
              <a:spcAft>
                <a:spcPts val="0"/>
              </a:spcAft>
              <a:buSzPts val="2400"/>
              <a:buFont typeface="Arial"/>
              <a:buNone/>
            </a:pPr>
            <a:endParaRPr/>
          </a:p>
          <a:p>
            <a:pPr marL="571500" lvl="0" indent="-342900" algn="l" rtl="0">
              <a:lnSpc>
                <a:spcPct val="100000"/>
              </a:lnSpc>
              <a:spcBef>
                <a:spcPts val="480"/>
              </a:spcBef>
              <a:spcAft>
                <a:spcPts val="0"/>
              </a:spcAft>
              <a:buSzPts val="2400"/>
              <a:buFont typeface="Arial"/>
              <a:buChar char="•"/>
            </a:pPr>
            <a:r>
              <a:rPr lang="en-US"/>
              <a:t>Configuration management tools</a:t>
            </a:r>
            <a:endParaRPr/>
          </a:p>
          <a:p>
            <a:pPr marL="571500" lvl="0" indent="-190500" algn="l" rtl="0">
              <a:lnSpc>
                <a:spcPct val="100000"/>
              </a:lnSpc>
              <a:spcBef>
                <a:spcPts val="480"/>
              </a:spcBef>
              <a:spcAft>
                <a:spcPts val="0"/>
              </a:spcAft>
              <a:buSzPts val="2400"/>
              <a:buFont typeface="Arial"/>
              <a:buNone/>
            </a:pPr>
            <a:endParaRPr/>
          </a:p>
          <a:p>
            <a:pPr marL="571500" lvl="0" indent="-342900" algn="l" rtl="0">
              <a:lnSpc>
                <a:spcPct val="100000"/>
              </a:lnSpc>
              <a:spcBef>
                <a:spcPts val="480"/>
              </a:spcBef>
              <a:spcAft>
                <a:spcPts val="0"/>
              </a:spcAft>
              <a:buSzPts val="2400"/>
              <a:buFont typeface="Arial"/>
              <a:buChar char="•"/>
            </a:pPr>
            <a:r>
              <a:rPr lang="en-US"/>
              <a:t>Monitoring tools</a:t>
            </a:r>
            <a:endParaRPr/>
          </a:p>
        </p:txBody>
      </p:sp>
      <p:sp>
        <p:nvSpPr>
          <p:cNvPr id="493" name="Google Shape;493;p64"/>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fontScale="92500"/>
          </a:bodyPr>
          <a:lstStyle/>
          <a:p>
            <a:pPr marL="457200" lvl="0" indent="-228600" algn="l" rtl="0">
              <a:lnSpc>
                <a:spcPct val="100000"/>
              </a:lnSpc>
              <a:spcBef>
                <a:spcPts val="0"/>
              </a:spcBef>
              <a:spcAft>
                <a:spcPts val="0"/>
              </a:spcAft>
              <a:buClr>
                <a:schemeClr val="dk1"/>
              </a:buClr>
              <a:buSzPct val="108108"/>
              <a:buNone/>
            </a:pPr>
            <a:r>
              <a:rPr lang="en-US"/>
              <a:t>DevOps Toolbelt: Optimizing Your Workflow</a:t>
            </a:r>
            <a:endParaRPr/>
          </a:p>
        </p:txBody>
      </p:sp>
      <p:pic>
        <p:nvPicPr>
          <p:cNvPr id="494" name="Google Shape;494;p64" descr="Git - Logo Downloads"/>
          <p:cNvPicPr preferRelativeResize="0"/>
          <p:nvPr/>
        </p:nvPicPr>
        <p:blipFill rotWithShape="1">
          <a:blip r:embed="rId3">
            <a:alphaModFix/>
          </a:blip>
          <a:srcRect/>
          <a:stretch/>
        </p:blipFill>
        <p:spPr>
          <a:xfrm>
            <a:off x="5510530" y="1493837"/>
            <a:ext cx="640284" cy="599123"/>
          </a:xfrm>
          <a:prstGeom prst="rect">
            <a:avLst/>
          </a:prstGeom>
          <a:noFill/>
          <a:ln>
            <a:noFill/>
          </a:ln>
        </p:spPr>
      </p:pic>
      <p:pic>
        <p:nvPicPr>
          <p:cNvPr id="495" name="Google Shape;495;p64" descr="Jenkins Logo PNG vector in SVG, PDF, AI, CDR format"/>
          <p:cNvPicPr preferRelativeResize="0"/>
          <p:nvPr/>
        </p:nvPicPr>
        <p:blipFill rotWithShape="1">
          <a:blip r:embed="rId4">
            <a:alphaModFix/>
          </a:blip>
          <a:srcRect/>
          <a:stretch/>
        </p:blipFill>
        <p:spPr>
          <a:xfrm>
            <a:off x="2787650" y="2128520"/>
            <a:ext cx="1062990" cy="1000461"/>
          </a:xfrm>
          <a:prstGeom prst="rect">
            <a:avLst/>
          </a:prstGeom>
          <a:noFill/>
          <a:ln>
            <a:noFill/>
          </a:ln>
        </p:spPr>
      </p:pic>
      <p:pic>
        <p:nvPicPr>
          <p:cNvPr id="496" name="Google Shape;496;p64" descr="GitHub Actions SVG and transparent PNG icons | TechIcons"/>
          <p:cNvPicPr preferRelativeResize="0"/>
          <p:nvPr/>
        </p:nvPicPr>
        <p:blipFill rotWithShape="1">
          <a:blip r:embed="rId5">
            <a:alphaModFix/>
          </a:blip>
          <a:srcRect/>
          <a:stretch/>
        </p:blipFill>
        <p:spPr>
          <a:xfrm>
            <a:off x="5830672" y="2214581"/>
            <a:ext cx="1176973" cy="1107739"/>
          </a:xfrm>
          <a:prstGeom prst="rect">
            <a:avLst/>
          </a:prstGeom>
          <a:noFill/>
          <a:ln>
            <a:noFill/>
          </a:ln>
        </p:spPr>
      </p:pic>
      <p:pic>
        <p:nvPicPr>
          <p:cNvPr id="497" name="Google Shape;497;p64"/>
          <p:cNvPicPr preferRelativeResize="0"/>
          <p:nvPr/>
        </p:nvPicPr>
        <p:blipFill rotWithShape="1">
          <a:blip r:embed="rId6">
            <a:alphaModFix/>
          </a:blip>
          <a:srcRect/>
          <a:stretch/>
        </p:blipFill>
        <p:spPr>
          <a:xfrm>
            <a:off x="5641340" y="3429000"/>
            <a:ext cx="1172212" cy="1107740"/>
          </a:xfrm>
          <a:prstGeom prst="rect">
            <a:avLst/>
          </a:prstGeom>
          <a:noFill/>
          <a:ln>
            <a:noFill/>
          </a:ln>
        </p:spPr>
      </p:pic>
      <p:pic>
        <p:nvPicPr>
          <p:cNvPr id="498" name="Google Shape;498;p64" descr="Puppet Logo PNG vector in SVG, PDF, AI, CDR format"/>
          <p:cNvPicPr preferRelativeResize="0"/>
          <p:nvPr/>
        </p:nvPicPr>
        <p:blipFill rotWithShape="1">
          <a:blip r:embed="rId7">
            <a:alphaModFix/>
          </a:blip>
          <a:srcRect/>
          <a:stretch/>
        </p:blipFill>
        <p:spPr>
          <a:xfrm>
            <a:off x="6702426" y="3820777"/>
            <a:ext cx="1943100" cy="1828800"/>
          </a:xfrm>
          <a:prstGeom prst="rect">
            <a:avLst/>
          </a:prstGeom>
          <a:noFill/>
          <a:ln>
            <a:noFill/>
          </a:ln>
        </p:spPr>
      </p:pic>
      <p:pic>
        <p:nvPicPr>
          <p:cNvPr id="499" name="Google Shape;499;p64" descr="Prometheus Monitoring System Logo PNG vector in SVG, PDF, AI ..."/>
          <p:cNvPicPr preferRelativeResize="0"/>
          <p:nvPr/>
        </p:nvPicPr>
        <p:blipFill rotWithShape="1">
          <a:blip r:embed="rId8">
            <a:alphaModFix/>
          </a:blip>
          <a:srcRect/>
          <a:stretch/>
        </p:blipFill>
        <p:spPr>
          <a:xfrm>
            <a:off x="828674" y="5082986"/>
            <a:ext cx="1724026" cy="1622613"/>
          </a:xfrm>
          <a:prstGeom prst="rect">
            <a:avLst/>
          </a:prstGeom>
          <a:noFill/>
          <a:ln>
            <a:noFill/>
          </a:ln>
        </p:spPr>
      </p:pic>
      <p:pic>
        <p:nvPicPr>
          <p:cNvPr id="500" name="Google Shape;500;p64"/>
          <p:cNvPicPr preferRelativeResize="0"/>
          <p:nvPr/>
        </p:nvPicPr>
        <p:blipFill rotWithShape="1">
          <a:blip r:embed="rId9">
            <a:alphaModFix/>
          </a:blip>
          <a:srcRect/>
          <a:stretch/>
        </p:blipFill>
        <p:spPr>
          <a:xfrm>
            <a:off x="3172460" y="4562476"/>
            <a:ext cx="1186180" cy="112094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65"/>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lnSpcReduction="10000"/>
          </a:bodyPr>
          <a:lstStyle/>
          <a:p>
            <a:pPr marL="457200" lvl="0" indent="-228600" algn="l" rtl="0">
              <a:lnSpc>
                <a:spcPct val="100000"/>
              </a:lnSpc>
              <a:spcBef>
                <a:spcPts val="0"/>
              </a:spcBef>
              <a:spcAft>
                <a:spcPts val="0"/>
              </a:spcAft>
              <a:buClr>
                <a:schemeClr val="dk1"/>
              </a:buClr>
              <a:buSzPts val="3600"/>
              <a:buNone/>
            </a:pPr>
            <a:r>
              <a:rPr lang="en-US"/>
              <a:t>Embrace the DevOps Journey</a:t>
            </a:r>
            <a:endParaRPr/>
          </a:p>
        </p:txBody>
      </p:sp>
      <p:pic>
        <p:nvPicPr>
          <p:cNvPr id="507" name="Google Shape;507;p65" descr="The Five Steps to DevOps Adoption - Centific"/>
          <p:cNvPicPr preferRelativeResize="0"/>
          <p:nvPr/>
        </p:nvPicPr>
        <p:blipFill rotWithShape="1">
          <a:blip r:embed="rId3">
            <a:alphaModFix/>
          </a:blip>
          <a:srcRect/>
          <a:stretch/>
        </p:blipFill>
        <p:spPr>
          <a:xfrm>
            <a:off x="2035410" y="3017520"/>
            <a:ext cx="7075216" cy="3515359"/>
          </a:xfrm>
          <a:prstGeom prst="rect">
            <a:avLst/>
          </a:prstGeom>
          <a:noFill/>
          <a:ln>
            <a:noFill/>
          </a:ln>
        </p:spPr>
      </p:pic>
      <p:sp>
        <p:nvSpPr>
          <p:cNvPr id="508" name="Google Shape;508;p65"/>
          <p:cNvSpPr txBox="1">
            <a:spLocks noGrp="1"/>
          </p:cNvSpPr>
          <p:nvPr>
            <p:ph type="body" idx="1"/>
          </p:nvPr>
        </p:nvSpPr>
        <p:spPr>
          <a:xfrm>
            <a:off x="-203200" y="1246662"/>
            <a:ext cx="8229600" cy="4525963"/>
          </a:xfrm>
          <a:prstGeom prst="rect">
            <a:avLst/>
          </a:prstGeom>
          <a:noFill/>
          <a:ln>
            <a:noFill/>
          </a:ln>
        </p:spPr>
        <p:txBody>
          <a:bodyPr spcFirstLastPara="1" wrap="square" lIns="91425" tIns="45700" rIns="91425" bIns="45700" anchor="t" anchorCtr="0">
            <a:noAutofit/>
          </a:bodyPr>
          <a:lstStyle/>
          <a:p>
            <a:pPr marL="571500" lvl="0" indent="-342900" algn="l" rtl="0">
              <a:lnSpc>
                <a:spcPct val="100000"/>
              </a:lnSpc>
              <a:spcBef>
                <a:spcPts val="480"/>
              </a:spcBef>
              <a:spcAft>
                <a:spcPts val="0"/>
              </a:spcAft>
              <a:buSzPts val="2400"/>
              <a:buFont typeface="Arial"/>
              <a:buChar char="•"/>
            </a:pPr>
            <a:r>
              <a:rPr lang="en-US" sz="2000"/>
              <a:t>Assess current state</a:t>
            </a:r>
            <a:endParaRPr/>
          </a:p>
          <a:p>
            <a:pPr marL="571500" lvl="0" indent="-342900" algn="l" rtl="0">
              <a:lnSpc>
                <a:spcPct val="100000"/>
              </a:lnSpc>
              <a:spcBef>
                <a:spcPts val="480"/>
              </a:spcBef>
              <a:spcAft>
                <a:spcPts val="0"/>
              </a:spcAft>
              <a:buSzPts val="2400"/>
              <a:buFont typeface="Arial"/>
              <a:buChar char="•"/>
            </a:pPr>
            <a:r>
              <a:rPr lang="en-US" sz="2000"/>
              <a:t>Define goals</a:t>
            </a:r>
            <a:endParaRPr/>
          </a:p>
          <a:p>
            <a:pPr marL="571500" lvl="0" indent="-342900" algn="l" rtl="0">
              <a:lnSpc>
                <a:spcPct val="100000"/>
              </a:lnSpc>
              <a:spcBef>
                <a:spcPts val="480"/>
              </a:spcBef>
              <a:spcAft>
                <a:spcPts val="0"/>
              </a:spcAft>
              <a:buSzPts val="2400"/>
              <a:buFont typeface="Arial"/>
              <a:buChar char="•"/>
            </a:pPr>
            <a:r>
              <a:rPr lang="en-US" sz="2000"/>
              <a:t>Build a DevOps culture</a:t>
            </a:r>
            <a:endParaRPr/>
          </a:p>
          <a:p>
            <a:pPr marL="571500" lvl="0" indent="-342900" algn="l" rtl="0">
              <a:lnSpc>
                <a:spcPct val="100000"/>
              </a:lnSpc>
              <a:spcBef>
                <a:spcPts val="480"/>
              </a:spcBef>
              <a:spcAft>
                <a:spcPts val="0"/>
              </a:spcAft>
              <a:buSzPts val="2400"/>
              <a:buFont typeface="Arial"/>
              <a:buChar char="•"/>
            </a:pPr>
            <a:r>
              <a:rPr lang="en-US" sz="2000"/>
              <a:t>Adopt DevOps tools</a:t>
            </a:r>
            <a:endParaRPr/>
          </a:p>
          <a:p>
            <a:pPr marL="571500" lvl="0" indent="-342900" algn="l" rtl="0">
              <a:lnSpc>
                <a:spcPct val="100000"/>
              </a:lnSpc>
              <a:spcBef>
                <a:spcPts val="480"/>
              </a:spcBef>
              <a:spcAft>
                <a:spcPts val="0"/>
              </a:spcAft>
              <a:buSzPts val="2400"/>
              <a:buFont typeface="Arial"/>
              <a:buChar char="•"/>
            </a:pPr>
            <a:r>
              <a:rPr lang="en-US" sz="2000"/>
              <a:t>Measure and iterate</a:t>
            </a:r>
            <a:endParaRPr/>
          </a:p>
          <a:p>
            <a:pPr marL="571500" lvl="0" indent="-342900" algn="l" rtl="0">
              <a:lnSpc>
                <a:spcPct val="100000"/>
              </a:lnSpc>
              <a:spcBef>
                <a:spcPts val="480"/>
              </a:spcBef>
              <a:spcAft>
                <a:spcPts val="0"/>
              </a:spcAft>
              <a:buSzPts val="2400"/>
              <a:buFont typeface="Arial"/>
              <a:buChar char="•"/>
            </a:pPr>
            <a:r>
              <a:rPr lang="en-US" sz="2000"/>
              <a:t>Call to action</a:t>
            </a:r>
            <a:endParaRPr/>
          </a:p>
          <a:p>
            <a:pPr marL="571500" lvl="0" indent="-190500" algn="l" rtl="0">
              <a:lnSpc>
                <a:spcPct val="100000"/>
              </a:lnSpc>
              <a:spcBef>
                <a:spcPts val="480"/>
              </a:spcBef>
              <a:spcAft>
                <a:spcPts val="0"/>
              </a:spcAft>
              <a:buSzPts val="2400"/>
              <a:buFont typeface="Arial"/>
              <a:buNone/>
            </a:pPr>
            <a:endParaRPr sz="2000"/>
          </a:p>
          <a:p>
            <a:pPr marL="571500" lvl="0" indent="-190500" algn="l" rtl="0">
              <a:lnSpc>
                <a:spcPct val="100000"/>
              </a:lnSpc>
              <a:spcBef>
                <a:spcPts val="480"/>
              </a:spcBef>
              <a:spcAft>
                <a:spcPts val="0"/>
              </a:spcAft>
              <a:buSzPts val="2400"/>
              <a:buFont typeface="Arial"/>
              <a:buNone/>
            </a:pPr>
            <a:endParaRPr sz="2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3D75EB1-FE3F-F012-AD10-C5DC9ACB8DEA}"/>
              </a:ext>
            </a:extLst>
          </p:cNvPr>
          <p:cNvSpPr>
            <a:spLocks noGrp="1"/>
          </p:cNvSpPr>
          <p:nvPr>
            <p:ph sz="quarter" idx="10"/>
          </p:nvPr>
        </p:nvSpPr>
        <p:spPr>
          <a:xfrm>
            <a:off x="228600" y="228600"/>
            <a:ext cx="6324600" cy="914400"/>
          </a:xfrm>
        </p:spPr>
        <p:txBody>
          <a:bodyPr rtlCol="0">
            <a:normAutofit/>
          </a:bodyPr>
          <a:lstStyle/>
          <a:p>
            <a:pPr eaLnBrk="1" fontAlgn="auto" hangingPunct="1">
              <a:spcAft>
                <a:spcPts val="0"/>
              </a:spcAft>
              <a:defRPr/>
            </a:pPr>
            <a:r>
              <a:rPr lang="en-IN" sz="3200" dirty="0">
                <a:solidFill>
                  <a:srgbClr val="557799"/>
                </a:solidFill>
                <a:latin typeface="Garamond" panose="02020404030301010803" pitchFamily="18" charset="0"/>
                <a:ea typeface="+mj-ea"/>
              </a:rPr>
              <a:t>Problems of Delivering Software</a:t>
            </a:r>
          </a:p>
        </p:txBody>
      </p:sp>
      <p:pic>
        <p:nvPicPr>
          <p:cNvPr id="6" name="Content Placeholder 5">
            <a:extLst>
              <a:ext uri="{FF2B5EF4-FFF2-40B4-BE49-F238E27FC236}">
                <a16:creationId xmlns:a16="http://schemas.microsoft.com/office/drawing/2014/main" id="{6C2A4119-5F3B-C447-A2C8-829027B35E13}"/>
              </a:ext>
            </a:extLst>
          </p:cNvPr>
          <p:cNvPicPr>
            <a:picLocks noGrp="1" noChangeAspect="1"/>
          </p:cNvPicPr>
          <p:nvPr>
            <p:ph idx="1"/>
          </p:nvPr>
        </p:nvPicPr>
        <p:blipFill>
          <a:blip r:embed="rId2"/>
          <a:stretch>
            <a:fillRect/>
          </a:stretch>
        </p:blipFill>
        <p:spPr>
          <a:xfrm>
            <a:off x="109575" y="1447800"/>
            <a:ext cx="8924849" cy="3581400"/>
          </a:xfrm>
          <a:prstGeom prst="rect">
            <a:avLst/>
          </a:prstGeom>
        </p:spPr>
      </p:pic>
      <p:sp>
        <p:nvSpPr>
          <p:cNvPr id="2" name="Date Placeholder 1">
            <a:extLst>
              <a:ext uri="{FF2B5EF4-FFF2-40B4-BE49-F238E27FC236}">
                <a16:creationId xmlns:a16="http://schemas.microsoft.com/office/drawing/2014/main" id="{B6FD2294-0506-6FAB-FFC6-C66649498134}"/>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March 15-16-17, 2024</a:t>
            </a:r>
          </a:p>
        </p:txBody>
      </p:sp>
      <p:sp>
        <p:nvSpPr>
          <p:cNvPr id="3" name="Footer Placeholder 2">
            <a:extLst>
              <a:ext uri="{FF2B5EF4-FFF2-40B4-BE49-F238E27FC236}">
                <a16:creationId xmlns:a16="http://schemas.microsoft.com/office/drawing/2014/main" id="{A6A119F0-215D-5359-C7A3-1A7E0A845348}"/>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5" name="Slide Number Placeholder 4">
            <a:extLst>
              <a:ext uri="{FF2B5EF4-FFF2-40B4-BE49-F238E27FC236}">
                <a16:creationId xmlns:a16="http://schemas.microsoft.com/office/drawing/2014/main" id="{38A1D773-8AA0-04F3-FAB7-699B91C8E911}"/>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7710622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012324-C9DB-0F5B-211C-6FC321E96088}"/>
              </a:ext>
            </a:extLst>
          </p:cNvPr>
          <p:cNvSpPr>
            <a:spLocks noGrp="1"/>
          </p:cNvSpPr>
          <p:nvPr>
            <p:ph idx="1"/>
          </p:nvPr>
        </p:nvSpPr>
        <p:spPr>
          <a:xfrm>
            <a:off x="304800" y="1493837"/>
            <a:ext cx="8001000" cy="4449763"/>
          </a:xfrm>
        </p:spPr>
        <p:txBody>
          <a:bodyPr/>
          <a:lstStyle/>
          <a:p>
            <a:r>
              <a:rPr lang="en-US" dirty="0"/>
              <a:t>Dev:</a:t>
            </a:r>
          </a:p>
          <a:p>
            <a:pPr defTabSz="407571" fontAlgn="base" hangingPunct="0">
              <a:lnSpc>
                <a:spcPct val="100000"/>
              </a:lnSpc>
              <a:spcAft>
                <a:spcPct val="0"/>
              </a:spcAft>
            </a:pPr>
            <a:endParaRPr lang="en-US" sz="2177" b="0" dirty="0"/>
          </a:p>
          <a:p>
            <a:pPr marL="674004" lvl="1" algn="l" defTabSz="407571" rtl="0" fontAlgn="base" hangingPunct="0">
              <a:lnSpc>
                <a:spcPct val="100000"/>
              </a:lnSpc>
              <a:spcBef>
                <a:spcPts val="329"/>
              </a:spcBef>
              <a:spcAft>
                <a:spcPct val="0"/>
              </a:spcAft>
              <a:buClr>
                <a:srgbClr val="739702"/>
              </a:buClr>
              <a:buSzPct val="70000"/>
              <a:buFont typeface="Arial" panose="020B0604020202020204" pitchFamily="34" charset="0"/>
              <a:buChar char="•"/>
            </a:pPr>
            <a:r>
              <a:rPr lang="en-US" sz="1633" dirty="0"/>
              <a:t>Put the current release live, NOW!</a:t>
            </a:r>
          </a:p>
          <a:p>
            <a:pPr marL="674004" lvl="1" algn="l" defTabSz="407571" rtl="0" fontAlgn="base" hangingPunct="0">
              <a:lnSpc>
                <a:spcPct val="100000"/>
              </a:lnSpc>
              <a:spcBef>
                <a:spcPts val="329"/>
              </a:spcBef>
              <a:spcAft>
                <a:spcPct val="0"/>
              </a:spcAft>
              <a:buClr>
                <a:srgbClr val="739702"/>
              </a:buClr>
              <a:buSzPct val="70000"/>
              <a:buFont typeface="Arial" panose="020B0604020202020204" pitchFamily="34" charset="0"/>
              <a:buChar char="•"/>
            </a:pPr>
            <a:r>
              <a:rPr lang="en-US" sz="1633" dirty="0"/>
              <a:t>It works on my machine</a:t>
            </a:r>
          </a:p>
          <a:p>
            <a:pPr marL="674004" lvl="1" algn="l" defTabSz="407571" rtl="0" fontAlgn="base" hangingPunct="0">
              <a:lnSpc>
                <a:spcPct val="100000"/>
              </a:lnSpc>
              <a:spcBef>
                <a:spcPts val="329"/>
              </a:spcBef>
              <a:spcAft>
                <a:spcPct val="0"/>
              </a:spcAft>
              <a:buClr>
                <a:srgbClr val="739702"/>
              </a:buClr>
              <a:buSzPct val="70000"/>
              <a:buFont typeface="Arial" panose="020B0604020202020204" pitchFamily="34" charset="0"/>
              <a:buChar char="•"/>
            </a:pPr>
            <a:r>
              <a:rPr lang="en-US" sz="1633" dirty="0"/>
              <a:t>We need this Yesterday</a:t>
            </a:r>
          </a:p>
          <a:p>
            <a:pPr marL="674004" lvl="1" algn="l" defTabSz="407571" rtl="0" fontAlgn="base" hangingPunct="0">
              <a:lnSpc>
                <a:spcPct val="100000"/>
              </a:lnSpc>
              <a:spcBef>
                <a:spcPts val="329"/>
              </a:spcBef>
              <a:spcAft>
                <a:spcPct val="0"/>
              </a:spcAft>
              <a:buClr>
                <a:srgbClr val="739702"/>
              </a:buClr>
              <a:buSzPct val="70000"/>
              <a:buFont typeface="Arial" panose="020B0604020202020204" pitchFamily="34" charset="0"/>
              <a:buChar char="•"/>
            </a:pPr>
            <a:r>
              <a:rPr lang="en-US" sz="1633" dirty="0"/>
              <a:t>You are using the wrong version</a:t>
            </a:r>
          </a:p>
          <a:p>
            <a:pPr defTabSz="407571" fontAlgn="base" hangingPunct="0">
              <a:lnSpc>
                <a:spcPct val="100000"/>
              </a:lnSpc>
              <a:spcAft>
                <a:spcPct val="0"/>
              </a:spcAft>
              <a:buClrTx/>
              <a:buSzTx/>
            </a:pPr>
            <a:endParaRPr lang="en-US" sz="1633" b="0" dirty="0"/>
          </a:p>
          <a:p>
            <a:r>
              <a:rPr lang="en-US" dirty="0"/>
              <a:t>Ops:</a:t>
            </a:r>
          </a:p>
          <a:p>
            <a:pPr algn="l" defTabSz="407571" rtl="0" fontAlgn="base" hangingPunct="0">
              <a:lnSpc>
                <a:spcPct val="100000"/>
              </a:lnSpc>
              <a:spcBef>
                <a:spcPts val="443"/>
              </a:spcBef>
              <a:spcAft>
                <a:spcPct val="0"/>
              </a:spcAft>
            </a:pPr>
            <a:endParaRPr lang="en-IN" sz="2177" b="0" dirty="0"/>
          </a:p>
          <a:p>
            <a:pPr marL="674004" lvl="1" algn="l" defTabSz="407571" rtl="0" fontAlgn="base" hangingPunct="0">
              <a:lnSpc>
                <a:spcPct val="100000"/>
              </a:lnSpc>
              <a:spcBef>
                <a:spcPts val="329"/>
              </a:spcBef>
              <a:spcAft>
                <a:spcPct val="0"/>
              </a:spcAft>
              <a:buClr>
                <a:srgbClr val="739702"/>
              </a:buClr>
              <a:buSzPct val="70000"/>
              <a:buFont typeface="Arial" panose="020B0604020202020204" pitchFamily="34" charset="0"/>
              <a:buChar char="•"/>
            </a:pPr>
            <a:r>
              <a:rPr lang="en-IN" sz="1633" dirty="0"/>
              <a:t>What are the dependencies?</a:t>
            </a:r>
          </a:p>
          <a:p>
            <a:pPr marL="674004" lvl="1" algn="l" defTabSz="407571" rtl="0" fontAlgn="base" hangingPunct="0">
              <a:lnSpc>
                <a:spcPct val="100000"/>
              </a:lnSpc>
              <a:spcBef>
                <a:spcPts val="329"/>
              </a:spcBef>
              <a:spcAft>
                <a:spcPct val="0"/>
              </a:spcAft>
              <a:buClr>
                <a:srgbClr val="739702"/>
              </a:buClr>
              <a:buSzPct val="70000"/>
              <a:buFont typeface="Arial" panose="020B0604020202020204" pitchFamily="34" charset="0"/>
              <a:buChar char="•"/>
            </a:pPr>
            <a:r>
              <a:rPr lang="en-IN" sz="1633" dirty="0"/>
              <a:t>No machines available…</a:t>
            </a:r>
          </a:p>
          <a:p>
            <a:pPr marL="674004" lvl="1" algn="l" defTabSz="407571" rtl="0" fontAlgn="base" hangingPunct="0">
              <a:lnSpc>
                <a:spcPct val="100000"/>
              </a:lnSpc>
              <a:spcBef>
                <a:spcPts val="329"/>
              </a:spcBef>
              <a:spcAft>
                <a:spcPct val="0"/>
              </a:spcAft>
              <a:buClr>
                <a:srgbClr val="739702"/>
              </a:buClr>
              <a:buSzPct val="70000"/>
              <a:buFont typeface="Arial" panose="020B0604020202020204" pitchFamily="34" charset="0"/>
              <a:buChar char="•"/>
            </a:pPr>
            <a:r>
              <a:rPr lang="en-IN" sz="1633" dirty="0"/>
              <a:t>Which DB?</a:t>
            </a:r>
          </a:p>
          <a:p>
            <a:pPr marL="674004" lvl="1" algn="l" defTabSz="407571" rtl="0" fontAlgn="base" hangingPunct="0">
              <a:lnSpc>
                <a:spcPct val="100000"/>
              </a:lnSpc>
              <a:spcBef>
                <a:spcPts val="329"/>
              </a:spcBef>
              <a:spcAft>
                <a:spcPct val="0"/>
              </a:spcAft>
              <a:buClr>
                <a:srgbClr val="739702"/>
              </a:buClr>
              <a:buSzPct val="70000"/>
              <a:buFont typeface="Arial" panose="020B0604020202020204" pitchFamily="34" charset="0"/>
              <a:buChar char="•"/>
            </a:pPr>
            <a:r>
              <a:rPr lang="en-IN" sz="1633" dirty="0"/>
              <a:t>High Availability?</a:t>
            </a:r>
          </a:p>
          <a:p>
            <a:pPr marL="674004" lvl="1" algn="l" defTabSz="407571" rtl="0" fontAlgn="base" hangingPunct="0">
              <a:lnSpc>
                <a:spcPct val="100000"/>
              </a:lnSpc>
              <a:spcBef>
                <a:spcPts val="329"/>
              </a:spcBef>
              <a:spcAft>
                <a:spcPct val="0"/>
              </a:spcAft>
              <a:buClr>
                <a:srgbClr val="739702"/>
              </a:buClr>
              <a:buSzPct val="70000"/>
              <a:buFont typeface="Arial" panose="020B0604020202020204" pitchFamily="34" charset="0"/>
              <a:buChar char="•"/>
            </a:pPr>
            <a:r>
              <a:rPr lang="en-IN" sz="1633" dirty="0"/>
              <a:t>Scalability?</a:t>
            </a:r>
          </a:p>
          <a:p>
            <a:pPr defTabSz="407571" fontAlgn="base" hangingPunct="0">
              <a:lnSpc>
                <a:spcPct val="100000"/>
              </a:lnSpc>
              <a:spcBef>
                <a:spcPts val="329"/>
              </a:spcBef>
              <a:spcAft>
                <a:spcPct val="0"/>
              </a:spcAft>
              <a:buClrTx/>
              <a:buSzTx/>
            </a:pPr>
            <a:endParaRPr lang="en-IN" sz="1633" b="0" dirty="0"/>
          </a:p>
          <a:p>
            <a:endParaRPr lang="en-IN" dirty="0"/>
          </a:p>
        </p:txBody>
      </p:sp>
      <p:sp>
        <p:nvSpPr>
          <p:cNvPr id="3" name="Content Placeholder 2">
            <a:extLst>
              <a:ext uri="{FF2B5EF4-FFF2-40B4-BE49-F238E27FC236}">
                <a16:creationId xmlns:a16="http://schemas.microsoft.com/office/drawing/2014/main" id="{9D05451F-6A40-0B65-4FDC-247D56ABEE4C}"/>
              </a:ext>
            </a:extLst>
          </p:cNvPr>
          <p:cNvSpPr>
            <a:spLocks noGrp="1"/>
          </p:cNvSpPr>
          <p:nvPr>
            <p:ph sz="quarter" idx="10"/>
          </p:nvPr>
        </p:nvSpPr>
        <p:spPr>
          <a:xfrm>
            <a:off x="287594" y="540087"/>
            <a:ext cx="6324600" cy="605984"/>
          </a:xfrm>
        </p:spPr>
        <p:txBody>
          <a:bodyPr/>
          <a:lstStyle/>
          <a:p>
            <a:r>
              <a:rPr lang="en-US" sz="3000" dirty="0">
                <a:solidFill>
                  <a:srgbClr val="557799"/>
                </a:solidFill>
                <a:latin typeface="Garamond" panose="02020404030301010803" pitchFamily="18" charset="0"/>
                <a:ea typeface="+mj-ea"/>
              </a:rPr>
              <a:t>Dev and Ops dialogue</a:t>
            </a:r>
            <a:endParaRPr lang="en-IN" sz="3000" dirty="0">
              <a:solidFill>
                <a:srgbClr val="557799"/>
              </a:solidFill>
              <a:latin typeface="Garamond" panose="02020404030301010803" pitchFamily="18" charset="0"/>
              <a:ea typeface="+mj-ea"/>
            </a:endParaRPr>
          </a:p>
        </p:txBody>
      </p:sp>
      <p:pic>
        <p:nvPicPr>
          <p:cNvPr id="9" name="Picture 2">
            <a:extLst>
              <a:ext uri="{FF2B5EF4-FFF2-40B4-BE49-F238E27FC236}">
                <a16:creationId xmlns:a16="http://schemas.microsoft.com/office/drawing/2014/main" id="{44958B76-36F4-B004-BFDF-2E0222EFEB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1676400"/>
            <a:ext cx="1094515" cy="194276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 name="Picture 5">
            <a:extLst>
              <a:ext uri="{FF2B5EF4-FFF2-40B4-BE49-F238E27FC236}">
                <a16:creationId xmlns:a16="http://schemas.microsoft.com/office/drawing/2014/main" id="{2D049359-084A-D202-E2F7-7FDA145A6D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3715" y="4354617"/>
            <a:ext cx="1142040" cy="201909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Date Placeholder 3">
            <a:extLst>
              <a:ext uri="{FF2B5EF4-FFF2-40B4-BE49-F238E27FC236}">
                <a16:creationId xmlns:a16="http://schemas.microsoft.com/office/drawing/2014/main" id="{A133CC79-E5D2-1D03-B3B9-B629F591FE94}"/>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March 15-16-17, 2024</a:t>
            </a:r>
          </a:p>
        </p:txBody>
      </p:sp>
      <p:sp>
        <p:nvSpPr>
          <p:cNvPr id="5" name="Footer Placeholder 4">
            <a:extLst>
              <a:ext uri="{FF2B5EF4-FFF2-40B4-BE49-F238E27FC236}">
                <a16:creationId xmlns:a16="http://schemas.microsoft.com/office/drawing/2014/main" id="{EF834CC1-0E54-D54A-3D46-34A6398E1B2A}"/>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6" name="Slide Number Placeholder 5">
            <a:extLst>
              <a:ext uri="{FF2B5EF4-FFF2-40B4-BE49-F238E27FC236}">
                <a16:creationId xmlns:a16="http://schemas.microsoft.com/office/drawing/2014/main" id="{A58DE29B-1D88-7B8C-8CB1-CCD343225205}"/>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313240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F4DEFDD-8BB8-4102-9CD5-9F8C9E4E95FF}" type="slidenum">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sz="1200" b="0" i="0" u="none" strike="noStrike" kern="1200" cap="none" spc="0" normalizeH="0" baseline="0" noProof="0" dirty="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24" name="Title 1"/>
          <p:cNvSpPr>
            <a:spLocks noGrp="1"/>
          </p:cNvSpPr>
          <p:nvPr>
            <p:ph type="title" idx="4294967295"/>
          </p:nvPr>
        </p:nvSpPr>
        <p:spPr>
          <a:xfrm>
            <a:off x="79457" y="224570"/>
            <a:ext cx="7239000" cy="989013"/>
          </a:xfrm>
        </p:spPr>
        <p:txBody>
          <a:bodyPr>
            <a:noAutofit/>
          </a:bodyPr>
          <a:lstStyle/>
          <a:p>
            <a:br>
              <a:rPr lang="en-US" sz="2400" dirty="0">
                <a:solidFill>
                  <a:srgbClr val="557799"/>
                </a:solidFill>
                <a:latin typeface="Century Gothic" panose="020B0502020202020204" pitchFamily="34" charset="0"/>
              </a:rPr>
            </a:br>
            <a:br>
              <a:rPr lang="en-US" sz="2400" dirty="0">
                <a:solidFill>
                  <a:srgbClr val="557799"/>
                </a:solidFill>
                <a:latin typeface="Century Gothic" panose="020B0502020202020204" pitchFamily="34" charset="0"/>
              </a:rPr>
            </a:br>
            <a:r>
              <a:rPr lang="en-US" sz="3000" dirty="0">
                <a:solidFill>
                  <a:srgbClr val="557799"/>
                </a:solidFill>
                <a:latin typeface="Garamond" panose="02020404030301010803" pitchFamily="18" charset="0"/>
              </a:rPr>
              <a:t>Traditional Software Development and Operations Issues</a:t>
            </a:r>
            <a:br>
              <a:rPr lang="en-US" sz="2400" dirty="0">
                <a:solidFill>
                  <a:srgbClr val="557799"/>
                </a:solidFill>
                <a:latin typeface="Garamond" panose="02020404030301010803" pitchFamily="18" charset="0"/>
              </a:rPr>
            </a:br>
            <a:r>
              <a:rPr lang="en-US" sz="2400" dirty="0">
                <a:solidFill>
                  <a:srgbClr val="557799"/>
                </a:solidFill>
                <a:latin typeface="Garamond" panose="02020404030301010803" pitchFamily="18" charset="0"/>
              </a:rPr>
              <a:t> </a:t>
            </a:r>
            <a:br>
              <a:rPr lang="en-US" sz="2400" dirty="0">
                <a:latin typeface="Century Gothic" panose="020B0502020202020204" pitchFamily="34" charset="0"/>
              </a:rPr>
            </a:br>
            <a:endParaRPr lang="en-US" sz="2400" dirty="0">
              <a:solidFill>
                <a:srgbClr val="557799"/>
              </a:solidFill>
              <a:latin typeface="Century Gothic" panose="020B0502020202020204" pitchFamily="34" charset="0"/>
            </a:endParaRPr>
          </a:p>
        </p:txBody>
      </p:sp>
      <p:sp>
        <p:nvSpPr>
          <p:cNvPr id="26" name="Title 1"/>
          <p:cNvSpPr txBox="1">
            <a:spLocks/>
          </p:cNvSpPr>
          <p:nvPr/>
        </p:nvSpPr>
        <p:spPr>
          <a:xfrm>
            <a:off x="261881" y="1369553"/>
            <a:ext cx="8620238" cy="4116847"/>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endParaRPr kumimoji="0" lang="en-US" sz="24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
        <p:nvSpPr>
          <p:cNvPr id="3" name="Rectangle 2">
            <a:extLst>
              <a:ext uri="{FF2B5EF4-FFF2-40B4-BE49-F238E27FC236}">
                <a16:creationId xmlns:a16="http://schemas.microsoft.com/office/drawing/2014/main" id="{90587CB0-022F-4EE2-82EA-74F68BAE46D3}"/>
              </a:ext>
            </a:extLst>
          </p:cNvPr>
          <p:cNvSpPr/>
          <p:nvPr/>
        </p:nvSpPr>
        <p:spPr>
          <a:xfrm>
            <a:off x="94205" y="1442817"/>
            <a:ext cx="8765791" cy="4455066"/>
          </a:xfrm>
          <a:prstGeom prst="rect">
            <a:avLst/>
          </a:prstGeom>
        </p:spPr>
        <p:txBody>
          <a:bodyPr wrap="square">
            <a:spAutoFit/>
          </a:bodyPr>
          <a:lstStyle/>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rgbClr val="0070C0"/>
                </a:solidFill>
                <a:effectLst/>
                <a:uLnTx/>
                <a:uFillTx/>
                <a:latin typeface="Garamond" panose="02020404030301010803" pitchFamily="18" charset="0"/>
                <a:ea typeface="+mn-ea"/>
                <a:cs typeface="Arial" panose="020B0604020202020204" pitchFamily="34" charset="0"/>
              </a:rPr>
              <a:t>Poor communication between Dev and Ops</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rgbClr val="0070C0"/>
                </a:solidFill>
                <a:effectLst/>
                <a:uLnTx/>
                <a:uFillTx/>
                <a:latin typeface="Garamond" panose="02020404030301010803" pitchFamily="18" charset="0"/>
                <a:ea typeface="+mn-ea"/>
                <a:cs typeface="Arial" panose="020B0604020202020204" pitchFamily="34" charset="0"/>
              </a:rPr>
              <a:t>Opposing goals</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Developers want to push new features</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Ops want to keep the system available</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It leads to slow-release schedule</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rgbClr val="0070C0"/>
                </a:solidFill>
                <a:effectLst/>
                <a:uLnTx/>
                <a:uFillTx/>
                <a:latin typeface="Garamond" panose="02020404030301010803" pitchFamily="18" charset="0"/>
                <a:ea typeface="+mn-ea"/>
                <a:cs typeface="Arial" panose="020B0604020202020204" pitchFamily="34" charset="0"/>
              </a:rPr>
              <a:t>Limited capacity of operations staff</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rgbClr val="0070C0"/>
                </a:solidFill>
                <a:effectLst/>
                <a:uLnTx/>
                <a:uFillTx/>
                <a:latin typeface="Garamond" panose="02020404030301010803" pitchFamily="18" charset="0"/>
                <a:ea typeface="+mn-ea"/>
                <a:cs typeface="Arial" panose="020B0604020202020204" pitchFamily="34" charset="0"/>
              </a:rPr>
              <a:t>Limited insight into operations</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rgbClr val="0070C0"/>
                </a:solidFill>
                <a:effectLst/>
                <a:uLnTx/>
                <a:uFillTx/>
                <a:latin typeface="Garamond" panose="02020404030301010803" pitchFamily="18" charset="0"/>
                <a:ea typeface="+mn-ea"/>
                <a:cs typeface="Arial" panose="020B0604020202020204" pitchFamily="34" charset="0"/>
              </a:rPr>
              <a:t>Organizations want to reduce time to market for new features, without sacrificing quality</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rgbClr val="0070C0"/>
                </a:solidFill>
                <a:effectLst/>
                <a:uLnTx/>
                <a:uFillTx/>
                <a:latin typeface="Garamond" panose="02020404030301010803" pitchFamily="18" charset="0"/>
                <a:ea typeface="+mn-ea"/>
                <a:cs typeface="Arial" panose="020B0604020202020204" pitchFamily="34" charset="0"/>
              </a:rPr>
              <a:t>Throw your final version over the fence and let operations worry about running it </a:t>
            </a:r>
          </a:p>
          <a:p>
            <a:pPr marL="0" marR="0" lvl="1" indent="0" algn="just" defTabSz="914400" rtl="0" eaLnBrk="0" fontAlgn="base" latinLnBrk="0" hangingPunct="0">
              <a:lnSpc>
                <a:spcPct val="100000"/>
              </a:lnSpc>
              <a:spcBef>
                <a:spcPct val="0"/>
              </a:spcBef>
              <a:spcAft>
                <a:spcPct val="0"/>
              </a:spcAft>
              <a:buClrTx/>
              <a:buSzTx/>
              <a:buFontTx/>
              <a:buNone/>
              <a:tabLst/>
              <a:defRPr/>
            </a:pPr>
            <a:endParaRPr kumimoji="0" lang="en-US" sz="1950" b="1" i="0" u="none" strike="noStrike" kern="1200" cap="none" spc="0" normalizeH="0" baseline="0" noProof="0" dirty="0">
              <a:ln>
                <a:noFill/>
              </a:ln>
              <a:solidFill>
                <a:srgbClr val="0070C0"/>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2801448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3D75EB1-FE3F-F012-AD10-C5DC9ACB8DEA}"/>
              </a:ext>
            </a:extLst>
          </p:cNvPr>
          <p:cNvSpPr>
            <a:spLocks noGrp="1"/>
          </p:cNvSpPr>
          <p:nvPr>
            <p:ph sz="quarter" idx="10"/>
          </p:nvPr>
        </p:nvSpPr>
        <p:spPr>
          <a:xfrm>
            <a:off x="304800" y="152400"/>
            <a:ext cx="6324600" cy="914400"/>
          </a:xfrm>
        </p:spPr>
        <p:txBody>
          <a:bodyPr rtlCol="0">
            <a:normAutofit/>
          </a:bodyPr>
          <a:lstStyle/>
          <a:p>
            <a:pPr eaLnBrk="1" fontAlgn="auto" hangingPunct="1">
              <a:spcAft>
                <a:spcPts val="0"/>
              </a:spcAft>
              <a:defRPr/>
            </a:pPr>
            <a:r>
              <a:rPr lang="en-IN" dirty="0">
                <a:solidFill>
                  <a:srgbClr val="557799"/>
                </a:solidFill>
                <a:latin typeface="Garamond" panose="02020404030301010803" pitchFamily="18" charset="0"/>
                <a:ea typeface="+mj-ea"/>
              </a:rPr>
              <a:t>Problems of Delivering Software</a:t>
            </a:r>
          </a:p>
        </p:txBody>
      </p:sp>
      <p:sp>
        <p:nvSpPr>
          <p:cNvPr id="2" name="Date Placeholder 1">
            <a:extLst>
              <a:ext uri="{FF2B5EF4-FFF2-40B4-BE49-F238E27FC236}">
                <a16:creationId xmlns:a16="http://schemas.microsoft.com/office/drawing/2014/main" id="{B6FD2294-0506-6FAB-FFC6-C66649498134}"/>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March 15-16-17, 2024</a:t>
            </a:r>
          </a:p>
        </p:txBody>
      </p:sp>
      <p:sp>
        <p:nvSpPr>
          <p:cNvPr id="3" name="Footer Placeholder 2">
            <a:extLst>
              <a:ext uri="{FF2B5EF4-FFF2-40B4-BE49-F238E27FC236}">
                <a16:creationId xmlns:a16="http://schemas.microsoft.com/office/drawing/2014/main" id="{A6A119F0-215D-5359-C7A3-1A7E0A845348}"/>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5" name="Slide Number Placeholder 4">
            <a:extLst>
              <a:ext uri="{FF2B5EF4-FFF2-40B4-BE49-F238E27FC236}">
                <a16:creationId xmlns:a16="http://schemas.microsoft.com/office/drawing/2014/main" id="{38A1D773-8AA0-04F3-FAB7-699B91C8E911}"/>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9" name="TextBox 8">
            <a:extLst>
              <a:ext uri="{FF2B5EF4-FFF2-40B4-BE49-F238E27FC236}">
                <a16:creationId xmlns:a16="http://schemas.microsoft.com/office/drawing/2014/main" id="{FEDF5572-F3E3-7EE7-5D96-5C3B3867984B}"/>
              </a:ext>
            </a:extLst>
          </p:cNvPr>
          <p:cNvSpPr txBox="1"/>
          <p:nvPr/>
        </p:nvSpPr>
        <p:spPr>
          <a:xfrm>
            <a:off x="0" y="1376593"/>
            <a:ext cx="9220200" cy="4893647"/>
          </a:xfrm>
          <a:prstGeom prst="rect">
            <a:avLst/>
          </a:prstGeom>
          <a:noFill/>
        </p:spPr>
        <p:txBody>
          <a:bodyPr wrap="square">
            <a:spAutoFit/>
          </a:bodyPr>
          <a:lstStyle/>
          <a:p>
            <a:pPr marL="457200" marR="0" lvl="1" indent="-5143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32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Deploying Software Manually</a:t>
            </a:r>
          </a:p>
          <a:p>
            <a:pPr marL="914400" marR="0" lvl="2" indent="-5143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Extensive manual to refer and deploy</a:t>
            </a:r>
          </a:p>
          <a:p>
            <a:pPr marL="914400" marR="0" lvl="2" indent="-5143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Prone to human error</a:t>
            </a:r>
          </a:p>
          <a:p>
            <a:pPr marL="914400" marR="0" lvl="2" indent="-5143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Reliance on manual testing</a:t>
            </a:r>
          </a:p>
          <a:p>
            <a:pPr marL="914400" marR="0" lvl="2" indent="-5143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Frequent calls to the development team to explain why a deployment is going wrong on a release day</a:t>
            </a:r>
          </a:p>
          <a:p>
            <a:pPr marL="914400" marR="0" lvl="2" indent="-5143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Frequent corrections to the release process </a:t>
            </a:r>
          </a:p>
          <a:p>
            <a:pPr marL="914400" marR="0" lvl="2" indent="-5143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Releases that take more than a few minutes to perform</a:t>
            </a:r>
          </a:p>
          <a:p>
            <a:pPr marL="914400" marR="0" lvl="2" indent="-5143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Releases and roll back incase of unforeseen problems</a:t>
            </a:r>
          </a:p>
          <a:p>
            <a:pPr marL="914400" marR="0" lvl="2" indent="-5143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Extensive work to the team and solve issues </a:t>
            </a:r>
          </a:p>
        </p:txBody>
      </p:sp>
    </p:spTree>
    <p:extLst>
      <p:ext uri="{BB962C8B-B14F-4D97-AF65-F5344CB8AC3E}">
        <p14:creationId xmlns:p14="http://schemas.microsoft.com/office/powerpoint/2010/main" val="15552274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EF4DEFDD-8BB8-4102-9CD5-9F8C9E4E95FF}" type="slidenum">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6858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24" name="Title 1"/>
          <p:cNvSpPr>
            <a:spLocks noGrp="1"/>
          </p:cNvSpPr>
          <p:nvPr>
            <p:ph type="title" idx="4294967295"/>
          </p:nvPr>
        </p:nvSpPr>
        <p:spPr>
          <a:xfrm>
            <a:off x="152400" y="304800"/>
            <a:ext cx="7886700" cy="1325563"/>
          </a:xfrm>
        </p:spPr>
        <p:txBody>
          <a:bodyPr>
            <a:normAutofit fontScale="90000"/>
          </a:bodyPr>
          <a:lstStyle/>
          <a:p>
            <a:br>
              <a:rPr lang="en-US" sz="2100" b="1" dirty="0">
                <a:solidFill>
                  <a:srgbClr val="557799"/>
                </a:solidFill>
                <a:latin typeface="Century Gothic" panose="020B0502020202020204" pitchFamily="34" charset="0"/>
              </a:rPr>
            </a:br>
            <a:br>
              <a:rPr lang="en-US" sz="2100" b="1" dirty="0">
                <a:solidFill>
                  <a:srgbClr val="557799"/>
                </a:solidFill>
                <a:latin typeface="Century Gothic" panose="020B0502020202020204" pitchFamily="34" charset="0"/>
              </a:rPr>
            </a:br>
            <a:r>
              <a:rPr lang="en-US" dirty="0">
                <a:solidFill>
                  <a:srgbClr val="557799"/>
                </a:solidFill>
                <a:latin typeface="Garamond" panose="02020404030301010803" pitchFamily="18" charset="0"/>
              </a:rPr>
              <a:t>Problems of </a:t>
            </a:r>
            <a:r>
              <a:rPr lang="en-US" b="1" dirty="0">
                <a:solidFill>
                  <a:srgbClr val="557799"/>
                </a:solidFill>
                <a:latin typeface="Garamond" panose="02020404030301010803" pitchFamily="18" charset="0"/>
              </a:rPr>
              <a:t>Delivering</a:t>
            </a:r>
            <a:br>
              <a:rPr lang="en-US" sz="2100" b="1" dirty="0">
                <a:latin typeface="Century Gothic" panose="020B0502020202020204" pitchFamily="34" charset="0"/>
              </a:rPr>
            </a:br>
            <a:endParaRPr lang="en-US" sz="2100" b="1" dirty="0">
              <a:solidFill>
                <a:srgbClr val="557799"/>
              </a:solidFill>
              <a:latin typeface="Century Gothic" panose="020B0502020202020204" pitchFamily="34" charset="0"/>
            </a:endParaRPr>
          </a:p>
        </p:txBody>
      </p:sp>
      <p:sp>
        <p:nvSpPr>
          <p:cNvPr id="26" name="Title 1"/>
          <p:cNvSpPr txBox="1">
            <a:spLocks/>
          </p:cNvSpPr>
          <p:nvPr/>
        </p:nvSpPr>
        <p:spPr>
          <a:xfrm>
            <a:off x="152400" y="1371600"/>
            <a:ext cx="8620238" cy="4631198"/>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marR="0" lvl="1" indent="-385763" algn="just" defTabSz="6858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Deploying to a Production-like Environment Only after Development Is Complete</a:t>
            </a:r>
          </a:p>
          <a:p>
            <a:pPr marL="685800" marR="0" lvl="2" indent="-385763" algn="just" defTabSz="6858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1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First deployment to staging is likely to be the most troublesome</a:t>
            </a:r>
          </a:p>
          <a:p>
            <a:pPr marL="685800" marR="0" lvl="2" indent="-385763" algn="just" defTabSz="6858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1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longer the release cycle, the longer the development team has to make incorrect assumptions before the deployment occurs, and the longer it will take to fix them</a:t>
            </a:r>
          </a:p>
          <a:p>
            <a:pPr marL="685800" marR="0" lvl="2" indent="-385763" algn="just" defTabSz="6858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1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Developers, testers, and operations personnel are constantly raising tickets (or sending emails) to each other to perform any given deployment</a:t>
            </a:r>
          </a:p>
          <a:p>
            <a:pPr marL="685800" marR="0" lvl="2" indent="-385763" algn="just" defTabSz="6858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1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Environment incompatibility and bring surprises.</a:t>
            </a:r>
          </a:p>
          <a:p>
            <a:pPr marL="685800" marR="0" lvl="2" indent="-385763" algn="just" defTabSz="6858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1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May not have much control over target a1environments, especially outside of a corporate setting. In this case, a great deal of extra testing will be required.</a:t>
            </a:r>
          </a:p>
        </p:txBody>
      </p:sp>
    </p:spTree>
    <p:extLst>
      <p:ext uri="{BB962C8B-B14F-4D97-AF65-F5344CB8AC3E}">
        <p14:creationId xmlns:p14="http://schemas.microsoft.com/office/powerpoint/2010/main" val="32557448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F4DEFDD-8BB8-4102-9CD5-9F8C9E4E95FF}" type="slidenum">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sz="1200" b="0" i="0" u="none" strike="noStrike" kern="1200" cap="none" spc="0" normalizeH="0" baseline="0" noProof="0" dirty="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24" name="Title 1"/>
          <p:cNvSpPr>
            <a:spLocks noGrp="1"/>
          </p:cNvSpPr>
          <p:nvPr>
            <p:ph type="title" idx="4294967295"/>
          </p:nvPr>
        </p:nvSpPr>
        <p:spPr>
          <a:xfrm>
            <a:off x="0" y="960438"/>
            <a:ext cx="8728075" cy="400050"/>
          </a:xfrm>
        </p:spPr>
        <p:txBody>
          <a:bodyPr>
            <a:normAutofit fontScale="90000"/>
          </a:bodyPr>
          <a:lstStyle/>
          <a:p>
            <a:br>
              <a:rPr lang="en-US" sz="2100" dirty="0">
                <a:solidFill>
                  <a:srgbClr val="557799"/>
                </a:solidFill>
                <a:latin typeface="Century Gothic" panose="020B0502020202020204" pitchFamily="34" charset="0"/>
              </a:rPr>
            </a:br>
            <a:br>
              <a:rPr lang="en-US" sz="2100" dirty="0">
                <a:solidFill>
                  <a:srgbClr val="557799"/>
                </a:solidFill>
                <a:latin typeface="Century Gothic" panose="020B0502020202020204" pitchFamily="34" charset="0"/>
              </a:rPr>
            </a:br>
            <a:r>
              <a:rPr lang="en-US" dirty="0">
                <a:solidFill>
                  <a:srgbClr val="557799"/>
                </a:solidFill>
                <a:latin typeface="Garamond" panose="02020404030301010803" pitchFamily="18" charset="0"/>
              </a:rPr>
              <a:t>Problems of </a:t>
            </a:r>
            <a:r>
              <a:rPr lang="en-US" b="1" dirty="0">
                <a:solidFill>
                  <a:srgbClr val="557799"/>
                </a:solidFill>
                <a:latin typeface="Garamond" panose="02020404030301010803" pitchFamily="18" charset="0"/>
              </a:rPr>
              <a:t>Delivering Software</a:t>
            </a:r>
            <a:br>
              <a:rPr lang="en-US" b="1" dirty="0">
                <a:solidFill>
                  <a:srgbClr val="557799"/>
                </a:solidFill>
                <a:latin typeface="Garamond" panose="02020404030301010803" pitchFamily="18" charset="0"/>
              </a:rPr>
            </a:br>
            <a:r>
              <a:rPr lang="en-US" b="1" dirty="0">
                <a:solidFill>
                  <a:srgbClr val="557799"/>
                </a:solidFill>
                <a:latin typeface="Garamond" panose="02020404030301010803" pitchFamily="18" charset="0"/>
              </a:rPr>
              <a:t> </a:t>
            </a:r>
            <a:br>
              <a:rPr lang="en-US" sz="2100" dirty="0">
                <a:latin typeface="Century Gothic" panose="020B0502020202020204" pitchFamily="34" charset="0"/>
              </a:rPr>
            </a:br>
            <a:endParaRPr lang="en-US" sz="2100" dirty="0">
              <a:solidFill>
                <a:srgbClr val="557799"/>
              </a:solidFill>
              <a:latin typeface="Century Gothic" panose="020B0502020202020204" pitchFamily="34" charset="0"/>
            </a:endParaRPr>
          </a:p>
        </p:txBody>
      </p:sp>
      <p:sp>
        <p:nvSpPr>
          <p:cNvPr id="26" name="Title 1"/>
          <p:cNvSpPr txBox="1">
            <a:spLocks/>
          </p:cNvSpPr>
          <p:nvPr/>
        </p:nvSpPr>
        <p:spPr>
          <a:xfrm>
            <a:off x="53918" y="1542820"/>
            <a:ext cx="8620238" cy="4631198"/>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Manual Configuration Management of Production</a:t>
            </a:r>
          </a:p>
          <a:p>
            <a:pPr marL="0" marR="0" lvl="1" indent="0" algn="just"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Environments</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1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Operations team take a long time to prepare an environment for a</a:t>
            </a:r>
          </a:p>
          <a:p>
            <a:pPr marL="300038" marR="0" lvl="2" indent="0" algn="just" defTabSz="914400" rtl="0" eaLnBrk="0" fontAlgn="base" latinLnBrk="0" hangingPunct="0">
              <a:lnSpc>
                <a:spcPct val="100000"/>
              </a:lnSpc>
              <a:spcBef>
                <a:spcPct val="0"/>
              </a:spcBef>
              <a:spcAft>
                <a:spcPct val="0"/>
              </a:spcAft>
              <a:buClrTx/>
              <a:buSzTx/>
              <a:buFontTx/>
              <a:buNone/>
              <a:tabLst/>
              <a:defRPr/>
            </a:pPr>
            <a:r>
              <a:rPr kumimoji="0" lang="en-US" sz="21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Release</a:t>
            </a:r>
          </a:p>
          <a:p>
            <a:pPr marL="685800" marR="0" lvl="1"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1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Cannot step back to an earlier configuration of your system, which</a:t>
            </a:r>
          </a:p>
          <a:p>
            <a:pPr marL="457200" marR="0" lvl="1" indent="0" algn="just" defTabSz="914400" rtl="0" eaLnBrk="0" fontAlgn="base" latinLnBrk="0" hangingPunct="0">
              <a:lnSpc>
                <a:spcPct val="100000"/>
              </a:lnSpc>
              <a:spcBef>
                <a:spcPct val="0"/>
              </a:spcBef>
              <a:spcAft>
                <a:spcPct val="0"/>
              </a:spcAft>
              <a:buClrTx/>
              <a:buSzTx/>
              <a:buFontTx/>
              <a:buNone/>
              <a:tabLst/>
              <a:defRPr/>
            </a:pPr>
            <a:r>
              <a:rPr kumimoji="0" lang="en-US" sz="21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may include operating system, application server, web server, RDBMS, or other infrastructural settings.</a:t>
            </a:r>
          </a:p>
          <a:p>
            <a:pPr marL="685800" marR="0" lvl="1"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1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Servers in clusters have, unintentionally, different versions of operating systems, third-party infrastructure, libraries, or patch levels</a:t>
            </a:r>
          </a:p>
          <a:p>
            <a:pPr marL="685800" marR="0" lvl="1"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1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Configuration of the system is carried out by modifying the configuration directly on production systems</a:t>
            </a:r>
          </a:p>
        </p:txBody>
      </p:sp>
    </p:spTree>
    <p:extLst>
      <p:ext uri="{BB962C8B-B14F-4D97-AF65-F5344CB8AC3E}">
        <p14:creationId xmlns:p14="http://schemas.microsoft.com/office/powerpoint/2010/main" val="15442747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F4DEFDD-8BB8-4102-9CD5-9F8C9E4E95FF}" type="slidenum">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sz="1200" b="0" i="0" u="none" strike="noStrike" kern="1200" cap="none" spc="0" normalizeH="0" baseline="0" noProof="0" dirty="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24" name="Title 1"/>
          <p:cNvSpPr>
            <a:spLocks noGrp="1"/>
          </p:cNvSpPr>
          <p:nvPr>
            <p:ph type="title" idx="4294967295"/>
          </p:nvPr>
        </p:nvSpPr>
        <p:spPr>
          <a:xfrm>
            <a:off x="12290" y="876353"/>
            <a:ext cx="8728075" cy="400050"/>
          </a:xfrm>
        </p:spPr>
        <p:txBody>
          <a:bodyPr>
            <a:normAutofit fontScale="90000"/>
          </a:bodyPr>
          <a:lstStyle/>
          <a:p>
            <a:br>
              <a:rPr lang="en-US" sz="2100" dirty="0">
                <a:solidFill>
                  <a:srgbClr val="557799"/>
                </a:solidFill>
                <a:latin typeface="Century Gothic" panose="020B0502020202020204" pitchFamily="34" charset="0"/>
              </a:rPr>
            </a:br>
            <a:br>
              <a:rPr lang="en-US" sz="2100" dirty="0">
                <a:solidFill>
                  <a:srgbClr val="557799"/>
                </a:solidFill>
                <a:latin typeface="Century Gothic" panose="020B0502020202020204" pitchFamily="34" charset="0"/>
              </a:rPr>
            </a:br>
            <a:r>
              <a:rPr lang="en-US" b="1" dirty="0">
                <a:solidFill>
                  <a:srgbClr val="557799"/>
                </a:solidFill>
                <a:latin typeface="Garamond" panose="02020404030301010803" pitchFamily="18" charset="0"/>
              </a:rPr>
              <a:t>Delivering Software- Best pattern to be followed</a:t>
            </a:r>
            <a:br>
              <a:rPr lang="en-US" b="1" dirty="0">
                <a:solidFill>
                  <a:srgbClr val="557799"/>
                </a:solidFill>
                <a:latin typeface="Garamond" panose="02020404030301010803" pitchFamily="18" charset="0"/>
              </a:rPr>
            </a:br>
            <a:r>
              <a:rPr lang="en-US" b="1" dirty="0">
                <a:solidFill>
                  <a:srgbClr val="557799"/>
                </a:solidFill>
                <a:latin typeface="Garamond" panose="02020404030301010803" pitchFamily="18" charset="0"/>
              </a:rPr>
              <a:t> </a:t>
            </a:r>
            <a:br>
              <a:rPr lang="en-US" sz="2100" dirty="0">
                <a:latin typeface="Century Gothic" panose="020B0502020202020204" pitchFamily="34" charset="0"/>
              </a:rPr>
            </a:br>
            <a:endParaRPr lang="en-US" sz="2100" dirty="0">
              <a:solidFill>
                <a:srgbClr val="557799"/>
              </a:solidFill>
              <a:latin typeface="Century Gothic" panose="020B0502020202020204" pitchFamily="34" charset="0"/>
            </a:endParaRPr>
          </a:p>
        </p:txBody>
      </p:sp>
      <p:sp>
        <p:nvSpPr>
          <p:cNvPr id="26" name="Title 1"/>
          <p:cNvSpPr txBox="1">
            <a:spLocks/>
          </p:cNvSpPr>
          <p:nvPr/>
        </p:nvSpPr>
        <p:spPr>
          <a:xfrm>
            <a:off x="261881" y="1369553"/>
            <a:ext cx="8620238" cy="4116847"/>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endParaRPr kumimoji="0" lang="en-US" sz="24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
        <p:nvSpPr>
          <p:cNvPr id="3" name="Rectangle 2">
            <a:extLst>
              <a:ext uri="{FF2B5EF4-FFF2-40B4-BE49-F238E27FC236}">
                <a16:creationId xmlns:a16="http://schemas.microsoft.com/office/drawing/2014/main" id="{90587CB0-022F-4EE2-82EA-74F68BAE46D3}"/>
              </a:ext>
            </a:extLst>
          </p:cNvPr>
          <p:cNvSpPr/>
          <p:nvPr/>
        </p:nvSpPr>
        <p:spPr>
          <a:xfrm>
            <a:off x="152646" y="1369553"/>
            <a:ext cx="8838954" cy="4893647"/>
          </a:xfrm>
          <a:prstGeom prst="rect">
            <a:avLst/>
          </a:prstGeom>
        </p:spPr>
        <p:txBody>
          <a:bodyPr wrap="square">
            <a:spAutoFit/>
          </a:bodyPr>
          <a:lstStyle/>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rgbClr val="0070C0"/>
                </a:solidFill>
                <a:effectLst/>
                <a:uLnTx/>
                <a:uFillTx/>
                <a:latin typeface="Garamond" panose="02020404030301010803" pitchFamily="18" charset="0"/>
                <a:ea typeface="+mn-ea"/>
                <a:cs typeface="Arial" panose="020B0604020202020204" pitchFamily="34" charset="0"/>
              </a:rPr>
              <a:t>Deployments should tend towards being fully automated</a:t>
            </a:r>
          </a:p>
          <a:p>
            <a:pPr marL="685800" marR="0" lvl="1"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Automated deployments encourage collaboration, because everything is explicit in a script.</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rgbClr val="0070C0"/>
                </a:solidFill>
                <a:effectLst/>
                <a:uLnTx/>
                <a:uFillTx/>
                <a:latin typeface="Garamond" panose="02020404030301010803" pitchFamily="18" charset="0"/>
                <a:ea typeface="+mn-ea"/>
                <a:cs typeface="Arial" panose="020B0604020202020204" pitchFamily="34" charset="0"/>
              </a:rPr>
              <a:t>Integrate the testing, deployment, and release activities into the</a:t>
            </a:r>
          </a:p>
          <a:p>
            <a:pPr marL="0" marR="0" lvl="1" indent="0" algn="just"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070C0"/>
                </a:solidFill>
                <a:effectLst/>
                <a:uLnTx/>
                <a:uFillTx/>
                <a:latin typeface="Garamond" panose="02020404030301010803" pitchFamily="18" charset="0"/>
                <a:ea typeface="+mn-ea"/>
                <a:cs typeface="Arial" panose="020B0604020202020204" pitchFamily="34" charset="0"/>
              </a:rPr>
              <a:t>development process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rgbClr val="0070C0"/>
                </a:solidFill>
                <a:effectLst/>
                <a:uLnTx/>
                <a:uFillTx/>
                <a:latin typeface="Garamond" panose="02020404030301010803" pitchFamily="18" charset="0"/>
                <a:ea typeface="+mn-ea"/>
                <a:cs typeface="Arial" panose="020B0604020202020204" pitchFamily="34" charset="0"/>
              </a:rPr>
              <a:t>Testing, staging, and production environments, specifically the configuration </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070C0"/>
                </a:solidFill>
                <a:effectLst/>
                <a:uLnTx/>
                <a:uFillTx/>
                <a:latin typeface="Garamond" panose="02020404030301010803" pitchFamily="18" charset="0"/>
                <a:ea typeface="+mn-ea"/>
                <a:cs typeface="Arial" panose="020B0604020202020204" pitchFamily="34" charset="0"/>
              </a:rPr>
              <a:t>of any third-party elements of your system, should be applied from version </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070C0"/>
                </a:solidFill>
                <a:effectLst/>
                <a:uLnTx/>
                <a:uFillTx/>
                <a:latin typeface="Garamond" panose="02020404030301010803" pitchFamily="18" charset="0"/>
                <a:ea typeface="+mn-ea"/>
                <a:cs typeface="Arial" panose="020B0604020202020204" pitchFamily="34" charset="0"/>
              </a:rPr>
              <a:t>control through an automated process.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rgbClr val="0070C0"/>
                </a:solidFill>
                <a:effectLst/>
                <a:uLnTx/>
                <a:uFillTx/>
                <a:latin typeface="Garamond" panose="02020404030301010803" pitchFamily="18" charset="0"/>
                <a:ea typeface="+mn-ea"/>
                <a:cs typeface="Arial" panose="020B0604020202020204" pitchFamily="34" charset="0"/>
              </a:rPr>
              <a:t>Process should be Automated, support Frequent release, Speed deployment, Trigger Feedback for any change.</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rgbClr val="FF0000"/>
                </a:solidFill>
                <a:effectLst/>
                <a:uLnTx/>
                <a:uFillTx/>
                <a:latin typeface="Garamond" panose="02020404030301010803" pitchFamily="18" charset="0"/>
                <a:ea typeface="+mn-ea"/>
                <a:cs typeface="Arial" panose="020B0604020202020204" pitchFamily="34" charset="0"/>
              </a:rPr>
              <a:t>How to  Achieve ?</a:t>
            </a:r>
          </a:p>
        </p:txBody>
      </p:sp>
    </p:spTree>
    <p:extLst>
      <p:ext uri="{BB962C8B-B14F-4D97-AF65-F5344CB8AC3E}">
        <p14:creationId xmlns:p14="http://schemas.microsoft.com/office/powerpoint/2010/main" val="3498417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3D75EB1-FE3F-F012-AD10-C5DC9ACB8DEA}"/>
              </a:ext>
            </a:extLst>
          </p:cNvPr>
          <p:cNvSpPr>
            <a:spLocks noGrp="1"/>
          </p:cNvSpPr>
          <p:nvPr>
            <p:ph sz="quarter" idx="10"/>
          </p:nvPr>
        </p:nvSpPr>
        <p:spPr>
          <a:xfrm>
            <a:off x="152400" y="536738"/>
            <a:ext cx="6324600" cy="877810"/>
          </a:xfrm>
        </p:spPr>
        <p:txBody>
          <a:bodyPr rtlCol="0">
            <a:normAutofit/>
          </a:bodyPr>
          <a:lstStyle/>
          <a:p>
            <a:pPr eaLnBrk="1" fontAlgn="auto" hangingPunct="1">
              <a:spcAft>
                <a:spcPts val="0"/>
              </a:spcAft>
              <a:defRPr/>
            </a:pPr>
            <a:r>
              <a:rPr lang="en-IN" dirty="0">
                <a:solidFill>
                  <a:srgbClr val="557799"/>
                </a:solidFill>
                <a:latin typeface="Garamond" panose="02020404030301010803" pitchFamily="18" charset="0"/>
                <a:ea typeface="+mj-ea"/>
              </a:rPr>
              <a:t>Need for DevOps</a:t>
            </a:r>
          </a:p>
        </p:txBody>
      </p:sp>
      <p:pic>
        <p:nvPicPr>
          <p:cNvPr id="2" name="Content Placeholder 1">
            <a:extLst>
              <a:ext uri="{FF2B5EF4-FFF2-40B4-BE49-F238E27FC236}">
                <a16:creationId xmlns:a16="http://schemas.microsoft.com/office/drawing/2014/main" id="{43750962-52B3-0B4E-806B-BFF5256DC6F0}"/>
              </a:ext>
            </a:extLst>
          </p:cNvPr>
          <p:cNvPicPr>
            <a:picLocks noGrp="1" noChangeAspect="1"/>
          </p:cNvPicPr>
          <p:nvPr>
            <p:ph idx="1"/>
          </p:nvPr>
        </p:nvPicPr>
        <p:blipFill>
          <a:blip r:embed="rId2"/>
          <a:stretch>
            <a:fillRect/>
          </a:stretch>
        </p:blipFill>
        <p:spPr>
          <a:xfrm>
            <a:off x="609600" y="1376346"/>
            <a:ext cx="8000999" cy="4998993"/>
          </a:xfrm>
          <a:prstGeom prst="rect">
            <a:avLst/>
          </a:prstGeom>
        </p:spPr>
      </p:pic>
      <p:sp>
        <p:nvSpPr>
          <p:cNvPr id="6" name="Slide Number Placeholder 5">
            <a:extLst>
              <a:ext uri="{FF2B5EF4-FFF2-40B4-BE49-F238E27FC236}">
                <a16:creationId xmlns:a16="http://schemas.microsoft.com/office/drawing/2014/main" id="{27F52DD1-7D1F-1071-4A11-E733CB023512}"/>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9427232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F4DEFDD-8BB8-4102-9CD5-9F8C9E4E95FF}" type="slidenum">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sz="1200" b="0" i="0" u="none" strike="noStrike" kern="1200" cap="none" spc="0" normalizeH="0" baseline="0" noProof="0" dirty="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24" name="Title 1"/>
          <p:cNvSpPr>
            <a:spLocks noGrp="1"/>
          </p:cNvSpPr>
          <p:nvPr>
            <p:ph type="title" idx="4294967295"/>
          </p:nvPr>
        </p:nvSpPr>
        <p:spPr>
          <a:xfrm>
            <a:off x="1" y="319088"/>
            <a:ext cx="7467600" cy="1041400"/>
          </a:xfrm>
        </p:spPr>
        <p:txBody>
          <a:bodyPr>
            <a:normAutofit fontScale="90000"/>
          </a:bodyPr>
          <a:lstStyle/>
          <a:p>
            <a:br>
              <a:rPr lang="en-US" sz="2100" dirty="0">
                <a:solidFill>
                  <a:srgbClr val="557799"/>
                </a:solidFill>
                <a:latin typeface="Century Gothic" panose="020B0502020202020204" pitchFamily="34" charset="0"/>
              </a:rPr>
            </a:br>
            <a:br>
              <a:rPr lang="en-US" sz="2100" dirty="0">
                <a:solidFill>
                  <a:srgbClr val="557799"/>
                </a:solidFill>
                <a:latin typeface="Century Gothic" panose="020B0502020202020204" pitchFamily="34" charset="0"/>
              </a:rPr>
            </a:br>
            <a:r>
              <a:rPr lang="en-US" b="1" dirty="0">
                <a:solidFill>
                  <a:srgbClr val="557799"/>
                </a:solidFill>
                <a:latin typeface="Garamond" panose="02020404030301010803" pitchFamily="18" charset="0"/>
              </a:rPr>
              <a:t>DevOps – Development + Operations</a:t>
            </a:r>
            <a:br>
              <a:rPr lang="en-US" b="1" dirty="0">
                <a:solidFill>
                  <a:srgbClr val="557799"/>
                </a:solidFill>
                <a:latin typeface="Garamond" panose="02020404030301010803" pitchFamily="18" charset="0"/>
              </a:rPr>
            </a:br>
            <a:r>
              <a:rPr lang="en-US" b="1" dirty="0">
                <a:solidFill>
                  <a:srgbClr val="557799"/>
                </a:solidFill>
                <a:latin typeface="Garamond" panose="02020404030301010803" pitchFamily="18" charset="0"/>
              </a:rPr>
              <a:t> </a:t>
            </a:r>
            <a:br>
              <a:rPr lang="en-US" sz="2100" dirty="0">
                <a:latin typeface="Century Gothic" panose="020B0502020202020204" pitchFamily="34" charset="0"/>
              </a:rPr>
            </a:br>
            <a:endParaRPr lang="en-US" sz="2100" dirty="0">
              <a:solidFill>
                <a:srgbClr val="557799"/>
              </a:solidFill>
              <a:latin typeface="Century Gothic" panose="020B0502020202020204" pitchFamily="34" charset="0"/>
            </a:endParaRPr>
          </a:p>
        </p:txBody>
      </p:sp>
      <p:sp>
        <p:nvSpPr>
          <p:cNvPr id="26" name="Title 1"/>
          <p:cNvSpPr txBox="1">
            <a:spLocks/>
          </p:cNvSpPr>
          <p:nvPr/>
        </p:nvSpPr>
        <p:spPr>
          <a:xfrm>
            <a:off x="107837" y="1523501"/>
            <a:ext cx="8620238" cy="5015411"/>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2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Set of principles, practices, and techniques helps to seamless communication, collaboration and integration between software developers and information technology (IT) operation professionals and automate the process.</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2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collaborative way of developing and deploying software</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2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Bridge the gap between build/test and Operations</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2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To create low-risk, frequent, cheap, rapid, and predictable process in software delivery</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2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Create a Repeatable, Reliable Process for Releasing Software</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2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Speed is essential because there is an opportunity cost associated with not delivering software</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2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Bringing “agile” methods to operations </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endParaRPr kumimoji="0" lang="en-US" sz="22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29535420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3D75EB1-FE3F-F012-AD10-C5DC9ACB8DEA}"/>
              </a:ext>
            </a:extLst>
          </p:cNvPr>
          <p:cNvSpPr>
            <a:spLocks noGrp="1"/>
          </p:cNvSpPr>
          <p:nvPr>
            <p:ph sz="quarter" idx="10"/>
          </p:nvPr>
        </p:nvSpPr>
        <p:spPr>
          <a:xfrm>
            <a:off x="60959" y="0"/>
            <a:ext cx="6324600" cy="1143000"/>
          </a:xfrm>
        </p:spPr>
        <p:txBody>
          <a:bodyPr rtlCol="0">
            <a:normAutofit/>
          </a:bodyPr>
          <a:lstStyle/>
          <a:p>
            <a:pPr eaLnBrk="1" fontAlgn="auto" hangingPunct="1">
              <a:spcAft>
                <a:spcPts val="0"/>
              </a:spcAft>
              <a:defRPr/>
            </a:pPr>
            <a:r>
              <a:rPr lang="en-IN" dirty="0">
                <a:solidFill>
                  <a:srgbClr val="557799"/>
                </a:solidFill>
                <a:latin typeface="Garamond" panose="02020404030301010803" pitchFamily="18" charset="0"/>
                <a:ea typeface="+mj-ea"/>
              </a:rPr>
              <a:t>Evolution of DevOps- Example</a:t>
            </a:r>
          </a:p>
        </p:txBody>
      </p:sp>
      <p:pic>
        <p:nvPicPr>
          <p:cNvPr id="2" name="Picture 2">
            <a:extLst>
              <a:ext uri="{FF2B5EF4-FFF2-40B4-BE49-F238E27FC236}">
                <a16:creationId xmlns:a16="http://schemas.microsoft.com/office/drawing/2014/main" id="{17F26F69-40C8-4A92-03D4-216DBC61A5C6}"/>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t="5008" b="5008"/>
          <a:stretch>
            <a:fillRect/>
          </a:stretch>
        </p:blipFill>
        <p:spPr bwMode="auto">
          <a:xfrm>
            <a:off x="30480" y="1524000"/>
            <a:ext cx="5202098" cy="2077307"/>
          </a:xfrm>
          <a:prstGeom prst="rect">
            <a:avLst/>
          </a:prstGeom>
          <a:noFill/>
          <a:ln>
            <a:noFill/>
          </a:ln>
          <a:effectLst/>
          <a:extLst>
            <a:ext uri="{909E8E84-426E-40DD-AFC4-6F175D3DCCD1}">
              <a14:hiddenFill xmlns:a14="http://schemas.microsoft.com/office/drawing/2010/main">
                <a:blipFill dpi="0" rotWithShape="0">
                  <a:blip/>
                  <a:srcRect t="5008" b="5008"/>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 name="Picture 4">
            <a:extLst>
              <a:ext uri="{FF2B5EF4-FFF2-40B4-BE49-F238E27FC236}">
                <a16:creationId xmlns:a16="http://schemas.microsoft.com/office/drawing/2014/main" id="{0BE95083-9363-6C94-AAD9-102C3C27C5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2544" y="1524000"/>
            <a:ext cx="3197136" cy="20306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 name="Picture 4">
            <a:extLst>
              <a:ext uri="{FF2B5EF4-FFF2-40B4-BE49-F238E27FC236}">
                <a16:creationId xmlns:a16="http://schemas.microsoft.com/office/drawing/2014/main" id="{4CCB130C-C054-616A-C9B3-CFE0FA663AC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959" y="3661226"/>
            <a:ext cx="5171619" cy="285493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Slide Number Placeholder 7">
            <a:extLst>
              <a:ext uri="{FF2B5EF4-FFF2-40B4-BE49-F238E27FC236}">
                <a16:creationId xmlns:a16="http://schemas.microsoft.com/office/drawing/2014/main" id="{74C7C651-398D-4321-4383-264F950010F0}"/>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7336470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F4DEFDD-8BB8-4102-9CD5-9F8C9E4E95FF}" type="slidenum">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sz="1200" b="0" i="0" u="none" strike="noStrike" kern="1200" cap="none" spc="0" normalizeH="0" baseline="0" noProof="0" dirty="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24" name="Title 1"/>
          <p:cNvSpPr>
            <a:spLocks noGrp="1"/>
          </p:cNvSpPr>
          <p:nvPr>
            <p:ph type="title" idx="4294967295"/>
          </p:nvPr>
        </p:nvSpPr>
        <p:spPr>
          <a:xfrm>
            <a:off x="0" y="889000"/>
            <a:ext cx="8728075" cy="492125"/>
          </a:xfrm>
        </p:spPr>
        <p:txBody>
          <a:bodyPr>
            <a:normAutofit fontScale="90000"/>
          </a:bodyPr>
          <a:lstStyle/>
          <a:p>
            <a:br>
              <a:rPr lang="en-US" sz="2100" dirty="0">
                <a:solidFill>
                  <a:srgbClr val="557799"/>
                </a:solidFill>
                <a:latin typeface="Century Gothic" panose="020B0502020202020204" pitchFamily="34" charset="0"/>
              </a:rPr>
            </a:br>
            <a:br>
              <a:rPr lang="en-US" sz="2100" dirty="0">
                <a:solidFill>
                  <a:srgbClr val="557799"/>
                </a:solidFill>
                <a:latin typeface="Century Gothic" panose="020B0502020202020204" pitchFamily="34" charset="0"/>
              </a:rPr>
            </a:br>
            <a:r>
              <a:rPr lang="en-US" b="1" dirty="0">
                <a:solidFill>
                  <a:srgbClr val="557799"/>
                </a:solidFill>
                <a:latin typeface="Garamond" panose="02020404030301010803" pitchFamily="18" charset="0"/>
              </a:rPr>
              <a:t>DevOps – Life Cycle</a:t>
            </a:r>
            <a:br>
              <a:rPr lang="en-US" b="1" dirty="0">
                <a:solidFill>
                  <a:srgbClr val="557799"/>
                </a:solidFill>
                <a:latin typeface="Garamond" panose="02020404030301010803" pitchFamily="18" charset="0"/>
              </a:rPr>
            </a:br>
            <a:r>
              <a:rPr lang="en-US" b="1" dirty="0">
                <a:solidFill>
                  <a:srgbClr val="557799"/>
                </a:solidFill>
                <a:latin typeface="Garamond" panose="02020404030301010803" pitchFamily="18" charset="0"/>
              </a:rPr>
              <a:t> </a:t>
            </a:r>
            <a:br>
              <a:rPr lang="en-US" sz="2100" dirty="0">
                <a:latin typeface="Century Gothic" panose="020B0502020202020204" pitchFamily="34" charset="0"/>
              </a:rPr>
            </a:br>
            <a:endParaRPr lang="en-US" sz="2100" dirty="0">
              <a:solidFill>
                <a:srgbClr val="557799"/>
              </a:solidFill>
              <a:latin typeface="Century Gothic" panose="020B0502020202020204" pitchFamily="34" charset="0"/>
            </a:endParaRPr>
          </a:p>
        </p:txBody>
      </p:sp>
      <p:pic>
        <p:nvPicPr>
          <p:cNvPr id="4" name="Picture 3">
            <a:extLst>
              <a:ext uri="{FF2B5EF4-FFF2-40B4-BE49-F238E27FC236}">
                <a16:creationId xmlns:a16="http://schemas.microsoft.com/office/drawing/2014/main" id="{D848105B-8D1C-4CF7-BB34-0A7E5BD38576}"/>
              </a:ext>
            </a:extLst>
          </p:cNvPr>
          <p:cNvPicPr>
            <a:picLocks noChangeAspect="1"/>
          </p:cNvPicPr>
          <p:nvPr/>
        </p:nvPicPr>
        <p:blipFill>
          <a:blip r:embed="rId3"/>
          <a:stretch>
            <a:fillRect/>
          </a:stretch>
        </p:blipFill>
        <p:spPr>
          <a:xfrm>
            <a:off x="358462" y="1477185"/>
            <a:ext cx="8688500" cy="1877044"/>
          </a:xfrm>
          <a:prstGeom prst="rect">
            <a:avLst/>
          </a:prstGeom>
        </p:spPr>
      </p:pic>
      <p:sp>
        <p:nvSpPr>
          <p:cNvPr id="5" name="Rectangle 4">
            <a:extLst>
              <a:ext uri="{FF2B5EF4-FFF2-40B4-BE49-F238E27FC236}">
                <a16:creationId xmlns:a16="http://schemas.microsoft.com/office/drawing/2014/main" id="{E400E662-EE63-4FA3-A3DF-503115BDDD1E}"/>
              </a:ext>
            </a:extLst>
          </p:cNvPr>
          <p:cNvSpPr/>
          <p:nvPr/>
        </p:nvSpPr>
        <p:spPr>
          <a:xfrm>
            <a:off x="34413" y="3581400"/>
            <a:ext cx="8818361" cy="2296783"/>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825"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2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Treat Ops as first-class citizens throughout the lifecycle (</a:t>
            </a:r>
            <a:r>
              <a:rPr kumimoji="0" lang="en-US" sz="2250" b="1" i="0" u="none" strike="noStrike" kern="1200" cap="none" spc="0" normalizeH="0" baseline="0" noProof="0" dirty="0" err="1">
                <a:ln>
                  <a:noFill/>
                </a:ln>
                <a:solidFill>
                  <a:prstClr val="black"/>
                </a:solidFill>
                <a:effectLst/>
                <a:uLnTx/>
                <a:uFillTx/>
                <a:latin typeface="Garamond" panose="02020404030301010803" pitchFamily="18" charset="0"/>
                <a:ea typeface="+mn-ea"/>
                <a:cs typeface="Arial" panose="020B0604020202020204" pitchFamily="34" charset="0"/>
              </a:rPr>
              <a:t>Eg.</a:t>
            </a:r>
            <a:r>
              <a:rPr kumimoji="0" lang="en-US" sz="22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 During requirement )</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2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Many decisions can make operating a system harder or easier</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2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Logging and monitoring to suit Ops</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2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Make Dev more responsible for relevant incident handling</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2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Shorten the time between finding and repairing errors </a:t>
            </a:r>
          </a:p>
        </p:txBody>
      </p:sp>
    </p:spTree>
    <p:extLst>
      <p:ext uri="{BB962C8B-B14F-4D97-AF65-F5344CB8AC3E}">
        <p14:creationId xmlns:p14="http://schemas.microsoft.com/office/powerpoint/2010/main" val="39379553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F4DEFDD-8BB8-4102-9CD5-9F8C9E4E95FF}" type="slidenum">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sz="1200" b="0" i="0" u="none" strike="noStrike" kern="1200" cap="none" spc="0" normalizeH="0" baseline="0" noProof="0" dirty="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24" name="Title 1"/>
          <p:cNvSpPr>
            <a:spLocks noGrp="1"/>
          </p:cNvSpPr>
          <p:nvPr>
            <p:ph type="title" idx="4294967295"/>
          </p:nvPr>
        </p:nvSpPr>
        <p:spPr>
          <a:xfrm>
            <a:off x="57397" y="744314"/>
            <a:ext cx="8728075" cy="492125"/>
          </a:xfrm>
        </p:spPr>
        <p:txBody>
          <a:bodyPr>
            <a:normAutofit fontScale="90000"/>
          </a:bodyPr>
          <a:lstStyle/>
          <a:p>
            <a:br>
              <a:rPr lang="en-US" sz="2100" dirty="0">
                <a:solidFill>
                  <a:srgbClr val="557799"/>
                </a:solidFill>
                <a:latin typeface="Century Gothic" panose="020B0502020202020204" pitchFamily="34" charset="0"/>
              </a:rPr>
            </a:br>
            <a:br>
              <a:rPr lang="en-US" sz="2100" dirty="0">
                <a:solidFill>
                  <a:srgbClr val="557799"/>
                </a:solidFill>
                <a:latin typeface="Century Gothic" panose="020B0502020202020204" pitchFamily="34" charset="0"/>
              </a:rPr>
            </a:br>
            <a:r>
              <a:rPr lang="en-US" dirty="0">
                <a:solidFill>
                  <a:srgbClr val="557799"/>
                </a:solidFill>
                <a:latin typeface="Garamond" panose="02020404030301010803" pitchFamily="18" charset="0"/>
              </a:rPr>
              <a:t>Stages of a DevOps evolution</a:t>
            </a:r>
            <a:br>
              <a:rPr lang="en-US" b="1" dirty="0">
                <a:solidFill>
                  <a:srgbClr val="557799"/>
                </a:solidFill>
                <a:latin typeface="Garamond" panose="02020404030301010803" pitchFamily="18" charset="0"/>
              </a:rPr>
            </a:br>
            <a:r>
              <a:rPr lang="en-US" b="1" dirty="0">
                <a:solidFill>
                  <a:srgbClr val="557799"/>
                </a:solidFill>
                <a:latin typeface="Garamond" panose="02020404030301010803" pitchFamily="18" charset="0"/>
              </a:rPr>
              <a:t> </a:t>
            </a:r>
            <a:br>
              <a:rPr lang="en-US" sz="2100" dirty="0">
                <a:latin typeface="Century Gothic" panose="020B0502020202020204" pitchFamily="34" charset="0"/>
              </a:rPr>
            </a:br>
            <a:endParaRPr lang="en-US" sz="2100" dirty="0">
              <a:solidFill>
                <a:srgbClr val="557799"/>
              </a:solidFill>
              <a:latin typeface="Century Gothic" panose="020B0502020202020204" pitchFamily="34" charset="0"/>
            </a:endParaRPr>
          </a:p>
        </p:txBody>
      </p:sp>
      <p:sp>
        <p:nvSpPr>
          <p:cNvPr id="3" name="Rectangle 2">
            <a:extLst>
              <a:ext uri="{FF2B5EF4-FFF2-40B4-BE49-F238E27FC236}">
                <a16:creationId xmlns:a16="http://schemas.microsoft.com/office/drawing/2014/main" id="{8626B891-E985-4EE9-A9B4-A251755FE69A}"/>
              </a:ext>
            </a:extLst>
          </p:cNvPr>
          <p:cNvSpPr/>
          <p:nvPr/>
        </p:nvSpPr>
        <p:spPr>
          <a:xfrm>
            <a:off x="57397" y="1380507"/>
            <a:ext cx="8936879" cy="4339650"/>
          </a:xfrm>
          <a:prstGeom prst="rect">
            <a:avLst/>
          </a:prstGeom>
        </p:spPr>
        <p:txBody>
          <a:bodyPr wrap="square">
            <a:spAutoFit/>
          </a:bodyPr>
          <a:lstStyle/>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100" b="1" i="0" u="none" strike="noStrike" kern="1200" cap="none" spc="0" normalizeH="0" baseline="0" noProof="0" dirty="0">
                <a:ln>
                  <a:noFill/>
                </a:ln>
                <a:solidFill>
                  <a:srgbClr val="0070C0"/>
                </a:solidFill>
                <a:effectLst/>
                <a:uLnTx/>
                <a:uFillTx/>
                <a:latin typeface="Garamond" panose="02020404030301010803" pitchFamily="18" charset="0"/>
                <a:ea typeface="+mn-ea"/>
                <a:cs typeface="Arial" panose="020B0604020202020204" pitchFamily="34" charset="0"/>
              </a:rPr>
              <a:t>Normalize the technological stack</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Teams have begun adopting true Agile methods and are implementing proper version control as they seek to provide continuous integration and delivery</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practitioners must build on a standard set of technologies, and put application configurations in version control</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100" b="1" i="0" u="none" strike="noStrike" kern="1200" cap="none" spc="0" normalizeH="0" baseline="0" noProof="0" dirty="0">
                <a:ln>
                  <a:noFill/>
                </a:ln>
                <a:solidFill>
                  <a:srgbClr val="0070C0"/>
                </a:solidFill>
                <a:effectLst/>
                <a:uLnTx/>
                <a:uFillTx/>
                <a:latin typeface="Garamond" panose="02020404030301010803" pitchFamily="18" charset="0"/>
                <a:ea typeface="+mn-ea"/>
                <a:cs typeface="Arial" panose="020B0604020202020204" pitchFamily="34" charset="0"/>
              </a:rPr>
              <a:t>Standardize and reduce variability</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Both development and operation teams are working toward one goal - Variability</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Teams must work to make sure tech is further consolidated to a single OS or OS family, process complexity is reduced, and early collaboration opportunities are explored</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At this stage, system configurations should also be placed in version control and applications should be re-architected to fit business needs</a:t>
            </a:r>
          </a:p>
        </p:txBody>
      </p:sp>
    </p:spTree>
    <p:extLst>
      <p:ext uri="{BB962C8B-B14F-4D97-AF65-F5344CB8AC3E}">
        <p14:creationId xmlns:p14="http://schemas.microsoft.com/office/powerpoint/2010/main" val="3020305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F4DEFDD-8BB8-4102-9CD5-9F8C9E4E95FF}" type="slidenum">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sz="1200" b="0" i="0" u="none" strike="noStrike" kern="1200" cap="none" spc="0" normalizeH="0" baseline="0" noProof="0" dirty="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24" name="Title 1"/>
          <p:cNvSpPr>
            <a:spLocks noGrp="1"/>
          </p:cNvSpPr>
          <p:nvPr>
            <p:ph type="title" idx="4294967295"/>
          </p:nvPr>
        </p:nvSpPr>
        <p:spPr>
          <a:xfrm>
            <a:off x="0" y="304800"/>
            <a:ext cx="8728075" cy="1076325"/>
          </a:xfrm>
        </p:spPr>
        <p:txBody>
          <a:bodyPr>
            <a:noAutofit/>
          </a:bodyPr>
          <a:lstStyle/>
          <a:p>
            <a:br>
              <a:rPr lang="en-US" sz="3200" dirty="0">
                <a:solidFill>
                  <a:srgbClr val="557799"/>
                </a:solidFill>
                <a:latin typeface="Century Gothic" panose="020B0502020202020204" pitchFamily="34" charset="0"/>
              </a:rPr>
            </a:br>
            <a:br>
              <a:rPr lang="en-US" sz="3200" dirty="0">
                <a:solidFill>
                  <a:srgbClr val="557799"/>
                </a:solidFill>
                <a:latin typeface="Century Gothic" panose="020B0502020202020204" pitchFamily="34" charset="0"/>
              </a:rPr>
            </a:br>
            <a:r>
              <a:rPr lang="en-US" sz="3200" dirty="0">
                <a:solidFill>
                  <a:srgbClr val="557799"/>
                </a:solidFill>
                <a:latin typeface="Garamond" panose="02020404030301010803" pitchFamily="18" charset="0"/>
              </a:rPr>
              <a:t>S</a:t>
            </a:r>
            <a:r>
              <a:rPr lang="en-US" sz="3200" b="1" dirty="0">
                <a:solidFill>
                  <a:srgbClr val="557799"/>
                </a:solidFill>
                <a:latin typeface="Garamond" panose="02020404030301010803" pitchFamily="18" charset="0"/>
              </a:rPr>
              <a:t>tages of a DevOps evolution</a:t>
            </a:r>
            <a:br>
              <a:rPr lang="en-US" sz="3200" b="1" dirty="0">
                <a:solidFill>
                  <a:srgbClr val="557799"/>
                </a:solidFill>
                <a:latin typeface="Garamond" panose="02020404030301010803" pitchFamily="18" charset="0"/>
              </a:rPr>
            </a:br>
            <a:r>
              <a:rPr lang="en-US" sz="3200" b="1" dirty="0">
                <a:solidFill>
                  <a:srgbClr val="557799"/>
                </a:solidFill>
                <a:latin typeface="Garamond" panose="02020404030301010803" pitchFamily="18" charset="0"/>
              </a:rPr>
              <a:t> </a:t>
            </a:r>
            <a:br>
              <a:rPr lang="en-US" sz="3200" dirty="0">
                <a:latin typeface="Century Gothic" panose="020B0502020202020204" pitchFamily="34" charset="0"/>
              </a:rPr>
            </a:br>
            <a:endParaRPr lang="en-US" sz="3200" dirty="0">
              <a:solidFill>
                <a:srgbClr val="557799"/>
              </a:solidFill>
              <a:latin typeface="Century Gothic" panose="020B0502020202020204" pitchFamily="34" charset="0"/>
            </a:endParaRPr>
          </a:p>
        </p:txBody>
      </p:sp>
      <p:sp>
        <p:nvSpPr>
          <p:cNvPr id="3" name="Rectangle 2">
            <a:extLst>
              <a:ext uri="{FF2B5EF4-FFF2-40B4-BE49-F238E27FC236}">
                <a16:creationId xmlns:a16="http://schemas.microsoft.com/office/drawing/2014/main" id="{8626B891-E985-4EE9-A9B4-A251755FE69A}"/>
              </a:ext>
            </a:extLst>
          </p:cNvPr>
          <p:cNvSpPr/>
          <p:nvPr/>
        </p:nvSpPr>
        <p:spPr>
          <a:xfrm>
            <a:off x="-76200" y="1380507"/>
            <a:ext cx="9448800" cy="4639732"/>
          </a:xfrm>
          <a:prstGeom prst="rect">
            <a:avLst/>
          </a:prstGeom>
        </p:spPr>
        <p:txBody>
          <a:bodyPr wrap="square">
            <a:spAutoFit/>
          </a:bodyPr>
          <a:lstStyle/>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100" b="1" i="0" u="none" strike="noStrike" kern="1200" cap="none" spc="0" normalizeH="0" baseline="0" noProof="0" dirty="0">
                <a:ln>
                  <a:noFill/>
                </a:ln>
                <a:solidFill>
                  <a:srgbClr val="0070C0"/>
                </a:solidFill>
                <a:effectLst/>
                <a:uLnTx/>
                <a:uFillTx/>
                <a:latin typeface="Garamond" panose="02020404030301010803" pitchFamily="18" charset="0"/>
                <a:ea typeface="+mn-ea"/>
                <a:cs typeface="Arial" panose="020B0604020202020204" pitchFamily="34" charset="0"/>
              </a:rPr>
              <a:t>Develop DevOps practices</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Administrative burden must be detected and eliminated so that the teams can work and move faster</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Bureaucratic red tape must be eliminated so that individual contributors can do work without approval from outside the team and changes can be made without as much wait time</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Collaboration between development and operating teams intensifies</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100" b="1" i="0" u="none" strike="noStrike" kern="1200" cap="none" spc="0" normalizeH="0" baseline="0" noProof="0" dirty="0">
                <a:ln>
                  <a:noFill/>
                </a:ln>
                <a:solidFill>
                  <a:srgbClr val="0070C0"/>
                </a:solidFill>
                <a:effectLst/>
                <a:uLnTx/>
                <a:uFillTx/>
                <a:latin typeface="Garamond" panose="02020404030301010803" pitchFamily="18" charset="0"/>
                <a:ea typeface="+mn-ea"/>
                <a:cs typeface="Arial" panose="020B0604020202020204" pitchFamily="34" charset="0"/>
              </a:rPr>
              <a:t>Automate infrastructure delivery</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lessen the discrepancy between development's output and operations' delivery times</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security configurations, system configurations, and provisioning are automated, the DevOps team can deliver faster and is better set up for future self-service</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Agile infrastructure also aims to provide developers with quick access to an environment which is conducive to the deployment of their systems</a:t>
            </a:r>
          </a:p>
        </p:txBody>
      </p:sp>
    </p:spTree>
    <p:extLst>
      <p:ext uri="{BB962C8B-B14F-4D97-AF65-F5344CB8AC3E}">
        <p14:creationId xmlns:p14="http://schemas.microsoft.com/office/powerpoint/2010/main" val="6595763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F4DEFDD-8BB8-4102-9CD5-9F8C9E4E95FF}" type="slidenum">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sz="1200" b="0" i="0" u="none" strike="noStrike" kern="1200" cap="none" spc="0" normalizeH="0" baseline="0" noProof="0" dirty="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24" name="Title 1"/>
          <p:cNvSpPr>
            <a:spLocks noGrp="1"/>
          </p:cNvSpPr>
          <p:nvPr>
            <p:ph type="title" idx="4294967295"/>
          </p:nvPr>
        </p:nvSpPr>
        <p:spPr>
          <a:xfrm>
            <a:off x="84436" y="685800"/>
            <a:ext cx="8728075" cy="492125"/>
          </a:xfrm>
        </p:spPr>
        <p:txBody>
          <a:bodyPr>
            <a:noAutofit/>
          </a:bodyPr>
          <a:lstStyle/>
          <a:p>
            <a:br>
              <a:rPr lang="en-US" sz="3600" dirty="0">
                <a:solidFill>
                  <a:srgbClr val="557799"/>
                </a:solidFill>
                <a:latin typeface="Century Gothic" panose="020B0502020202020204" pitchFamily="34" charset="0"/>
              </a:rPr>
            </a:br>
            <a:br>
              <a:rPr lang="en-US" sz="3600" dirty="0">
                <a:solidFill>
                  <a:srgbClr val="557799"/>
                </a:solidFill>
                <a:latin typeface="Century Gothic" panose="020B0502020202020204" pitchFamily="34" charset="0"/>
              </a:rPr>
            </a:br>
            <a:r>
              <a:rPr lang="en-US" sz="3600" dirty="0">
                <a:solidFill>
                  <a:srgbClr val="557799"/>
                </a:solidFill>
                <a:latin typeface="Garamond" panose="02020404030301010803" pitchFamily="18" charset="0"/>
              </a:rPr>
              <a:t>S</a:t>
            </a:r>
            <a:r>
              <a:rPr lang="en-US" sz="3600" b="1" dirty="0">
                <a:solidFill>
                  <a:srgbClr val="557799"/>
                </a:solidFill>
                <a:latin typeface="Garamond" panose="02020404030301010803" pitchFamily="18" charset="0"/>
              </a:rPr>
              <a:t>tages of a DevOps evolution</a:t>
            </a:r>
            <a:br>
              <a:rPr lang="en-US" sz="3600" b="1" dirty="0">
                <a:solidFill>
                  <a:srgbClr val="557799"/>
                </a:solidFill>
                <a:latin typeface="Garamond" panose="02020404030301010803" pitchFamily="18" charset="0"/>
              </a:rPr>
            </a:br>
            <a:r>
              <a:rPr lang="en-US" sz="3600" b="1" dirty="0">
                <a:solidFill>
                  <a:srgbClr val="557799"/>
                </a:solidFill>
                <a:latin typeface="Garamond" panose="02020404030301010803" pitchFamily="18" charset="0"/>
              </a:rPr>
              <a:t> </a:t>
            </a:r>
            <a:br>
              <a:rPr lang="en-US" sz="3600" dirty="0">
                <a:latin typeface="Century Gothic" panose="020B0502020202020204" pitchFamily="34" charset="0"/>
              </a:rPr>
            </a:br>
            <a:endParaRPr lang="en-US" sz="3600" dirty="0">
              <a:solidFill>
                <a:srgbClr val="557799"/>
              </a:solidFill>
              <a:latin typeface="Century Gothic" panose="020B0502020202020204" pitchFamily="34" charset="0"/>
            </a:endParaRPr>
          </a:p>
        </p:txBody>
      </p:sp>
      <p:sp>
        <p:nvSpPr>
          <p:cNvPr id="3" name="Rectangle 2">
            <a:extLst>
              <a:ext uri="{FF2B5EF4-FFF2-40B4-BE49-F238E27FC236}">
                <a16:creationId xmlns:a16="http://schemas.microsoft.com/office/drawing/2014/main" id="{8626B891-E985-4EE9-A9B4-A251755FE69A}"/>
              </a:ext>
            </a:extLst>
          </p:cNvPr>
          <p:cNvSpPr/>
          <p:nvPr/>
        </p:nvSpPr>
        <p:spPr>
          <a:xfrm>
            <a:off x="57397" y="1380507"/>
            <a:ext cx="8936879" cy="3739485"/>
          </a:xfrm>
          <a:prstGeom prst="rect">
            <a:avLst/>
          </a:prstGeom>
        </p:spPr>
        <p:txBody>
          <a:bodyPr wrap="square">
            <a:spAutoFit/>
          </a:bodyPr>
          <a:lstStyle/>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100" b="1" i="0" u="none" strike="noStrike" kern="1200" cap="none" spc="0" normalizeH="0" baseline="0" noProof="0" dirty="0">
                <a:ln>
                  <a:noFill/>
                </a:ln>
                <a:solidFill>
                  <a:srgbClr val="0070C0"/>
                </a:solidFill>
                <a:effectLst/>
                <a:uLnTx/>
                <a:uFillTx/>
                <a:latin typeface="Garamond" panose="02020404030301010803" pitchFamily="18" charset="0"/>
                <a:ea typeface="+mn-ea"/>
                <a:cs typeface="Arial" panose="020B0604020202020204" pitchFamily="34" charset="0"/>
              </a:rPr>
              <a:t>Provide self-service capabilities</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Many of the self-service capabilities are realized and more resources are made available. Here, application developers can deploy testing environments on their own and success metrics are clearly visible to the team.</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100" b="1" i="0" u="none" strike="noStrike" kern="1200" cap="none" spc="0" normalizeH="0" baseline="0" noProof="0" dirty="0">
                <a:ln>
                  <a:noFill/>
                </a:ln>
                <a:solidFill>
                  <a:srgbClr val="0070C0"/>
                </a:solidFill>
                <a:effectLst/>
                <a:uLnTx/>
                <a:uFillTx/>
                <a:latin typeface="Garamond" panose="02020404030301010803" pitchFamily="18" charset="0"/>
                <a:ea typeface="+mn-ea"/>
                <a:cs typeface="Arial" panose="020B0604020202020204" pitchFamily="34" charset="0"/>
              </a:rPr>
              <a:t>Provide self-service capabilities</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Teams use “themselves” to progress in their work without administrative constraints</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Many of the self-service capabilities are realized and more resources are made available. Here, application developers can deploy testing environments on their own and success metrics are clearly visible to the team.</a:t>
            </a:r>
          </a:p>
        </p:txBody>
      </p:sp>
    </p:spTree>
    <p:extLst>
      <p:ext uri="{BB962C8B-B14F-4D97-AF65-F5344CB8AC3E}">
        <p14:creationId xmlns:p14="http://schemas.microsoft.com/office/powerpoint/2010/main" val="39881077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B92D9E-A5F6-CB6D-8A9C-D087229CAD75}"/>
              </a:ext>
            </a:extLst>
          </p:cNvPr>
          <p:cNvSpPr>
            <a:spLocks noGrp="1"/>
          </p:cNvSpPr>
          <p:nvPr>
            <p:ph sz="quarter" idx="10"/>
          </p:nvPr>
        </p:nvSpPr>
        <p:spPr/>
        <p:txBody>
          <a:bodyPr/>
          <a:lstStyle/>
          <a:p>
            <a:r>
              <a:rPr lang="en-US" dirty="0">
                <a:solidFill>
                  <a:srgbClr val="557799"/>
                </a:solidFill>
                <a:latin typeface="Garamond" panose="02020404030301010803" pitchFamily="18" charset="0"/>
                <a:ea typeface="+mj-ea"/>
              </a:rPr>
              <a:t>Benefits of DevOps</a:t>
            </a:r>
            <a:endParaRPr lang="en-IN" dirty="0">
              <a:solidFill>
                <a:srgbClr val="557799"/>
              </a:solidFill>
              <a:latin typeface="Garamond" panose="02020404030301010803" pitchFamily="18" charset="0"/>
              <a:ea typeface="+mj-ea"/>
            </a:endParaRPr>
          </a:p>
        </p:txBody>
      </p:sp>
      <p:pic>
        <p:nvPicPr>
          <p:cNvPr id="4" name="Content Placeholder 3">
            <a:extLst>
              <a:ext uri="{FF2B5EF4-FFF2-40B4-BE49-F238E27FC236}">
                <a16:creationId xmlns:a16="http://schemas.microsoft.com/office/drawing/2014/main" id="{2DAA9BD2-87C1-D450-820D-69ABBAEDD33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2057129"/>
            <a:ext cx="8229600" cy="3399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71FB7172-BD8A-8CF9-0EEA-CAC844E47FD9}"/>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2539398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7227A0-E5A6-E47B-C365-50FDBBEB6B6B}"/>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March 15-16-17, 2024</a:t>
            </a:r>
          </a:p>
        </p:txBody>
      </p:sp>
      <p:sp>
        <p:nvSpPr>
          <p:cNvPr id="6" name="Slide Number Placeholder 5">
            <a:extLst>
              <a:ext uri="{FF2B5EF4-FFF2-40B4-BE49-F238E27FC236}">
                <a16:creationId xmlns:a16="http://schemas.microsoft.com/office/drawing/2014/main" id="{4A92E4AF-BECE-1108-DC41-995E95F7AC8B}"/>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pic>
        <p:nvPicPr>
          <p:cNvPr id="8" name="Picture 7">
            <a:extLst>
              <a:ext uri="{FF2B5EF4-FFF2-40B4-BE49-F238E27FC236}">
                <a16:creationId xmlns:a16="http://schemas.microsoft.com/office/drawing/2014/main" id="{C02CECF1-4AF5-B6CA-60C0-BAB4F36A197F}"/>
              </a:ext>
            </a:extLst>
          </p:cNvPr>
          <p:cNvPicPr/>
          <p:nvPr/>
        </p:nvPicPr>
        <p:blipFill>
          <a:blip r:embed="rId2"/>
          <a:stretch>
            <a:fillRect/>
          </a:stretch>
        </p:blipFill>
        <p:spPr>
          <a:xfrm>
            <a:off x="685800" y="1371600"/>
            <a:ext cx="6693310" cy="4800600"/>
          </a:xfrm>
          <a:prstGeom prst="rect">
            <a:avLst/>
          </a:prstGeom>
        </p:spPr>
      </p:pic>
      <p:sp>
        <p:nvSpPr>
          <p:cNvPr id="12" name="Title 1">
            <a:extLst>
              <a:ext uri="{FF2B5EF4-FFF2-40B4-BE49-F238E27FC236}">
                <a16:creationId xmlns:a16="http://schemas.microsoft.com/office/drawing/2014/main" id="{1B7950CB-E37B-1718-8EA6-94558B4B60A3}"/>
              </a:ext>
            </a:extLst>
          </p:cNvPr>
          <p:cNvSpPr txBox="1">
            <a:spLocks/>
          </p:cNvSpPr>
          <p:nvPr/>
        </p:nvSpPr>
        <p:spPr>
          <a:xfrm>
            <a:off x="152400" y="457200"/>
            <a:ext cx="5715000" cy="628650"/>
          </a:xfrm>
          <a:prstGeom prst="rect">
            <a:avLst/>
          </a:prstGeom>
        </p:spPr>
        <p:txBody>
          <a:bodyPr vert="horz" lIns="91440" tIns="45720" rIns="91440" bIns="45720" rtlCol="0" anchor="ctr">
            <a:noAutofit/>
          </a:bodyPr>
          <a:lst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br>
              <a:rPr kumimoji="0" lang="en-US" sz="3200" b="1" i="0" u="none" strike="noStrike" kern="1200" cap="none" spc="-150" normalizeH="0" baseline="0" noProof="0" dirty="0">
                <a:ln>
                  <a:noFill/>
                </a:ln>
                <a:solidFill>
                  <a:srgbClr val="557799"/>
                </a:solidFill>
                <a:effectLst/>
                <a:uLnTx/>
                <a:uFillTx/>
                <a:latin typeface="Century Gothic" panose="020B0502020202020204" pitchFamily="34" charset="0"/>
                <a:ea typeface="+mj-ea"/>
                <a:cs typeface="Arial" pitchFamily="34" charset="0"/>
              </a:rPr>
            </a:br>
            <a:br>
              <a:rPr kumimoji="0" lang="en-US" sz="3200" b="1" i="0" u="none" strike="noStrike" kern="1200" cap="none" spc="-150" normalizeH="0" baseline="0" noProof="0" dirty="0">
                <a:ln>
                  <a:noFill/>
                </a:ln>
                <a:solidFill>
                  <a:srgbClr val="557799"/>
                </a:solidFill>
                <a:effectLst/>
                <a:uLnTx/>
                <a:uFillTx/>
                <a:latin typeface="Century Gothic" panose="020B0502020202020204" pitchFamily="34" charset="0"/>
                <a:ea typeface="+mj-ea"/>
                <a:cs typeface="Arial" pitchFamily="34" charset="0"/>
              </a:rPr>
            </a:br>
            <a:r>
              <a:rPr kumimoji="0" lang="en-US" sz="3600" b="1" i="0" u="none" strike="noStrike" kern="1200" cap="none" spc="-150" normalizeH="0" baseline="0" noProof="0" dirty="0">
                <a:ln>
                  <a:noFill/>
                </a:ln>
                <a:solidFill>
                  <a:srgbClr val="557799"/>
                </a:solidFill>
                <a:effectLst/>
                <a:uLnTx/>
                <a:uFillTx/>
                <a:latin typeface="Garamond" panose="02020404030301010803" pitchFamily="18" charset="0"/>
                <a:ea typeface="+mj-ea"/>
                <a:cs typeface="Arial" pitchFamily="34" charset="0"/>
              </a:rPr>
              <a:t>DevOps-  Model &amp; Practices</a:t>
            </a:r>
            <a:br>
              <a:rPr kumimoji="0" lang="en-US" sz="3200" b="1" i="0" u="none" strike="noStrike" kern="1200" cap="none" spc="-150" normalizeH="0" baseline="0" noProof="0" dirty="0">
                <a:ln>
                  <a:noFill/>
                </a:ln>
                <a:solidFill>
                  <a:srgbClr val="557799"/>
                </a:solidFill>
                <a:effectLst/>
                <a:uLnTx/>
                <a:uFillTx/>
                <a:latin typeface="Garamond" panose="02020404030301010803" pitchFamily="18" charset="0"/>
                <a:ea typeface="+mj-ea"/>
                <a:cs typeface="Arial" pitchFamily="34" charset="0"/>
              </a:rPr>
            </a:br>
            <a:r>
              <a:rPr kumimoji="0" lang="en-US" sz="3200" b="1" i="0" u="none" strike="noStrike" kern="1200" cap="none" spc="-150" normalizeH="0" baseline="0" noProof="0" dirty="0">
                <a:ln>
                  <a:noFill/>
                </a:ln>
                <a:solidFill>
                  <a:srgbClr val="557799"/>
                </a:solidFill>
                <a:effectLst/>
                <a:uLnTx/>
                <a:uFillTx/>
                <a:latin typeface="Garamond" panose="02020404030301010803" pitchFamily="18" charset="0"/>
                <a:ea typeface="+mj-ea"/>
                <a:cs typeface="Arial" pitchFamily="34" charset="0"/>
              </a:rPr>
              <a:t> </a:t>
            </a:r>
            <a:br>
              <a:rPr kumimoji="0" lang="en-US" sz="3200" b="1" i="0" u="none" strike="noStrike" kern="1200" cap="none" spc="-150" normalizeH="0" baseline="0" noProof="0" dirty="0">
                <a:ln>
                  <a:noFill/>
                </a:ln>
                <a:solidFill>
                  <a:prstClr val="black"/>
                </a:solidFill>
                <a:effectLst/>
                <a:uLnTx/>
                <a:uFillTx/>
                <a:latin typeface="Century Gothic" panose="020B0502020202020204" pitchFamily="34" charset="0"/>
                <a:ea typeface="+mj-ea"/>
                <a:cs typeface="Arial" pitchFamily="34" charset="0"/>
              </a:rPr>
            </a:br>
            <a:endParaRPr kumimoji="0" lang="en-US" sz="3200" b="1" i="0" u="none" strike="noStrike" kern="1200" cap="none" spc="-150" normalizeH="0" baseline="0" noProof="0" dirty="0">
              <a:ln>
                <a:noFill/>
              </a:ln>
              <a:solidFill>
                <a:srgbClr val="557799"/>
              </a:solidFill>
              <a:effectLst/>
              <a:uLnTx/>
              <a:uFillTx/>
              <a:latin typeface="Century Gothic" panose="020B0502020202020204" pitchFamily="34" charset="0"/>
              <a:ea typeface="+mj-ea"/>
              <a:cs typeface="Arial" pitchFamily="34" charset="0"/>
            </a:endParaRPr>
          </a:p>
        </p:txBody>
      </p:sp>
    </p:spTree>
    <p:extLst>
      <p:ext uri="{BB962C8B-B14F-4D97-AF65-F5344CB8AC3E}">
        <p14:creationId xmlns:p14="http://schemas.microsoft.com/office/powerpoint/2010/main" val="26112227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F4DEFDD-8BB8-4102-9CD5-9F8C9E4E95FF}" type="slidenum">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sz="1200" b="0" i="0" u="none" strike="noStrike" kern="1200" cap="none" spc="0" normalizeH="0" baseline="0" noProof="0" dirty="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24" name="Title 1"/>
          <p:cNvSpPr>
            <a:spLocks noGrp="1"/>
          </p:cNvSpPr>
          <p:nvPr>
            <p:ph type="title" idx="4294967295"/>
          </p:nvPr>
        </p:nvSpPr>
        <p:spPr>
          <a:xfrm>
            <a:off x="0" y="609600"/>
            <a:ext cx="8728075" cy="750888"/>
          </a:xfrm>
        </p:spPr>
        <p:txBody>
          <a:bodyPr>
            <a:normAutofit fontScale="90000"/>
          </a:bodyPr>
          <a:lstStyle/>
          <a:p>
            <a:br>
              <a:rPr lang="en-US" sz="2100" dirty="0">
                <a:solidFill>
                  <a:srgbClr val="557799"/>
                </a:solidFill>
                <a:latin typeface="Century Gothic" panose="020B0502020202020204" pitchFamily="34" charset="0"/>
              </a:rPr>
            </a:br>
            <a:br>
              <a:rPr lang="en-US" sz="2100" dirty="0">
                <a:solidFill>
                  <a:srgbClr val="557799"/>
                </a:solidFill>
                <a:latin typeface="Century Gothic" panose="020B0502020202020204" pitchFamily="34" charset="0"/>
              </a:rPr>
            </a:br>
            <a:r>
              <a:rPr lang="en-US" b="1" dirty="0">
                <a:solidFill>
                  <a:srgbClr val="557799"/>
                </a:solidFill>
                <a:latin typeface="Garamond" panose="02020404030301010803" pitchFamily="18" charset="0"/>
              </a:rPr>
              <a:t>DevOps-  Model &amp; Practices</a:t>
            </a:r>
            <a:br>
              <a:rPr lang="en-US" b="1" dirty="0">
                <a:solidFill>
                  <a:srgbClr val="557799"/>
                </a:solidFill>
                <a:latin typeface="Garamond" panose="02020404030301010803" pitchFamily="18" charset="0"/>
              </a:rPr>
            </a:br>
            <a:r>
              <a:rPr lang="en-US" b="1" dirty="0">
                <a:solidFill>
                  <a:srgbClr val="557799"/>
                </a:solidFill>
                <a:latin typeface="Garamond" panose="02020404030301010803" pitchFamily="18" charset="0"/>
              </a:rPr>
              <a:t> </a:t>
            </a:r>
            <a:br>
              <a:rPr lang="en-US" sz="2100" dirty="0">
                <a:latin typeface="Century Gothic" panose="020B0502020202020204" pitchFamily="34" charset="0"/>
              </a:rPr>
            </a:br>
            <a:endParaRPr lang="en-US" sz="2100" dirty="0">
              <a:solidFill>
                <a:srgbClr val="557799"/>
              </a:solidFill>
              <a:latin typeface="Century Gothic" panose="020B0502020202020204" pitchFamily="34" charset="0"/>
            </a:endParaRPr>
          </a:p>
        </p:txBody>
      </p:sp>
      <p:pic>
        <p:nvPicPr>
          <p:cNvPr id="4" name="Picture 3">
            <a:extLst>
              <a:ext uri="{FF2B5EF4-FFF2-40B4-BE49-F238E27FC236}">
                <a16:creationId xmlns:a16="http://schemas.microsoft.com/office/drawing/2014/main" id="{01DA144B-48AC-41F6-BB41-BBEDF6D99973}"/>
              </a:ext>
            </a:extLst>
          </p:cNvPr>
          <p:cNvPicPr>
            <a:picLocks noChangeAspect="1"/>
          </p:cNvPicPr>
          <p:nvPr/>
        </p:nvPicPr>
        <p:blipFill>
          <a:blip r:embed="rId3"/>
          <a:stretch>
            <a:fillRect/>
          </a:stretch>
        </p:blipFill>
        <p:spPr>
          <a:xfrm>
            <a:off x="153645" y="1676400"/>
            <a:ext cx="8554765" cy="4366495"/>
          </a:xfrm>
          <a:prstGeom prst="rect">
            <a:avLst/>
          </a:prstGeom>
        </p:spPr>
      </p:pic>
    </p:spTree>
    <p:extLst>
      <p:ext uri="{BB962C8B-B14F-4D97-AF65-F5344CB8AC3E}">
        <p14:creationId xmlns:p14="http://schemas.microsoft.com/office/powerpoint/2010/main" val="7418962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32E394-1828-3D10-8CE6-02F7AFF78AB8}"/>
              </a:ext>
            </a:extLst>
          </p:cNvPr>
          <p:cNvSpPr>
            <a:spLocks noGrp="1"/>
          </p:cNvSpPr>
          <p:nvPr>
            <p:ph sz="quarter" idx="10"/>
          </p:nvPr>
        </p:nvSpPr>
        <p:spPr>
          <a:xfrm>
            <a:off x="228600" y="152400"/>
            <a:ext cx="6324600" cy="1004888"/>
          </a:xfrm>
        </p:spPr>
        <p:txBody>
          <a:bodyPr/>
          <a:lstStyle/>
          <a:p>
            <a:r>
              <a:rPr lang="en-US" dirty="0">
                <a:solidFill>
                  <a:srgbClr val="557799"/>
                </a:solidFill>
                <a:latin typeface="Garamond" panose="02020404030301010803" pitchFamily="18" charset="0"/>
                <a:ea typeface="+mj-ea"/>
              </a:rPr>
              <a:t>How it works</a:t>
            </a:r>
            <a:endParaRPr lang="en-IN" dirty="0">
              <a:solidFill>
                <a:srgbClr val="557799"/>
              </a:solidFill>
              <a:latin typeface="Garamond" panose="02020404030301010803" pitchFamily="18" charset="0"/>
              <a:ea typeface="+mj-ea"/>
            </a:endParaRPr>
          </a:p>
        </p:txBody>
      </p:sp>
      <p:pic>
        <p:nvPicPr>
          <p:cNvPr id="4" name="Content Placeholder 3">
            <a:extLst>
              <a:ext uri="{FF2B5EF4-FFF2-40B4-BE49-F238E27FC236}">
                <a16:creationId xmlns:a16="http://schemas.microsoft.com/office/drawing/2014/main" id="{3AE580E3-72F7-FB3F-E0DA-A01488EEFD6C}"/>
              </a:ext>
            </a:extLst>
          </p:cNvPr>
          <p:cNvPicPr>
            <a:picLocks noGrp="1" noChangeAspect="1"/>
          </p:cNvPicPr>
          <p:nvPr>
            <p:ph idx="1"/>
          </p:nvPr>
        </p:nvPicPr>
        <p:blipFill>
          <a:blip r:embed="rId2"/>
          <a:stretch>
            <a:fillRect/>
          </a:stretch>
        </p:blipFill>
        <p:spPr>
          <a:xfrm>
            <a:off x="509587" y="1547019"/>
            <a:ext cx="7820025" cy="4419600"/>
          </a:xfrm>
          <a:prstGeom prst="rect">
            <a:avLst/>
          </a:prstGeom>
        </p:spPr>
      </p:pic>
      <p:sp>
        <p:nvSpPr>
          <p:cNvPr id="6" name="Slide Number Placeholder 5">
            <a:extLst>
              <a:ext uri="{FF2B5EF4-FFF2-40B4-BE49-F238E27FC236}">
                <a16:creationId xmlns:a16="http://schemas.microsoft.com/office/drawing/2014/main" id="{914E8C9A-D708-EBA1-848A-2961FD03B0B6}"/>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6766462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3D75EB1-FE3F-F012-AD10-C5DC9ACB8DEA}"/>
              </a:ext>
            </a:extLst>
          </p:cNvPr>
          <p:cNvSpPr>
            <a:spLocks noGrp="1"/>
          </p:cNvSpPr>
          <p:nvPr>
            <p:ph sz="quarter" idx="10"/>
          </p:nvPr>
        </p:nvSpPr>
        <p:spPr/>
        <p:txBody>
          <a:bodyPr rtlCol="0">
            <a:normAutofit/>
          </a:bodyPr>
          <a:lstStyle/>
          <a:p>
            <a:pPr>
              <a:defRPr/>
            </a:pPr>
            <a:r>
              <a:rPr lang="en-IN" dirty="0">
                <a:solidFill>
                  <a:srgbClr val="557799"/>
                </a:solidFill>
                <a:latin typeface="Garamond" panose="02020404030301010803" pitchFamily="18" charset="0"/>
                <a:ea typeface="+mj-ea"/>
              </a:rPr>
              <a:t>DevOps Culture</a:t>
            </a:r>
          </a:p>
        </p:txBody>
      </p:sp>
      <p:pic>
        <p:nvPicPr>
          <p:cNvPr id="2" name="Picture 5">
            <a:extLst>
              <a:ext uri="{FF2B5EF4-FFF2-40B4-BE49-F238E27FC236}">
                <a16:creationId xmlns:a16="http://schemas.microsoft.com/office/drawing/2014/main" id="{95950C13-0D4E-3D51-8B67-6732F137028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1493837"/>
            <a:ext cx="8534400" cy="48307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Date Placeholder 2">
            <a:extLst>
              <a:ext uri="{FF2B5EF4-FFF2-40B4-BE49-F238E27FC236}">
                <a16:creationId xmlns:a16="http://schemas.microsoft.com/office/drawing/2014/main" id="{BE19464A-864B-4517-15AF-DB4F395BFB4F}"/>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March 15-16-17, 2024</a:t>
            </a:r>
          </a:p>
        </p:txBody>
      </p:sp>
      <p:sp>
        <p:nvSpPr>
          <p:cNvPr id="5" name="Footer Placeholder 4">
            <a:extLst>
              <a:ext uri="{FF2B5EF4-FFF2-40B4-BE49-F238E27FC236}">
                <a16:creationId xmlns:a16="http://schemas.microsoft.com/office/drawing/2014/main" id="{3591DE16-DC51-22B1-2685-D4D458BFBB4B}"/>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6" name="Slide Number Placeholder 5">
            <a:extLst>
              <a:ext uri="{FF2B5EF4-FFF2-40B4-BE49-F238E27FC236}">
                <a16:creationId xmlns:a16="http://schemas.microsoft.com/office/drawing/2014/main" id="{FAEC130C-D8A1-70C2-31C6-4F6F10DF63B4}"/>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966952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9B7D46-1984-6124-F757-ADF6F238569B}"/>
              </a:ext>
            </a:extLst>
          </p:cNvPr>
          <p:cNvSpPr>
            <a:spLocks noGrp="1"/>
          </p:cNvSpPr>
          <p:nvPr>
            <p:ph sz="quarter" idx="10"/>
          </p:nvPr>
        </p:nvSpPr>
        <p:spPr/>
        <p:txBody>
          <a:bodyPr/>
          <a:lstStyle/>
          <a:p>
            <a:r>
              <a:rPr lang="en-US" dirty="0">
                <a:solidFill>
                  <a:srgbClr val="557799"/>
                </a:solidFill>
                <a:latin typeface="Garamond" panose="02020404030301010803" pitchFamily="18" charset="0"/>
                <a:ea typeface="+mj-ea"/>
              </a:rPr>
              <a:t>DevOps &amp; Agile</a:t>
            </a:r>
            <a:endParaRPr lang="en-IN" dirty="0">
              <a:solidFill>
                <a:srgbClr val="557799"/>
              </a:solidFill>
              <a:latin typeface="Garamond" panose="02020404030301010803" pitchFamily="18" charset="0"/>
              <a:ea typeface="+mj-ea"/>
            </a:endParaRPr>
          </a:p>
        </p:txBody>
      </p:sp>
      <p:pic>
        <p:nvPicPr>
          <p:cNvPr id="4" name="Content Placeholder 3">
            <a:extLst>
              <a:ext uri="{FF2B5EF4-FFF2-40B4-BE49-F238E27FC236}">
                <a16:creationId xmlns:a16="http://schemas.microsoft.com/office/drawing/2014/main" id="{E6F42DE8-B1EE-22C3-5C9D-26D3601D6265}"/>
              </a:ext>
            </a:extLst>
          </p:cNvPr>
          <p:cNvPicPr>
            <a:picLocks noGrp="1" noChangeAspect="1"/>
          </p:cNvPicPr>
          <p:nvPr>
            <p:ph idx="1"/>
          </p:nvPr>
        </p:nvPicPr>
        <p:blipFill>
          <a:blip r:embed="rId2"/>
          <a:stretch>
            <a:fillRect/>
          </a:stretch>
        </p:blipFill>
        <p:spPr>
          <a:xfrm>
            <a:off x="139228" y="1600199"/>
            <a:ext cx="8395172" cy="4750439"/>
          </a:xfrm>
          <a:prstGeom prst="rect">
            <a:avLst/>
          </a:prstGeom>
        </p:spPr>
      </p:pic>
      <p:sp>
        <p:nvSpPr>
          <p:cNvPr id="6" name="Slide Number Placeholder 5">
            <a:extLst>
              <a:ext uri="{FF2B5EF4-FFF2-40B4-BE49-F238E27FC236}">
                <a16:creationId xmlns:a16="http://schemas.microsoft.com/office/drawing/2014/main" id="{0EF8A795-CB35-0DF9-BF70-53A811284E9A}"/>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8673486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F4DEFDD-8BB8-4102-9CD5-9F8C9E4E95FF}" type="slidenum">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sz="1200" b="0" i="0" u="none" strike="noStrike" kern="1200" cap="none" spc="0" normalizeH="0" baseline="0" noProof="0" dirty="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24" name="Title 1"/>
          <p:cNvSpPr>
            <a:spLocks noGrp="1"/>
          </p:cNvSpPr>
          <p:nvPr>
            <p:ph type="title" idx="4294967295"/>
          </p:nvPr>
        </p:nvSpPr>
        <p:spPr>
          <a:xfrm>
            <a:off x="0" y="960438"/>
            <a:ext cx="8728075" cy="400050"/>
          </a:xfrm>
        </p:spPr>
        <p:txBody>
          <a:bodyPr>
            <a:normAutofit fontScale="90000"/>
          </a:bodyPr>
          <a:lstStyle/>
          <a:p>
            <a:br>
              <a:rPr lang="en-US" sz="2100" dirty="0">
                <a:solidFill>
                  <a:srgbClr val="557799"/>
                </a:solidFill>
                <a:latin typeface="Century Gothic" panose="020B0502020202020204" pitchFamily="34" charset="0"/>
              </a:rPr>
            </a:br>
            <a:br>
              <a:rPr lang="en-US" sz="2100" dirty="0">
                <a:solidFill>
                  <a:srgbClr val="557799"/>
                </a:solidFill>
                <a:latin typeface="Century Gothic" panose="020B0502020202020204" pitchFamily="34" charset="0"/>
              </a:rPr>
            </a:br>
            <a:r>
              <a:rPr lang="en-US" b="1" dirty="0">
                <a:solidFill>
                  <a:srgbClr val="557799"/>
                </a:solidFill>
                <a:latin typeface="Garamond" panose="02020404030301010803" pitchFamily="18" charset="0"/>
              </a:rPr>
              <a:t>DevOps &amp; Agile</a:t>
            </a:r>
            <a:br>
              <a:rPr lang="en-US" b="1" dirty="0">
                <a:solidFill>
                  <a:srgbClr val="557799"/>
                </a:solidFill>
                <a:latin typeface="Garamond" panose="02020404030301010803" pitchFamily="18" charset="0"/>
              </a:rPr>
            </a:br>
            <a:r>
              <a:rPr lang="en-US" b="1" dirty="0">
                <a:solidFill>
                  <a:srgbClr val="557799"/>
                </a:solidFill>
                <a:latin typeface="Garamond" panose="02020404030301010803" pitchFamily="18" charset="0"/>
              </a:rPr>
              <a:t> </a:t>
            </a:r>
            <a:br>
              <a:rPr lang="en-US" sz="2100" dirty="0">
                <a:latin typeface="Century Gothic" panose="020B0502020202020204" pitchFamily="34" charset="0"/>
              </a:rPr>
            </a:br>
            <a:endParaRPr lang="en-US" sz="2100" dirty="0">
              <a:solidFill>
                <a:srgbClr val="557799"/>
              </a:solidFill>
              <a:latin typeface="Century Gothic" panose="020B0502020202020204" pitchFamily="34" charset="0"/>
            </a:endParaRPr>
          </a:p>
        </p:txBody>
      </p:sp>
      <p:sp>
        <p:nvSpPr>
          <p:cNvPr id="26" name="Title 1"/>
          <p:cNvSpPr txBox="1">
            <a:spLocks/>
          </p:cNvSpPr>
          <p:nvPr/>
        </p:nvSpPr>
        <p:spPr>
          <a:xfrm>
            <a:off x="261881" y="1369552"/>
            <a:ext cx="8728142" cy="5015411"/>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DevOps emphasizes the relationship of DevOps practices to agile</a:t>
            </a:r>
          </a:p>
          <a:p>
            <a:pPr marL="0" marR="0" lvl="1" indent="-42863" algn="just"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Practices</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Agile planning organizes work in short iterations (e.g. sprints) to increase the number of releases</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Team has only high-level objectives outlined, while making detailed planning for two iterations in advance. This allows for flexibility and pivots once the ideas are tested on an early product increment. </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Close the gap between requirement and build/test</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endParaRPr kumimoji="0" 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endParaRPr kumimoji="0" 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pic>
        <p:nvPicPr>
          <p:cNvPr id="3" name="Picture 2">
            <a:extLst>
              <a:ext uri="{FF2B5EF4-FFF2-40B4-BE49-F238E27FC236}">
                <a16:creationId xmlns:a16="http://schemas.microsoft.com/office/drawing/2014/main" id="{87150BE9-4ABB-43C9-9E2A-297AC4B6CB92}"/>
              </a:ext>
            </a:extLst>
          </p:cNvPr>
          <p:cNvPicPr>
            <a:picLocks noChangeAspect="1"/>
          </p:cNvPicPr>
          <p:nvPr/>
        </p:nvPicPr>
        <p:blipFill>
          <a:blip r:embed="rId3"/>
          <a:stretch>
            <a:fillRect/>
          </a:stretch>
        </p:blipFill>
        <p:spPr>
          <a:xfrm>
            <a:off x="1219200" y="3733800"/>
            <a:ext cx="3699986" cy="2414398"/>
          </a:xfrm>
          <a:prstGeom prst="rect">
            <a:avLst/>
          </a:prstGeom>
        </p:spPr>
      </p:pic>
    </p:spTree>
    <p:extLst>
      <p:ext uri="{BB962C8B-B14F-4D97-AF65-F5344CB8AC3E}">
        <p14:creationId xmlns:p14="http://schemas.microsoft.com/office/powerpoint/2010/main" val="2679509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923887-03B4-1F24-943C-8FD19EC5A9D3}"/>
              </a:ext>
            </a:extLst>
          </p:cNvPr>
          <p:cNvSpPr>
            <a:spLocks noGrp="1"/>
          </p:cNvSpPr>
          <p:nvPr>
            <p:ph sz="quarter" idx="10"/>
          </p:nvPr>
        </p:nvSpPr>
        <p:spPr/>
        <p:txBody>
          <a:bodyPr/>
          <a:lstStyle/>
          <a:p>
            <a:r>
              <a:rPr lang="en-US" dirty="0">
                <a:solidFill>
                  <a:srgbClr val="557799"/>
                </a:solidFill>
                <a:latin typeface="Garamond" panose="02020404030301010803" pitchFamily="18" charset="0"/>
                <a:ea typeface="+mj-ea"/>
              </a:rPr>
              <a:t>DevOps Lifecycle Processes</a:t>
            </a:r>
            <a:endParaRPr lang="en-IN" dirty="0">
              <a:solidFill>
                <a:srgbClr val="557799"/>
              </a:solidFill>
              <a:latin typeface="Garamond" panose="02020404030301010803" pitchFamily="18" charset="0"/>
              <a:ea typeface="+mj-ea"/>
            </a:endParaRPr>
          </a:p>
        </p:txBody>
      </p:sp>
      <p:pic>
        <p:nvPicPr>
          <p:cNvPr id="4" name="Content Placeholder 3">
            <a:extLst>
              <a:ext uri="{FF2B5EF4-FFF2-40B4-BE49-F238E27FC236}">
                <a16:creationId xmlns:a16="http://schemas.microsoft.com/office/drawing/2014/main" id="{E7A6A6E6-0945-1D58-8303-AB65A679653B}"/>
              </a:ext>
            </a:extLst>
          </p:cNvPr>
          <p:cNvPicPr>
            <a:picLocks noGrp="1" noChangeAspect="1"/>
          </p:cNvPicPr>
          <p:nvPr>
            <p:ph idx="1"/>
          </p:nvPr>
        </p:nvPicPr>
        <p:blipFill>
          <a:blip r:embed="rId2"/>
          <a:stretch>
            <a:fillRect/>
          </a:stretch>
        </p:blipFill>
        <p:spPr>
          <a:xfrm>
            <a:off x="304800" y="1714274"/>
            <a:ext cx="8673678" cy="4305526"/>
          </a:xfrm>
          <a:prstGeom prst="rect">
            <a:avLst/>
          </a:prstGeom>
        </p:spPr>
      </p:pic>
      <p:sp>
        <p:nvSpPr>
          <p:cNvPr id="6" name="Slide Number Placeholder 5">
            <a:extLst>
              <a:ext uri="{FF2B5EF4-FFF2-40B4-BE49-F238E27FC236}">
                <a16:creationId xmlns:a16="http://schemas.microsoft.com/office/drawing/2014/main" id="{AF439348-6DCC-9838-DD2D-F8B83C2E4DD7}"/>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0892916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3D75EB1-FE3F-F012-AD10-C5DC9ACB8DEA}"/>
              </a:ext>
            </a:extLst>
          </p:cNvPr>
          <p:cNvSpPr>
            <a:spLocks noGrp="1"/>
          </p:cNvSpPr>
          <p:nvPr>
            <p:ph sz="quarter" idx="10"/>
          </p:nvPr>
        </p:nvSpPr>
        <p:spPr/>
        <p:txBody>
          <a:bodyPr rtlCol="0">
            <a:normAutofit/>
          </a:bodyPr>
          <a:lstStyle/>
          <a:p>
            <a:pPr eaLnBrk="1" fontAlgn="auto" hangingPunct="1">
              <a:spcAft>
                <a:spcPts val="0"/>
              </a:spcAft>
              <a:defRPr/>
            </a:pPr>
            <a:r>
              <a:rPr lang="en-IN" dirty="0">
                <a:solidFill>
                  <a:srgbClr val="557799"/>
                </a:solidFill>
                <a:latin typeface="Garamond" panose="02020404030301010803" pitchFamily="18" charset="0"/>
                <a:ea typeface="+mj-ea"/>
              </a:rPr>
              <a:t>Continuous Integration to Deployment</a:t>
            </a:r>
            <a:endParaRPr lang="en-US" dirty="0">
              <a:solidFill>
                <a:srgbClr val="557799"/>
              </a:solidFill>
              <a:latin typeface="Garamond" panose="02020404030301010803" pitchFamily="18" charset="0"/>
              <a:ea typeface="+mj-ea"/>
            </a:endParaRPr>
          </a:p>
        </p:txBody>
      </p:sp>
      <p:pic>
        <p:nvPicPr>
          <p:cNvPr id="5" name="Content Placeholder 4">
            <a:extLst>
              <a:ext uri="{FF2B5EF4-FFF2-40B4-BE49-F238E27FC236}">
                <a16:creationId xmlns:a16="http://schemas.microsoft.com/office/drawing/2014/main" id="{8FD6A304-6720-EBFB-E5CB-22CAEDAA6BA0}"/>
              </a:ext>
            </a:extLst>
          </p:cNvPr>
          <p:cNvPicPr>
            <a:picLocks noGrp="1" noChangeAspect="1"/>
          </p:cNvPicPr>
          <p:nvPr>
            <p:ph idx="1"/>
          </p:nvPr>
        </p:nvPicPr>
        <p:blipFill>
          <a:blip r:embed="rId2"/>
          <a:stretch>
            <a:fillRect/>
          </a:stretch>
        </p:blipFill>
        <p:spPr>
          <a:xfrm>
            <a:off x="304801" y="1493838"/>
            <a:ext cx="8382000" cy="4525962"/>
          </a:xfrm>
          <a:prstGeom prst="rect">
            <a:avLst/>
          </a:prstGeom>
        </p:spPr>
      </p:pic>
      <p:sp>
        <p:nvSpPr>
          <p:cNvPr id="6" name="Slide Number Placeholder 5">
            <a:extLst>
              <a:ext uri="{FF2B5EF4-FFF2-40B4-BE49-F238E27FC236}">
                <a16:creationId xmlns:a16="http://schemas.microsoft.com/office/drawing/2014/main" id="{29A5EF20-C78D-C1D7-00F9-0DC18D97550F}"/>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9476764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F4DEFDD-8BB8-4102-9CD5-9F8C9E4E95FF}" type="slidenum">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sz="1200" b="0" i="0" u="none" strike="noStrike" kern="1200" cap="none" spc="0" normalizeH="0" baseline="0" noProof="0" dirty="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24" name="Title 1"/>
          <p:cNvSpPr>
            <a:spLocks noGrp="1"/>
          </p:cNvSpPr>
          <p:nvPr>
            <p:ph type="title" idx="4294967295"/>
          </p:nvPr>
        </p:nvSpPr>
        <p:spPr>
          <a:xfrm>
            <a:off x="261881" y="692636"/>
            <a:ext cx="8728075" cy="400050"/>
          </a:xfrm>
        </p:spPr>
        <p:txBody>
          <a:bodyPr>
            <a:normAutofit fontScale="90000"/>
          </a:bodyPr>
          <a:lstStyle/>
          <a:p>
            <a:br>
              <a:rPr lang="en-US" sz="2100" dirty="0">
                <a:solidFill>
                  <a:srgbClr val="557799"/>
                </a:solidFill>
                <a:latin typeface="Century Gothic" panose="020B0502020202020204" pitchFamily="34" charset="0"/>
              </a:rPr>
            </a:br>
            <a:br>
              <a:rPr lang="en-US" sz="2100" dirty="0">
                <a:solidFill>
                  <a:srgbClr val="557799"/>
                </a:solidFill>
                <a:latin typeface="Century Gothic" panose="020B0502020202020204" pitchFamily="34" charset="0"/>
              </a:rPr>
            </a:br>
            <a:r>
              <a:rPr lang="en-US" b="1" dirty="0">
                <a:solidFill>
                  <a:srgbClr val="557799"/>
                </a:solidFill>
                <a:latin typeface="Garamond" panose="02020404030301010803" pitchFamily="18" charset="0"/>
              </a:rPr>
              <a:t>Continuous Integration</a:t>
            </a:r>
            <a:br>
              <a:rPr lang="en-US" b="1" dirty="0">
                <a:solidFill>
                  <a:srgbClr val="557799"/>
                </a:solidFill>
                <a:latin typeface="Garamond" panose="02020404030301010803" pitchFamily="18" charset="0"/>
              </a:rPr>
            </a:br>
            <a:r>
              <a:rPr lang="en-US" b="1" dirty="0">
                <a:solidFill>
                  <a:srgbClr val="557799"/>
                </a:solidFill>
                <a:latin typeface="Garamond" panose="02020404030301010803" pitchFamily="18" charset="0"/>
              </a:rPr>
              <a:t> </a:t>
            </a:r>
            <a:br>
              <a:rPr lang="en-US" sz="2100" dirty="0">
                <a:latin typeface="Century Gothic" panose="020B0502020202020204" pitchFamily="34" charset="0"/>
              </a:rPr>
            </a:br>
            <a:endParaRPr lang="en-US" sz="2100" dirty="0">
              <a:solidFill>
                <a:srgbClr val="557799"/>
              </a:solidFill>
              <a:latin typeface="Century Gothic" panose="020B0502020202020204" pitchFamily="34" charset="0"/>
            </a:endParaRPr>
          </a:p>
        </p:txBody>
      </p:sp>
      <p:sp>
        <p:nvSpPr>
          <p:cNvPr id="26" name="Title 1"/>
          <p:cNvSpPr txBox="1">
            <a:spLocks/>
          </p:cNvSpPr>
          <p:nvPr/>
        </p:nvSpPr>
        <p:spPr>
          <a:xfrm>
            <a:off x="261881" y="1369552"/>
            <a:ext cx="8620238" cy="5015411"/>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Development practice that requires developers to integrate code into a shared repository several times a day.</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If an organization is set up to merge all branching source code together on one day, the resulting work can be tedious, manual, and time-intensive</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Developers make code commits multiple times per day</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Continuous integration (CI) helps developers merge their code changes back to a shared branch</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Each code piece passes through a set of automated tests to detect every error and bug as early as possible</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Changes are validated by automatically building the application and running different levels of automated testing, typically unit and integration tests, to ensure the changes haven’t broken the app</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the major priority for the development team after the issue is detected is to remove it.</a:t>
            </a:r>
          </a:p>
        </p:txBody>
      </p:sp>
    </p:spTree>
    <p:extLst>
      <p:ext uri="{BB962C8B-B14F-4D97-AF65-F5344CB8AC3E}">
        <p14:creationId xmlns:p14="http://schemas.microsoft.com/office/powerpoint/2010/main" val="32797374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F4DEFDD-8BB8-4102-9CD5-9F8C9E4E95FF}" type="slidenum">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sz="1200" b="0" i="0" u="none" strike="noStrike" kern="1200" cap="none" spc="0" normalizeH="0" baseline="0" noProof="0" dirty="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24" name="Title 1"/>
          <p:cNvSpPr>
            <a:spLocks noGrp="1"/>
          </p:cNvSpPr>
          <p:nvPr>
            <p:ph type="title" idx="4294967295"/>
          </p:nvPr>
        </p:nvSpPr>
        <p:spPr>
          <a:xfrm>
            <a:off x="0" y="960438"/>
            <a:ext cx="8728075" cy="400050"/>
          </a:xfrm>
        </p:spPr>
        <p:txBody>
          <a:bodyPr>
            <a:normAutofit fontScale="90000"/>
          </a:bodyPr>
          <a:lstStyle/>
          <a:p>
            <a:br>
              <a:rPr lang="en-US" sz="2100" dirty="0">
                <a:solidFill>
                  <a:srgbClr val="557799"/>
                </a:solidFill>
                <a:latin typeface="Century Gothic" panose="020B0502020202020204" pitchFamily="34" charset="0"/>
              </a:rPr>
            </a:br>
            <a:br>
              <a:rPr lang="en-US" sz="2100" dirty="0">
                <a:solidFill>
                  <a:srgbClr val="557799"/>
                </a:solidFill>
                <a:latin typeface="Century Gothic" panose="020B0502020202020204" pitchFamily="34" charset="0"/>
              </a:rPr>
            </a:br>
            <a:r>
              <a:rPr lang="en-US" b="1" dirty="0">
                <a:solidFill>
                  <a:srgbClr val="557799"/>
                </a:solidFill>
                <a:latin typeface="Garamond" panose="02020404030301010803" pitchFamily="18" charset="0"/>
              </a:rPr>
              <a:t>Continuous Inspection</a:t>
            </a:r>
            <a:br>
              <a:rPr lang="en-US" b="1" dirty="0">
                <a:solidFill>
                  <a:srgbClr val="557799"/>
                </a:solidFill>
                <a:latin typeface="Garamond" panose="02020404030301010803" pitchFamily="18" charset="0"/>
              </a:rPr>
            </a:br>
            <a:r>
              <a:rPr lang="en-US" b="1" dirty="0">
                <a:solidFill>
                  <a:srgbClr val="557799"/>
                </a:solidFill>
                <a:latin typeface="Garamond" panose="02020404030301010803" pitchFamily="18" charset="0"/>
              </a:rPr>
              <a:t> </a:t>
            </a:r>
            <a:br>
              <a:rPr lang="en-US" sz="2100" dirty="0">
                <a:latin typeface="Century Gothic" panose="020B0502020202020204" pitchFamily="34" charset="0"/>
              </a:rPr>
            </a:br>
            <a:endParaRPr lang="en-US" sz="2100" dirty="0">
              <a:solidFill>
                <a:srgbClr val="557799"/>
              </a:solidFill>
              <a:latin typeface="Century Gothic" panose="020B0502020202020204" pitchFamily="34" charset="0"/>
            </a:endParaRPr>
          </a:p>
        </p:txBody>
      </p:sp>
      <p:sp>
        <p:nvSpPr>
          <p:cNvPr id="26" name="Title 1"/>
          <p:cNvSpPr txBox="1">
            <a:spLocks/>
          </p:cNvSpPr>
          <p:nvPr/>
        </p:nvSpPr>
        <p:spPr>
          <a:xfrm>
            <a:off x="107837" y="1523501"/>
            <a:ext cx="8620238" cy="5015411"/>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Continuous Inspection is the process of an automated code review of inspection conducted for your code before the actual tests are run</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 Inspection analyzes the code based on a set of predefined rules.</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Inspectors (or static and dynamic analysis tools) are directed by identified standards that teams should adhere to (usually coding or design metrics). Examples of inspection targets include coding “grammar” standards, architectural layering adherence, code duplication, and many others.</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Continuous Inspection reduces the time between a discovery and a fix. </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Run-Time Defects</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Preventative Practices (Code structure, scoping, preprocessor limitations etc.)</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Metric Thresholds</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Language usage</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Style</a:t>
            </a:r>
          </a:p>
          <a:p>
            <a:pPr marL="914400" marR="0" lvl="2"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Portability</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endPar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466922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3D75EB1-FE3F-F012-AD10-C5DC9ACB8DEA}"/>
              </a:ext>
            </a:extLst>
          </p:cNvPr>
          <p:cNvSpPr>
            <a:spLocks noGrp="1"/>
          </p:cNvSpPr>
          <p:nvPr>
            <p:ph sz="quarter" idx="10"/>
          </p:nvPr>
        </p:nvSpPr>
        <p:spPr/>
        <p:txBody>
          <a:bodyPr rtlCol="0">
            <a:normAutofit/>
          </a:bodyPr>
          <a:lstStyle/>
          <a:p>
            <a:pPr eaLnBrk="1" fontAlgn="auto" hangingPunct="1">
              <a:spcAft>
                <a:spcPts val="0"/>
              </a:spcAft>
              <a:defRPr/>
            </a:pPr>
            <a:r>
              <a:rPr lang="en-IN" dirty="0">
                <a:solidFill>
                  <a:srgbClr val="557799"/>
                </a:solidFill>
                <a:latin typeface="Garamond" panose="02020404030301010803" pitchFamily="18" charset="0"/>
                <a:ea typeface="+mj-ea"/>
              </a:rPr>
              <a:t>Continuous Deployment</a:t>
            </a:r>
            <a:endParaRPr lang="en-US" dirty="0">
              <a:solidFill>
                <a:srgbClr val="557799"/>
              </a:solidFill>
              <a:latin typeface="Garamond" panose="02020404030301010803" pitchFamily="18" charset="0"/>
              <a:ea typeface="+mj-ea"/>
            </a:endParaRPr>
          </a:p>
        </p:txBody>
      </p:sp>
      <p:pic>
        <p:nvPicPr>
          <p:cNvPr id="2" name="Content Placeholder 1">
            <a:extLst>
              <a:ext uri="{FF2B5EF4-FFF2-40B4-BE49-F238E27FC236}">
                <a16:creationId xmlns:a16="http://schemas.microsoft.com/office/drawing/2014/main" id="{C9099A99-3B72-A9D1-F31F-92537D26831F}"/>
              </a:ext>
            </a:extLst>
          </p:cNvPr>
          <p:cNvPicPr>
            <a:picLocks noGrp="1" noChangeAspect="1"/>
          </p:cNvPicPr>
          <p:nvPr>
            <p:ph idx="1"/>
          </p:nvPr>
        </p:nvPicPr>
        <p:blipFill>
          <a:blip r:embed="rId2"/>
          <a:stretch>
            <a:fillRect/>
          </a:stretch>
        </p:blipFill>
        <p:spPr>
          <a:xfrm>
            <a:off x="152400" y="1407386"/>
            <a:ext cx="8534400" cy="5000076"/>
          </a:xfrm>
          <a:prstGeom prst="rect">
            <a:avLst/>
          </a:prstGeom>
        </p:spPr>
      </p:pic>
      <p:sp>
        <p:nvSpPr>
          <p:cNvPr id="6" name="Slide Number Placeholder 5">
            <a:extLst>
              <a:ext uri="{FF2B5EF4-FFF2-40B4-BE49-F238E27FC236}">
                <a16:creationId xmlns:a16="http://schemas.microsoft.com/office/drawing/2014/main" id="{56045AF2-B9E7-50DF-E93C-8BEE9BEC2BEC}"/>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4050306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34A9D5-DA02-D402-A5EB-99251707D2A6}"/>
              </a:ext>
            </a:extLst>
          </p:cNvPr>
          <p:cNvSpPr>
            <a:spLocks noGrp="1"/>
          </p:cNvSpPr>
          <p:nvPr>
            <p:ph sz="quarter" idx="10"/>
          </p:nvPr>
        </p:nvSpPr>
        <p:spPr>
          <a:xfrm>
            <a:off x="304800" y="152400"/>
            <a:ext cx="6324600" cy="762000"/>
          </a:xfrm>
        </p:spPr>
        <p:txBody>
          <a:bodyPr/>
          <a:lstStyle/>
          <a:p>
            <a:r>
              <a:rPr lang="en-IN" dirty="0">
                <a:solidFill>
                  <a:srgbClr val="557799"/>
                </a:solidFill>
                <a:latin typeface="Garamond" panose="02020404030301010803" pitchFamily="18" charset="0"/>
                <a:ea typeface="+mj-ea"/>
              </a:rPr>
              <a:t>Continuous Delivery</a:t>
            </a:r>
            <a:endParaRPr lang="en-IN" dirty="0"/>
          </a:p>
        </p:txBody>
      </p:sp>
      <p:pic>
        <p:nvPicPr>
          <p:cNvPr id="4" name="Content Placeholder 3">
            <a:extLst>
              <a:ext uri="{FF2B5EF4-FFF2-40B4-BE49-F238E27FC236}">
                <a16:creationId xmlns:a16="http://schemas.microsoft.com/office/drawing/2014/main" id="{B634776A-2440-9310-9934-64789373D978}"/>
              </a:ext>
            </a:extLst>
          </p:cNvPr>
          <p:cNvPicPr>
            <a:picLocks noGrp="1" noChangeAspect="1"/>
          </p:cNvPicPr>
          <p:nvPr>
            <p:ph idx="1"/>
          </p:nvPr>
        </p:nvPicPr>
        <p:blipFill>
          <a:blip r:embed="rId2"/>
          <a:stretch>
            <a:fillRect/>
          </a:stretch>
        </p:blipFill>
        <p:spPr>
          <a:xfrm>
            <a:off x="152400" y="1493838"/>
            <a:ext cx="8763000" cy="4830762"/>
          </a:xfrm>
          <a:prstGeom prst="rect">
            <a:avLst/>
          </a:prstGeom>
        </p:spPr>
      </p:pic>
      <p:sp>
        <p:nvSpPr>
          <p:cNvPr id="6" name="Slide Number Placeholder 5">
            <a:extLst>
              <a:ext uri="{FF2B5EF4-FFF2-40B4-BE49-F238E27FC236}">
                <a16:creationId xmlns:a16="http://schemas.microsoft.com/office/drawing/2014/main" id="{4A7B6DF9-6F62-8726-3833-FC694E91CB79}"/>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660792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F4DEFDD-8BB8-4102-9CD5-9F8C9E4E95FF}" type="slidenum">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sz="1200" b="0" i="0" u="none" strike="noStrike" kern="1200" cap="none" spc="0" normalizeH="0" baseline="0" noProof="0" dirty="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24" name="Title 1"/>
          <p:cNvSpPr>
            <a:spLocks noGrp="1"/>
          </p:cNvSpPr>
          <p:nvPr>
            <p:ph type="title" idx="4294967295"/>
          </p:nvPr>
        </p:nvSpPr>
        <p:spPr>
          <a:xfrm>
            <a:off x="0" y="960438"/>
            <a:ext cx="8728075" cy="400050"/>
          </a:xfrm>
        </p:spPr>
        <p:txBody>
          <a:bodyPr>
            <a:normAutofit fontScale="90000"/>
          </a:bodyPr>
          <a:lstStyle/>
          <a:p>
            <a:br>
              <a:rPr lang="en-US" sz="2100" dirty="0">
                <a:solidFill>
                  <a:srgbClr val="557799"/>
                </a:solidFill>
                <a:latin typeface="Century Gothic" panose="020B0502020202020204" pitchFamily="34" charset="0"/>
              </a:rPr>
            </a:br>
            <a:br>
              <a:rPr lang="en-US" sz="2100" dirty="0">
                <a:solidFill>
                  <a:srgbClr val="557799"/>
                </a:solidFill>
                <a:latin typeface="Century Gothic" panose="020B0502020202020204" pitchFamily="34" charset="0"/>
              </a:rPr>
            </a:br>
            <a:r>
              <a:rPr lang="en-US" b="1" dirty="0">
                <a:solidFill>
                  <a:srgbClr val="557799"/>
                </a:solidFill>
                <a:latin typeface="Garamond" panose="02020404030301010803" pitchFamily="18" charset="0"/>
              </a:rPr>
              <a:t>Continuous Delivery</a:t>
            </a:r>
            <a:br>
              <a:rPr lang="en-US" b="1" dirty="0">
                <a:solidFill>
                  <a:srgbClr val="557799"/>
                </a:solidFill>
                <a:latin typeface="Garamond" panose="02020404030301010803" pitchFamily="18" charset="0"/>
              </a:rPr>
            </a:br>
            <a:r>
              <a:rPr lang="en-US" b="1" dirty="0">
                <a:solidFill>
                  <a:srgbClr val="557799"/>
                </a:solidFill>
                <a:latin typeface="Garamond" panose="02020404030301010803" pitchFamily="18" charset="0"/>
              </a:rPr>
              <a:t> </a:t>
            </a:r>
            <a:br>
              <a:rPr lang="en-US" sz="2100" dirty="0">
                <a:latin typeface="Century Gothic" panose="020B0502020202020204" pitchFamily="34" charset="0"/>
              </a:rPr>
            </a:br>
            <a:endParaRPr lang="en-US" sz="2100" dirty="0">
              <a:solidFill>
                <a:srgbClr val="557799"/>
              </a:solidFill>
              <a:latin typeface="Century Gothic" panose="020B0502020202020204" pitchFamily="34" charset="0"/>
            </a:endParaRPr>
          </a:p>
        </p:txBody>
      </p:sp>
      <p:sp>
        <p:nvSpPr>
          <p:cNvPr id="4" name="Rectangle 3">
            <a:extLst>
              <a:ext uri="{FF2B5EF4-FFF2-40B4-BE49-F238E27FC236}">
                <a16:creationId xmlns:a16="http://schemas.microsoft.com/office/drawing/2014/main" id="{AE85E4CC-55C4-4B1D-AFFD-80607F39CE14}"/>
              </a:ext>
            </a:extLst>
          </p:cNvPr>
          <p:cNvSpPr/>
          <p:nvPr/>
        </p:nvSpPr>
        <p:spPr>
          <a:xfrm>
            <a:off x="441960" y="1551131"/>
            <a:ext cx="7658100" cy="3785652"/>
          </a:xfrm>
          <a:prstGeom prst="rect">
            <a:avLst/>
          </a:prstGeom>
        </p:spPr>
        <p:txBody>
          <a:bodyPr wrap="square">
            <a:spAutoFit/>
          </a:bodyPr>
          <a:lstStyle/>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state of being ready and able to release any version at any time on any platform.</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Ready to be deployed.</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With Continuous Delivery, "Deploy to Production" is a manual process, meaning that it is initiated manually.</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Require an Agile process that provides a framework where you work on small, frequent changes and obtain feedback.</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1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Workflow based process which accepts tested software to build payload from CI server. Automate deployment into Working Quality assurance, pre-production or production environment</a:t>
            </a:r>
            <a:endPar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endPar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pic>
        <p:nvPicPr>
          <p:cNvPr id="5" name="Picture 4">
            <a:extLst>
              <a:ext uri="{FF2B5EF4-FFF2-40B4-BE49-F238E27FC236}">
                <a16:creationId xmlns:a16="http://schemas.microsoft.com/office/drawing/2014/main" id="{A3C9DA51-86D4-4396-8B9E-32435C069840}"/>
              </a:ext>
            </a:extLst>
          </p:cNvPr>
          <p:cNvPicPr>
            <a:picLocks noChangeAspect="1"/>
          </p:cNvPicPr>
          <p:nvPr/>
        </p:nvPicPr>
        <p:blipFill>
          <a:blip r:embed="rId3"/>
          <a:stretch>
            <a:fillRect/>
          </a:stretch>
        </p:blipFill>
        <p:spPr>
          <a:xfrm>
            <a:off x="312111" y="4597112"/>
            <a:ext cx="8203240" cy="1420823"/>
          </a:xfrm>
          <a:prstGeom prst="rect">
            <a:avLst/>
          </a:prstGeom>
        </p:spPr>
      </p:pic>
    </p:spTree>
    <p:extLst>
      <p:ext uri="{BB962C8B-B14F-4D97-AF65-F5344CB8AC3E}">
        <p14:creationId xmlns:p14="http://schemas.microsoft.com/office/powerpoint/2010/main" val="24845566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F4DEFDD-8BB8-4102-9CD5-9F8C9E4E95FF}" type="slidenum">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sz="1200" b="0" i="0" u="none" strike="noStrike" kern="1200" cap="none" spc="0" normalizeH="0" baseline="0" noProof="0" dirty="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24" name="Title 1"/>
          <p:cNvSpPr>
            <a:spLocks noGrp="1"/>
          </p:cNvSpPr>
          <p:nvPr>
            <p:ph type="title" idx="4294967295"/>
          </p:nvPr>
        </p:nvSpPr>
        <p:spPr>
          <a:xfrm>
            <a:off x="0" y="960438"/>
            <a:ext cx="8728075" cy="400050"/>
          </a:xfrm>
        </p:spPr>
        <p:txBody>
          <a:bodyPr>
            <a:normAutofit fontScale="90000"/>
          </a:bodyPr>
          <a:lstStyle/>
          <a:p>
            <a:br>
              <a:rPr lang="en-US" sz="2100" dirty="0">
                <a:solidFill>
                  <a:srgbClr val="557799"/>
                </a:solidFill>
                <a:latin typeface="Century Gothic" panose="020B0502020202020204" pitchFamily="34" charset="0"/>
              </a:rPr>
            </a:br>
            <a:br>
              <a:rPr lang="en-US" sz="2100" dirty="0">
                <a:solidFill>
                  <a:srgbClr val="557799"/>
                </a:solidFill>
                <a:latin typeface="Century Gothic" panose="020B0502020202020204" pitchFamily="34" charset="0"/>
              </a:rPr>
            </a:br>
            <a:r>
              <a:rPr lang="en-US" b="1" dirty="0">
                <a:solidFill>
                  <a:srgbClr val="557799"/>
                </a:solidFill>
                <a:latin typeface="Garamond" panose="02020404030301010803" pitchFamily="18" charset="0"/>
              </a:rPr>
              <a:t>Continuous Deployment</a:t>
            </a:r>
            <a:br>
              <a:rPr lang="en-US" b="1" dirty="0">
                <a:solidFill>
                  <a:srgbClr val="557799"/>
                </a:solidFill>
                <a:latin typeface="Garamond" panose="02020404030301010803" pitchFamily="18" charset="0"/>
              </a:rPr>
            </a:br>
            <a:r>
              <a:rPr lang="en-US" b="1" dirty="0">
                <a:solidFill>
                  <a:srgbClr val="557799"/>
                </a:solidFill>
                <a:latin typeface="Garamond" panose="02020404030301010803" pitchFamily="18" charset="0"/>
              </a:rPr>
              <a:t> </a:t>
            </a:r>
            <a:br>
              <a:rPr lang="en-US" sz="2100" dirty="0">
                <a:latin typeface="Century Gothic" panose="020B0502020202020204" pitchFamily="34" charset="0"/>
              </a:rPr>
            </a:br>
            <a:endParaRPr lang="en-US" sz="2100" dirty="0">
              <a:solidFill>
                <a:srgbClr val="557799"/>
              </a:solidFill>
              <a:latin typeface="Century Gothic" panose="020B0502020202020204" pitchFamily="34" charset="0"/>
            </a:endParaRPr>
          </a:p>
        </p:txBody>
      </p:sp>
      <p:sp>
        <p:nvSpPr>
          <p:cNvPr id="26" name="Title 1"/>
          <p:cNvSpPr txBox="1">
            <a:spLocks/>
          </p:cNvSpPr>
          <p:nvPr/>
        </p:nvSpPr>
        <p:spPr>
          <a:xfrm>
            <a:off x="261881" y="1369552"/>
            <a:ext cx="8620238" cy="1651778"/>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Stage where the code is deployed to the production servers. It is also important to ensure that the code is correctly deployed on all the servers</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Require an Agile process that provides a framework where you work on small, frequent changes and obtain feedback.</a:t>
            </a:r>
          </a:p>
        </p:txBody>
      </p:sp>
      <p:pic>
        <p:nvPicPr>
          <p:cNvPr id="5" name="Picture 4">
            <a:extLst>
              <a:ext uri="{FF2B5EF4-FFF2-40B4-BE49-F238E27FC236}">
                <a16:creationId xmlns:a16="http://schemas.microsoft.com/office/drawing/2014/main" id="{7CE069F5-A32D-4008-B0BD-57F84F4B909E}"/>
              </a:ext>
            </a:extLst>
          </p:cNvPr>
          <p:cNvPicPr>
            <a:picLocks noChangeAspect="1"/>
          </p:cNvPicPr>
          <p:nvPr/>
        </p:nvPicPr>
        <p:blipFill>
          <a:blip r:embed="rId3"/>
          <a:stretch>
            <a:fillRect/>
          </a:stretch>
        </p:blipFill>
        <p:spPr>
          <a:xfrm>
            <a:off x="421520" y="3121334"/>
            <a:ext cx="7885034" cy="1430673"/>
          </a:xfrm>
          <a:prstGeom prst="rect">
            <a:avLst/>
          </a:prstGeom>
        </p:spPr>
      </p:pic>
    </p:spTree>
    <p:extLst>
      <p:ext uri="{BB962C8B-B14F-4D97-AF65-F5344CB8AC3E}">
        <p14:creationId xmlns:p14="http://schemas.microsoft.com/office/powerpoint/2010/main" val="2227991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25E541-93EC-A764-97B3-E1EC381756FA}"/>
              </a:ext>
            </a:extLst>
          </p:cNvPr>
          <p:cNvSpPr>
            <a:spLocks noGrp="1"/>
          </p:cNvSpPr>
          <p:nvPr>
            <p:ph sz="quarter" idx="10"/>
          </p:nvPr>
        </p:nvSpPr>
        <p:spPr/>
        <p:txBody>
          <a:bodyPr>
            <a:normAutofit/>
          </a:bodyPr>
          <a:lstStyle/>
          <a:p>
            <a:r>
              <a:rPr lang="en-IN" dirty="0">
                <a:solidFill>
                  <a:srgbClr val="557799"/>
                </a:solidFill>
                <a:latin typeface="Garamond" panose="02020404030301010803" pitchFamily="18" charset="0"/>
                <a:ea typeface="+mj-ea"/>
              </a:rPr>
              <a:t>Continuous Monitoring</a:t>
            </a:r>
          </a:p>
        </p:txBody>
      </p:sp>
      <p:pic>
        <p:nvPicPr>
          <p:cNvPr id="4" name="Content Placeholder 1">
            <a:extLst>
              <a:ext uri="{FF2B5EF4-FFF2-40B4-BE49-F238E27FC236}">
                <a16:creationId xmlns:a16="http://schemas.microsoft.com/office/drawing/2014/main" id="{CB885710-9CB7-6918-05F4-4C505F44D792}"/>
              </a:ext>
            </a:extLst>
          </p:cNvPr>
          <p:cNvPicPr>
            <a:picLocks noGrp="1" noChangeAspect="1"/>
          </p:cNvPicPr>
          <p:nvPr>
            <p:ph idx="1"/>
          </p:nvPr>
        </p:nvPicPr>
        <p:blipFill>
          <a:blip r:embed="rId2"/>
          <a:stretch>
            <a:fillRect/>
          </a:stretch>
        </p:blipFill>
        <p:spPr>
          <a:xfrm>
            <a:off x="152399" y="1475610"/>
            <a:ext cx="8785383" cy="4696589"/>
          </a:xfrm>
          <a:prstGeom prst="rect">
            <a:avLst/>
          </a:prstGeom>
        </p:spPr>
      </p:pic>
      <p:sp>
        <p:nvSpPr>
          <p:cNvPr id="6" name="Slide Number Placeholder 5">
            <a:extLst>
              <a:ext uri="{FF2B5EF4-FFF2-40B4-BE49-F238E27FC236}">
                <a16:creationId xmlns:a16="http://schemas.microsoft.com/office/drawing/2014/main" id="{137747EC-9430-B30E-EF5E-2D226C1D05C5}"/>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3147422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F4DEFDD-8BB8-4102-9CD5-9F8C9E4E95FF}" type="slidenum">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en-US" sz="1200" b="0" i="0" u="none" strike="noStrike" kern="1200" cap="none" spc="0" normalizeH="0" baseline="0" noProof="0" dirty="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24" name="Title 1"/>
          <p:cNvSpPr>
            <a:spLocks noGrp="1"/>
          </p:cNvSpPr>
          <p:nvPr>
            <p:ph type="title" idx="4294967295"/>
          </p:nvPr>
        </p:nvSpPr>
        <p:spPr>
          <a:xfrm>
            <a:off x="0" y="960438"/>
            <a:ext cx="8728075" cy="400050"/>
          </a:xfrm>
        </p:spPr>
        <p:txBody>
          <a:bodyPr>
            <a:normAutofit fontScale="90000"/>
          </a:bodyPr>
          <a:lstStyle/>
          <a:p>
            <a:br>
              <a:rPr lang="en-US" sz="2100" dirty="0">
                <a:solidFill>
                  <a:srgbClr val="557799"/>
                </a:solidFill>
                <a:latin typeface="Century Gothic" panose="020B0502020202020204" pitchFamily="34" charset="0"/>
              </a:rPr>
            </a:br>
            <a:br>
              <a:rPr lang="en-US" sz="2100" dirty="0">
                <a:solidFill>
                  <a:srgbClr val="557799"/>
                </a:solidFill>
                <a:latin typeface="Century Gothic" panose="020B0502020202020204" pitchFamily="34" charset="0"/>
              </a:rPr>
            </a:br>
            <a:r>
              <a:rPr lang="en-US" b="1" dirty="0">
                <a:solidFill>
                  <a:srgbClr val="557799"/>
                </a:solidFill>
                <a:latin typeface="Garamond" panose="02020404030301010803" pitchFamily="18" charset="0"/>
              </a:rPr>
              <a:t>Continuous Monitoring</a:t>
            </a:r>
            <a:br>
              <a:rPr lang="en-US" b="1" dirty="0">
                <a:solidFill>
                  <a:srgbClr val="557799"/>
                </a:solidFill>
                <a:latin typeface="Garamond" panose="02020404030301010803" pitchFamily="18" charset="0"/>
              </a:rPr>
            </a:br>
            <a:r>
              <a:rPr lang="en-US" b="1" dirty="0">
                <a:solidFill>
                  <a:srgbClr val="557799"/>
                </a:solidFill>
                <a:latin typeface="Garamond" panose="02020404030301010803" pitchFamily="18" charset="0"/>
              </a:rPr>
              <a:t> </a:t>
            </a:r>
            <a:br>
              <a:rPr lang="en-US" sz="2100" dirty="0">
                <a:latin typeface="Century Gothic" panose="020B0502020202020204" pitchFamily="34" charset="0"/>
              </a:rPr>
            </a:br>
            <a:endParaRPr lang="en-US" sz="2100" dirty="0">
              <a:solidFill>
                <a:srgbClr val="557799"/>
              </a:solidFill>
              <a:latin typeface="Century Gothic" panose="020B0502020202020204" pitchFamily="34" charset="0"/>
            </a:endParaRPr>
          </a:p>
        </p:txBody>
      </p:sp>
      <p:sp>
        <p:nvSpPr>
          <p:cNvPr id="26" name="Title 1"/>
          <p:cNvSpPr txBox="1">
            <a:spLocks/>
          </p:cNvSpPr>
          <p:nvPr/>
        </p:nvSpPr>
        <p:spPr>
          <a:xfrm>
            <a:off x="261881" y="1369552"/>
            <a:ext cx="8196319" cy="3312938"/>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The process and technology required to incorporate monitoring across each phase of your DevOps and IT operations lifecycles. </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Continuously ensure the health, performance, and reliability of your application and infrastructure as it moves from development to production.</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Continuous monitoring builds on the concepts of Continuous Integration and Continuous Deployment (CI/CD) to help develop and deliver software faster and more reliably to provide continuous value to your users.</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It is a crucial element in gaining true efficiency and scalability</a:t>
            </a:r>
          </a:p>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endParaRPr kumimoji="0" lang="en-US" sz="195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7206892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A5C406-4840-DFE1-126B-A6D3648704A0}"/>
              </a:ext>
            </a:extLst>
          </p:cNvPr>
          <p:cNvSpPr>
            <a:spLocks noGrp="1"/>
          </p:cNvSpPr>
          <p:nvPr>
            <p:ph sz="quarter" idx="10"/>
          </p:nvPr>
        </p:nvSpPr>
        <p:spPr/>
        <p:txBody>
          <a:bodyPr>
            <a:normAutofit/>
          </a:bodyPr>
          <a:lstStyle/>
          <a:p>
            <a:r>
              <a:rPr lang="en-US" dirty="0">
                <a:solidFill>
                  <a:srgbClr val="557799"/>
                </a:solidFill>
                <a:latin typeface="Garamond" panose="02020404030301010803" pitchFamily="18" charset="0"/>
                <a:ea typeface="+mj-ea"/>
              </a:rPr>
              <a:t>DevOps  Tools Example</a:t>
            </a:r>
            <a:endParaRPr lang="en-IN" dirty="0">
              <a:solidFill>
                <a:srgbClr val="557799"/>
              </a:solidFill>
              <a:latin typeface="Garamond" panose="02020404030301010803" pitchFamily="18" charset="0"/>
              <a:ea typeface="+mj-ea"/>
            </a:endParaRPr>
          </a:p>
        </p:txBody>
      </p:sp>
      <p:pic>
        <p:nvPicPr>
          <p:cNvPr id="6" name="Content Placeholder 5">
            <a:extLst>
              <a:ext uri="{FF2B5EF4-FFF2-40B4-BE49-F238E27FC236}">
                <a16:creationId xmlns:a16="http://schemas.microsoft.com/office/drawing/2014/main" id="{D0ED2B6F-C364-534C-C6B8-01AD77EA7267}"/>
              </a:ext>
            </a:extLst>
          </p:cNvPr>
          <p:cNvPicPr>
            <a:picLocks noGrp="1" noChangeAspect="1"/>
          </p:cNvPicPr>
          <p:nvPr>
            <p:ph idx="1"/>
          </p:nvPr>
        </p:nvPicPr>
        <p:blipFill>
          <a:blip r:embed="rId2"/>
          <a:stretch>
            <a:fillRect/>
          </a:stretch>
        </p:blipFill>
        <p:spPr>
          <a:xfrm>
            <a:off x="609600" y="1509030"/>
            <a:ext cx="7848600" cy="4630443"/>
          </a:xfrm>
          <a:prstGeom prst="rect">
            <a:avLst/>
          </a:prstGeom>
        </p:spPr>
      </p:pic>
      <p:sp>
        <p:nvSpPr>
          <p:cNvPr id="5" name="Slide Number Placeholder 4">
            <a:extLst>
              <a:ext uri="{FF2B5EF4-FFF2-40B4-BE49-F238E27FC236}">
                <a16:creationId xmlns:a16="http://schemas.microsoft.com/office/drawing/2014/main" id="{0BE6E93E-A152-E8E4-AD54-2809F7E4F267}"/>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9578749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B44AA54-C826-101B-35A0-0563B206BFB2}"/>
              </a:ext>
            </a:extLst>
          </p:cNvPr>
          <p:cNvSpPr>
            <a:spLocks noGrp="1"/>
          </p:cNvSpPr>
          <p:nvPr>
            <p:ph sz="quarter" idx="10"/>
          </p:nvPr>
        </p:nvSpPr>
        <p:spPr/>
        <p:txBody>
          <a:bodyPr/>
          <a:lstStyle/>
          <a:p>
            <a:r>
              <a:rPr lang="en-US" dirty="0">
                <a:solidFill>
                  <a:srgbClr val="557799"/>
                </a:solidFill>
                <a:latin typeface="Garamond" panose="02020404030301010803" pitchFamily="18" charset="0"/>
                <a:ea typeface="+mj-ea"/>
              </a:rPr>
              <a:t>DevOps Pipeline</a:t>
            </a:r>
            <a:endParaRPr lang="en-IN" dirty="0">
              <a:solidFill>
                <a:srgbClr val="557799"/>
              </a:solidFill>
              <a:latin typeface="Garamond" panose="02020404030301010803" pitchFamily="18" charset="0"/>
              <a:ea typeface="+mj-ea"/>
            </a:endParaRPr>
          </a:p>
        </p:txBody>
      </p:sp>
      <p:pic>
        <p:nvPicPr>
          <p:cNvPr id="7" name="Content Placeholder 6">
            <a:extLst>
              <a:ext uri="{FF2B5EF4-FFF2-40B4-BE49-F238E27FC236}">
                <a16:creationId xmlns:a16="http://schemas.microsoft.com/office/drawing/2014/main" id="{0E66F797-F93C-041E-8759-EB9E29291005}"/>
              </a:ext>
            </a:extLst>
          </p:cNvPr>
          <p:cNvPicPr>
            <a:picLocks noGrp="1" noChangeAspect="1"/>
          </p:cNvPicPr>
          <p:nvPr>
            <p:ph idx="1"/>
          </p:nvPr>
        </p:nvPicPr>
        <p:blipFill>
          <a:blip r:embed="rId2"/>
          <a:stretch>
            <a:fillRect/>
          </a:stretch>
        </p:blipFill>
        <p:spPr>
          <a:xfrm>
            <a:off x="571500" y="1799431"/>
            <a:ext cx="7696200" cy="3914775"/>
          </a:xfrm>
          <a:prstGeom prst="rect">
            <a:avLst/>
          </a:prstGeom>
        </p:spPr>
      </p:pic>
      <p:sp>
        <p:nvSpPr>
          <p:cNvPr id="4" name="Slide Number Placeholder 3">
            <a:extLst>
              <a:ext uri="{FF2B5EF4-FFF2-40B4-BE49-F238E27FC236}">
                <a16:creationId xmlns:a16="http://schemas.microsoft.com/office/drawing/2014/main" id="{DCDA1C0C-8125-BE2D-51B3-DEC152E731D3}"/>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57</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4631537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1"/>
          <p:cNvSpPr txBox="1">
            <a:spLocks noChangeArrowheads="1"/>
          </p:cNvSpPr>
          <p:nvPr/>
        </p:nvSpPr>
        <p:spPr bwMode="auto">
          <a:xfrm>
            <a:off x="1485037" y="857251"/>
            <a:ext cx="4766540" cy="8910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a:lnSpc>
                <a:spcPct val="98000"/>
              </a:lnSpc>
              <a:spcBef>
                <a:spcPts val="2088"/>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400">
                <a:solidFill>
                  <a:srgbClr val="000000"/>
                </a:solidFill>
                <a:latin typeface="Franklin Gothic Medium" panose="020B0603020102020204" pitchFamily="34" charset="0"/>
                <a:ea typeface="Noto Sans CJK SC Regular" charset="0"/>
                <a:cs typeface="Noto Sans CJK SC Regular" charset="0"/>
              </a:defRPr>
            </a:lvl1pPr>
            <a:lvl2pPr>
              <a:lnSpc>
                <a:spcPct val="93000"/>
              </a:lnSpc>
              <a:spcBef>
                <a:spcPts val="1663"/>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100">
                <a:solidFill>
                  <a:srgbClr val="000000"/>
                </a:solidFill>
                <a:latin typeface="Arial" panose="020B0604020202020204" pitchFamily="34" charset="0"/>
                <a:ea typeface="Noto Sans CJK SC Regular" charset="0"/>
                <a:cs typeface="Noto Sans CJK SC Regular" charset="0"/>
              </a:defRPr>
            </a:lvl2pPr>
            <a:lvl3pPr>
              <a:lnSpc>
                <a:spcPct val="93000"/>
              </a:lnSpc>
              <a:spcBef>
                <a:spcPts val="125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a:solidFill>
                  <a:srgbClr val="000000"/>
                </a:solidFill>
                <a:latin typeface="Arial" panose="020B0604020202020204" pitchFamily="34" charset="0"/>
                <a:ea typeface="Noto Sans CJK SC Regular" charset="0"/>
                <a:cs typeface="Noto Sans CJK SC Regular" charset="0"/>
              </a:defRPr>
            </a:lvl3pPr>
            <a:lvl4pPr>
              <a:lnSpc>
                <a:spcPct val="93000"/>
              </a:lnSpc>
              <a:spcBef>
                <a:spcPts val="838"/>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400">
                <a:solidFill>
                  <a:srgbClr val="000000"/>
                </a:solidFill>
                <a:latin typeface="Arial" panose="020B0604020202020204" pitchFamily="34" charset="0"/>
                <a:ea typeface="Noto Sans CJK SC Regular" charset="0"/>
                <a:cs typeface="Noto Sans CJK SC Regular" charset="0"/>
              </a:defRPr>
            </a:lvl4pPr>
            <a:lvl5pPr>
              <a:lnSpc>
                <a:spcPct val="93000"/>
              </a:lnSpc>
              <a:spcBef>
                <a:spcPts val="413"/>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900">
                <a:solidFill>
                  <a:srgbClr val="000000"/>
                </a:solidFill>
                <a:latin typeface="Arial" panose="020B0604020202020204" pitchFamily="34" charset="0"/>
                <a:ea typeface="Noto Sans CJK SC Regular" charset="0"/>
                <a:cs typeface="Noto Sans CJK SC Regular" charset="0"/>
              </a:defRPr>
            </a:lvl5pPr>
            <a:lvl6pPr marL="2514600" indent="-228600" defTabSz="449263" eaLnBrk="0" fontAlgn="base" hangingPunct="0">
              <a:lnSpc>
                <a:spcPct val="93000"/>
              </a:lnSpc>
              <a:spcBef>
                <a:spcPts val="413"/>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900">
                <a:solidFill>
                  <a:srgbClr val="000000"/>
                </a:solidFill>
                <a:latin typeface="Arial" panose="020B0604020202020204" pitchFamily="34" charset="0"/>
                <a:ea typeface="Noto Sans CJK SC Regular" charset="0"/>
                <a:cs typeface="Noto Sans CJK SC Regular" charset="0"/>
              </a:defRPr>
            </a:lvl6pPr>
            <a:lvl7pPr marL="2971800" indent="-228600" defTabSz="449263" eaLnBrk="0" fontAlgn="base" hangingPunct="0">
              <a:lnSpc>
                <a:spcPct val="93000"/>
              </a:lnSpc>
              <a:spcBef>
                <a:spcPts val="413"/>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900">
                <a:solidFill>
                  <a:srgbClr val="000000"/>
                </a:solidFill>
                <a:latin typeface="Arial" panose="020B0604020202020204" pitchFamily="34" charset="0"/>
                <a:ea typeface="Noto Sans CJK SC Regular" charset="0"/>
                <a:cs typeface="Noto Sans CJK SC Regular" charset="0"/>
              </a:defRPr>
            </a:lvl7pPr>
            <a:lvl8pPr marL="3429000" indent="-228600" defTabSz="449263" eaLnBrk="0" fontAlgn="base" hangingPunct="0">
              <a:lnSpc>
                <a:spcPct val="93000"/>
              </a:lnSpc>
              <a:spcBef>
                <a:spcPts val="413"/>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900">
                <a:solidFill>
                  <a:srgbClr val="000000"/>
                </a:solidFill>
                <a:latin typeface="Arial" panose="020B0604020202020204" pitchFamily="34" charset="0"/>
                <a:ea typeface="Noto Sans CJK SC Regular" charset="0"/>
                <a:cs typeface="Noto Sans CJK SC Regular" charset="0"/>
              </a:defRPr>
            </a:lvl8pPr>
            <a:lvl9pPr marL="3886200" indent="-228600" defTabSz="449263" eaLnBrk="0" fontAlgn="base" hangingPunct="0">
              <a:lnSpc>
                <a:spcPct val="93000"/>
              </a:lnSpc>
              <a:spcBef>
                <a:spcPts val="413"/>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900">
                <a:solidFill>
                  <a:srgbClr val="000000"/>
                </a:solidFill>
                <a:latin typeface="Arial" panose="020B0604020202020204" pitchFamily="34" charset="0"/>
                <a:ea typeface="Noto Sans CJK SC Regular" charset="0"/>
                <a:cs typeface="Noto Sans CJK SC Regular" charset="0"/>
              </a:defRPr>
            </a:lvl9pPr>
          </a:lstStyle>
          <a:p>
            <a:pPr marL="0" marR="0" lvl="0" indent="0" algn="l" defTabSz="305678"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a:pPr>
            <a:r>
              <a:rPr kumimoji="0" lang="en-IN" sz="1633" b="1" i="0" u="none" strike="noStrike" kern="1200" cap="none" spc="0" normalizeH="0" baseline="0" noProof="0" dirty="0">
                <a:ln>
                  <a:noFill/>
                </a:ln>
                <a:solidFill>
                  <a:srgbClr val="FFFFFF"/>
                </a:solidFill>
                <a:effectLst/>
                <a:uLnTx/>
                <a:uFillTx/>
                <a:latin typeface="Franklin Gothic Medium" panose="020B0603020102020204" pitchFamily="34" charset="0"/>
              </a:rPr>
              <a:t>Delivery pipeline</a:t>
            </a:r>
            <a:r>
              <a:rPr kumimoji="0" lang="en-IN" sz="1633" b="0" i="0" u="none" strike="noStrike" kern="1200" cap="none" spc="0" normalizeH="0" baseline="0" noProof="0" dirty="0">
                <a:ln>
                  <a:noFill/>
                </a:ln>
                <a:solidFill>
                  <a:srgbClr val="FFFFFF"/>
                </a:solidFill>
                <a:effectLst/>
                <a:uLnTx/>
                <a:uFillTx/>
                <a:latin typeface="Franklin Gothic Medium" panose="020B0603020102020204" pitchFamily="34" charset="0"/>
              </a:rPr>
              <a:t> is an automated manifestation of your process for getting software from version control into the hands of your users.</a:t>
            </a:r>
            <a:endParaRPr kumimoji="0" lang="en-US" sz="1633" b="0" i="0" u="none" strike="noStrike" kern="1200" cap="none" spc="0" normalizeH="0" baseline="0" noProof="0" dirty="0">
              <a:ln>
                <a:noFill/>
              </a:ln>
              <a:solidFill>
                <a:srgbClr val="FFFFFF"/>
              </a:solidFill>
              <a:effectLst/>
              <a:uLnTx/>
              <a:uFillTx/>
              <a:latin typeface="Franklin Gothic Demi" panose="020B0703020102020204" pitchFamily="34" charset="0"/>
            </a:endParaRPr>
          </a:p>
        </p:txBody>
      </p:sp>
      <p:sp>
        <p:nvSpPr>
          <p:cNvPr id="41987" name="Text Box 2"/>
          <p:cNvSpPr txBox="1">
            <a:spLocks noChangeArrowheads="1"/>
          </p:cNvSpPr>
          <p:nvPr/>
        </p:nvSpPr>
        <p:spPr bwMode="auto">
          <a:xfrm>
            <a:off x="1377025" y="5699400"/>
            <a:ext cx="272189" cy="118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0" marR="0" lvl="0" indent="0" algn="r" defTabSz="305678" rtl="0" eaLnBrk="0" fontAlgn="base" latinLnBrk="0" hangingPunct="0">
              <a:lnSpc>
                <a:spcPct val="100000"/>
              </a:lnSpc>
              <a:spcBef>
                <a:spcPct val="0"/>
              </a:spcBef>
              <a:spcAft>
                <a:spcPct val="0"/>
              </a:spcAft>
              <a:buClr>
                <a:srgbClr val="000000"/>
              </a:buClr>
              <a:buSzPct val="100000"/>
              <a:buFontTx/>
              <a:buNone/>
              <a:tabLst/>
              <a:defRPr/>
            </a:pPr>
            <a:fld id="{41A44D95-0374-4534-874B-50C9B3767DD8}" type="slidenum">
              <a:rPr kumimoji="0" lang="en-IN" sz="612" b="0" i="0" u="none" strike="noStrike" kern="1200" cap="none" spc="0" normalizeH="0" baseline="0" noProof="0">
                <a:ln>
                  <a:noFill/>
                </a:ln>
                <a:solidFill>
                  <a:srgbClr val="006BB5"/>
                </a:solidFill>
                <a:effectLst/>
                <a:uLnTx/>
                <a:uFillTx/>
                <a:latin typeface="Arial" panose="020B0604020202020204" pitchFamily="34" charset="0"/>
                <a:ea typeface="DejaVu Sans" charset="0"/>
                <a:cs typeface="DejaVu Sans" charset="0"/>
              </a:rPr>
              <a:pPr marL="0" marR="0" lvl="0" indent="0" algn="r" defTabSz="305678" rtl="0" eaLnBrk="0" fontAlgn="base" latinLnBrk="0" hangingPunct="0">
                <a:lnSpc>
                  <a:spcPct val="100000"/>
                </a:lnSpc>
                <a:spcBef>
                  <a:spcPct val="0"/>
                </a:spcBef>
                <a:spcAft>
                  <a:spcPct val="0"/>
                </a:spcAft>
                <a:buClr>
                  <a:srgbClr val="000000"/>
                </a:buClr>
                <a:buSzPct val="100000"/>
                <a:buFontTx/>
                <a:buNone/>
                <a:tabLst/>
                <a:defRPr/>
              </a:pPr>
              <a:t>58</a:t>
            </a:fld>
            <a:endParaRPr kumimoji="0" lang="en-IN" sz="612" b="0" i="0" u="none" strike="noStrike" kern="1200" cap="none" spc="0" normalizeH="0" baseline="0" noProof="0">
              <a:ln>
                <a:noFill/>
              </a:ln>
              <a:solidFill>
                <a:srgbClr val="006BB5"/>
              </a:solidFill>
              <a:effectLst/>
              <a:uLnTx/>
              <a:uFillTx/>
              <a:latin typeface="Arial" panose="020B0604020202020204" pitchFamily="34" charset="0"/>
              <a:ea typeface="DejaVu Sans" charset="0"/>
              <a:cs typeface="DejaVu Sans" charset="0"/>
            </a:endParaRPr>
          </a:p>
        </p:txBody>
      </p:sp>
      <p:pic>
        <p:nvPicPr>
          <p:cNvPr id="4198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1703" y="3903171"/>
            <a:ext cx="5508578" cy="144627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1989" name="Picture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473156" y="5674556"/>
            <a:ext cx="823046" cy="168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0" name="Picture 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986054" y="5492017"/>
            <a:ext cx="1014227" cy="326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6C19703B-AA00-7BF3-524B-661D39107F4A}"/>
              </a:ext>
            </a:extLst>
          </p:cNvPr>
          <p:cNvSpPr>
            <a:spLocks noGrp="1"/>
          </p:cNvSpPr>
          <p:nvPr>
            <p:ph sz="quarter" idx="10"/>
          </p:nvPr>
        </p:nvSpPr>
        <p:spPr/>
        <p:txBody>
          <a:bodyPr/>
          <a:lstStyle/>
          <a:p>
            <a:r>
              <a:rPr lang="en-US" dirty="0">
                <a:solidFill>
                  <a:srgbClr val="557799"/>
                </a:solidFill>
                <a:latin typeface="Garamond" panose="02020404030301010803" pitchFamily="18" charset="0"/>
                <a:ea typeface="+mj-ea"/>
              </a:rPr>
              <a:t>DevOps Pipeline</a:t>
            </a:r>
            <a:endParaRPr lang="en-IN" dirty="0">
              <a:solidFill>
                <a:srgbClr val="557799"/>
              </a:solidFill>
              <a:latin typeface="Garamond" panose="02020404030301010803" pitchFamily="18" charset="0"/>
              <a:ea typeface="+mj-ea"/>
            </a:endParaRPr>
          </a:p>
          <a:p>
            <a:endParaRPr lang="en-IN" dirty="0">
              <a:solidFill>
                <a:srgbClr val="557799"/>
              </a:solidFill>
              <a:latin typeface="Garamond" panose="02020404030301010803" pitchFamily="18" charset="0"/>
              <a:ea typeface="+mj-ea"/>
            </a:endParaRPr>
          </a:p>
        </p:txBody>
      </p:sp>
      <p:pic>
        <p:nvPicPr>
          <p:cNvPr id="5" name="Picture 5">
            <a:extLst>
              <a:ext uri="{FF2B5EF4-FFF2-40B4-BE49-F238E27FC236}">
                <a16:creationId xmlns:a16="http://schemas.microsoft.com/office/drawing/2014/main" id="{7CEA9F5B-53DA-E145-A5EB-16C3D96F1413}"/>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173216" y="3960723"/>
            <a:ext cx="7004974" cy="2138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a:extLst>
              <a:ext uri="{FF2B5EF4-FFF2-40B4-BE49-F238E27FC236}">
                <a16:creationId xmlns:a16="http://schemas.microsoft.com/office/drawing/2014/main" id="{5CD0AE63-01F3-E910-A200-17D8A79DD0EB}"/>
              </a:ext>
            </a:extLst>
          </p:cNvPr>
          <p:cNvPicPr>
            <a:picLocks noGrp="1" noChangeAspect="1"/>
          </p:cNvPicPr>
          <p:nvPr>
            <p:ph idx="1"/>
          </p:nvPr>
        </p:nvPicPr>
        <p:blipFill>
          <a:blip r:embed="rId7">
            <a:extLst>
              <a:ext uri="{28A0092B-C50C-407E-A947-70E740481C1C}">
                <a14:useLocalDpi xmlns:a14="http://schemas.microsoft.com/office/drawing/2010/main" val="0"/>
              </a:ext>
            </a:extLst>
          </a:blip>
          <a:srcRect/>
          <a:stretch>
            <a:fillRect/>
          </a:stretch>
        </p:blipFill>
        <p:spPr bwMode="auto">
          <a:xfrm>
            <a:off x="1143719" y="1437974"/>
            <a:ext cx="6629400" cy="2451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6">
            <a:extLst>
              <a:ext uri="{FF2B5EF4-FFF2-40B4-BE49-F238E27FC236}">
                <a16:creationId xmlns:a16="http://schemas.microsoft.com/office/drawing/2014/main" id="{CCE48564-B72D-3A2E-21C7-6243785FC25F}"/>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58</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67888622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1"/>
          <p:cNvSpPr txBox="1">
            <a:spLocks noChangeArrowheads="1"/>
          </p:cNvSpPr>
          <p:nvPr/>
        </p:nvSpPr>
        <p:spPr bwMode="auto">
          <a:xfrm>
            <a:off x="1485037" y="857251"/>
            <a:ext cx="4766540" cy="8910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a:lnSpc>
                <a:spcPct val="98000"/>
              </a:lnSpc>
              <a:spcBef>
                <a:spcPts val="2088"/>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400">
                <a:solidFill>
                  <a:srgbClr val="000000"/>
                </a:solidFill>
                <a:latin typeface="Franklin Gothic Medium" panose="020B0603020102020204" pitchFamily="34" charset="0"/>
                <a:ea typeface="Noto Sans CJK SC Regular" charset="0"/>
                <a:cs typeface="Noto Sans CJK SC Regular" charset="0"/>
              </a:defRPr>
            </a:lvl1pPr>
            <a:lvl2pPr>
              <a:lnSpc>
                <a:spcPct val="93000"/>
              </a:lnSpc>
              <a:spcBef>
                <a:spcPts val="1663"/>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100">
                <a:solidFill>
                  <a:srgbClr val="000000"/>
                </a:solidFill>
                <a:latin typeface="Arial" panose="020B0604020202020204" pitchFamily="34" charset="0"/>
                <a:ea typeface="Noto Sans CJK SC Regular" charset="0"/>
                <a:cs typeface="Noto Sans CJK SC Regular" charset="0"/>
              </a:defRPr>
            </a:lvl2pPr>
            <a:lvl3pPr>
              <a:lnSpc>
                <a:spcPct val="93000"/>
              </a:lnSpc>
              <a:spcBef>
                <a:spcPts val="125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a:solidFill>
                  <a:srgbClr val="000000"/>
                </a:solidFill>
                <a:latin typeface="Arial" panose="020B0604020202020204" pitchFamily="34" charset="0"/>
                <a:ea typeface="Noto Sans CJK SC Regular" charset="0"/>
                <a:cs typeface="Noto Sans CJK SC Regular" charset="0"/>
              </a:defRPr>
            </a:lvl3pPr>
            <a:lvl4pPr>
              <a:lnSpc>
                <a:spcPct val="93000"/>
              </a:lnSpc>
              <a:spcBef>
                <a:spcPts val="838"/>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400">
                <a:solidFill>
                  <a:srgbClr val="000000"/>
                </a:solidFill>
                <a:latin typeface="Arial" panose="020B0604020202020204" pitchFamily="34" charset="0"/>
                <a:ea typeface="Noto Sans CJK SC Regular" charset="0"/>
                <a:cs typeface="Noto Sans CJK SC Regular" charset="0"/>
              </a:defRPr>
            </a:lvl4pPr>
            <a:lvl5pPr>
              <a:lnSpc>
                <a:spcPct val="93000"/>
              </a:lnSpc>
              <a:spcBef>
                <a:spcPts val="413"/>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900">
                <a:solidFill>
                  <a:srgbClr val="000000"/>
                </a:solidFill>
                <a:latin typeface="Arial" panose="020B0604020202020204" pitchFamily="34" charset="0"/>
                <a:ea typeface="Noto Sans CJK SC Regular" charset="0"/>
                <a:cs typeface="Noto Sans CJK SC Regular" charset="0"/>
              </a:defRPr>
            </a:lvl5pPr>
            <a:lvl6pPr marL="2514600" indent="-228600" defTabSz="449263" eaLnBrk="0" fontAlgn="base" hangingPunct="0">
              <a:lnSpc>
                <a:spcPct val="93000"/>
              </a:lnSpc>
              <a:spcBef>
                <a:spcPts val="413"/>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900">
                <a:solidFill>
                  <a:srgbClr val="000000"/>
                </a:solidFill>
                <a:latin typeface="Arial" panose="020B0604020202020204" pitchFamily="34" charset="0"/>
                <a:ea typeface="Noto Sans CJK SC Regular" charset="0"/>
                <a:cs typeface="Noto Sans CJK SC Regular" charset="0"/>
              </a:defRPr>
            </a:lvl6pPr>
            <a:lvl7pPr marL="2971800" indent="-228600" defTabSz="449263" eaLnBrk="0" fontAlgn="base" hangingPunct="0">
              <a:lnSpc>
                <a:spcPct val="93000"/>
              </a:lnSpc>
              <a:spcBef>
                <a:spcPts val="413"/>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900">
                <a:solidFill>
                  <a:srgbClr val="000000"/>
                </a:solidFill>
                <a:latin typeface="Arial" panose="020B0604020202020204" pitchFamily="34" charset="0"/>
                <a:ea typeface="Noto Sans CJK SC Regular" charset="0"/>
                <a:cs typeface="Noto Sans CJK SC Regular" charset="0"/>
              </a:defRPr>
            </a:lvl7pPr>
            <a:lvl8pPr marL="3429000" indent="-228600" defTabSz="449263" eaLnBrk="0" fontAlgn="base" hangingPunct="0">
              <a:lnSpc>
                <a:spcPct val="93000"/>
              </a:lnSpc>
              <a:spcBef>
                <a:spcPts val="413"/>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900">
                <a:solidFill>
                  <a:srgbClr val="000000"/>
                </a:solidFill>
                <a:latin typeface="Arial" panose="020B0604020202020204" pitchFamily="34" charset="0"/>
                <a:ea typeface="Noto Sans CJK SC Regular" charset="0"/>
                <a:cs typeface="Noto Sans CJK SC Regular" charset="0"/>
              </a:defRPr>
            </a:lvl8pPr>
            <a:lvl9pPr marL="3886200" indent="-228600" defTabSz="449263" eaLnBrk="0" fontAlgn="base" hangingPunct="0">
              <a:lnSpc>
                <a:spcPct val="93000"/>
              </a:lnSpc>
              <a:spcBef>
                <a:spcPts val="413"/>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900">
                <a:solidFill>
                  <a:srgbClr val="000000"/>
                </a:solidFill>
                <a:latin typeface="Arial" panose="020B0604020202020204" pitchFamily="34" charset="0"/>
                <a:ea typeface="Noto Sans CJK SC Regular" charset="0"/>
                <a:cs typeface="Noto Sans CJK SC Regular" charset="0"/>
              </a:defRPr>
            </a:lvl9pPr>
          </a:lstStyle>
          <a:p>
            <a:pPr marL="0" marR="0" lvl="0" indent="0" algn="l" defTabSz="305678"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a:pPr>
            <a:r>
              <a:rPr kumimoji="0" lang="en-US" sz="1633" b="0" i="0" u="none" strike="noStrike" kern="1200" cap="none" spc="0" normalizeH="0" baseline="0" noProof="0">
                <a:ln>
                  <a:noFill/>
                </a:ln>
                <a:solidFill>
                  <a:srgbClr val="FFFFFF"/>
                </a:solidFill>
                <a:effectLst/>
                <a:uLnTx/>
                <a:uFillTx/>
                <a:latin typeface="Franklin Gothic Demi" panose="020B0703020102020204" pitchFamily="34" charset="0"/>
              </a:rPr>
              <a:t>DevOps Tools</a:t>
            </a:r>
          </a:p>
        </p:txBody>
      </p:sp>
      <p:sp>
        <p:nvSpPr>
          <p:cNvPr id="44035" name="Text Box 2"/>
          <p:cNvSpPr txBox="1">
            <a:spLocks noChangeArrowheads="1"/>
          </p:cNvSpPr>
          <p:nvPr/>
        </p:nvSpPr>
        <p:spPr bwMode="auto">
          <a:xfrm>
            <a:off x="1377025" y="5699400"/>
            <a:ext cx="272189" cy="118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0" marR="0" lvl="0" indent="0" algn="r" defTabSz="305678" rtl="0" eaLnBrk="0" fontAlgn="base" latinLnBrk="0" hangingPunct="0">
              <a:lnSpc>
                <a:spcPct val="100000"/>
              </a:lnSpc>
              <a:spcBef>
                <a:spcPct val="0"/>
              </a:spcBef>
              <a:spcAft>
                <a:spcPct val="0"/>
              </a:spcAft>
              <a:buClr>
                <a:srgbClr val="000000"/>
              </a:buClr>
              <a:buSzPct val="100000"/>
              <a:buFontTx/>
              <a:buNone/>
              <a:tabLst/>
              <a:defRPr/>
            </a:pPr>
            <a:fld id="{990BA961-7367-41A1-A0CA-3E00948F9242}" type="slidenum">
              <a:rPr kumimoji="0" lang="en-IN" sz="612" b="0" i="0" u="none" strike="noStrike" kern="1200" cap="none" spc="0" normalizeH="0" baseline="0" noProof="0">
                <a:ln>
                  <a:noFill/>
                </a:ln>
                <a:solidFill>
                  <a:srgbClr val="006BB5"/>
                </a:solidFill>
                <a:effectLst/>
                <a:uLnTx/>
                <a:uFillTx/>
                <a:latin typeface="Arial" panose="020B0604020202020204" pitchFamily="34" charset="0"/>
                <a:ea typeface="DejaVu Sans" charset="0"/>
                <a:cs typeface="DejaVu Sans" charset="0"/>
              </a:rPr>
              <a:pPr marL="0" marR="0" lvl="0" indent="0" algn="r" defTabSz="305678" rtl="0" eaLnBrk="0" fontAlgn="base" latinLnBrk="0" hangingPunct="0">
                <a:lnSpc>
                  <a:spcPct val="100000"/>
                </a:lnSpc>
                <a:spcBef>
                  <a:spcPct val="0"/>
                </a:spcBef>
                <a:spcAft>
                  <a:spcPct val="0"/>
                </a:spcAft>
                <a:buClr>
                  <a:srgbClr val="000000"/>
                </a:buClr>
                <a:buSzPct val="100000"/>
                <a:buFontTx/>
                <a:buNone/>
                <a:tabLst/>
                <a:defRPr/>
              </a:pPr>
              <a:t>59</a:t>
            </a:fld>
            <a:endParaRPr kumimoji="0" lang="en-IN" sz="612" b="0" i="0" u="none" strike="noStrike" kern="1200" cap="none" spc="0" normalizeH="0" baseline="0" noProof="0">
              <a:ln>
                <a:noFill/>
              </a:ln>
              <a:solidFill>
                <a:srgbClr val="006BB5"/>
              </a:solidFill>
              <a:effectLst/>
              <a:uLnTx/>
              <a:uFillTx/>
              <a:latin typeface="Arial" panose="020B0604020202020204" pitchFamily="34" charset="0"/>
              <a:ea typeface="DejaVu Sans" charset="0"/>
              <a:cs typeface="DejaVu Sans" charset="0"/>
            </a:endParaRPr>
          </a:p>
        </p:txBody>
      </p:sp>
      <p:pic>
        <p:nvPicPr>
          <p:cNvPr id="4403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1703" y="3903171"/>
            <a:ext cx="5508578" cy="144627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4037" name="Picture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473156" y="5674556"/>
            <a:ext cx="823046" cy="168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9" name="Picture 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986054" y="5492017"/>
            <a:ext cx="1014227" cy="326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BC47B79B-F888-B7E4-5FCA-E2075AABEB2A}"/>
              </a:ext>
            </a:extLst>
          </p:cNvPr>
          <p:cNvSpPr>
            <a:spLocks noGrp="1"/>
          </p:cNvSpPr>
          <p:nvPr>
            <p:ph sz="quarter" idx="10"/>
          </p:nvPr>
        </p:nvSpPr>
        <p:spPr/>
        <p:txBody>
          <a:bodyPr/>
          <a:lstStyle/>
          <a:p>
            <a:r>
              <a:rPr lang="en-US" dirty="0">
                <a:solidFill>
                  <a:srgbClr val="557799"/>
                </a:solidFill>
                <a:latin typeface="Garamond" panose="02020404030301010803" pitchFamily="18" charset="0"/>
                <a:ea typeface="+mj-ea"/>
              </a:rPr>
              <a:t>Case Study</a:t>
            </a:r>
            <a:endParaRPr lang="en-IN" dirty="0">
              <a:solidFill>
                <a:srgbClr val="557799"/>
              </a:solidFill>
              <a:latin typeface="Garamond" panose="02020404030301010803" pitchFamily="18" charset="0"/>
              <a:ea typeface="+mj-ea"/>
            </a:endParaRPr>
          </a:p>
        </p:txBody>
      </p:sp>
      <p:pic>
        <p:nvPicPr>
          <p:cNvPr id="4" name="Content Placeholder 3">
            <a:extLst>
              <a:ext uri="{FF2B5EF4-FFF2-40B4-BE49-F238E27FC236}">
                <a16:creationId xmlns:a16="http://schemas.microsoft.com/office/drawing/2014/main" id="{DF302831-41E4-3C95-B29E-E3AAC1CD9DD3}"/>
              </a:ext>
            </a:extLst>
          </p:cNvPr>
          <p:cNvPicPr>
            <a:picLocks noGrp="1" noChangeAspect="1"/>
          </p:cNvPicPr>
          <p:nvPr>
            <p:ph idx="1"/>
          </p:nvPr>
        </p:nvPicPr>
        <p:blipFill>
          <a:blip r:embed="rId6">
            <a:extLst>
              <a:ext uri="{28A0092B-C50C-407E-A947-70E740481C1C}">
                <a14:useLocalDpi xmlns:a14="http://schemas.microsoft.com/office/drawing/2010/main" val="0"/>
              </a:ext>
            </a:extLst>
          </a:blip>
          <a:srcRect/>
          <a:stretch>
            <a:fillRect/>
          </a:stretch>
        </p:blipFill>
        <p:spPr bwMode="auto">
          <a:xfrm>
            <a:off x="166950" y="1417989"/>
            <a:ext cx="829125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01B17A3E-8028-A75D-B5D9-74A4047D5FD5}"/>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59</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45212094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22FC90-2E31-281C-6B66-69AABE11A67B}"/>
              </a:ext>
            </a:extLst>
          </p:cNvPr>
          <p:cNvSpPr>
            <a:spLocks noGrp="1"/>
          </p:cNvSpPr>
          <p:nvPr>
            <p:ph sz="quarter" idx="10"/>
          </p:nvPr>
        </p:nvSpPr>
        <p:spPr/>
        <p:txBody>
          <a:bodyPr/>
          <a:lstStyle/>
          <a:p>
            <a:r>
              <a:rPr lang="en-US" dirty="0">
                <a:solidFill>
                  <a:srgbClr val="557799"/>
                </a:solidFill>
                <a:latin typeface="Garamond" panose="02020404030301010803" pitchFamily="18" charset="0"/>
                <a:ea typeface="+mj-ea"/>
              </a:rPr>
              <a:t>Case Study</a:t>
            </a:r>
            <a:endParaRPr lang="en-IN" dirty="0">
              <a:solidFill>
                <a:srgbClr val="557799"/>
              </a:solidFill>
              <a:latin typeface="Garamond" panose="02020404030301010803" pitchFamily="18" charset="0"/>
              <a:ea typeface="+mj-ea"/>
            </a:endParaRPr>
          </a:p>
        </p:txBody>
      </p:sp>
      <p:pic>
        <p:nvPicPr>
          <p:cNvPr id="4" name="Picture 1">
            <a:extLst>
              <a:ext uri="{FF2B5EF4-FFF2-40B4-BE49-F238E27FC236}">
                <a16:creationId xmlns:a16="http://schemas.microsoft.com/office/drawing/2014/main" id="{35BA94A8-29EB-EC8F-1AF1-958609601D7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2426696"/>
            <a:ext cx="8229600" cy="266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CDC8EBDB-56A7-F622-F24D-0438DB19CC12}"/>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60</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5939029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sz="quarter" idx="10"/>
          </p:nvPr>
        </p:nvSpPr>
        <p:spPr/>
        <p:txBody>
          <a:bodyPr/>
          <a:lstStyle/>
          <a:p>
            <a:r>
              <a:rPr lang="en-US" dirty="0">
                <a:solidFill>
                  <a:srgbClr val="557799"/>
                </a:solidFill>
                <a:latin typeface="Garamond" panose="02020404030301010803" pitchFamily="18" charset="0"/>
                <a:ea typeface="+mj-ea"/>
              </a:rPr>
              <a:t>Antipatterns</a:t>
            </a:r>
          </a:p>
        </p:txBody>
      </p:sp>
      <p:sp>
        <p:nvSpPr>
          <p:cNvPr id="6" name="Text Placeholder 2">
            <a:extLst>
              <a:ext uri="{FF2B5EF4-FFF2-40B4-BE49-F238E27FC236}">
                <a16:creationId xmlns:a16="http://schemas.microsoft.com/office/drawing/2014/main" id="{8E313ADD-BE13-4E7F-7514-ECA71B95213E}"/>
              </a:ext>
            </a:extLst>
          </p:cNvPr>
          <p:cNvSpPr>
            <a:spLocks noGrp="1"/>
          </p:cNvSpPr>
          <p:nvPr>
            <p:ph idx="1"/>
          </p:nvPr>
        </p:nvSpPr>
        <p:spPr>
          <a:xfrm>
            <a:off x="304800" y="1493838"/>
            <a:ext cx="8229600" cy="4525962"/>
          </a:xfrm>
        </p:spPr>
        <p:txBody>
          <a:bodyPr/>
          <a:lstStyle/>
          <a:p>
            <a:r>
              <a:rPr lang="en-US" sz="2800" dirty="0">
                <a:latin typeface="Garamond" panose="02020404030301010803" pitchFamily="18" charset="0"/>
              </a:rPr>
              <a:t>Common Quote “The day of a software release tends to be a tense one”</a:t>
            </a:r>
          </a:p>
          <a:p>
            <a:r>
              <a:rPr lang="en-US" sz="2800" dirty="0">
                <a:latin typeface="Garamond" panose="02020404030301010803" pitchFamily="18" charset="0"/>
              </a:rPr>
              <a:t>Antipattern: Deploying Software Manually</a:t>
            </a:r>
          </a:p>
          <a:p>
            <a:pPr lvl="1"/>
            <a:r>
              <a:rPr lang="en-US" sz="2800" dirty="0">
                <a:latin typeface="Garamond" panose="02020404030301010803" pitchFamily="18" charset="0"/>
              </a:rPr>
              <a:t>The production of extensive and detailed documentation for steps to be performed</a:t>
            </a:r>
          </a:p>
          <a:p>
            <a:pPr lvl="1"/>
            <a:r>
              <a:rPr lang="en-US" sz="2800" dirty="0">
                <a:latin typeface="Garamond" panose="02020404030301010803" pitchFamily="18" charset="0"/>
              </a:rPr>
              <a:t>Reliance on manual testing</a:t>
            </a:r>
          </a:p>
          <a:p>
            <a:pPr lvl="1"/>
            <a:r>
              <a:rPr lang="en-US" sz="2800" dirty="0">
                <a:latin typeface="Garamond" panose="02020404030301010803" pitchFamily="18" charset="0"/>
              </a:rPr>
              <a:t>Frequent calls to the development team to explain</a:t>
            </a:r>
          </a:p>
          <a:p>
            <a:pPr lvl="1"/>
            <a:r>
              <a:rPr lang="en-US" sz="2800" dirty="0">
                <a:latin typeface="Garamond" panose="02020404030301010803" pitchFamily="18" charset="0"/>
              </a:rPr>
              <a:t>Frequent corrections to the release process</a:t>
            </a:r>
          </a:p>
          <a:p>
            <a:pPr lvl="1"/>
            <a:r>
              <a:rPr lang="en-US" sz="2800" dirty="0">
                <a:latin typeface="Garamond" panose="02020404030301010803" pitchFamily="18" charset="0"/>
              </a:rPr>
              <a:t>Sitting bleary-eyed in front of a monitor at 2 A.M</a:t>
            </a:r>
          </a:p>
          <a:p>
            <a:endParaRPr lang="en-US" sz="2800" dirty="0">
              <a:latin typeface="Garamond" panose="02020404030301010803" pitchFamily="18" charset="0"/>
            </a:endParaRPr>
          </a:p>
        </p:txBody>
      </p:sp>
      <p:sp>
        <p:nvSpPr>
          <p:cNvPr id="5" name="Slide Number Placeholder 4">
            <a:extLst>
              <a:ext uri="{FF2B5EF4-FFF2-40B4-BE49-F238E27FC236}">
                <a16:creationId xmlns:a16="http://schemas.microsoft.com/office/drawing/2014/main" id="{F09A5E02-C10A-A576-1614-77ED200A4049}"/>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61</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4843436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p:nvPr>
        </p:nvSpPr>
        <p:spPr>
          <a:xfrm>
            <a:off x="76200" y="1295400"/>
            <a:ext cx="9144000" cy="4525963"/>
          </a:xfrm>
        </p:spPr>
        <p:txBody>
          <a:bodyPr>
            <a:noAutofit/>
          </a:bodyPr>
          <a:lstStyle/>
          <a:p>
            <a:pPr>
              <a:spcBef>
                <a:spcPts val="0"/>
              </a:spcBef>
            </a:pPr>
            <a:r>
              <a:rPr lang="en-US" dirty="0">
                <a:latin typeface="Garamond" panose="02020404030301010803" pitchFamily="18" charset="0"/>
              </a:rPr>
              <a:t>Antipattern: Deploying to a Production-like Environment Only after Development Is Complete</a:t>
            </a:r>
          </a:p>
          <a:p>
            <a:pPr lvl="1">
              <a:spcBef>
                <a:spcPts val="0"/>
              </a:spcBef>
            </a:pPr>
            <a:r>
              <a:rPr lang="en-US" sz="2400" dirty="0">
                <a:latin typeface="Garamond" panose="02020404030301010803" pitchFamily="18" charset="0"/>
              </a:rPr>
              <a:t>Tester tested the system on development machines</a:t>
            </a:r>
          </a:p>
          <a:p>
            <a:pPr lvl="1">
              <a:spcBef>
                <a:spcPts val="0"/>
              </a:spcBef>
            </a:pPr>
            <a:r>
              <a:rPr lang="en-US" sz="2400" dirty="0">
                <a:latin typeface="Garamond" panose="02020404030301010803" pitchFamily="18" charset="0"/>
              </a:rPr>
              <a:t>Releasing into staging is the first time that operations people interact with the new release</a:t>
            </a:r>
          </a:p>
          <a:p>
            <a:pPr lvl="1">
              <a:spcBef>
                <a:spcPts val="0"/>
              </a:spcBef>
            </a:pPr>
            <a:r>
              <a:rPr lang="en-US" sz="2400" dirty="0">
                <a:latin typeface="Garamond" panose="02020404030301010803" pitchFamily="18" charset="0"/>
              </a:rPr>
              <a:t>Who Assembles? The Development Team</a:t>
            </a:r>
          </a:p>
          <a:p>
            <a:pPr lvl="1">
              <a:spcBef>
                <a:spcPts val="0"/>
              </a:spcBef>
            </a:pPr>
            <a:r>
              <a:rPr lang="en-US" sz="2400" dirty="0">
                <a:latin typeface="Garamond" panose="02020404030301010803" pitchFamily="18" charset="0"/>
              </a:rPr>
              <a:t>Collaboration between development and Operations?</a:t>
            </a:r>
          </a:p>
          <a:p>
            <a:pPr>
              <a:spcBef>
                <a:spcPts val="0"/>
              </a:spcBef>
            </a:pPr>
            <a:r>
              <a:rPr lang="en-US" dirty="0">
                <a:latin typeface="Garamond" panose="02020404030301010803" pitchFamily="18" charset="0"/>
              </a:rPr>
              <a:t>Antipattern: Manual Configuration Management of Production Environments</a:t>
            </a:r>
          </a:p>
          <a:p>
            <a:pPr lvl="1">
              <a:spcBef>
                <a:spcPts val="0"/>
              </a:spcBef>
            </a:pPr>
            <a:r>
              <a:rPr lang="en-US" sz="2400" dirty="0">
                <a:latin typeface="Garamond" panose="02020404030301010803" pitchFamily="18" charset="0"/>
              </a:rPr>
              <a:t>Difference in Deployment to Stage and Production</a:t>
            </a:r>
          </a:p>
          <a:p>
            <a:pPr lvl="1">
              <a:spcBef>
                <a:spcPts val="0"/>
              </a:spcBef>
            </a:pPr>
            <a:r>
              <a:rPr lang="en-US" sz="2400" dirty="0">
                <a:latin typeface="Garamond" panose="02020404030301010803" pitchFamily="18" charset="0"/>
              </a:rPr>
              <a:t>Different host behave differently</a:t>
            </a:r>
          </a:p>
          <a:p>
            <a:pPr lvl="1">
              <a:spcBef>
                <a:spcPts val="0"/>
              </a:spcBef>
            </a:pPr>
            <a:r>
              <a:rPr lang="en-US" sz="2400" dirty="0">
                <a:latin typeface="Garamond" panose="02020404030301010803" pitchFamily="18" charset="0"/>
              </a:rPr>
              <a:t>Long time to prepare an environment</a:t>
            </a:r>
          </a:p>
          <a:p>
            <a:pPr lvl="1">
              <a:spcBef>
                <a:spcPts val="0"/>
              </a:spcBef>
            </a:pPr>
            <a:r>
              <a:rPr lang="en-US" sz="2400" dirty="0">
                <a:latin typeface="Garamond" panose="02020404030301010803" pitchFamily="18" charset="0"/>
              </a:rPr>
              <a:t>Cannot step back to an earlier configuration of a system</a:t>
            </a:r>
          </a:p>
          <a:p>
            <a:pPr lvl="1">
              <a:spcBef>
                <a:spcPts val="0"/>
              </a:spcBef>
            </a:pPr>
            <a:r>
              <a:rPr lang="en-US" sz="2400" dirty="0">
                <a:latin typeface="Garamond" panose="02020404030301010803" pitchFamily="18" charset="0"/>
              </a:rPr>
              <a:t>Modification to Configuration Directly</a:t>
            </a:r>
          </a:p>
          <a:p>
            <a:pPr>
              <a:spcBef>
                <a:spcPts val="0"/>
              </a:spcBef>
            </a:pPr>
            <a:endParaRPr lang="en-US" dirty="0">
              <a:latin typeface="Garamond" panose="02020404030301010803" pitchFamily="18" charset="0"/>
            </a:endParaRPr>
          </a:p>
        </p:txBody>
      </p:sp>
      <p:sp>
        <p:nvSpPr>
          <p:cNvPr id="4" name="Text Placeholder 3"/>
          <p:cNvSpPr>
            <a:spLocks noGrp="1"/>
          </p:cNvSpPr>
          <p:nvPr>
            <p:ph sz="quarter" idx="10"/>
          </p:nvPr>
        </p:nvSpPr>
        <p:spPr>
          <a:xfrm>
            <a:off x="457200" y="436404"/>
            <a:ext cx="6324600" cy="720883"/>
          </a:xfrm>
        </p:spPr>
        <p:txBody>
          <a:bodyPr/>
          <a:lstStyle/>
          <a:p>
            <a:r>
              <a:rPr lang="en-US" dirty="0">
                <a:solidFill>
                  <a:srgbClr val="557799"/>
                </a:solidFill>
                <a:latin typeface="Garamond" panose="02020404030301010803" pitchFamily="18" charset="0"/>
                <a:ea typeface="+mj-ea"/>
              </a:rPr>
              <a:t>Antipatterns</a:t>
            </a:r>
          </a:p>
        </p:txBody>
      </p:sp>
      <p:sp>
        <p:nvSpPr>
          <p:cNvPr id="7" name="Slide Number Placeholder 6">
            <a:extLst>
              <a:ext uri="{FF2B5EF4-FFF2-40B4-BE49-F238E27FC236}">
                <a16:creationId xmlns:a16="http://schemas.microsoft.com/office/drawing/2014/main" id="{3390069D-FE1B-3019-FE74-8218597A1DDC}"/>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62</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5370808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sz="quarter" idx="10"/>
          </p:nvPr>
        </p:nvSpPr>
        <p:spPr/>
        <p:txBody>
          <a:bodyPr>
            <a:normAutofit/>
          </a:bodyPr>
          <a:lstStyle/>
          <a:p>
            <a:r>
              <a:rPr lang="en-US" dirty="0">
                <a:solidFill>
                  <a:srgbClr val="557799"/>
                </a:solidFill>
                <a:latin typeface="Garamond" panose="02020404030301010803" pitchFamily="18" charset="0"/>
                <a:ea typeface="+mj-ea"/>
              </a:rPr>
              <a:t>Five different categories of DevOps practices</a:t>
            </a:r>
          </a:p>
        </p:txBody>
      </p:sp>
      <p:sp>
        <p:nvSpPr>
          <p:cNvPr id="6" name="Text Placeholder 2">
            <a:extLst>
              <a:ext uri="{FF2B5EF4-FFF2-40B4-BE49-F238E27FC236}">
                <a16:creationId xmlns:a16="http://schemas.microsoft.com/office/drawing/2014/main" id="{4F2C3563-1C86-E0CB-D575-9E4B8726BABB}"/>
              </a:ext>
            </a:extLst>
          </p:cNvPr>
          <p:cNvSpPr>
            <a:spLocks noGrp="1"/>
          </p:cNvSpPr>
          <p:nvPr>
            <p:ph idx="1"/>
          </p:nvPr>
        </p:nvSpPr>
        <p:spPr>
          <a:xfrm>
            <a:off x="304800" y="1493838"/>
            <a:ext cx="8229600" cy="4525962"/>
          </a:xfrm>
        </p:spPr>
        <p:txBody>
          <a:bodyPr/>
          <a:lstStyle/>
          <a:p>
            <a:pPr>
              <a:buFont typeface="Arial" panose="020B0604020202020204" pitchFamily="34" charset="0"/>
              <a:buChar char="•"/>
            </a:pPr>
            <a:r>
              <a:rPr lang="en-US" sz="2800" dirty="0">
                <a:latin typeface="Garamond" panose="02020404030301010803" pitchFamily="18" charset="0"/>
              </a:rPr>
              <a:t>Treat Ops as first-class citizens from the point of view of requirements</a:t>
            </a:r>
          </a:p>
          <a:p>
            <a:pPr>
              <a:buFont typeface="Arial" panose="020B0604020202020204" pitchFamily="34" charset="0"/>
              <a:buChar char="•"/>
            </a:pPr>
            <a:r>
              <a:rPr lang="en-US" sz="2800" dirty="0">
                <a:latin typeface="Garamond" panose="02020404030301010803" pitchFamily="18" charset="0"/>
              </a:rPr>
              <a:t>Make Dev more responsible for relevant incident handling</a:t>
            </a:r>
          </a:p>
          <a:p>
            <a:pPr>
              <a:buFont typeface="Arial" panose="020B0604020202020204" pitchFamily="34" charset="0"/>
              <a:buChar char="•"/>
            </a:pPr>
            <a:r>
              <a:rPr lang="en-US" sz="2800" dirty="0">
                <a:latin typeface="Garamond" panose="02020404030301010803" pitchFamily="18" charset="0"/>
              </a:rPr>
              <a:t>Enforce the deployment process used by all, including Dev and Ops personnel</a:t>
            </a:r>
          </a:p>
          <a:p>
            <a:pPr>
              <a:buFont typeface="Arial" panose="020B0604020202020204" pitchFamily="34" charset="0"/>
              <a:buChar char="•"/>
            </a:pPr>
            <a:r>
              <a:rPr lang="en-US" sz="2800" dirty="0">
                <a:latin typeface="Garamond" panose="02020404030301010803" pitchFamily="18" charset="0"/>
              </a:rPr>
              <a:t>Use continuous deployment</a:t>
            </a:r>
          </a:p>
          <a:p>
            <a:pPr>
              <a:buFont typeface="Arial" panose="020B0604020202020204" pitchFamily="34" charset="0"/>
              <a:buChar char="•"/>
            </a:pPr>
            <a:r>
              <a:rPr lang="en-US" sz="2800" dirty="0">
                <a:latin typeface="Garamond" panose="02020404030301010803" pitchFamily="18" charset="0"/>
              </a:rPr>
              <a:t>Develop infrastructure code, such as deployment scripts</a:t>
            </a:r>
          </a:p>
          <a:p>
            <a:pPr>
              <a:buFont typeface="Arial" panose="020B0604020202020204" pitchFamily="34" charset="0"/>
              <a:buChar char="•"/>
            </a:pPr>
            <a:endParaRPr lang="en-US" sz="2800" dirty="0">
              <a:latin typeface="Garamond" panose="02020404030301010803" pitchFamily="18" charset="0"/>
            </a:endParaRPr>
          </a:p>
        </p:txBody>
      </p:sp>
      <p:sp>
        <p:nvSpPr>
          <p:cNvPr id="5" name="Slide Number Placeholder 4">
            <a:extLst>
              <a:ext uri="{FF2B5EF4-FFF2-40B4-BE49-F238E27FC236}">
                <a16:creationId xmlns:a16="http://schemas.microsoft.com/office/drawing/2014/main" id="{0B6C35C2-2C86-0DD0-3193-81CF485477CD}"/>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63</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0914390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BCB3BC5E-615A-114A-FA91-72B947BE47ED}"/>
              </a:ext>
            </a:extLst>
          </p:cNvPr>
          <p:cNvSpPr>
            <a:spLocks noGrp="1"/>
          </p:cNvSpPr>
          <p:nvPr>
            <p:ph idx="1"/>
          </p:nvPr>
        </p:nvSpPr>
        <p:spPr>
          <a:xfrm>
            <a:off x="152400" y="1307690"/>
            <a:ext cx="8915400" cy="4525962"/>
          </a:xfrm>
        </p:spPr>
        <p:txBody>
          <a:bodyPr>
            <a:noAutofit/>
          </a:bodyPr>
          <a:lstStyle/>
          <a:p>
            <a:pPr marL="457200" indent="-457200">
              <a:spcBef>
                <a:spcPts val="0"/>
              </a:spcBef>
              <a:buFont typeface="Wingdings" panose="05000000000000000000" pitchFamily="2" charset="2"/>
              <a:buChar char="§"/>
            </a:pPr>
            <a:r>
              <a:rPr lang="en-US" sz="2800" dirty="0">
                <a:latin typeface="Garamond" panose="02020404030301010803" pitchFamily="18" charset="0"/>
              </a:rPr>
              <a:t>Create a Repeatable, Reliable Process for Releasing Software</a:t>
            </a:r>
          </a:p>
          <a:p>
            <a:pPr marL="457200" indent="-457200">
              <a:spcBef>
                <a:spcPts val="0"/>
              </a:spcBef>
              <a:buFont typeface="Wingdings" panose="05000000000000000000" pitchFamily="2" charset="2"/>
              <a:buChar char="§"/>
            </a:pPr>
            <a:r>
              <a:rPr lang="en-US" sz="2800" dirty="0">
                <a:latin typeface="Garamond" panose="02020404030301010803" pitchFamily="18" charset="0"/>
              </a:rPr>
              <a:t>Automate Almost Everything</a:t>
            </a:r>
          </a:p>
          <a:p>
            <a:pPr marL="457200" indent="-457200">
              <a:spcBef>
                <a:spcPts val="0"/>
              </a:spcBef>
              <a:buFont typeface="Wingdings" panose="05000000000000000000" pitchFamily="2" charset="2"/>
              <a:buChar char="§"/>
            </a:pPr>
            <a:r>
              <a:rPr lang="en-US" sz="2800" dirty="0">
                <a:latin typeface="Garamond" panose="02020404030301010803" pitchFamily="18" charset="0"/>
              </a:rPr>
              <a:t>Keep Everything in Version Control</a:t>
            </a:r>
          </a:p>
          <a:p>
            <a:pPr marL="457200" indent="-457200">
              <a:spcBef>
                <a:spcPts val="0"/>
              </a:spcBef>
              <a:buFont typeface="Wingdings" panose="05000000000000000000" pitchFamily="2" charset="2"/>
              <a:buChar char="§"/>
            </a:pPr>
            <a:r>
              <a:rPr lang="en-US" sz="2800" dirty="0">
                <a:latin typeface="Garamond" panose="02020404030301010803" pitchFamily="18" charset="0"/>
              </a:rPr>
              <a:t>If It Hurts, Do It More Frequently, and Bring the Pain Forward</a:t>
            </a:r>
          </a:p>
          <a:p>
            <a:pPr marL="457200" indent="-457200">
              <a:spcBef>
                <a:spcPts val="0"/>
              </a:spcBef>
              <a:buFont typeface="Wingdings" panose="05000000000000000000" pitchFamily="2" charset="2"/>
              <a:buChar char="§"/>
            </a:pPr>
            <a:r>
              <a:rPr lang="en-US" sz="2800" dirty="0">
                <a:latin typeface="Garamond" panose="02020404030301010803" pitchFamily="18" charset="0"/>
              </a:rPr>
              <a:t>Build Quality In</a:t>
            </a:r>
          </a:p>
          <a:p>
            <a:pPr marL="457200" indent="-457200">
              <a:spcBef>
                <a:spcPts val="0"/>
              </a:spcBef>
              <a:buFont typeface="Wingdings" panose="05000000000000000000" pitchFamily="2" charset="2"/>
              <a:buChar char="§"/>
            </a:pPr>
            <a:r>
              <a:rPr lang="en-US" sz="2800" dirty="0">
                <a:latin typeface="Garamond" panose="02020404030301010803" pitchFamily="18" charset="0"/>
              </a:rPr>
              <a:t>“The Earlier you catch the defects, the cheaper they are to fix”</a:t>
            </a:r>
          </a:p>
          <a:p>
            <a:pPr marL="457200" indent="-457200">
              <a:spcBef>
                <a:spcPts val="0"/>
              </a:spcBef>
              <a:buFont typeface="Wingdings" panose="05000000000000000000" pitchFamily="2" charset="2"/>
              <a:buChar char="§"/>
            </a:pPr>
            <a:r>
              <a:rPr lang="en-US" sz="2800" dirty="0">
                <a:latin typeface="Garamond" panose="02020404030301010803" pitchFamily="18" charset="0"/>
              </a:rPr>
              <a:t>Done, Means Released</a:t>
            </a:r>
          </a:p>
          <a:p>
            <a:pPr marL="457200" indent="-457200">
              <a:spcBef>
                <a:spcPts val="0"/>
              </a:spcBef>
              <a:buFont typeface="Wingdings" panose="05000000000000000000" pitchFamily="2" charset="2"/>
              <a:buChar char="§"/>
            </a:pPr>
            <a:r>
              <a:rPr lang="en-US" sz="2800" dirty="0">
                <a:latin typeface="Garamond" panose="02020404030301010803" pitchFamily="18" charset="0"/>
              </a:rPr>
              <a:t>Everybody Is Responsible for the Delivery Process</a:t>
            </a:r>
          </a:p>
          <a:p>
            <a:pPr marL="457200" indent="-457200">
              <a:spcBef>
                <a:spcPts val="0"/>
              </a:spcBef>
              <a:buFont typeface="Wingdings" panose="05000000000000000000" pitchFamily="2" charset="2"/>
              <a:buChar char="§"/>
            </a:pPr>
            <a:r>
              <a:rPr lang="en-US" sz="2800" dirty="0">
                <a:latin typeface="Garamond" panose="02020404030301010803" pitchFamily="18" charset="0"/>
              </a:rPr>
              <a:t>Continuous Improvement</a:t>
            </a:r>
          </a:p>
          <a:p>
            <a:pPr marL="457200" indent="-457200">
              <a:buFont typeface="Wingdings" panose="05000000000000000000" pitchFamily="2" charset="2"/>
              <a:buChar char="§"/>
            </a:pPr>
            <a:endParaRPr lang="en-US" sz="2800" dirty="0">
              <a:latin typeface="Garamond" panose="02020404030301010803" pitchFamily="18" charset="0"/>
            </a:endParaRPr>
          </a:p>
        </p:txBody>
      </p:sp>
      <p:sp>
        <p:nvSpPr>
          <p:cNvPr id="8" name="Title 1">
            <a:extLst>
              <a:ext uri="{FF2B5EF4-FFF2-40B4-BE49-F238E27FC236}">
                <a16:creationId xmlns:a16="http://schemas.microsoft.com/office/drawing/2014/main" id="{6C9B0544-79F0-81DD-EC4A-B151C0ABB133}"/>
              </a:ext>
            </a:extLst>
          </p:cNvPr>
          <p:cNvSpPr>
            <a:spLocks noGrp="1"/>
          </p:cNvSpPr>
          <p:nvPr>
            <p:ph sz="quarter" idx="10"/>
          </p:nvPr>
        </p:nvSpPr>
        <p:spPr>
          <a:xfrm>
            <a:off x="304800" y="152400"/>
            <a:ext cx="6324600" cy="1143000"/>
          </a:xfrm>
        </p:spPr>
        <p:txBody>
          <a:bodyPr>
            <a:normAutofit fontScale="97500"/>
          </a:bodyPr>
          <a:lstStyle/>
          <a:p>
            <a:r>
              <a:rPr lang="en-IN" dirty="0">
                <a:solidFill>
                  <a:srgbClr val="557799"/>
                </a:solidFill>
                <a:latin typeface="Garamond" panose="02020404030301010803" pitchFamily="18" charset="0"/>
                <a:ea typeface="+mj-ea"/>
              </a:rPr>
              <a:t>Principle of Continuous Delivery</a:t>
            </a:r>
            <a:endParaRPr lang="en-US" dirty="0">
              <a:solidFill>
                <a:srgbClr val="557799"/>
              </a:solidFill>
              <a:latin typeface="Garamond" panose="02020404030301010803" pitchFamily="18" charset="0"/>
              <a:ea typeface="+mj-ea"/>
            </a:endParaRPr>
          </a:p>
        </p:txBody>
      </p:sp>
      <p:sp>
        <p:nvSpPr>
          <p:cNvPr id="4" name="Slide Number Placeholder 3">
            <a:extLst>
              <a:ext uri="{FF2B5EF4-FFF2-40B4-BE49-F238E27FC236}">
                <a16:creationId xmlns:a16="http://schemas.microsoft.com/office/drawing/2014/main" id="{BE66339C-EFC7-775E-5DBB-BA945944D2C8}"/>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64</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5427687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BCB3BC5E-615A-114A-FA91-72B947BE47ED}"/>
              </a:ext>
            </a:extLst>
          </p:cNvPr>
          <p:cNvSpPr>
            <a:spLocks noGrp="1"/>
          </p:cNvSpPr>
          <p:nvPr>
            <p:ph idx="1"/>
          </p:nvPr>
        </p:nvSpPr>
        <p:spPr>
          <a:xfrm>
            <a:off x="304800" y="1493838"/>
            <a:ext cx="8229600" cy="4525962"/>
          </a:xfrm>
        </p:spPr>
        <p:txBody>
          <a:bodyPr>
            <a:normAutofit/>
          </a:bodyPr>
          <a:lstStyle/>
          <a:p>
            <a:pPr>
              <a:buFont typeface="Wingdings" panose="05000000000000000000" pitchFamily="2" charset="2"/>
              <a:buChar char="§"/>
            </a:pPr>
            <a:r>
              <a:rPr lang="en-US" dirty="0">
                <a:latin typeface="Garamond" panose="02020404030301010803" pitchFamily="18" charset="0"/>
              </a:rPr>
              <a:t>Create a Repeatable, Reliable Process for Releasing Software</a:t>
            </a:r>
          </a:p>
          <a:p>
            <a:pPr>
              <a:buFont typeface="Wingdings" panose="05000000000000000000" pitchFamily="2" charset="2"/>
              <a:buChar char="§"/>
            </a:pPr>
            <a:r>
              <a:rPr lang="en-US" dirty="0">
                <a:latin typeface="Garamond" panose="02020404030301010803" pitchFamily="18" charset="0"/>
              </a:rPr>
              <a:t>Automate Almost Everything</a:t>
            </a:r>
          </a:p>
          <a:p>
            <a:pPr>
              <a:buFont typeface="Wingdings" panose="05000000000000000000" pitchFamily="2" charset="2"/>
              <a:buChar char="§"/>
            </a:pPr>
            <a:r>
              <a:rPr lang="en-US" dirty="0">
                <a:latin typeface="Garamond" panose="02020404030301010803" pitchFamily="18" charset="0"/>
              </a:rPr>
              <a:t>Keep Everything in Version Control</a:t>
            </a:r>
          </a:p>
          <a:p>
            <a:pPr>
              <a:buFont typeface="Wingdings" panose="05000000000000000000" pitchFamily="2" charset="2"/>
              <a:buChar char="§"/>
            </a:pPr>
            <a:r>
              <a:rPr lang="en-US" dirty="0">
                <a:latin typeface="Garamond" panose="02020404030301010803" pitchFamily="18" charset="0"/>
              </a:rPr>
              <a:t>If It Hurts, Do It More Frequently, and Bring the Pain Forward</a:t>
            </a:r>
          </a:p>
          <a:p>
            <a:pPr>
              <a:buFont typeface="Wingdings" panose="05000000000000000000" pitchFamily="2" charset="2"/>
              <a:buChar char="§"/>
            </a:pPr>
            <a:r>
              <a:rPr lang="en-US" dirty="0">
                <a:latin typeface="Garamond" panose="02020404030301010803" pitchFamily="18" charset="0"/>
              </a:rPr>
              <a:t>Build Quality In</a:t>
            </a:r>
          </a:p>
          <a:p>
            <a:pPr>
              <a:buFont typeface="Wingdings" panose="05000000000000000000" pitchFamily="2" charset="2"/>
              <a:buChar char="§"/>
            </a:pPr>
            <a:r>
              <a:rPr lang="en-US" dirty="0">
                <a:latin typeface="Garamond" panose="02020404030301010803" pitchFamily="18" charset="0"/>
              </a:rPr>
              <a:t>“The Earlier you catch the defects, the cheaper they are to fix”</a:t>
            </a:r>
          </a:p>
          <a:p>
            <a:pPr>
              <a:buFont typeface="Wingdings" panose="05000000000000000000" pitchFamily="2" charset="2"/>
              <a:buChar char="§"/>
            </a:pPr>
            <a:r>
              <a:rPr lang="en-US" dirty="0">
                <a:latin typeface="Garamond" panose="02020404030301010803" pitchFamily="18" charset="0"/>
              </a:rPr>
              <a:t>Done, Means Released</a:t>
            </a:r>
          </a:p>
          <a:p>
            <a:pPr>
              <a:buFont typeface="Wingdings" panose="05000000000000000000" pitchFamily="2" charset="2"/>
              <a:buChar char="§"/>
            </a:pPr>
            <a:r>
              <a:rPr lang="en-US" dirty="0">
                <a:latin typeface="Garamond" panose="02020404030301010803" pitchFamily="18" charset="0"/>
              </a:rPr>
              <a:t>Everybody Is Responsible for the Delivery Process</a:t>
            </a:r>
          </a:p>
          <a:p>
            <a:pPr>
              <a:buFont typeface="Wingdings" panose="05000000000000000000" pitchFamily="2" charset="2"/>
              <a:buChar char="§"/>
            </a:pPr>
            <a:r>
              <a:rPr lang="en-US" dirty="0">
                <a:latin typeface="Garamond" panose="02020404030301010803" pitchFamily="18" charset="0"/>
              </a:rPr>
              <a:t>Continuous Improvement</a:t>
            </a:r>
          </a:p>
          <a:p>
            <a:endParaRPr lang="en-US" dirty="0"/>
          </a:p>
        </p:txBody>
      </p:sp>
      <p:sp>
        <p:nvSpPr>
          <p:cNvPr id="8" name="Title 1">
            <a:extLst>
              <a:ext uri="{FF2B5EF4-FFF2-40B4-BE49-F238E27FC236}">
                <a16:creationId xmlns:a16="http://schemas.microsoft.com/office/drawing/2014/main" id="{6C9B0544-79F0-81DD-EC4A-B151C0ABB133}"/>
              </a:ext>
            </a:extLst>
          </p:cNvPr>
          <p:cNvSpPr>
            <a:spLocks noGrp="1"/>
          </p:cNvSpPr>
          <p:nvPr>
            <p:ph sz="quarter" idx="10"/>
          </p:nvPr>
        </p:nvSpPr>
        <p:spPr>
          <a:xfrm>
            <a:off x="304800" y="152400"/>
            <a:ext cx="6324600" cy="1143000"/>
          </a:xfrm>
        </p:spPr>
        <p:txBody>
          <a:bodyPr>
            <a:normAutofit fontScale="97500"/>
          </a:bodyPr>
          <a:lstStyle/>
          <a:p>
            <a:r>
              <a:rPr lang="en-IN" sz="3500" dirty="0">
                <a:solidFill>
                  <a:srgbClr val="557799"/>
                </a:solidFill>
                <a:latin typeface="Garamond" panose="02020404030301010803" pitchFamily="18" charset="0"/>
                <a:ea typeface="+mj-ea"/>
              </a:rPr>
              <a:t>Principle of Continuous Delivery</a:t>
            </a:r>
            <a:endParaRPr lang="en-US" sz="3500" dirty="0">
              <a:solidFill>
                <a:srgbClr val="557799"/>
              </a:solidFill>
              <a:latin typeface="Garamond" panose="02020404030301010803" pitchFamily="18" charset="0"/>
              <a:ea typeface="+mj-ea"/>
            </a:endParaRPr>
          </a:p>
        </p:txBody>
      </p:sp>
      <p:sp>
        <p:nvSpPr>
          <p:cNvPr id="4" name="Slide Number Placeholder 3">
            <a:extLst>
              <a:ext uri="{FF2B5EF4-FFF2-40B4-BE49-F238E27FC236}">
                <a16:creationId xmlns:a16="http://schemas.microsoft.com/office/drawing/2014/main" id="{BE66339C-EFC7-775E-5DBB-BA945944D2C8}"/>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65</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0573248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F4DEFDD-8BB8-4102-9CD5-9F8C9E4E95FF}" type="slidenum">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66</a:t>
            </a:fld>
            <a:endParaRPr kumimoji="0" lang="en-US" sz="1200" b="0" i="0" u="none" strike="noStrike" kern="1200" cap="none" spc="0" normalizeH="0" baseline="0" noProof="0" dirty="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24" name="Title 1"/>
          <p:cNvSpPr>
            <a:spLocks noGrp="1"/>
          </p:cNvSpPr>
          <p:nvPr>
            <p:ph type="title" idx="4294967295"/>
          </p:nvPr>
        </p:nvSpPr>
        <p:spPr>
          <a:xfrm>
            <a:off x="0" y="490959"/>
            <a:ext cx="8728075" cy="869529"/>
          </a:xfrm>
        </p:spPr>
        <p:txBody>
          <a:bodyPr>
            <a:normAutofit fontScale="90000"/>
          </a:bodyPr>
          <a:lstStyle/>
          <a:p>
            <a:br>
              <a:rPr lang="en-US" sz="2100" dirty="0">
                <a:solidFill>
                  <a:srgbClr val="557799"/>
                </a:solidFill>
                <a:latin typeface="Century Gothic" panose="020B0502020202020204" pitchFamily="34" charset="0"/>
              </a:rPr>
            </a:br>
            <a:br>
              <a:rPr lang="en-US" sz="2100" dirty="0">
                <a:solidFill>
                  <a:srgbClr val="557799"/>
                </a:solidFill>
                <a:latin typeface="Century Gothic" panose="020B0502020202020204" pitchFamily="34" charset="0"/>
              </a:rPr>
            </a:br>
            <a:r>
              <a:rPr lang="en-US" b="1" dirty="0">
                <a:solidFill>
                  <a:srgbClr val="557799"/>
                </a:solidFill>
                <a:latin typeface="Garamond" panose="02020404030301010803" pitchFamily="18" charset="0"/>
              </a:rPr>
              <a:t>DevOps –AWS Example</a:t>
            </a:r>
            <a:br>
              <a:rPr lang="en-US" b="1" dirty="0">
                <a:solidFill>
                  <a:srgbClr val="557799"/>
                </a:solidFill>
                <a:latin typeface="Garamond" panose="02020404030301010803" pitchFamily="18" charset="0"/>
              </a:rPr>
            </a:br>
            <a:r>
              <a:rPr lang="en-US" b="1" dirty="0">
                <a:solidFill>
                  <a:srgbClr val="557799"/>
                </a:solidFill>
                <a:latin typeface="Garamond" panose="02020404030301010803" pitchFamily="18" charset="0"/>
              </a:rPr>
              <a:t> </a:t>
            </a:r>
            <a:br>
              <a:rPr lang="en-US" sz="2100" dirty="0">
                <a:latin typeface="Century Gothic" panose="020B0502020202020204" pitchFamily="34" charset="0"/>
              </a:rPr>
            </a:br>
            <a:endParaRPr lang="en-US" sz="2100" dirty="0">
              <a:solidFill>
                <a:srgbClr val="557799"/>
              </a:solidFill>
              <a:latin typeface="Century Gothic" panose="020B0502020202020204" pitchFamily="34" charset="0"/>
            </a:endParaRPr>
          </a:p>
        </p:txBody>
      </p:sp>
      <p:sp>
        <p:nvSpPr>
          <p:cNvPr id="26" name="Title 1"/>
          <p:cNvSpPr txBox="1">
            <a:spLocks/>
          </p:cNvSpPr>
          <p:nvPr/>
        </p:nvSpPr>
        <p:spPr>
          <a:xfrm>
            <a:off x="261881" y="1369553"/>
            <a:ext cx="8620238" cy="4116847"/>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marR="0" lvl="1" indent="-385763"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endParaRPr kumimoji="0" lang="en-US" sz="24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pic>
        <p:nvPicPr>
          <p:cNvPr id="4" name="Picture 3">
            <a:extLst>
              <a:ext uri="{FF2B5EF4-FFF2-40B4-BE49-F238E27FC236}">
                <a16:creationId xmlns:a16="http://schemas.microsoft.com/office/drawing/2014/main" id="{BD77C9BE-E778-49A3-A49E-2C93B6913A98}"/>
              </a:ext>
            </a:extLst>
          </p:cNvPr>
          <p:cNvPicPr>
            <a:picLocks noChangeAspect="1"/>
          </p:cNvPicPr>
          <p:nvPr/>
        </p:nvPicPr>
        <p:blipFill>
          <a:blip r:embed="rId3"/>
          <a:stretch>
            <a:fillRect/>
          </a:stretch>
        </p:blipFill>
        <p:spPr>
          <a:xfrm>
            <a:off x="261881" y="1360909"/>
            <a:ext cx="7656671" cy="4502758"/>
          </a:xfrm>
          <a:prstGeom prst="rect">
            <a:avLst/>
          </a:prstGeom>
        </p:spPr>
      </p:pic>
    </p:spTree>
    <p:extLst>
      <p:ext uri="{BB962C8B-B14F-4D97-AF65-F5344CB8AC3E}">
        <p14:creationId xmlns:p14="http://schemas.microsoft.com/office/powerpoint/2010/main" val="24414229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3C88E6-ECE2-1973-8EAF-EB1206764657}"/>
              </a:ext>
            </a:extLst>
          </p:cNvPr>
          <p:cNvSpPr>
            <a:spLocks noGrp="1"/>
          </p:cNvSpPr>
          <p:nvPr>
            <p:ph sz="quarter" idx="10"/>
          </p:nvPr>
        </p:nvSpPr>
        <p:spPr/>
        <p:txBody>
          <a:bodyPr/>
          <a:lstStyle/>
          <a:p>
            <a:r>
              <a:rPr lang="en-US" dirty="0" err="1">
                <a:solidFill>
                  <a:srgbClr val="557799"/>
                </a:solidFill>
                <a:latin typeface="Garamond" panose="02020404030301010803" pitchFamily="18" charset="0"/>
                <a:ea typeface="+mj-ea"/>
              </a:rPr>
              <a:t>NetFlix</a:t>
            </a:r>
            <a:endParaRPr lang="en-IN" dirty="0">
              <a:solidFill>
                <a:srgbClr val="557799"/>
              </a:solidFill>
              <a:latin typeface="Garamond" panose="02020404030301010803" pitchFamily="18" charset="0"/>
              <a:ea typeface="+mj-ea"/>
            </a:endParaRPr>
          </a:p>
        </p:txBody>
      </p:sp>
      <p:sp>
        <p:nvSpPr>
          <p:cNvPr id="5" name="Rectangle 4"/>
          <p:cNvSpPr/>
          <p:nvPr/>
        </p:nvSpPr>
        <p:spPr>
          <a:xfrm>
            <a:off x="609600" y="5987018"/>
            <a:ext cx="8153400" cy="369332"/>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https://netflixtechblog.com/how-we-build-code-at-netflix-c5d9bd727f15</a:t>
            </a:r>
          </a:p>
        </p:txBody>
      </p:sp>
      <p:pic>
        <p:nvPicPr>
          <p:cNvPr id="4" name="Content Placeholder 3">
            <a:extLst>
              <a:ext uri="{FF2B5EF4-FFF2-40B4-BE49-F238E27FC236}">
                <a16:creationId xmlns:a16="http://schemas.microsoft.com/office/drawing/2014/main" id="{9D3CD648-808C-F5DC-F7BD-ABFE16EACD8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1000" y="1672371"/>
            <a:ext cx="8805479" cy="2213829"/>
          </a:xfrm>
          <a:prstGeom prst="rect">
            <a:avLst/>
          </a:prstGeom>
        </p:spPr>
      </p:pic>
      <p:sp>
        <p:nvSpPr>
          <p:cNvPr id="7" name="Slide Number Placeholder 6">
            <a:extLst>
              <a:ext uri="{FF2B5EF4-FFF2-40B4-BE49-F238E27FC236}">
                <a16:creationId xmlns:a16="http://schemas.microsoft.com/office/drawing/2014/main" id="{D82B2E18-19B3-84CF-293B-9C647F4B8AC5}"/>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67</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8057386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8FA48F9-D271-2E05-08CD-B5037355085D}"/>
              </a:ext>
            </a:extLst>
          </p:cNvPr>
          <p:cNvSpPr>
            <a:spLocks noGrp="1"/>
          </p:cNvSpPr>
          <p:nvPr>
            <p:ph sz="quarter" idx="10"/>
          </p:nvPr>
        </p:nvSpPr>
        <p:spPr/>
        <p:txBody>
          <a:bodyPr/>
          <a:lstStyle/>
          <a:p>
            <a:r>
              <a:rPr lang="en-US" dirty="0">
                <a:solidFill>
                  <a:srgbClr val="557799"/>
                </a:solidFill>
                <a:latin typeface="Garamond" panose="02020404030301010803" pitchFamily="18" charset="0"/>
                <a:ea typeface="+mj-ea"/>
              </a:rPr>
              <a:t>Facebook</a:t>
            </a:r>
            <a:endParaRPr lang="en-IN" dirty="0">
              <a:solidFill>
                <a:srgbClr val="557799"/>
              </a:solidFill>
              <a:latin typeface="Garamond" panose="02020404030301010803" pitchFamily="18" charset="0"/>
              <a:ea typeface="+mj-ea"/>
            </a:endParaRPr>
          </a:p>
        </p:txBody>
      </p:sp>
      <p:pic>
        <p:nvPicPr>
          <p:cNvPr id="8" name="Content Placeholder 7">
            <a:extLst>
              <a:ext uri="{FF2B5EF4-FFF2-40B4-BE49-F238E27FC236}">
                <a16:creationId xmlns:a16="http://schemas.microsoft.com/office/drawing/2014/main" id="{A1C58516-6D77-8AF4-EB40-8EFE7C36BADC}"/>
              </a:ext>
            </a:extLst>
          </p:cNvPr>
          <p:cNvPicPr>
            <a:picLocks noGrp="1" noChangeAspect="1"/>
          </p:cNvPicPr>
          <p:nvPr>
            <p:ph idx="1"/>
          </p:nvPr>
        </p:nvPicPr>
        <p:blipFill>
          <a:blip r:embed="rId2"/>
          <a:stretch>
            <a:fillRect/>
          </a:stretch>
        </p:blipFill>
        <p:spPr>
          <a:xfrm>
            <a:off x="0" y="1600200"/>
            <a:ext cx="8229600" cy="2658304"/>
          </a:xfrm>
          <a:prstGeom prst="rect">
            <a:avLst/>
          </a:prstGeom>
        </p:spPr>
      </p:pic>
      <p:sp>
        <p:nvSpPr>
          <p:cNvPr id="4" name="Slide Number Placeholder 3">
            <a:extLst>
              <a:ext uri="{FF2B5EF4-FFF2-40B4-BE49-F238E27FC236}">
                <a16:creationId xmlns:a16="http://schemas.microsoft.com/office/drawing/2014/main" id="{678D9252-8111-F276-092D-0C2999B33BAE}"/>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68</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9067627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68AA27-F47F-0FC3-CEC3-6C04D12EAD2B}"/>
              </a:ext>
            </a:extLst>
          </p:cNvPr>
          <p:cNvSpPr>
            <a:spLocks noGrp="1"/>
          </p:cNvSpPr>
          <p:nvPr>
            <p:ph sz="quarter" idx="10"/>
          </p:nvPr>
        </p:nvSpPr>
        <p:spPr/>
        <p:txBody>
          <a:bodyPr/>
          <a:lstStyle/>
          <a:p>
            <a:r>
              <a:rPr lang="en-US" dirty="0">
                <a:solidFill>
                  <a:srgbClr val="557799"/>
                </a:solidFill>
                <a:latin typeface="Garamond" panose="02020404030301010803" pitchFamily="18" charset="0"/>
                <a:ea typeface="+mj-ea"/>
              </a:rPr>
              <a:t>Facebook</a:t>
            </a:r>
            <a:endParaRPr lang="en-IN" dirty="0">
              <a:solidFill>
                <a:srgbClr val="557799"/>
              </a:solidFill>
              <a:latin typeface="Garamond" panose="02020404030301010803" pitchFamily="18" charset="0"/>
              <a:ea typeface="+mj-ea"/>
            </a:endParaRPr>
          </a:p>
        </p:txBody>
      </p:sp>
      <p:pic>
        <p:nvPicPr>
          <p:cNvPr id="4" name="Content Placeholder 3">
            <a:extLst>
              <a:ext uri="{FF2B5EF4-FFF2-40B4-BE49-F238E27FC236}">
                <a16:creationId xmlns:a16="http://schemas.microsoft.com/office/drawing/2014/main" id="{67AD5302-791C-CA95-ABB3-D1F40497EE47}"/>
              </a:ext>
            </a:extLst>
          </p:cNvPr>
          <p:cNvPicPr>
            <a:picLocks noGrp="1" noChangeAspect="1"/>
          </p:cNvPicPr>
          <p:nvPr>
            <p:ph idx="1"/>
          </p:nvPr>
        </p:nvPicPr>
        <p:blipFill>
          <a:blip r:embed="rId2"/>
          <a:stretch>
            <a:fillRect/>
          </a:stretch>
        </p:blipFill>
        <p:spPr>
          <a:xfrm>
            <a:off x="304800" y="2104664"/>
            <a:ext cx="8229600" cy="3304309"/>
          </a:xfrm>
          <a:prstGeom prst="rect">
            <a:avLst/>
          </a:prstGeom>
        </p:spPr>
      </p:pic>
      <p:sp>
        <p:nvSpPr>
          <p:cNvPr id="6" name="Slide Number Placeholder 5">
            <a:extLst>
              <a:ext uri="{FF2B5EF4-FFF2-40B4-BE49-F238E27FC236}">
                <a16:creationId xmlns:a16="http://schemas.microsoft.com/office/drawing/2014/main" id="{3525D09A-3D72-6E70-EF90-756118427E3C}"/>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69</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7240144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9525" y="533400"/>
            <a:ext cx="8686800" cy="996593"/>
          </a:xfrm>
        </p:spPr>
        <p:txBody>
          <a:bodyPr>
            <a:normAutofit fontScale="90000"/>
          </a:bodyPr>
          <a:lstStyle/>
          <a:p>
            <a:r>
              <a:rPr lang="en-GB" sz="3200" dirty="0">
                <a:latin typeface="Cambria" panose="02040503050406030204" pitchFamily="18" charset="0"/>
              </a:rPr>
              <a:t>The Three Ways: The Principles Underpinning DevOps</a:t>
            </a:r>
            <a:endParaRPr lang="en-IN" sz="2000" dirty="0">
              <a:latin typeface="Cambria" panose="02040503050406030204" pitchFamily="18" charset="0"/>
            </a:endParaRPr>
          </a:p>
        </p:txBody>
      </p:sp>
      <p:pic>
        <p:nvPicPr>
          <p:cNvPr id="4" name="Picture 3"/>
          <p:cNvPicPr>
            <a:picLocks noChangeAspect="1"/>
          </p:cNvPicPr>
          <p:nvPr/>
        </p:nvPicPr>
        <p:blipFill>
          <a:blip r:embed="rId2"/>
          <a:stretch>
            <a:fillRect/>
          </a:stretch>
        </p:blipFill>
        <p:spPr>
          <a:xfrm>
            <a:off x="1407720" y="1752599"/>
            <a:ext cx="6212280" cy="4363523"/>
          </a:xfrm>
          <a:prstGeom prst="rect">
            <a:avLst/>
          </a:prstGeom>
        </p:spPr>
      </p:pic>
    </p:spTree>
    <p:extLst>
      <p:ext uri="{BB962C8B-B14F-4D97-AF65-F5344CB8AC3E}">
        <p14:creationId xmlns:p14="http://schemas.microsoft.com/office/powerpoint/2010/main" val="10882466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Content Placeholder 54">
            <a:extLst>
              <a:ext uri="{FF2B5EF4-FFF2-40B4-BE49-F238E27FC236}">
                <a16:creationId xmlns:a16="http://schemas.microsoft.com/office/drawing/2014/main" id="{9C45DB31-2601-46B8-4185-6FA535866B48}"/>
              </a:ext>
            </a:extLst>
          </p:cNvPr>
          <p:cNvSpPr>
            <a:spLocks noGrp="1"/>
          </p:cNvSpPr>
          <p:nvPr>
            <p:ph sz="quarter" idx="10"/>
          </p:nvPr>
        </p:nvSpPr>
        <p:spPr>
          <a:xfrm>
            <a:off x="30961" y="107285"/>
            <a:ext cx="6324600" cy="1143000"/>
          </a:xfrm>
        </p:spPr>
        <p:txBody>
          <a:bodyPr/>
          <a:lstStyle/>
          <a:p>
            <a:r>
              <a:rPr lang="en-US" spc="168" dirty="0">
                <a:latin typeface="Cambria" panose="02040503050406030204" pitchFamily="18" charset="0"/>
              </a:rPr>
              <a:t>D</a:t>
            </a:r>
            <a:r>
              <a:rPr lang="en-US" spc="71" dirty="0">
                <a:latin typeface="Cambria" panose="02040503050406030204" pitchFamily="18" charset="0"/>
              </a:rPr>
              <a:t>e</a:t>
            </a:r>
            <a:r>
              <a:rPr lang="en-US" spc="-119" dirty="0">
                <a:latin typeface="Cambria" panose="02040503050406030204" pitchFamily="18" charset="0"/>
              </a:rPr>
              <a:t>v</a:t>
            </a:r>
            <a:r>
              <a:rPr lang="en-US" spc="35" dirty="0">
                <a:latin typeface="Cambria" panose="02040503050406030204" pitchFamily="18" charset="0"/>
              </a:rPr>
              <a:t>O</a:t>
            </a:r>
            <a:r>
              <a:rPr lang="en-US" spc="-22" dirty="0">
                <a:latin typeface="Cambria" panose="02040503050406030204" pitchFamily="18" charset="0"/>
              </a:rPr>
              <a:t>p</a:t>
            </a:r>
            <a:r>
              <a:rPr lang="en-US" spc="79" dirty="0">
                <a:latin typeface="Cambria" panose="02040503050406030204" pitchFamily="18" charset="0"/>
              </a:rPr>
              <a:t>s</a:t>
            </a:r>
            <a:endParaRPr lang="en-US" dirty="0">
              <a:latin typeface="Cambria" panose="02040503050406030204" pitchFamily="18" charset="0"/>
            </a:endParaRPr>
          </a:p>
        </p:txBody>
      </p:sp>
      <p:sp>
        <p:nvSpPr>
          <p:cNvPr id="4" name="object 4"/>
          <p:cNvSpPr/>
          <p:nvPr/>
        </p:nvSpPr>
        <p:spPr>
          <a:xfrm>
            <a:off x="5203238" y="1093621"/>
            <a:ext cx="3742761" cy="3049322"/>
          </a:xfrm>
          <a:prstGeom prst="rect">
            <a:avLst/>
          </a:prstGeom>
          <a:blipFill>
            <a:blip r:embed="rId2" cstate="print"/>
            <a:stretch>
              <a:fillRect/>
            </a:stretch>
          </a:blip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5" name="object 5"/>
          <p:cNvGrpSpPr/>
          <p:nvPr/>
        </p:nvGrpSpPr>
        <p:grpSpPr>
          <a:xfrm>
            <a:off x="590326" y="1563893"/>
            <a:ext cx="1202391" cy="626969"/>
            <a:chOff x="516636" y="1772411"/>
            <a:chExt cx="1362710" cy="710565"/>
          </a:xfrm>
        </p:grpSpPr>
        <p:sp>
          <p:nvSpPr>
            <p:cNvPr id="6" name="object 6"/>
            <p:cNvSpPr/>
            <p:nvPr/>
          </p:nvSpPr>
          <p:spPr>
            <a:xfrm>
              <a:off x="533400" y="1787651"/>
              <a:ext cx="1324610" cy="680085"/>
            </a:xfrm>
            <a:custGeom>
              <a:avLst/>
              <a:gdLst/>
              <a:ahLst/>
              <a:cxnLst/>
              <a:rect l="l" t="t" r="r" b="b"/>
              <a:pathLst>
                <a:path w="1324610" h="680085">
                  <a:moveTo>
                    <a:pt x="984504" y="679704"/>
                  </a:moveTo>
                  <a:lnTo>
                    <a:pt x="0" y="679704"/>
                  </a:lnTo>
                  <a:lnTo>
                    <a:pt x="0" y="0"/>
                  </a:lnTo>
                  <a:lnTo>
                    <a:pt x="984504" y="0"/>
                  </a:lnTo>
                  <a:lnTo>
                    <a:pt x="1324356" y="339852"/>
                  </a:lnTo>
                  <a:lnTo>
                    <a:pt x="984504" y="679704"/>
                  </a:lnTo>
                  <a:close/>
                </a:path>
              </a:pathLst>
            </a:custGeom>
            <a:solidFill>
              <a:srgbClr val="9A56D3"/>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 name="object 7"/>
            <p:cNvSpPr/>
            <p:nvPr/>
          </p:nvSpPr>
          <p:spPr>
            <a:xfrm>
              <a:off x="516636" y="1772411"/>
              <a:ext cx="1362710" cy="710565"/>
            </a:xfrm>
            <a:custGeom>
              <a:avLst/>
              <a:gdLst/>
              <a:ahLst/>
              <a:cxnLst/>
              <a:rect l="l" t="t" r="r" b="b"/>
              <a:pathLst>
                <a:path w="1362710" h="710564">
                  <a:moveTo>
                    <a:pt x="1007364" y="710184"/>
                  </a:moveTo>
                  <a:lnTo>
                    <a:pt x="0" y="710184"/>
                  </a:lnTo>
                  <a:lnTo>
                    <a:pt x="0" y="0"/>
                  </a:lnTo>
                  <a:lnTo>
                    <a:pt x="1007364" y="0"/>
                  </a:lnTo>
                  <a:lnTo>
                    <a:pt x="1022604" y="15240"/>
                  </a:lnTo>
                  <a:lnTo>
                    <a:pt x="32004" y="15240"/>
                  </a:lnTo>
                  <a:lnTo>
                    <a:pt x="16764" y="32004"/>
                  </a:lnTo>
                  <a:lnTo>
                    <a:pt x="32004" y="32004"/>
                  </a:lnTo>
                  <a:lnTo>
                    <a:pt x="32004" y="679704"/>
                  </a:lnTo>
                  <a:lnTo>
                    <a:pt x="16764" y="679704"/>
                  </a:lnTo>
                  <a:lnTo>
                    <a:pt x="32004" y="694944"/>
                  </a:lnTo>
                  <a:lnTo>
                    <a:pt x="1022604" y="694944"/>
                  </a:lnTo>
                  <a:lnTo>
                    <a:pt x="1007364" y="710184"/>
                  </a:lnTo>
                  <a:close/>
                </a:path>
                <a:path w="1362710" h="710564">
                  <a:moveTo>
                    <a:pt x="32004" y="32004"/>
                  </a:moveTo>
                  <a:lnTo>
                    <a:pt x="16764" y="32004"/>
                  </a:lnTo>
                  <a:lnTo>
                    <a:pt x="32004" y="15240"/>
                  </a:lnTo>
                  <a:lnTo>
                    <a:pt x="32004" y="32004"/>
                  </a:lnTo>
                  <a:close/>
                </a:path>
                <a:path w="1362710" h="710564">
                  <a:moveTo>
                    <a:pt x="995151" y="32004"/>
                  </a:moveTo>
                  <a:lnTo>
                    <a:pt x="32004" y="32004"/>
                  </a:lnTo>
                  <a:lnTo>
                    <a:pt x="32004" y="15240"/>
                  </a:lnTo>
                  <a:lnTo>
                    <a:pt x="1022604" y="15240"/>
                  </a:lnTo>
                  <a:lnTo>
                    <a:pt x="1034796" y="27432"/>
                  </a:lnTo>
                  <a:lnTo>
                    <a:pt x="990600" y="27432"/>
                  </a:lnTo>
                  <a:lnTo>
                    <a:pt x="995151" y="32004"/>
                  </a:lnTo>
                  <a:close/>
                </a:path>
                <a:path w="1362710" h="710564">
                  <a:moveTo>
                    <a:pt x="1317549" y="355854"/>
                  </a:moveTo>
                  <a:lnTo>
                    <a:pt x="990600" y="27432"/>
                  </a:lnTo>
                  <a:lnTo>
                    <a:pt x="1001268" y="32004"/>
                  </a:lnTo>
                  <a:lnTo>
                    <a:pt x="1039368" y="32004"/>
                  </a:lnTo>
                  <a:lnTo>
                    <a:pt x="1351788" y="344424"/>
                  </a:lnTo>
                  <a:lnTo>
                    <a:pt x="1328928" y="344424"/>
                  </a:lnTo>
                  <a:lnTo>
                    <a:pt x="1317549" y="355854"/>
                  </a:lnTo>
                  <a:close/>
                </a:path>
                <a:path w="1362710" h="710564">
                  <a:moveTo>
                    <a:pt x="1039368" y="32004"/>
                  </a:moveTo>
                  <a:lnTo>
                    <a:pt x="1001268" y="32004"/>
                  </a:lnTo>
                  <a:lnTo>
                    <a:pt x="990600" y="27432"/>
                  </a:lnTo>
                  <a:lnTo>
                    <a:pt x="1034796" y="27432"/>
                  </a:lnTo>
                  <a:lnTo>
                    <a:pt x="1039368" y="32004"/>
                  </a:lnTo>
                  <a:close/>
                </a:path>
                <a:path w="1362710" h="710564">
                  <a:moveTo>
                    <a:pt x="1328928" y="367284"/>
                  </a:moveTo>
                  <a:lnTo>
                    <a:pt x="1317549" y="355854"/>
                  </a:lnTo>
                  <a:lnTo>
                    <a:pt x="1328928" y="344424"/>
                  </a:lnTo>
                  <a:lnTo>
                    <a:pt x="1328928" y="367284"/>
                  </a:lnTo>
                  <a:close/>
                </a:path>
                <a:path w="1362710" h="710564">
                  <a:moveTo>
                    <a:pt x="1350264" y="367284"/>
                  </a:moveTo>
                  <a:lnTo>
                    <a:pt x="1328928" y="367284"/>
                  </a:lnTo>
                  <a:lnTo>
                    <a:pt x="1328928" y="344424"/>
                  </a:lnTo>
                  <a:lnTo>
                    <a:pt x="1351788" y="344424"/>
                  </a:lnTo>
                  <a:lnTo>
                    <a:pt x="1362456" y="355092"/>
                  </a:lnTo>
                  <a:lnTo>
                    <a:pt x="1350264" y="367284"/>
                  </a:lnTo>
                  <a:close/>
                </a:path>
                <a:path w="1362710" h="710564">
                  <a:moveTo>
                    <a:pt x="990600" y="684276"/>
                  </a:moveTo>
                  <a:lnTo>
                    <a:pt x="1317549" y="355854"/>
                  </a:lnTo>
                  <a:lnTo>
                    <a:pt x="1328928" y="367284"/>
                  </a:lnTo>
                  <a:lnTo>
                    <a:pt x="1350264" y="367284"/>
                  </a:lnTo>
                  <a:lnTo>
                    <a:pt x="1037844" y="679704"/>
                  </a:lnTo>
                  <a:lnTo>
                    <a:pt x="1001268" y="679704"/>
                  </a:lnTo>
                  <a:lnTo>
                    <a:pt x="990600" y="684276"/>
                  </a:lnTo>
                  <a:close/>
                </a:path>
                <a:path w="1362710" h="710564">
                  <a:moveTo>
                    <a:pt x="32004" y="694944"/>
                  </a:moveTo>
                  <a:lnTo>
                    <a:pt x="16764" y="679704"/>
                  </a:lnTo>
                  <a:lnTo>
                    <a:pt x="32004" y="679704"/>
                  </a:lnTo>
                  <a:lnTo>
                    <a:pt x="32004" y="694944"/>
                  </a:lnTo>
                  <a:close/>
                </a:path>
                <a:path w="1362710" h="710564">
                  <a:moveTo>
                    <a:pt x="1022604" y="694944"/>
                  </a:moveTo>
                  <a:lnTo>
                    <a:pt x="32004" y="694944"/>
                  </a:lnTo>
                  <a:lnTo>
                    <a:pt x="32004" y="679704"/>
                  </a:lnTo>
                  <a:lnTo>
                    <a:pt x="995151" y="679704"/>
                  </a:lnTo>
                  <a:lnTo>
                    <a:pt x="990600" y="684276"/>
                  </a:lnTo>
                  <a:lnTo>
                    <a:pt x="1033272" y="684276"/>
                  </a:lnTo>
                  <a:lnTo>
                    <a:pt x="1022604" y="694944"/>
                  </a:lnTo>
                  <a:close/>
                </a:path>
                <a:path w="1362710" h="710564">
                  <a:moveTo>
                    <a:pt x="1033272" y="684276"/>
                  </a:moveTo>
                  <a:lnTo>
                    <a:pt x="990600" y="684276"/>
                  </a:lnTo>
                  <a:lnTo>
                    <a:pt x="1001268" y="679704"/>
                  </a:lnTo>
                  <a:lnTo>
                    <a:pt x="1037844" y="679704"/>
                  </a:lnTo>
                  <a:lnTo>
                    <a:pt x="1033272" y="684276"/>
                  </a:lnTo>
                  <a:close/>
                </a:path>
              </a:pathLst>
            </a:custGeom>
            <a:solidFill>
              <a:srgbClr val="000000"/>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sp>
        <p:nvSpPr>
          <p:cNvPr id="8" name="object 8"/>
          <p:cNvSpPr txBox="1"/>
          <p:nvPr/>
        </p:nvSpPr>
        <p:spPr>
          <a:xfrm>
            <a:off x="780368" y="1739802"/>
            <a:ext cx="757302" cy="261497"/>
          </a:xfrm>
          <a:prstGeom prst="rect">
            <a:avLst/>
          </a:prstGeom>
        </p:spPr>
        <p:txBody>
          <a:bodyPr vert="horz" wrap="square" lIns="0" tIns="15128" rIns="0" bIns="0" rtlCol="0">
            <a:spAutoFit/>
          </a:bodyPr>
          <a:lstStyle/>
          <a:p>
            <a:pPr marL="11206" marR="0" lvl="0" indent="0" algn="l" defTabSz="914400" rtl="0" eaLnBrk="0" fontAlgn="base" latinLnBrk="0" hangingPunct="0">
              <a:lnSpc>
                <a:spcPct val="100000"/>
              </a:lnSpc>
              <a:spcBef>
                <a:spcPts val="119"/>
              </a:spcBef>
              <a:spcAft>
                <a:spcPct val="0"/>
              </a:spcAft>
              <a:buClrTx/>
              <a:buSzTx/>
              <a:buFontTx/>
              <a:buNone/>
              <a:tabLst/>
              <a:defRPr/>
            </a:pPr>
            <a:r>
              <a:rPr kumimoji="0" sz="1600" b="0" i="0" u="none" strike="noStrike" kern="1200" cap="none" spc="4" normalizeH="0" baseline="0" noProof="0" dirty="0">
                <a:ln>
                  <a:noFill/>
                </a:ln>
                <a:solidFill>
                  <a:srgbClr val="FFFFFF"/>
                </a:solidFill>
                <a:effectLst/>
                <a:uLnTx/>
                <a:uFillTx/>
                <a:latin typeface="Cambria" panose="02040503050406030204" pitchFamily="18" charset="0"/>
                <a:ea typeface="+mn-ea"/>
                <a:cs typeface="Carlito"/>
              </a:rPr>
              <a:t>People</a:t>
            </a:r>
            <a:endParaRPr kumimoji="0" sz="1600" b="0" i="0" u="none" strike="noStrike" kern="1200" cap="none" spc="0" normalizeH="0" baseline="0" noProof="0" dirty="0">
              <a:ln>
                <a:noFill/>
              </a:ln>
              <a:solidFill>
                <a:prstClr val="black"/>
              </a:solidFill>
              <a:effectLst/>
              <a:uLnTx/>
              <a:uFillTx/>
              <a:latin typeface="Cambria" panose="02040503050406030204" pitchFamily="18" charset="0"/>
              <a:ea typeface="+mn-ea"/>
              <a:cs typeface="Carlito"/>
            </a:endParaRPr>
          </a:p>
        </p:txBody>
      </p:sp>
      <p:grpSp>
        <p:nvGrpSpPr>
          <p:cNvPr id="9" name="object 9"/>
          <p:cNvGrpSpPr/>
          <p:nvPr/>
        </p:nvGrpSpPr>
        <p:grpSpPr>
          <a:xfrm>
            <a:off x="1777700" y="1563893"/>
            <a:ext cx="1202391" cy="626969"/>
            <a:chOff x="1862327" y="1772411"/>
            <a:chExt cx="1362710" cy="710565"/>
          </a:xfrm>
        </p:grpSpPr>
        <p:sp>
          <p:nvSpPr>
            <p:cNvPr id="10" name="object 10"/>
            <p:cNvSpPr/>
            <p:nvPr/>
          </p:nvSpPr>
          <p:spPr>
            <a:xfrm>
              <a:off x="1877567" y="1787651"/>
              <a:ext cx="1324610" cy="680085"/>
            </a:xfrm>
            <a:custGeom>
              <a:avLst/>
              <a:gdLst/>
              <a:ahLst/>
              <a:cxnLst/>
              <a:rect l="l" t="t" r="r" b="b"/>
              <a:pathLst>
                <a:path w="1324610" h="680085">
                  <a:moveTo>
                    <a:pt x="986027" y="679704"/>
                  </a:moveTo>
                  <a:lnTo>
                    <a:pt x="0" y="679704"/>
                  </a:lnTo>
                  <a:lnTo>
                    <a:pt x="0" y="0"/>
                  </a:lnTo>
                  <a:lnTo>
                    <a:pt x="986027" y="0"/>
                  </a:lnTo>
                  <a:lnTo>
                    <a:pt x="1324356" y="339852"/>
                  </a:lnTo>
                  <a:lnTo>
                    <a:pt x="986027" y="679704"/>
                  </a:lnTo>
                  <a:close/>
                </a:path>
              </a:pathLst>
            </a:custGeom>
            <a:solidFill>
              <a:srgbClr val="9A56D3"/>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 name="object 11"/>
            <p:cNvSpPr/>
            <p:nvPr/>
          </p:nvSpPr>
          <p:spPr>
            <a:xfrm>
              <a:off x="1862327" y="1772411"/>
              <a:ext cx="1362710" cy="710565"/>
            </a:xfrm>
            <a:custGeom>
              <a:avLst/>
              <a:gdLst/>
              <a:ahLst/>
              <a:cxnLst/>
              <a:rect l="l" t="t" r="r" b="b"/>
              <a:pathLst>
                <a:path w="1362710" h="710564">
                  <a:moveTo>
                    <a:pt x="1007364" y="710184"/>
                  </a:moveTo>
                  <a:lnTo>
                    <a:pt x="0" y="710184"/>
                  </a:lnTo>
                  <a:lnTo>
                    <a:pt x="0" y="0"/>
                  </a:lnTo>
                  <a:lnTo>
                    <a:pt x="1007364" y="0"/>
                  </a:lnTo>
                  <a:lnTo>
                    <a:pt x="1022604" y="15240"/>
                  </a:lnTo>
                  <a:lnTo>
                    <a:pt x="32004" y="15240"/>
                  </a:lnTo>
                  <a:lnTo>
                    <a:pt x="15240" y="32004"/>
                  </a:lnTo>
                  <a:lnTo>
                    <a:pt x="32004" y="32004"/>
                  </a:lnTo>
                  <a:lnTo>
                    <a:pt x="32004" y="679704"/>
                  </a:lnTo>
                  <a:lnTo>
                    <a:pt x="15240" y="679704"/>
                  </a:lnTo>
                  <a:lnTo>
                    <a:pt x="32004" y="694944"/>
                  </a:lnTo>
                  <a:lnTo>
                    <a:pt x="1022604" y="694944"/>
                  </a:lnTo>
                  <a:lnTo>
                    <a:pt x="1007364" y="710184"/>
                  </a:lnTo>
                  <a:close/>
                </a:path>
                <a:path w="1362710" h="710564">
                  <a:moveTo>
                    <a:pt x="32004" y="32004"/>
                  </a:moveTo>
                  <a:lnTo>
                    <a:pt x="15240" y="32004"/>
                  </a:lnTo>
                  <a:lnTo>
                    <a:pt x="32004" y="15240"/>
                  </a:lnTo>
                  <a:lnTo>
                    <a:pt x="32004" y="32004"/>
                  </a:lnTo>
                  <a:close/>
                </a:path>
                <a:path w="1362710" h="710564">
                  <a:moveTo>
                    <a:pt x="993648" y="32004"/>
                  </a:moveTo>
                  <a:lnTo>
                    <a:pt x="32004" y="32004"/>
                  </a:lnTo>
                  <a:lnTo>
                    <a:pt x="32004" y="15240"/>
                  </a:lnTo>
                  <a:lnTo>
                    <a:pt x="1022604" y="15240"/>
                  </a:lnTo>
                  <a:lnTo>
                    <a:pt x="1034796" y="27432"/>
                  </a:lnTo>
                  <a:lnTo>
                    <a:pt x="989076" y="27432"/>
                  </a:lnTo>
                  <a:lnTo>
                    <a:pt x="993648" y="32004"/>
                  </a:lnTo>
                  <a:close/>
                </a:path>
                <a:path w="1362710" h="710564">
                  <a:moveTo>
                    <a:pt x="1317498" y="355854"/>
                  </a:moveTo>
                  <a:lnTo>
                    <a:pt x="989076" y="27432"/>
                  </a:lnTo>
                  <a:lnTo>
                    <a:pt x="1001268" y="32004"/>
                  </a:lnTo>
                  <a:lnTo>
                    <a:pt x="1039368" y="32004"/>
                  </a:lnTo>
                  <a:lnTo>
                    <a:pt x="1351788" y="344424"/>
                  </a:lnTo>
                  <a:lnTo>
                    <a:pt x="1328928" y="344424"/>
                  </a:lnTo>
                  <a:lnTo>
                    <a:pt x="1317498" y="355854"/>
                  </a:lnTo>
                  <a:close/>
                </a:path>
                <a:path w="1362710" h="710564">
                  <a:moveTo>
                    <a:pt x="1039368" y="32004"/>
                  </a:moveTo>
                  <a:lnTo>
                    <a:pt x="1001268" y="32004"/>
                  </a:lnTo>
                  <a:lnTo>
                    <a:pt x="989076" y="27432"/>
                  </a:lnTo>
                  <a:lnTo>
                    <a:pt x="1034796" y="27432"/>
                  </a:lnTo>
                  <a:lnTo>
                    <a:pt x="1039368" y="32004"/>
                  </a:lnTo>
                  <a:close/>
                </a:path>
                <a:path w="1362710" h="710564">
                  <a:moveTo>
                    <a:pt x="1328928" y="367284"/>
                  </a:moveTo>
                  <a:lnTo>
                    <a:pt x="1317498" y="355854"/>
                  </a:lnTo>
                  <a:lnTo>
                    <a:pt x="1328928" y="344424"/>
                  </a:lnTo>
                  <a:lnTo>
                    <a:pt x="1328928" y="367284"/>
                  </a:lnTo>
                  <a:close/>
                </a:path>
                <a:path w="1362710" h="710564">
                  <a:moveTo>
                    <a:pt x="1350264" y="367284"/>
                  </a:moveTo>
                  <a:lnTo>
                    <a:pt x="1328928" y="367284"/>
                  </a:lnTo>
                  <a:lnTo>
                    <a:pt x="1328928" y="344424"/>
                  </a:lnTo>
                  <a:lnTo>
                    <a:pt x="1351788" y="344424"/>
                  </a:lnTo>
                  <a:lnTo>
                    <a:pt x="1362456" y="355092"/>
                  </a:lnTo>
                  <a:lnTo>
                    <a:pt x="1350264" y="367284"/>
                  </a:lnTo>
                  <a:close/>
                </a:path>
                <a:path w="1362710" h="710564">
                  <a:moveTo>
                    <a:pt x="989076" y="684276"/>
                  </a:moveTo>
                  <a:lnTo>
                    <a:pt x="1317498" y="355854"/>
                  </a:lnTo>
                  <a:lnTo>
                    <a:pt x="1328928" y="367284"/>
                  </a:lnTo>
                  <a:lnTo>
                    <a:pt x="1350264" y="367284"/>
                  </a:lnTo>
                  <a:lnTo>
                    <a:pt x="1037844" y="679704"/>
                  </a:lnTo>
                  <a:lnTo>
                    <a:pt x="1001268" y="679704"/>
                  </a:lnTo>
                  <a:lnTo>
                    <a:pt x="989076" y="684276"/>
                  </a:lnTo>
                  <a:close/>
                </a:path>
                <a:path w="1362710" h="710564">
                  <a:moveTo>
                    <a:pt x="32004" y="694944"/>
                  </a:moveTo>
                  <a:lnTo>
                    <a:pt x="15240" y="679704"/>
                  </a:lnTo>
                  <a:lnTo>
                    <a:pt x="32004" y="679704"/>
                  </a:lnTo>
                  <a:lnTo>
                    <a:pt x="32004" y="694944"/>
                  </a:lnTo>
                  <a:close/>
                </a:path>
                <a:path w="1362710" h="710564">
                  <a:moveTo>
                    <a:pt x="1022604" y="694944"/>
                  </a:moveTo>
                  <a:lnTo>
                    <a:pt x="32004" y="694944"/>
                  </a:lnTo>
                  <a:lnTo>
                    <a:pt x="32004" y="679704"/>
                  </a:lnTo>
                  <a:lnTo>
                    <a:pt x="993648" y="679704"/>
                  </a:lnTo>
                  <a:lnTo>
                    <a:pt x="989076" y="684276"/>
                  </a:lnTo>
                  <a:lnTo>
                    <a:pt x="1033272" y="684276"/>
                  </a:lnTo>
                  <a:lnTo>
                    <a:pt x="1022604" y="694944"/>
                  </a:lnTo>
                  <a:close/>
                </a:path>
                <a:path w="1362710" h="710564">
                  <a:moveTo>
                    <a:pt x="1033272" y="684276"/>
                  </a:moveTo>
                  <a:lnTo>
                    <a:pt x="989076" y="684276"/>
                  </a:lnTo>
                  <a:lnTo>
                    <a:pt x="1001268" y="679704"/>
                  </a:lnTo>
                  <a:lnTo>
                    <a:pt x="1037844" y="679704"/>
                  </a:lnTo>
                  <a:lnTo>
                    <a:pt x="1033272" y="684276"/>
                  </a:lnTo>
                  <a:close/>
                </a:path>
              </a:pathLst>
            </a:custGeom>
            <a:solidFill>
              <a:srgbClr val="000000"/>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sp>
        <p:nvSpPr>
          <p:cNvPr id="12" name="object 12"/>
          <p:cNvSpPr txBox="1"/>
          <p:nvPr/>
        </p:nvSpPr>
        <p:spPr>
          <a:xfrm>
            <a:off x="1960776" y="1755726"/>
            <a:ext cx="793436" cy="261497"/>
          </a:xfrm>
          <a:prstGeom prst="rect">
            <a:avLst/>
          </a:prstGeom>
        </p:spPr>
        <p:txBody>
          <a:bodyPr vert="horz" wrap="square" lIns="0" tIns="15128" rIns="0" bIns="0" rtlCol="0">
            <a:spAutoFit/>
          </a:bodyPr>
          <a:lstStyle/>
          <a:p>
            <a:pPr marL="11206" marR="0" lvl="0" indent="0" algn="l" defTabSz="914400" rtl="0" eaLnBrk="0" fontAlgn="base" latinLnBrk="0" hangingPunct="0">
              <a:lnSpc>
                <a:spcPct val="100000"/>
              </a:lnSpc>
              <a:spcBef>
                <a:spcPts val="119"/>
              </a:spcBef>
              <a:spcAft>
                <a:spcPct val="0"/>
              </a:spcAft>
              <a:buClrTx/>
              <a:buSzTx/>
              <a:buFontTx/>
              <a:buNone/>
              <a:tabLst/>
              <a:defRPr/>
            </a:pPr>
            <a:r>
              <a:rPr kumimoji="0" sz="1600" b="0" i="0" u="none" strike="noStrike" kern="1200" cap="none" spc="4" normalizeH="0" baseline="0" noProof="0" dirty="0">
                <a:ln>
                  <a:noFill/>
                </a:ln>
                <a:solidFill>
                  <a:srgbClr val="FFFFFF"/>
                </a:solidFill>
                <a:effectLst/>
                <a:uLnTx/>
                <a:uFillTx/>
                <a:latin typeface="Cambria" panose="02040503050406030204" pitchFamily="18" charset="0"/>
                <a:ea typeface="+mn-ea"/>
                <a:cs typeface="Carlito"/>
              </a:rPr>
              <a:t>Process</a:t>
            </a:r>
          </a:p>
        </p:txBody>
      </p:sp>
      <p:grpSp>
        <p:nvGrpSpPr>
          <p:cNvPr id="13" name="object 13"/>
          <p:cNvGrpSpPr/>
          <p:nvPr/>
        </p:nvGrpSpPr>
        <p:grpSpPr>
          <a:xfrm>
            <a:off x="2965077" y="1563893"/>
            <a:ext cx="1202391" cy="626969"/>
            <a:chOff x="3208020" y="1772411"/>
            <a:chExt cx="1362710" cy="710565"/>
          </a:xfrm>
        </p:grpSpPr>
        <p:sp>
          <p:nvSpPr>
            <p:cNvPr id="14" name="object 14"/>
            <p:cNvSpPr/>
            <p:nvPr/>
          </p:nvSpPr>
          <p:spPr>
            <a:xfrm>
              <a:off x="3223260" y="1787651"/>
              <a:ext cx="1324610" cy="680085"/>
            </a:xfrm>
            <a:custGeom>
              <a:avLst/>
              <a:gdLst/>
              <a:ahLst/>
              <a:cxnLst/>
              <a:rect l="l" t="t" r="r" b="b"/>
              <a:pathLst>
                <a:path w="1324610" h="680085">
                  <a:moveTo>
                    <a:pt x="984504" y="679704"/>
                  </a:moveTo>
                  <a:lnTo>
                    <a:pt x="0" y="679704"/>
                  </a:lnTo>
                  <a:lnTo>
                    <a:pt x="0" y="0"/>
                  </a:lnTo>
                  <a:lnTo>
                    <a:pt x="984504" y="0"/>
                  </a:lnTo>
                  <a:lnTo>
                    <a:pt x="1324356" y="339852"/>
                  </a:lnTo>
                  <a:lnTo>
                    <a:pt x="984504" y="679704"/>
                  </a:lnTo>
                  <a:close/>
                </a:path>
              </a:pathLst>
            </a:custGeom>
            <a:solidFill>
              <a:srgbClr val="9A56D3"/>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5" name="object 15"/>
            <p:cNvSpPr/>
            <p:nvPr/>
          </p:nvSpPr>
          <p:spPr>
            <a:xfrm>
              <a:off x="3208020" y="1772411"/>
              <a:ext cx="1362710" cy="710565"/>
            </a:xfrm>
            <a:custGeom>
              <a:avLst/>
              <a:gdLst/>
              <a:ahLst/>
              <a:cxnLst/>
              <a:rect l="l" t="t" r="r" b="b"/>
              <a:pathLst>
                <a:path w="1362710" h="710564">
                  <a:moveTo>
                    <a:pt x="1007364" y="710184"/>
                  </a:moveTo>
                  <a:lnTo>
                    <a:pt x="0" y="710184"/>
                  </a:lnTo>
                  <a:lnTo>
                    <a:pt x="0" y="0"/>
                  </a:lnTo>
                  <a:lnTo>
                    <a:pt x="1007364" y="0"/>
                  </a:lnTo>
                  <a:lnTo>
                    <a:pt x="1022604" y="15240"/>
                  </a:lnTo>
                  <a:lnTo>
                    <a:pt x="32004" y="15240"/>
                  </a:lnTo>
                  <a:lnTo>
                    <a:pt x="15240" y="32004"/>
                  </a:lnTo>
                  <a:lnTo>
                    <a:pt x="32004" y="32004"/>
                  </a:lnTo>
                  <a:lnTo>
                    <a:pt x="32004" y="679704"/>
                  </a:lnTo>
                  <a:lnTo>
                    <a:pt x="15240" y="679704"/>
                  </a:lnTo>
                  <a:lnTo>
                    <a:pt x="32004" y="694944"/>
                  </a:lnTo>
                  <a:lnTo>
                    <a:pt x="1022604" y="694944"/>
                  </a:lnTo>
                  <a:lnTo>
                    <a:pt x="1007364" y="710184"/>
                  </a:lnTo>
                  <a:close/>
                </a:path>
                <a:path w="1362710" h="710564">
                  <a:moveTo>
                    <a:pt x="32004" y="32004"/>
                  </a:moveTo>
                  <a:lnTo>
                    <a:pt x="15240" y="32004"/>
                  </a:lnTo>
                  <a:lnTo>
                    <a:pt x="32004" y="15240"/>
                  </a:lnTo>
                  <a:lnTo>
                    <a:pt x="32004" y="32004"/>
                  </a:lnTo>
                  <a:close/>
                </a:path>
                <a:path w="1362710" h="710564">
                  <a:moveTo>
                    <a:pt x="993648" y="32004"/>
                  </a:moveTo>
                  <a:lnTo>
                    <a:pt x="32004" y="32004"/>
                  </a:lnTo>
                  <a:lnTo>
                    <a:pt x="32004" y="15240"/>
                  </a:lnTo>
                  <a:lnTo>
                    <a:pt x="1022604" y="15240"/>
                  </a:lnTo>
                  <a:lnTo>
                    <a:pt x="1034796" y="27432"/>
                  </a:lnTo>
                  <a:lnTo>
                    <a:pt x="989076" y="27432"/>
                  </a:lnTo>
                  <a:lnTo>
                    <a:pt x="993648" y="32004"/>
                  </a:lnTo>
                  <a:close/>
                </a:path>
                <a:path w="1362710" h="710564">
                  <a:moveTo>
                    <a:pt x="1317498" y="355854"/>
                  </a:moveTo>
                  <a:lnTo>
                    <a:pt x="989076" y="27432"/>
                  </a:lnTo>
                  <a:lnTo>
                    <a:pt x="999744" y="32004"/>
                  </a:lnTo>
                  <a:lnTo>
                    <a:pt x="1039368" y="32004"/>
                  </a:lnTo>
                  <a:lnTo>
                    <a:pt x="1351788" y="344424"/>
                  </a:lnTo>
                  <a:lnTo>
                    <a:pt x="1328928" y="344424"/>
                  </a:lnTo>
                  <a:lnTo>
                    <a:pt x="1317498" y="355854"/>
                  </a:lnTo>
                  <a:close/>
                </a:path>
                <a:path w="1362710" h="710564">
                  <a:moveTo>
                    <a:pt x="1039368" y="32004"/>
                  </a:moveTo>
                  <a:lnTo>
                    <a:pt x="999744" y="32004"/>
                  </a:lnTo>
                  <a:lnTo>
                    <a:pt x="989076" y="27432"/>
                  </a:lnTo>
                  <a:lnTo>
                    <a:pt x="1034796" y="27432"/>
                  </a:lnTo>
                  <a:lnTo>
                    <a:pt x="1039368" y="32004"/>
                  </a:lnTo>
                  <a:close/>
                </a:path>
                <a:path w="1362710" h="710564">
                  <a:moveTo>
                    <a:pt x="1328928" y="367284"/>
                  </a:moveTo>
                  <a:lnTo>
                    <a:pt x="1317498" y="355854"/>
                  </a:lnTo>
                  <a:lnTo>
                    <a:pt x="1328928" y="344424"/>
                  </a:lnTo>
                  <a:lnTo>
                    <a:pt x="1328928" y="367284"/>
                  </a:lnTo>
                  <a:close/>
                </a:path>
                <a:path w="1362710" h="710564">
                  <a:moveTo>
                    <a:pt x="1350264" y="367284"/>
                  </a:moveTo>
                  <a:lnTo>
                    <a:pt x="1328928" y="367284"/>
                  </a:lnTo>
                  <a:lnTo>
                    <a:pt x="1328928" y="344424"/>
                  </a:lnTo>
                  <a:lnTo>
                    <a:pt x="1351788" y="344424"/>
                  </a:lnTo>
                  <a:lnTo>
                    <a:pt x="1362456" y="355092"/>
                  </a:lnTo>
                  <a:lnTo>
                    <a:pt x="1350264" y="367284"/>
                  </a:lnTo>
                  <a:close/>
                </a:path>
                <a:path w="1362710" h="710564">
                  <a:moveTo>
                    <a:pt x="989076" y="684276"/>
                  </a:moveTo>
                  <a:lnTo>
                    <a:pt x="1317498" y="355854"/>
                  </a:lnTo>
                  <a:lnTo>
                    <a:pt x="1328928" y="367284"/>
                  </a:lnTo>
                  <a:lnTo>
                    <a:pt x="1350264" y="367284"/>
                  </a:lnTo>
                  <a:lnTo>
                    <a:pt x="1037844" y="679704"/>
                  </a:lnTo>
                  <a:lnTo>
                    <a:pt x="999744" y="679704"/>
                  </a:lnTo>
                  <a:lnTo>
                    <a:pt x="989076" y="684276"/>
                  </a:lnTo>
                  <a:close/>
                </a:path>
                <a:path w="1362710" h="710564">
                  <a:moveTo>
                    <a:pt x="32004" y="694944"/>
                  </a:moveTo>
                  <a:lnTo>
                    <a:pt x="15240" y="679704"/>
                  </a:lnTo>
                  <a:lnTo>
                    <a:pt x="32004" y="679704"/>
                  </a:lnTo>
                  <a:lnTo>
                    <a:pt x="32004" y="694944"/>
                  </a:lnTo>
                  <a:close/>
                </a:path>
                <a:path w="1362710" h="710564">
                  <a:moveTo>
                    <a:pt x="1022604" y="694944"/>
                  </a:moveTo>
                  <a:lnTo>
                    <a:pt x="32004" y="694944"/>
                  </a:lnTo>
                  <a:lnTo>
                    <a:pt x="32004" y="679704"/>
                  </a:lnTo>
                  <a:lnTo>
                    <a:pt x="993648" y="679704"/>
                  </a:lnTo>
                  <a:lnTo>
                    <a:pt x="989076" y="684276"/>
                  </a:lnTo>
                  <a:lnTo>
                    <a:pt x="1033272" y="684276"/>
                  </a:lnTo>
                  <a:lnTo>
                    <a:pt x="1022604" y="694944"/>
                  </a:lnTo>
                  <a:close/>
                </a:path>
                <a:path w="1362710" h="710564">
                  <a:moveTo>
                    <a:pt x="1033272" y="684276"/>
                  </a:moveTo>
                  <a:lnTo>
                    <a:pt x="989076" y="684276"/>
                  </a:lnTo>
                  <a:lnTo>
                    <a:pt x="999744" y="679704"/>
                  </a:lnTo>
                  <a:lnTo>
                    <a:pt x="1037844" y="679704"/>
                  </a:lnTo>
                  <a:lnTo>
                    <a:pt x="1033272" y="684276"/>
                  </a:lnTo>
                  <a:close/>
                </a:path>
              </a:pathLst>
            </a:custGeom>
            <a:solidFill>
              <a:srgbClr val="000000"/>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sp>
        <p:nvSpPr>
          <p:cNvPr id="16" name="object 16"/>
          <p:cNvSpPr txBox="1"/>
          <p:nvPr/>
        </p:nvSpPr>
        <p:spPr>
          <a:xfrm>
            <a:off x="3186637" y="1739802"/>
            <a:ext cx="593585" cy="261497"/>
          </a:xfrm>
          <a:prstGeom prst="rect">
            <a:avLst/>
          </a:prstGeom>
        </p:spPr>
        <p:txBody>
          <a:bodyPr vert="horz" wrap="square" lIns="0" tIns="15128" rIns="0" bIns="0" rtlCol="0">
            <a:spAutoFit/>
          </a:bodyPr>
          <a:lstStyle/>
          <a:p>
            <a:pPr marL="11206" marR="0" lvl="0" indent="0" algn="l" defTabSz="914400" rtl="0" eaLnBrk="0" fontAlgn="base" latinLnBrk="0" hangingPunct="0">
              <a:lnSpc>
                <a:spcPct val="100000"/>
              </a:lnSpc>
              <a:spcBef>
                <a:spcPts val="119"/>
              </a:spcBef>
              <a:spcAft>
                <a:spcPct val="0"/>
              </a:spcAft>
              <a:buClrTx/>
              <a:buSzTx/>
              <a:buFontTx/>
              <a:buNone/>
              <a:tabLst/>
              <a:defRPr/>
            </a:pPr>
            <a:r>
              <a:rPr kumimoji="0" sz="1600" b="0" i="0" u="none" strike="noStrike" kern="1200" cap="none" spc="4" normalizeH="0" baseline="0" noProof="0" dirty="0">
                <a:ln>
                  <a:noFill/>
                </a:ln>
                <a:solidFill>
                  <a:srgbClr val="FFFFFF"/>
                </a:solidFill>
                <a:effectLst/>
                <a:uLnTx/>
                <a:uFillTx/>
                <a:latin typeface="Cambria" panose="02040503050406030204" pitchFamily="18" charset="0"/>
                <a:ea typeface="+mn-ea"/>
                <a:cs typeface="Carlito"/>
              </a:rPr>
              <a:t>Tools</a:t>
            </a:r>
          </a:p>
        </p:txBody>
      </p:sp>
      <p:grpSp>
        <p:nvGrpSpPr>
          <p:cNvPr id="17" name="object 17"/>
          <p:cNvGrpSpPr/>
          <p:nvPr/>
        </p:nvGrpSpPr>
        <p:grpSpPr>
          <a:xfrm>
            <a:off x="572844" y="3219226"/>
            <a:ext cx="1202391" cy="626969"/>
            <a:chOff x="496823" y="3648455"/>
            <a:chExt cx="1362710" cy="710565"/>
          </a:xfrm>
        </p:grpSpPr>
        <p:sp>
          <p:nvSpPr>
            <p:cNvPr id="18" name="object 18"/>
            <p:cNvSpPr/>
            <p:nvPr/>
          </p:nvSpPr>
          <p:spPr>
            <a:xfrm>
              <a:off x="512063" y="3663695"/>
              <a:ext cx="1324610" cy="680085"/>
            </a:xfrm>
            <a:custGeom>
              <a:avLst/>
              <a:gdLst/>
              <a:ahLst/>
              <a:cxnLst/>
              <a:rect l="l" t="t" r="r" b="b"/>
              <a:pathLst>
                <a:path w="1324610" h="680085">
                  <a:moveTo>
                    <a:pt x="984504" y="679703"/>
                  </a:moveTo>
                  <a:lnTo>
                    <a:pt x="0" y="679703"/>
                  </a:lnTo>
                  <a:lnTo>
                    <a:pt x="0" y="0"/>
                  </a:lnTo>
                  <a:lnTo>
                    <a:pt x="984504" y="0"/>
                  </a:lnTo>
                  <a:lnTo>
                    <a:pt x="1324356" y="339851"/>
                  </a:lnTo>
                  <a:lnTo>
                    <a:pt x="984504" y="679703"/>
                  </a:lnTo>
                  <a:close/>
                </a:path>
              </a:pathLst>
            </a:custGeom>
            <a:solidFill>
              <a:srgbClr val="44A5ED"/>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9" name="object 19"/>
            <p:cNvSpPr/>
            <p:nvPr/>
          </p:nvSpPr>
          <p:spPr>
            <a:xfrm>
              <a:off x="496823" y="3648455"/>
              <a:ext cx="1362710" cy="710565"/>
            </a:xfrm>
            <a:custGeom>
              <a:avLst/>
              <a:gdLst/>
              <a:ahLst/>
              <a:cxnLst/>
              <a:rect l="l" t="t" r="r" b="b"/>
              <a:pathLst>
                <a:path w="1362710" h="710564">
                  <a:moveTo>
                    <a:pt x="1005840" y="710184"/>
                  </a:moveTo>
                  <a:lnTo>
                    <a:pt x="0" y="710184"/>
                  </a:lnTo>
                  <a:lnTo>
                    <a:pt x="0" y="0"/>
                  </a:lnTo>
                  <a:lnTo>
                    <a:pt x="1005840" y="0"/>
                  </a:lnTo>
                  <a:lnTo>
                    <a:pt x="1021145" y="15240"/>
                  </a:lnTo>
                  <a:lnTo>
                    <a:pt x="30480" y="15240"/>
                  </a:lnTo>
                  <a:lnTo>
                    <a:pt x="15240" y="32004"/>
                  </a:lnTo>
                  <a:lnTo>
                    <a:pt x="30480" y="32004"/>
                  </a:lnTo>
                  <a:lnTo>
                    <a:pt x="30480" y="679704"/>
                  </a:lnTo>
                  <a:lnTo>
                    <a:pt x="15240" y="679704"/>
                  </a:lnTo>
                  <a:lnTo>
                    <a:pt x="30480" y="694944"/>
                  </a:lnTo>
                  <a:lnTo>
                    <a:pt x="1021145" y="694944"/>
                  </a:lnTo>
                  <a:lnTo>
                    <a:pt x="1005840" y="710184"/>
                  </a:lnTo>
                  <a:close/>
                </a:path>
                <a:path w="1362710" h="710564">
                  <a:moveTo>
                    <a:pt x="30480" y="32004"/>
                  </a:moveTo>
                  <a:lnTo>
                    <a:pt x="15240" y="32004"/>
                  </a:lnTo>
                  <a:lnTo>
                    <a:pt x="30480" y="15240"/>
                  </a:lnTo>
                  <a:lnTo>
                    <a:pt x="30480" y="32004"/>
                  </a:lnTo>
                  <a:close/>
                </a:path>
                <a:path w="1362710" h="710564">
                  <a:moveTo>
                    <a:pt x="993668" y="32004"/>
                  </a:moveTo>
                  <a:lnTo>
                    <a:pt x="30480" y="32004"/>
                  </a:lnTo>
                  <a:lnTo>
                    <a:pt x="30480" y="15240"/>
                  </a:lnTo>
                  <a:lnTo>
                    <a:pt x="1021145" y="15240"/>
                  </a:lnTo>
                  <a:lnTo>
                    <a:pt x="1033389" y="27432"/>
                  </a:lnTo>
                  <a:lnTo>
                    <a:pt x="989076" y="27432"/>
                  </a:lnTo>
                  <a:lnTo>
                    <a:pt x="993668" y="32004"/>
                  </a:lnTo>
                  <a:close/>
                </a:path>
                <a:path w="1362710" h="710564">
                  <a:moveTo>
                    <a:pt x="1318236" y="355115"/>
                  </a:moveTo>
                  <a:lnTo>
                    <a:pt x="989076" y="27432"/>
                  </a:lnTo>
                  <a:lnTo>
                    <a:pt x="999744" y="32004"/>
                  </a:lnTo>
                  <a:lnTo>
                    <a:pt x="1037981" y="32004"/>
                  </a:lnTo>
                  <a:lnTo>
                    <a:pt x="1351742" y="344424"/>
                  </a:lnTo>
                  <a:lnTo>
                    <a:pt x="1328928" y="344424"/>
                  </a:lnTo>
                  <a:lnTo>
                    <a:pt x="1318236" y="355115"/>
                  </a:lnTo>
                  <a:close/>
                </a:path>
                <a:path w="1362710" h="710564">
                  <a:moveTo>
                    <a:pt x="1037981" y="32004"/>
                  </a:moveTo>
                  <a:lnTo>
                    <a:pt x="999744" y="32004"/>
                  </a:lnTo>
                  <a:lnTo>
                    <a:pt x="989076" y="27432"/>
                  </a:lnTo>
                  <a:lnTo>
                    <a:pt x="1033389" y="27432"/>
                  </a:lnTo>
                  <a:lnTo>
                    <a:pt x="1037981" y="32004"/>
                  </a:lnTo>
                  <a:close/>
                </a:path>
                <a:path w="1362710" h="710564">
                  <a:moveTo>
                    <a:pt x="1328928" y="365760"/>
                  </a:moveTo>
                  <a:lnTo>
                    <a:pt x="1318236" y="355115"/>
                  </a:lnTo>
                  <a:lnTo>
                    <a:pt x="1328928" y="344424"/>
                  </a:lnTo>
                  <a:lnTo>
                    <a:pt x="1328928" y="365760"/>
                  </a:lnTo>
                  <a:close/>
                </a:path>
                <a:path w="1362710" h="710564">
                  <a:moveTo>
                    <a:pt x="1351742" y="365760"/>
                  </a:moveTo>
                  <a:lnTo>
                    <a:pt x="1328928" y="365760"/>
                  </a:lnTo>
                  <a:lnTo>
                    <a:pt x="1328928" y="344424"/>
                  </a:lnTo>
                  <a:lnTo>
                    <a:pt x="1351742" y="344424"/>
                  </a:lnTo>
                  <a:lnTo>
                    <a:pt x="1362456" y="355092"/>
                  </a:lnTo>
                  <a:lnTo>
                    <a:pt x="1351742" y="365760"/>
                  </a:lnTo>
                  <a:close/>
                </a:path>
                <a:path w="1362710" h="710564">
                  <a:moveTo>
                    <a:pt x="989076" y="684276"/>
                  </a:moveTo>
                  <a:lnTo>
                    <a:pt x="1318236" y="355115"/>
                  </a:lnTo>
                  <a:lnTo>
                    <a:pt x="1328928" y="365760"/>
                  </a:lnTo>
                  <a:lnTo>
                    <a:pt x="1351742" y="365760"/>
                  </a:lnTo>
                  <a:lnTo>
                    <a:pt x="1036450" y="679704"/>
                  </a:lnTo>
                  <a:lnTo>
                    <a:pt x="999744" y="679704"/>
                  </a:lnTo>
                  <a:lnTo>
                    <a:pt x="989076" y="684276"/>
                  </a:lnTo>
                  <a:close/>
                </a:path>
                <a:path w="1362710" h="710564">
                  <a:moveTo>
                    <a:pt x="30480" y="694944"/>
                  </a:moveTo>
                  <a:lnTo>
                    <a:pt x="15240" y="679704"/>
                  </a:lnTo>
                  <a:lnTo>
                    <a:pt x="30480" y="679704"/>
                  </a:lnTo>
                  <a:lnTo>
                    <a:pt x="30480" y="694944"/>
                  </a:lnTo>
                  <a:close/>
                </a:path>
                <a:path w="1362710" h="710564">
                  <a:moveTo>
                    <a:pt x="1021145" y="694944"/>
                  </a:moveTo>
                  <a:lnTo>
                    <a:pt x="30480" y="694944"/>
                  </a:lnTo>
                  <a:lnTo>
                    <a:pt x="30480" y="679704"/>
                  </a:lnTo>
                  <a:lnTo>
                    <a:pt x="993648" y="679704"/>
                  </a:lnTo>
                  <a:lnTo>
                    <a:pt x="989076" y="684276"/>
                  </a:lnTo>
                  <a:lnTo>
                    <a:pt x="1031859" y="684276"/>
                  </a:lnTo>
                  <a:lnTo>
                    <a:pt x="1021145" y="694944"/>
                  </a:lnTo>
                  <a:close/>
                </a:path>
                <a:path w="1362710" h="710564">
                  <a:moveTo>
                    <a:pt x="1031859" y="684276"/>
                  </a:moveTo>
                  <a:lnTo>
                    <a:pt x="989076" y="684276"/>
                  </a:lnTo>
                  <a:lnTo>
                    <a:pt x="999744" y="679704"/>
                  </a:lnTo>
                  <a:lnTo>
                    <a:pt x="1036450" y="679704"/>
                  </a:lnTo>
                  <a:lnTo>
                    <a:pt x="1031859" y="684276"/>
                  </a:lnTo>
                  <a:close/>
                </a:path>
              </a:pathLst>
            </a:custGeom>
            <a:solidFill>
              <a:srgbClr val="2F77AE"/>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sp>
        <p:nvSpPr>
          <p:cNvPr id="20" name="object 20"/>
          <p:cNvSpPr txBox="1"/>
          <p:nvPr/>
        </p:nvSpPr>
        <p:spPr>
          <a:xfrm>
            <a:off x="700246" y="3358175"/>
            <a:ext cx="707289" cy="261497"/>
          </a:xfrm>
          <a:prstGeom prst="rect">
            <a:avLst/>
          </a:prstGeom>
        </p:spPr>
        <p:txBody>
          <a:bodyPr vert="horz" wrap="square" lIns="0" tIns="15128" rIns="0" bIns="0" rtlCol="0">
            <a:spAutoFit/>
          </a:bodyPr>
          <a:lstStyle/>
          <a:p>
            <a:pPr marL="11206" marR="0" lvl="0" indent="0" algn="l" defTabSz="914400" rtl="0" eaLnBrk="0" fontAlgn="base" latinLnBrk="0" hangingPunct="0">
              <a:lnSpc>
                <a:spcPct val="100000"/>
              </a:lnSpc>
              <a:spcBef>
                <a:spcPts val="119"/>
              </a:spcBef>
              <a:spcAft>
                <a:spcPct val="0"/>
              </a:spcAft>
              <a:buClrTx/>
              <a:buSzTx/>
              <a:buFontTx/>
              <a:buNone/>
              <a:tabLst/>
              <a:defRPr/>
            </a:pPr>
            <a:r>
              <a:rPr kumimoji="0" sz="1600" b="0" i="0" u="none" strike="noStrike" kern="1200" cap="none" spc="4" normalizeH="0" baseline="0" noProof="0" dirty="0">
                <a:ln>
                  <a:noFill/>
                </a:ln>
                <a:solidFill>
                  <a:srgbClr val="FFFFFF"/>
                </a:solidFill>
                <a:effectLst/>
                <a:uLnTx/>
                <a:uFillTx/>
                <a:latin typeface="Cambria" panose="02040503050406030204" pitchFamily="18" charset="0"/>
                <a:ea typeface="+mn-ea"/>
                <a:cs typeface="Carlito"/>
              </a:rPr>
              <a:t>Culture</a:t>
            </a:r>
          </a:p>
        </p:txBody>
      </p:sp>
      <p:grpSp>
        <p:nvGrpSpPr>
          <p:cNvPr id="21" name="object 21"/>
          <p:cNvGrpSpPr/>
          <p:nvPr/>
        </p:nvGrpSpPr>
        <p:grpSpPr>
          <a:xfrm>
            <a:off x="1758875" y="3190988"/>
            <a:ext cx="1202391" cy="626969"/>
            <a:chOff x="1840992" y="3616452"/>
            <a:chExt cx="1362710" cy="710565"/>
          </a:xfrm>
        </p:grpSpPr>
        <p:sp>
          <p:nvSpPr>
            <p:cNvPr id="22" name="object 22"/>
            <p:cNvSpPr/>
            <p:nvPr/>
          </p:nvSpPr>
          <p:spPr>
            <a:xfrm>
              <a:off x="1857756" y="3631692"/>
              <a:ext cx="1324610" cy="680085"/>
            </a:xfrm>
            <a:custGeom>
              <a:avLst/>
              <a:gdLst/>
              <a:ahLst/>
              <a:cxnLst/>
              <a:rect l="l" t="t" r="r" b="b"/>
              <a:pathLst>
                <a:path w="1324610" h="680085">
                  <a:moveTo>
                    <a:pt x="984503" y="679704"/>
                  </a:moveTo>
                  <a:lnTo>
                    <a:pt x="0" y="679704"/>
                  </a:lnTo>
                  <a:lnTo>
                    <a:pt x="0" y="0"/>
                  </a:lnTo>
                  <a:lnTo>
                    <a:pt x="984503" y="0"/>
                  </a:lnTo>
                  <a:lnTo>
                    <a:pt x="1324356" y="339851"/>
                  </a:lnTo>
                  <a:lnTo>
                    <a:pt x="984503" y="679704"/>
                  </a:lnTo>
                  <a:close/>
                </a:path>
              </a:pathLst>
            </a:custGeom>
            <a:solidFill>
              <a:srgbClr val="44A5ED"/>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 name="object 23"/>
            <p:cNvSpPr/>
            <p:nvPr/>
          </p:nvSpPr>
          <p:spPr>
            <a:xfrm>
              <a:off x="1840992" y="3616452"/>
              <a:ext cx="1362710" cy="710565"/>
            </a:xfrm>
            <a:custGeom>
              <a:avLst/>
              <a:gdLst/>
              <a:ahLst/>
              <a:cxnLst/>
              <a:rect l="l" t="t" r="r" b="b"/>
              <a:pathLst>
                <a:path w="1362710" h="710564">
                  <a:moveTo>
                    <a:pt x="1007364" y="710184"/>
                  </a:moveTo>
                  <a:lnTo>
                    <a:pt x="0" y="710184"/>
                  </a:lnTo>
                  <a:lnTo>
                    <a:pt x="0" y="0"/>
                  </a:lnTo>
                  <a:lnTo>
                    <a:pt x="1007364" y="0"/>
                  </a:lnTo>
                  <a:lnTo>
                    <a:pt x="1022604" y="15240"/>
                  </a:lnTo>
                  <a:lnTo>
                    <a:pt x="32004" y="15240"/>
                  </a:lnTo>
                  <a:lnTo>
                    <a:pt x="16764" y="32004"/>
                  </a:lnTo>
                  <a:lnTo>
                    <a:pt x="32004" y="32004"/>
                  </a:lnTo>
                  <a:lnTo>
                    <a:pt x="32004" y="679704"/>
                  </a:lnTo>
                  <a:lnTo>
                    <a:pt x="16764" y="679704"/>
                  </a:lnTo>
                  <a:lnTo>
                    <a:pt x="32004" y="694944"/>
                  </a:lnTo>
                  <a:lnTo>
                    <a:pt x="1022604" y="694944"/>
                  </a:lnTo>
                  <a:lnTo>
                    <a:pt x="1007364" y="710184"/>
                  </a:lnTo>
                  <a:close/>
                </a:path>
                <a:path w="1362710" h="710564">
                  <a:moveTo>
                    <a:pt x="32004" y="32004"/>
                  </a:moveTo>
                  <a:lnTo>
                    <a:pt x="16764" y="32004"/>
                  </a:lnTo>
                  <a:lnTo>
                    <a:pt x="32004" y="15240"/>
                  </a:lnTo>
                  <a:lnTo>
                    <a:pt x="32004" y="32004"/>
                  </a:lnTo>
                  <a:close/>
                </a:path>
                <a:path w="1362710" h="710564">
                  <a:moveTo>
                    <a:pt x="995151" y="32004"/>
                  </a:moveTo>
                  <a:lnTo>
                    <a:pt x="32004" y="32004"/>
                  </a:lnTo>
                  <a:lnTo>
                    <a:pt x="32004" y="15240"/>
                  </a:lnTo>
                  <a:lnTo>
                    <a:pt x="1022604" y="15240"/>
                  </a:lnTo>
                  <a:lnTo>
                    <a:pt x="1034796" y="27432"/>
                  </a:lnTo>
                  <a:lnTo>
                    <a:pt x="990600" y="27432"/>
                  </a:lnTo>
                  <a:lnTo>
                    <a:pt x="995151" y="32004"/>
                  </a:lnTo>
                  <a:close/>
                </a:path>
                <a:path w="1362710" h="710564">
                  <a:moveTo>
                    <a:pt x="1317549" y="355854"/>
                  </a:moveTo>
                  <a:lnTo>
                    <a:pt x="990600" y="27432"/>
                  </a:lnTo>
                  <a:lnTo>
                    <a:pt x="1001268" y="32004"/>
                  </a:lnTo>
                  <a:lnTo>
                    <a:pt x="1039368" y="32004"/>
                  </a:lnTo>
                  <a:lnTo>
                    <a:pt x="1351788" y="344424"/>
                  </a:lnTo>
                  <a:lnTo>
                    <a:pt x="1328928" y="344424"/>
                  </a:lnTo>
                  <a:lnTo>
                    <a:pt x="1317549" y="355854"/>
                  </a:lnTo>
                  <a:close/>
                </a:path>
                <a:path w="1362710" h="710564">
                  <a:moveTo>
                    <a:pt x="1039368" y="32004"/>
                  </a:moveTo>
                  <a:lnTo>
                    <a:pt x="1001268" y="32004"/>
                  </a:lnTo>
                  <a:lnTo>
                    <a:pt x="990600" y="27432"/>
                  </a:lnTo>
                  <a:lnTo>
                    <a:pt x="1034796" y="27432"/>
                  </a:lnTo>
                  <a:lnTo>
                    <a:pt x="1039368" y="32004"/>
                  </a:lnTo>
                  <a:close/>
                </a:path>
                <a:path w="1362710" h="710564">
                  <a:moveTo>
                    <a:pt x="1328928" y="367284"/>
                  </a:moveTo>
                  <a:lnTo>
                    <a:pt x="1317549" y="355854"/>
                  </a:lnTo>
                  <a:lnTo>
                    <a:pt x="1328928" y="344424"/>
                  </a:lnTo>
                  <a:lnTo>
                    <a:pt x="1328928" y="367284"/>
                  </a:lnTo>
                  <a:close/>
                </a:path>
                <a:path w="1362710" h="710564">
                  <a:moveTo>
                    <a:pt x="1350264" y="367284"/>
                  </a:moveTo>
                  <a:lnTo>
                    <a:pt x="1328928" y="367284"/>
                  </a:lnTo>
                  <a:lnTo>
                    <a:pt x="1328928" y="344424"/>
                  </a:lnTo>
                  <a:lnTo>
                    <a:pt x="1351788" y="344424"/>
                  </a:lnTo>
                  <a:lnTo>
                    <a:pt x="1362456" y="355092"/>
                  </a:lnTo>
                  <a:lnTo>
                    <a:pt x="1350264" y="367284"/>
                  </a:lnTo>
                  <a:close/>
                </a:path>
                <a:path w="1362710" h="710564">
                  <a:moveTo>
                    <a:pt x="990600" y="684276"/>
                  </a:moveTo>
                  <a:lnTo>
                    <a:pt x="1317549" y="355854"/>
                  </a:lnTo>
                  <a:lnTo>
                    <a:pt x="1328928" y="367284"/>
                  </a:lnTo>
                  <a:lnTo>
                    <a:pt x="1350264" y="367284"/>
                  </a:lnTo>
                  <a:lnTo>
                    <a:pt x="1037844" y="679704"/>
                  </a:lnTo>
                  <a:lnTo>
                    <a:pt x="1001268" y="679704"/>
                  </a:lnTo>
                  <a:lnTo>
                    <a:pt x="990600" y="684276"/>
                  </a:lnTo>
                  <a:close/>
                </a:path>
                <a:path w="1362710" h="710564">
                  <a:moveTo>
                    <a:pt x="32004" y="694944"/>
                  </a:moveTo>
                  <a:lnTo>
                    <a:pt x="16764" y="679704"/>
                  </a:lnTo>
                  <a:lnTo>
                    <a:pt x="32004" y="679704"/>
                  </a:lnTo>
                  <a:lnTo>
                    <a:pt x="32004" y="694944"/>
                  </a:lnTo>
                  <a:close/>
                </a:path>
                <a:path w="1362710" h="710564">
                  <a:moveTo>
                    <a:pt x="1022604" y="694944"/>
                  </a:moveTo>
                  <a:lnTo>
                    <a:pt x="32004" y="694944"/>
                  </a:lnTo>
                  <a:lnTo>
                    <a:pt x="32004" y="679704"/>
                  </a:lnTo>
                  <a:lnTo>
                    <a:pt x="995151" y="679704"/>
                  </a:lnTo>
                  <a:lnTo>
                    <a:pt x="990600" y="684276"/>
                  </a:lnTo>
                  <a:lnTo>
                    <a:pt x="1033272" y="684276"/>
                  </a:lnTo>
                  <a:lnTo>
                    <a:pt x="1022604" y="694944"/>
                  </a:lnTo>
                  <a:close/>
                </a:path>
                <a:path w="1362710" h="710564">
                  <a:moveTo>
                    <a:pt x="1033272" y="684276"/>
                  </a:moveTo>
                  <a:lnTo>
                    <a:pt x="990600" y="684276"/>
                  </a:lnTo>
                  <a:lnTo>
                    <a:pt x="1001268" y="679704"/>
                  </a:lnTo>
                  <a:lnTo>
                    <a:pt x="1037844" y="679704"/>
                  </a:lnTo>
                  <a:lnTo>
                    <a:pt x="1033272" y="684276"/>
                  </a:lnTo>
                  <a:close/>
                </a:path>
              </a:pathLst>
            </a:custGeom>
            <a:solidFill>
              <a:srgbClr val="2F77AE"/>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sp>
        <p:nvSpPr>
          <p:cNvPr id="24" name="object 24"/>
          <p:cNvSpPr txBox="1"/>
          <p:nvPr/>
        </p:nvSpPr>
        <p:spPr>
          <a:xfrm>
            <a:off x="1859257" y="3382862"/>
            <a:ext cx="1327380" cy="230719"/>
          </a:xfrm>
          <a:prstGeom prst="rect">
            <a:avLst/>
          </a:prstGeom>
        </p:spPr>
        <p:txBody>
          <a:bodyPr vert="horz" wrap="square" lIns="0" tIns="15128" rIns="0" bIns="0" rtlCol="0">
            <a:spAutoFit/>
          </a:bodyPr>
          <a:lstStyle/>
          <a:p>
            <a:pPr marL="11206" marR="0" lvl="0" indent="0" algn="l" defTabSz="914400" rtl="0" eaLnBrk="0" fontAlgn="base" latinLnBrk="0" hangingPunct="0">
              <a:lnSpc>
                <a:spcPct val="100000"/>
              </a:lnSpc>
              <a:spcBef>
                <a:spcPts val="119"/>
              </a:spcBef>
              <a:spcAft>
                <a:spcPct val="0"/>
              </a:spcAft>
              <a:buClrTx/>
              <a:buSzTx/>
              <a:buFontTx/>
              <a:buNone/>
              <a:tabLst/>
              <a:defRPr/>
            </a:pPr>
            <a:r>
              <a:rPr kumimoji="0" sz="1400" b="0" i="0" u="none" strike="noStrike" kern="1200" cap="none" spc="4" normalizeH="0" baseline="0" noProof="0" dirty="0">
                <a:ln>
                  <a:noFill/>
                </a:ln>
                <a:solidFill>
                  <a:srgbClr val="FFFFFF"/>
                </a:solidFill>
                <a:effectLst/>
                <a:uLnTx/>
                <a:uFillTx/>
                <a:latin typeface="Cambria" panose="02040503050406030204" pitchFamily="18" charset="0"/>
                <a:ea typeface="+mn-ea"/>
                <a:cs typeface="Carlito"/>
              </a:rPr>
              <a:t>Interactions</a:t>
            </a:r>
          </a:p>
        </p:txBody>
      </p:sp>
      <p:grpSp>
        <p:nvGrpSpPr>
          <p:cNvPr id="25" name="object 25"/>
          <p:cNvGrpSpPr/>
          <p:nvPr/>
        </p:nvGrpSpPr>
        <p:grpSpPr>
          <a:xfrm>
            <a:off x="2946250" y="3201745"/>
            <a:ext cx="1202391" cy="626969"/>
            <a:chOff x="3186683" y="3628644"/>
            <a:chExt cx="1362710" cy="710565"/>
          </a:xfrm>
        </p:grpSpPr>
        <p:sp>
          <p:nvSpPr>
            <p:cNvPr id="26" name="object 26"/>
            <p:cNvSpPr/>
            <p:nvPr/>
          </p:nvSpPr>
          <p:spPr>
            <a:xfrm>
              <a:off x="3201923" y="3643884"/>
              <a:ext cx="1324610" cy="680085"/>
            </a:xfrm>
            <a:custGeom>
              <a:avLst/>
              <a:gdLst/>
              <a:ahLst/>
              <a:cxnLst/>
              <a:rect l="l" t="t" r="r" b="b"/>
              <a:pathLst>
                <a:path w="1324610" h="680085">
                  <a:moveTo>
                    <a:pt x="986027" y="679703"/>
                  </a:moveTo>
                  <a:lnTo>
                    <a:pt x="0" y="679703"/>
                  </a:lnTo>
                  <a:lnTo>
                    <a:pt x="0" y="0"/>
                  </a:lnTo>
                  <a:lnTo>
                    <a:pt x="986027" y="0"/>
                  </a:lnTo>
                  <a:lnTo>
                    <a:pt x="1324355" y="339851"/>
                  </a:lnTo>
                  <a:lnTo>
                    <a:pt x="986027" y="679703"/>
                  </a:lnTo>
                  <a:close/>
                </a:path>
              </a:pathLst>
            </a:custGeom>
            <a:solidFill>
              <a:srgbClr val="44A5ED"/>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7" name="object 27"/>
            <p:cNvSpPr/>
            <p:nvPr/>
          </p:nvSpPr>
          <p:spPr>
            <a:xfrm>
              <a:off x="3186683" y="3628644"/>
              <a:ext cx="1362710" cy="710565"/>
            </a:xfrm>
            <a:custGeom>
              <a:avLst/>
              <a:gdLst/>
              <a:ahLst/>
              <a:cxnLst/>
              <a:rect l="l" t="t" r="r" b="b"/>
              <a:pathLst>
                <a:path w="1362710" h="710564">
                  <a:moveTo>
                    <a:pt x="1007364" y="710184"/>
                  </a:moveTo>
                  <a:lnTo>
                    <a:pt x="0" y="710184"/>
                  </a:lnTo>
                  <a:lnTo>
                    <a:pt x="0" y="0"/>
                  </a:lnTo>
                  <a:lnTo>
                    <a:pt x="1007364" y="0"/>
                  </a:lnTo>
                  <a:lnTo>
                    <a:pt x="1022604" y="15240"/>
                  </a:lnTo>
                  <a:lnTo>
                    <a:pt x="32004" y="15240"/>
                  </a:lnTo>
                  <a:lnTo>
                    <a:pt x="15240" y="32004"/>
                  </a:lnTo>
                  <a:lnTo>
                    <a:pt x="32004" y="32004"/>
                  </a:lnTo>
                  <a:lnTo>
                    <a:pt x="32004" y="679704"/>
                  </a:lnTo>
                  <a:lnTo>
                    <a:pt x="15240" y="679704"/>
                  </a:lnTo>
                  <a:lnTo>
                    <a:pt x="32004" y="694944"/>
                  </a:lnTo>
                  <a:lnTo>
                    <a:pt x="1022604" y="694944"/>
                  </a:lnTo>
                  <a:lnTo>
                    <a:pt x="1007364" y="710184"/>
                  </a:lnTo>
                  <a:close/>
                </a:path>
                <a:path w="1362710" h="710564">
                  <a:moveTo>
                    <a:pt x="32004" y="32004"/>
                  </a:moveTo>
                  <a:lnTo>
                    <a:pt x="15240" y="32004"/>
                  </a:lnTo>
                  <a:lnTo>
                    <a:pt x="32004" y="15240"/>
                  </a:lnTo>
                  <a:lnTo>
                    <a:pt x="32004" y="32004"/>
                  </a:lnTo>
                  <a:close/>
                </a:path>
                <a:path w="1362710" h="710564">
                  <a:moveTo>
                    <a:pt x="993668" y="32004"/>
                  </a:moveTo>
                  <a:lnTo>
                    <a:pt x="32004" y="32004"/>
                  </a:lnTo>
                  <a:lnTo>
                    <a:pt x="32004" y="15240"/>
                  </a:lnTo>
                  <a:lnTo>
                    <a:pt x="1022604" y="15240"/>
                  </a:lnTo>
                  <a:lnTo>
                    <a:pt x="1034796" y="27432"/>
                  </a:lnTo>
                  <a:lnTo>
                    <a:pt x="989076" y="27432"/>
                  </a:lnTo>
                  <a:lnTo>
                    <a:pt x="993668" y="32004"/>
                  </a:lnTo>
                  <a:close/>
                </a:path>
                <a:path w="1362710" h="710564">
                  <a:moveTo>
                    <a:pt x="1318236" y="355115"/>
                  </a:moveTo>
                  <a:lnTo>
                    <a:pt x="989076" y="27432"/>
                  </a:lnTo>
                  <a:lnTo>
                    <a:pt x="1001268" y="32004"/>
                  </a:lnTo>
                  <a:lnTo>
                    <a:pt x="1039368" y="32004"/>
                  </a:lnTo>
                  <a:lnTo>
                    <a:pt x="1351788" y="344424"/>
                  </a:lnTo>
                  <a:lnTo>
                    <a:pt x="1328928" y="344424"/>
                  </a:lnTo>
                  <a:lnTo>
                    <a:pt x="1318236" y="355115"/>
                  </a:lnTo>
                  <a:close/>
                </a:path>
                <a:path w="1362710" h="710564">
                  <a:moveTo>
                    <a:pt x="1039368" y="32004"/>
                  </a:moveTo>
                  <a:lnTo>
                    <a:pt x="1001268" y="32004"/>
                  </a:lnTo>
                  <a:lnTo>
                    <a:pt x="989076" y="27432"/>
                  </a:lnTo>
                  <a:lnTo>
                    <a:pt x="1034796" y="27432"/>
                  </a:lnTo>
                  <a:lnTo>
                    <a:pt x="1039368" y="32004"/>
                  </a:lnTo>
                  <a:close/>
                </a:path>
                <a:path w="1362710" h="710564">
                  <a:moveTo>
                    <a:pt x="1328928" y="365760"/>
                  </a:moveTo>
                  <a:lnTo>
                    <a:pt x="1318236" y="355115"/>
                  </a:lnTo>
                  <a:lnTo>
                    <a:pt x="1328928" y="344424"/>
                  </a:lnTo>
                  <a:lnTo>
                    <a:pt x="1328928" y="365760"/>
                  </a:lnTo>
                  <a:close/>
                </a:path>
                <a:path w="1362710" h="710564">
                  <a:moveTo>
                    <a:pt x="1351788" y="365760"/>
                  </a:moveTo>
                  <a:lnTo>
                    <a:pt x="1328928" y="365760"/>
                  </a:lnTo>
                  <a:lnTo>
                    <a:pt x="1328928" y="344424"/>
                  </a:lnTo>
                  <a:lnTo>
                    <a:pt x="1351788" y="344424"/>
                  </a:lnTo>
                  <a:lnTo>
                    <a:pt x="1362456" y="355092"/>
                  </a:lnTo>
                  <a:lnTo>
                    <a:pt x="1351788" y="365760"/>
                  </a:lnTo>
                  <a:close/>
                </a:path>
                <a:path w="1362710" h="710564">
                  <a:moveTo>
                    <a:pt x="989076" y="684276"/>
                  </a:moveTo>
                  <a:lnTo>
                    <a:pt x="1318236" y="355115"/>
                  </a:lnTo>
                  <a:lnTo>
                    <a:pt x="1328928" y="365760"/>
                  </a:lnTo>
                  <a:lnTo>
                    <a:pt x="1351788" y="365760"/>
                  </a:lnTo>
                  <a:lnTo>
                    <a:pt x="1037844" y="679704"/>
                  </a:lnTo>
                  <a:lnTo>
                    <a:pt x="1001268" y="679704"/>
                  </a:lnTo>
                  <a:lnTo>
                    <a:pt x="989076" y="684276"/>
                  </a:lnTo>
                  <a:close/>
                </a:path>
                <a:path w="1362710" h="710564">
                  <a:moveTo>
                    <a:pt x="32004" y="694944"/>
                  </a:moveTo>
                  <a:lnTo>
                    <a:pt x="15240" y="679704"/>
                  </a:lnTo>
                  <a:lnTo>
                    <a:pt x="32004" y="679704"/>
                  </a:lnTo>
                  <a:lnTo>
                    <a:pt x="32004" y="694944"/>
                  </a:lnTo>
                  <a:close/>
                </a:path>
                <a:path w="1362710" h="710564">
                  <a:moveTo>
                    <a:pt x="1022604" y="694944"/>
                  </a:moveTo>
                  <a:lnTo>
                    <a:pt x="32004" y="694944"/>
                  </a:lnTo>
                  <a:lnTo>
                    <a:pt x="32004" y="679704"/>
                  </a:lnTo>
                  <a:lnTo>
                    <a:pt x="993648" y="679704"/>
                  </a:lnTo>
                  <a:lnTo>
                    <a:pt x="989076" y="684276"/>
                  </a:lnTo>
                  <a:lnTo>
                    <a:pt x="1033272" y="684276"/>
                  </a:lnTo>
                  <a:lnTo>
                    <a:pt x="1022604" y="694944"/>
                  </a:lnTo>
                  <a:close/>
                </a:path>
                <a:path w="1362710" h="710564">
                  <a:moveTo>
                    <a:pt x="1033272" y="684276"/>
                  </a:moveTo>
                  <a:lnTo>
                    <a:pt x="989076" y="684276"/>
                  </a:lnTo>
                  <a:lnTo>
                    <a:pt x="1001268" y="679704"/>
                  </a:lnTo>
                  <a:lnTo>
                    <a:pt x="1037844" y="679704"/>
                  </a:lnTo>
                  <a:lnTo>
                    <a:pt x="1033272" y="684276"/>
                  </a:lnTo>
                  <a:close/>
                </a:path>
              </a:pathLst>
            </a:custGeom>
            <a:solidFill>
              <a:srgbClr val="2F77AE"/>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sp>
        <p:nvSpPr>
          <p:cNvPr id="28" name="object 28"/>
          <p:cNvSpPr txBox="1"/>
          <p:nvPr/>
        </p:nvSpPr>
        <p:spPr>
          <a:xfrm>
            <a:off x="3030159" y="3393619"/>
            <a:ext cx="963558" cy="230719"/>
          </a:xfrm>
          <a:prstGeom prst="rect">
            <a:avLst/>
          </a:prstGeom>
        </p:spPr>
        <p:txBody>
          <a:bodyPr vert="horz" wrap="square" lIns="0" tIns="15128" rIns="0" bIns="0" rtlCol="0">
            <a:spAutoFit/>
          </a:bodyPr>
          <a:lstStyle/>
          <a:p>
            <a:pPr marL="11206" marR="0" lvl="0" indent="0" algn="l" defTabSz="914400" rtl="0" eaLnBrk="0" fontAlgn="base" latinLnBrk="0" hangingPunct="0">
              <a:lnSpc>
                <a:spcPct val="100000"/>
              </a:lnSpc>
              <a:spcBef>
                <a:spcPts val="119"/>
              </a:spcBef>
              <a:spcAft>
                <a:spcPct val="0"/>
              </a:spcAft>
              <a:buClrTx/>
              <a:buSzTx/>
              <a:buFontTx/>
              <a:buNone/>
              <a:tabLst/>
              <a:defRPr/>
            </a:pPr>
            <a:r>
              <a:rPr kumimoji="0" sz="1400" b="0" i="0" u="none" strike="noStrike" kern="1200" cap="none" spc="4" normalizeH="0" baseline="0" noProof="0" dirty="0">
                <a:ln>
                  <a:noFill/>
                </a:ln>
                <a:solidFill>
                  <a:srgbClr val="FFFFFF"/>
                </a:solidFill>
                <a:effectLst/>
                <a:uLnTx/>
                <a:uFillTx/>
                <a:latin typeface="Cambria" panose="02040503050406030204" pitchFamily="18" charset="0"/>
                <a:ea typeface="+mn-ea"/>
                <a:cs typeface="Carlito"/>
              </a:rPr>
              <a:t>Automation</a:t>
            </a:r>
          </a:p>
        </p:txBody>
      </p:sp>
      <p:grpSp>
        <p:nvGrpSpPr>
          <p:cNvPr id="29" name="object 29"/>
          <p:cNvGrpSpPr/>
          <p:nvPr/>
        </p:nvGrpSpPr>
        <p:grpSpPr>
          <a:xfrm>
            <a:off x="831028" y="2429882"/>
            <a:ext cx="374276" cy="605118"/>
            <a:chOff x="789431" y="2753867"/>
            <a:chExt cx="424180" cy="685800"/>
          </a:xfrm>
        </p:grpSpPr>
        <p:sp>
          <p:nvSpPr>
            <p:cNvPr id="30" name="object 30"/>
            <p:cNvSpPr/>
            <p:nvPr/>
          </p:nvSpPr>
          <p:spPr>
            <a:xfrm>
              <a:off x="899160" y="2756915"/>
              <a:ext cx="204216" cy="472440"/>
            </a:xfrm>
            <a:prstGeom prst="rect">
              <a:avLst/>
            </a:prstGeom>
            <a:blipFill>
              <a:blip r:embed="rId3" cstate="print"/>
              <a:stretch>
                <a:fillRect/>
              </a:stretch>
            </a:blip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 name="object 31"/>
            <p:cNvSpPr/>
            <p:nvPr/>
          </p:nvSpPr>
          <p:spPr>
            <a:xfrm>
              <a:off x="795528" y="3229355"/>
              <a:ext cx="411480" cy="27940"/>
            </a:xfrm>
            <a:custGeom>
              <a:avLst/>
              <a:gdLst/>
              <a:ahLst/>
              <a:cxnLst/>
              <a:rect l="l" t="t" r="r" b="b"/>
              <a:pathLst>
                <a:path w="411480" h="27939">
                  <a:moveTo>
                    <a:pt x="411480" y="0"/>
                  </a:moveTo>
                  <a:lnTo>
                    <a:pt x="0" y="0"/>
                  </a:lnTo>
                  <a:lnTo>
                    <a:pt x="6096" y="6108"/>
                  </a:lnTo>
                  <a:lnTo>
                    <a:pt x="27432" y="27444"/>
                  </a:lnTo>
                  <a:lnTo>
                    <a:pt x="384035" y="27444"/>
                  </a:lnTo>
                  <a:lnTo>
                    <a:pt x="405371" y="6108"/>
                  </a:lnTo>
                  <a:lnTo>
                    <a:pt x="411480" y="0"/>
                  </a:lnTo>
                  <a:close/>
                </a:path>
              </a:pathLst>
            </a:custGeom>
            <a:solidFill>
              <a:srgbClr val="858585"/>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2" name="object 32"/>
            <p:cNvSpPr/>
            <p:nvPr/>
          </p:nvSpPr>
          <p:spPr>
            <a:xfrm>
              <a:off x="822960" y="3256800"/>
              <a:ext cx="356870" cy="32384"/>
            </a:xfrm>
            <a:custGeom>
              <a:avLst/>
              <a:gdLst/>
              <a:ahLst/>
              <a:cxnLst/>
              <a:rect l="l" t="t" r="r" b="b"/>
              <a:pathLst>
                <a:path w="356869" h="32385">
                  <a:moveTo>
                    <a:pt x="356603" y="0"/>
                  </a:moveTo>
                  <a:lnTo>
                    <a:pt x="0" y="0"/>
                  </a:lnTo>
                  <a:lnTo>
                    <a:pt x="16764" y="16764"/>
                  </a:lnTo>
                  <a:lnTo>
                    <a:pt x="32004" y="32004"/>
                  </a:lnTo>
                  <a:lnTo>
                    <a:pt x="324599" y="32004"/>
                  </a:lnTo>
                  <a:lnTo>
                    <a:pt x="339839" y="16764"/>
                  </a:lnTo>
                  <a:lnTo>
                    <a:pt x="356603" y="0"/>
                  </a:lnTo>
                  <a:close/>
                </a:path>
              </a:pathLst>
            </a:custGeom>
            <a:solidFill>
              <a:srgbClr val="838383"/>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3" name="object 33"/>
            <p:cNvSpPr/>
            <p:nvPr/>
          </p:nvSpPr>
          <p:spPr>
            <a:xfrm>
              <a:off x="854964" y="3288792"/>
              <a:ext cx="292735" cy="13970"/>
            </a:xfrm>
            <a:custGeom>
              <a:avLst/>
              <a:gdLst/>
              <a:ahLst/>
              <a:cxnLst/>
              <a:rect l="l" t="t" r="r" b="b"/>
              <a:pathLst>
                <a:path w="292734" h="13970">
                  <a:moveTo>
                    <a:pt x="278891" y="13716"/>
                  </a:moveTo>
                  <a:lnTo>
                    <a:pt x="13716" y="13716"/>
                  </a:lnTo>
                  <a:lnTo>
                    <a:pt x="0" y="0"/>
                  </a:lnTo>
                  <a:lnTo>
                    <a:pt x="292607" y="0"/>
                  </a:lnTo>
                  <a:lnTo>
                    <a:pt x="278891" y="13716"/>
                  </a:lnTo>
                  <a:close/>
                </a:path>
              </a:pathLst>
            </a:custGeom>
            <a:solidFill>
              <a:srgbClr val="828282"/>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4" name="object 34"/>
            <p:cNvSpPr/>
            <p:nvPr/>
          </p:nvSpPr>
          <p:spPr>
            <a:xfrm>
              <a:off x="868680" y="3302508"/>
              <a:ext cx="265430" cy="13970"/>
            </a:xfrm>
            <a:custGeom>
              <a:avLst/>
              <a:gdLst/>
              <a:ahLst/>
              <a:cxnLst/>
              <a:rect l="l" t="t" r="r" b="b"/>
              <a:pathLst>
                <a:path w="265430" h="13970">
                  <a:moveTo>
                    <a:pt x="251459" y="13716"/>
                  </a:moveTo>
                  <a:lnTo>
                    <a:pt x="13716" y="13716"/>
                  </a:lnTo>
                  <a:lnTo>
                    <a:pt x="0" y="0"/>
                  </a:lnTo>
                  <a:lnTo>
                    <a:pt x="265175" y="0"/>
                  </a:lnTo>
                  <a:lnTo>
                    <a:pt x="251459" y="13716"/>
                  </a:lnTo>
                  <a:close/>
                </a:path>
              </a:pathLst>
            </a:custGeom>
            <a:solidFill>
              <a:srgbClr val="808080"/>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5" name="object 35"/>
            <p:cNvSpPr/>
            <p:nvPr/>
          </p:nvSpPr>
          <p:spPr>
            <a:xfrm>
              <a:off x="882396" y="3316224"/>
              <a:ext cx="237743" cy="118871"/>
            </a:xfrm>
            <a:prstGeom prst="rect">
              <a:avLst/>
            </a:prstGeom>
            <a:blipFill>
              <a:blip r:embed="rId4" cstate="print"/>
              <a:stretch>
                <a:fillRect/>
              </a:stretch>
            </a:blip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6" name="object 36"/>
            <p:cNvSpPr/>
            <p:nvPr/>
          </p:nvSpPr>
          <p:spPr>
            <a:xfrm>
              <a:off x="789431" y="2753867"/>
              <a:ext cx="424180" cy="685800"/>
            </a:xfrm>
            <a:custGeom>
              <a:avLst/>
              <a:gdLst/>
              <a:ahLst/>
              <a:cxnLst/>
              <a:rect l="l" t="t" r="r" b="b"/>
              <a:pathLst>
                <a:path w="424180" h="685800">
                  <a:moveTo>
                    <a:pt x="106680" y="475488"/>
                  </a:moveTo>
                  <a:lnTo>
                    <a:pt x="106680" y="0"/>
                  </a:lnTo>
                  <a:lnTo>
                    <a:pt x="316992" y="0"/>
                  </a:lnTo>
                  <a:lnTo>
                    <a:pt x="316992" y="3048"/>
                  </a:lnTo>
                  <a:lnTo>
                    <a:pt x="111252" y="3048"/>
                  </a:lnTo>
                  <a:lnTo>
                    <a:pt x="109728" y="4572"/>
                  </a:lnTo>
                  <a:lnTo>
                    <a:pt x="111252" y="4572"/>
                  </a:lnTo>
                  <a:lnTo>
                    <a:pt x="111252" y="473964"/>
                  </a:lnTo>
                  <a:lnTo>
                    <a:pt x="109728" y="473964"/>
                  </a:lnTo>
                  <a:lnTo>
                    <a:pt x="106680" y="475488"/>
                  </a:lnTo>
                  <a:close/>
                </a:path>
                <a:path w="424180" h="685800">
                  <a:moveTo>
                    <a:pt x="111252" y="4572"/>
                  </a:moveTo>
                  <a:lnTo>
                    <a:pt x="109728" y="4572"/>
                  </a:lnTo>
                  <a:lnTo>
                    <a:pt x="111252" y="3048"/>
                  </a:lnTo>
                  <a:lnTo>
                    <a:pt x="111252" y="4572"/>
                  </a:lnTo>
                  <a:close/>
                </a:path>
                <a:path w="424180" h="685800">
                  <a:moveTo>
                    <a:pt x="312420" y="4572"/>
                  </a:moveTo>
                  <a:lnTo>
                    <a:pt x="111252" y="4572"/>
                  </a:lnTo>
                  <a:lnTo>
                    <a:pt x="111252" y="3048"/>
                  </a:lnTo>
                  <a:lnTo>
                    <a:pt x="312420" y="3048"/>
                  </a:lnTo>
                  <a:lnTo>
                    <a:pt x="312420" y="4572"/>
                  </a:lnTo>
                  <a:close/>
                </a:path>
                <a:path w="424180" h="685800">
                  <a:moveTo>
                    <a:pt x="411480" y="478536"/>
                  </a:moveTo>
                  <a:lnTo>
                    <a:pt x="312420" y="478536"/>
                  </a:lnTo>
                  <a:lnTo>
                    <a:pt x="312420" y="3048"/>
                  </a:lnTo>
                  <a:lnTo>
                    <a:pt x="313944" y="4572"/>
                  </a:lnTo>
                  <a:lnTo>
                    <a:pt x="316992" y="4572"/>
                  </a:lnTo>
                  <a:lnTo>
                    <a:pt x="316992" y="473964"/>
                  </a:lnTo>
                  <a:lnTo>
                    <a:pt x="313944" y="473964"/>
                  </a:lnTo>
                  <a:lnTo>
                    <a:pt x="316992" y="475488"/>
                  </a:lnTo>
                  <a:lnTo>
                    <a:pt x="414528" y="475488"/>
                  </a:lnTo>
                  <a:lnTo>
                    <a:pt x="411480" y="478536"/>
                  </a:lnTo>
                  <a:close/>
                </a:path>
                <a:path w="424180" h="685800">
                  <a:moveTo>
                    <a:pt x="316992" y="4572"/>
                  </a:moveTo>
                  <a:lnTo>
                    <a:pt x="313944" y="4572"/>
                  </a:lnTo>
                  <a:lnTo>
                    <a:pt x="312420" y="3048"/>
                  </a:lnTo>
                  <a:lnTo>
                    <a:pt x="316992" y="3048"/>
                  </a:lnTo>
                  <a:lnTo>
                    <a:pt x="316992" y="4572"/>
                  </a:lnTo>
                  <a:close/>
                </a:path>
                <a:path w="424180" h="685800">
                  <a:moveTo>
                    <a:pt x="211836" y="685800"/>
                  </a:moveTo>
                  <a:lnTo>
                    <a:pt x="0" y="473964"/>
                  </a:lnTo>
                  <a:lnTo>
                    <a:pt x="7620" y="473964"/>
                  </a:lnTo>
                  <a:lnTo>
                    <a:pt x="6096" y="478536"/>
                  </a:lnTo>
                  <a:lnTo>
                    <a:pt x="12192" y="478536"/>
                  </a:lnTo>
                  <a:lnTo>
                    <a:pt x="211836" y="678180"/>
                  </a:lnTo>
                  <a:lnTo>
                    <a:pt x="210312" y="679704"/>
                  </a:lnTo>
                  <a:lnTo>
                    <a:pt x="217932" y="679704"/>
                  </a:lnTo>
                  <a:lnTo>
                    <a:pt x="211836" y="685800"/>
                  </a:lnTo>
                  <a:close/>
                </a:path>
                <a:path w="424180" h="685800">
                  <a:moveTo>
                    <a:pt x="12192" y="478536"/>
                  </a:moveTo>
                  <a:lnTo>
                    <a:pt x="6096" y="478536"/>
                  </a:lnTo>
                  <a:lnTo>
                    <a:pt x="7620" y="473964"/>
                  </a:lnTo>
                  <a:lnTo>
                    <a:pt x="12192" y="478536"/>
                  </a:lnTo>
                  <a:close/>
                </a:path>
                <a:path w="424180" h="685800">
                  <a:moveTo>
                    <a:pt x="111252" y="478536"/>
                  </a:moveTo>
                  <a:lnTo>
                    <a:pt x="12192" y="478536"/>
                  </a:lnTo>
                  <a:lnTo>
                    <a:pt x="7620" y="473964"/>
                  </a:lnTo>
                  <a:lnTo>
                    <a:pt x="106680" y="473964"/>
                  </a:lnTo>
                  <a:lnTo>
                    <a:pt x="106680" y="475488"/>
                  </a:lnTo>
                  <a:lnTo>
                    <a:pt x="111252" y="475488"/>
                  </a:lnTo>
                  <a:lnTo>
                    <a:pt x="111252" y="478536"/>
                  </a:lnTo>
                  <a:close/>
                </a:path>
                <a:path w="424180" h="685800">
                  <a:moveTo>
                    <a:pt x="111252" y="475488"/>
                  </a:moveTo>
                  <a:lnTo>
                    <a:pt x="106680" y="475488"/>
                  </a:lnTo>
                  <a:lnTo>
                    <a:pt x="109728" y="473964"/>
                  </a:lnTo>
                  <a:lnTo>
                    <a:pt x="111252" y="473964"/>
                  </a:lnTo>
                  <a:lnTo>
                    <a:pt x="111252" y="475488"/>
                  </a:lnTo>
                  <a:close/>
                </a:path>
                <a:path w="424180" h="685800">
                  <a:moveTo>
                    <a:pt x="316992" y="475488"/>
                  </a:moveTo>
                  <a:lnTo>
                    <a:pt x="313944" y="473964"/>
                  </a:lnTo>
                  <a:lnTo>
                    <a:pt x="316992" y="473964"/>
                  </a:lnTo>
                  <a:lnTo>
                    <a:pt x="316992" y="475488"/>
                  </a:lnTo>
                  <a:close/>
                </a:path>
                <a:path w="424180" h="685800">
                  <a:moveTo>
                    <a:pt x="414528" y="475488"/>
                  </a:moveTo>
                  <a:lnTo>
                    <a:pt x="316992" y="475488"/>
                  </a:lnTo>
                  <a:lnTo>
                    <a:pt x="316992" y="473964"/>
                  </a:lnTo>
                  <a:lnTo>
                    <a:pt x="416052" y="473964"/>
                  </a:lnTo>
                  <a:lnTo>
                    <a:pt x="414528" y="475488"/>
                  </a:lnTo>
                  <a:close/>
                </a:path>
                <a:path w="424180" h="685800">
                  <a:moveTo>
                    <a:pt x="217932" y="679704"/>
                  </a:moveTo>
                  <a:lnTo>
                    <a:pt x="213360" y="679704"/>
                  </a:lnTo>
                  <a:lnTo>
                    <a:pt x="211836" y="678180"/>
                  </a:lnTo>
                  <a:lnTo>
                    <a:pt x="416052" y="473964"/>
                  </a:lnTo>
                  <a:lnTo>
                    <a:pt x="417576" y="478536"/>
                  </a:lnTo>
                  <a:lnTo>
                    <a:pt x="419100" y="478536"/>
                  </a:lnTo>
                  <a:lnTo>
                    <a:pt x="217932" y="679704"/>
                  </a:lnTo>
                  <a:close/>
                </a:path>
                <a:path w="424180" h="685800">
                  <a:moveTo>
                    <a:pt x="419100" y="478536"/>
                  </a:moveTo>
                  <a:lnTo>
                    <a:pt x="417576" y="478536"/>
                  </a:lnTo>
                  <a:lnTo>
                    <a:pt x="416052" y="473964"/>
                  </a:lnTo>
                  <a:lnTo>
                    <a:pt x="423672" y="473964"/>
                  </a:lnTo>
                  <a:lnTo>
                    <a:pt x="419100" y="478536"/>
                  </a:lnTo>
                  <a:close/>
                </a:path>
                <a:path w="424180" h="685800">
                  <a:moveTo>
                    <a:pt x="213360" y="679704"/>
                  </a:moveTo>
                  <a:lnTo>
                    <a:pt x="210312" y="679704"/>
                  </a:lnTo>
                  <a:lnTo>
                    <a:pt x="211836" y="678180"/>
                  </a:lnTo>
                  <a:lnTo>
                    <a:pt x="213360" y="679704"/>
                  </a:lnTo>
                  <a:close/>
                </a:path>
              </a:pathLst>
            </a:custGeom>
            <a:solidFill>
              <a:srgbClr val="000000"/>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grpSp>
        <p:nvGrpSpPr>
          <p:cNvPr id="37" name="object 37"/>
          <p:cNvGrpSpPr/>
          <p:nvPr/>
        </p:nvGrpSpPr>
        <p:grpSpPr>
          <a:xfrm>
            <a:off x="2064002" y="2429882"/>
            <a:ext cx="372596" cy="605118"/>
            <a:chOff x="2189988" y="2753867"/>
            <a:chExt cx="422275" cy="685800"/>
          </a:xfrm>
        </p:grpSpPr>
        <p:sp>
          <p:nvSpPr>
            <p:cNvPr id="38" name="object 38"/>
            <p:cNvSpPr/>
            <p:nvPr/>
          </p:nvSpPr>
          <p:spPr>
            <a:xfrm>
              <a:off x="2298192" y="2756915"/>
              <a:ext cx="205740" cy="472440"/>
            </a:xfrm>
            <a:prstGeom prst="rect">
              <a:avLst/>
            </a:prstGeom>
            <a:blipFill>
              <a:blip r:embed="rId3" cstate="print"/>
              <a:stretch>
                <a:fillRect/>
              </a:stretch>
            </a:blip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9" name="object 39"/>
            <p:cNvSpPr/>
            <p:nvPr/>
          </p:nvSpPr>
          <p:spPr>
            <a:xfrm>
              <a:off x="2196084" y="3229355"/>
              <a:ext cx="410209" cy="27940"/>
            </a:xfrm>
            <a:custGeom>
              <a:avLst/>
              <a:gdLst/>
              <a:ahLst/>
              <a:cxnLst/>
              <a:rect l="l" t="t" r="r" b="b"/>
              <a:pathLst>
                <a:path w="410210" h="27939">
                  <a:moveTo>
                    <a:pt x="409956" y="0"/>
                  </a:moveTo>
                  <a:lnTo>
                    <a:pt x="0" y="0"/>
                  </a:lnTo>
                  <a:lnTo>
                    <a:pt x="6096" y="6108"/>
                  </a:lnTo>
                  <a:lnTo>
                    <a:pt x="27432" y="27444"/>
                  </a:lnTo>
                  <a:lnTo>
                    <a:pt x="382727" y="27444"/>
                  </a:lnTo>
                  <a:lnTo>
                    <a:pt x="403898" y="6108"/>
                  </a:lnTo>
                  <a:lnTo>
                    <a:pt x="409956" y="0"/>
                  </a:lnTo>
                  <a:close/>
                </a:path>
              </a:pathLst>
            </a:custGeom>
            <a:solidFill>
              <a:srgbClr val="858585"/>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0" name="object 40"/>
            <p:cNvSpPr/>
            <p:nvPr/>
          </p:nvSpPr>
          <p:spPr>
            <a:xfrm>
              <a:off x="2223516" y="3256800"/>
              <a:ext cx="355600" cy="32384"/>
            </a:xfrm>
            <a:custGeom>
              <a:avLst/>
              <a:gdLst/>
              <a:ahLst/>
              <a:cxnLst/>
              <a:rect l="l" t="t" r="r" b="b"/>
              <a:pathLst>
                <a:path w="355600" h="32385">
                  <a:moveTo>
                    <a:pt x="355295" y="0"/>
                  </a:moveTo>
                  <a:lnTo>
                    <a:pt x="0" y="0"/>
                  </a:lnTo>
                  <a:lnTo>
                    <a:pt x="16764" y="16764"/>
                  </a:lnTo>
                  <a:lnTo>
                    <a:pt x="32004" y="32004"/>
                  </a:lnTo>
                  <a:lnTo>
                    <a:pt x="323519" y="32004"/>
                  </a:lnTo>
                  <a:lnTo>
                    <a:pt x="338645" y="16764"/>
                  </a:lnTo>
                  <a:lnTo>
                    <a:pt x="355295" y="0"/>
                  </a:lnTo>
                  <a:close/>
                </a:path>
              </a:pathLst>
            </a:custGeom>
            <a:solidFill>
              <a:srgbClr val="838383"/>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1" name="object 41"/>
            <p:cNvSpPr/>
            <p:nvPr/>
          </p:nvSpPr>
          <p:spPr>
            <a:xfrm>
              <a:off x="2255520" y="3288792"/>
              <a:ext cx="292100" cy="13970"/>
            </a:xfrm>
            <a:custGeom>
              <a:avLst/>
              <a:gdLst/>
              <a:ahLst/>
              <a:cxnLst/>
              <a:rect l="l" t="t" r="r" b="b"/>
              <a:pathLst>
                <a:path w="292100" h="13970">
                  <a:moveTo>
                    <a:pt x="277909" y="13716"/>
                  </a:moveTo>
                  <a:lnTo>
                    <a:pt x="13716" y="13716"/>
                  </a:lnTo>
                  <a:lnTo>
                    <a:pt x="0" y="0"/>
                  </a:lnTo>
                  <a:lnTo>
                    <a:pt x="291524" y="0"/>
                  </a:lnTo>
                  <a:lnTo>
                    <a:pt x="277909" y="13716"/>
                  </a:lnTo>
                  <a:close/>
                </a:path>
              </a:pathLst>
            </a:custGeom>
            <a:solidFill>
              <a:srgbClr val="828282"/>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2" name="object 42"/>
            <p:cNvSpPr/>
            <p:nvPr/>
          </p:nvSpPr>
          <p:spPr>
            <a:xfrm>
              <a:off x="2269236" y="3302508"/>
              <a:ext cx="264795" cy="13970"/>
            </a:xfrm>
            <a:custGeom>
              <a:avLst/>
              <a:gdLst/>
              <a:ahLst/>
              <a:cxnLst/>
              <a:rect l="l" t="t" r="r" b="b"/>
              <a:pathLst>
                <a:path w="264794" h="13970">
                  <a:moveTo>
                    <a:pt x="250579" y="13716"/>
                  </a:moveTo>
                  <a:lnTo>
                    <a:pt x="13716" y="13716"/>
                  </a:lnTo>
                  <a:lnTo>
                    <a:pt x="0" y="0"/>
                  </a:lnTo>
                  <a:lnTo>
                    <a:pt x="264193" y="0"/>
                  </a:lnTo>
                  <a:lnTo>
                    <a:pt x="250579" y="13716"/>
                  </a:lnTo>
                  <a:close/>
                </a:path>
              </a:pathLst>
            </a:custGeom>
            <a:solidFill>
              <a:srgbClr val="808080"/>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3" name="object 43"/>
            <p:cNvSpPr/>
            <p:nvPr/>
          </p:nvSpPr>
          <p:spPr>
            <a:xfrm>
              <a:off x="2282952" y="3316224"/>
              <a:ext cx="236863" cy="118871"/>
            </a:xfrm>
            <a:prstGeom prst="rect">
              <a:avLst/>
            </a:prstGeom>
            <a:blipFill>
              <a:blip r:embed="rId5" cstate="print"/>
              <a:stretch>
                <a:fillRect/>
              </a:stretch>
            </a:blip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4" name="object 44"/>
            <p:cNvSpPr/>
            <p:nvPr/>
          </p:nvSpPr>
          <p:spPr>
            <a:xfrm>
              <a:off x="2189988" y="2753867"/>
              <a:ext cx="422275" cy="685800"/>
            </a:xfrm>
            <a:custGeom>
              <a:avLst/>
              <a:gdLst/>
              <a:ahLst/>
              <a:cxnLst/>
              <a:rect l="l" t="t" r="r" b="b"/>
              <a:pathLst>
                <a:path w="422275" h="685800">
                  <a:moveTo>
                    <a:pt x="105156" y="475488"/>
                  </a:moveTo>
                  <a:lnTo>
                    <a:pt x="105156" y="0"/>
                  </a:lnTo>
                  <a:lnTo>
                    <a:pt x="316992" y="0"/>
                  </a:lnTo>
                  <a:lnTo>
                    <a:pt x="316992" y="3048"/>
                  </a:lnTo>
                  <a:lnTo>
                    <a:pt x="111252" y="3048"/>
                  </a:lnTo>
                  <a:lnTo>
                    <a:pt x="108204" y="4572"/>
                  </a:lnTo>
                  <a:lnTo>
                    <a:pt x="111252" y="4572"/>
                  </a:lnTo>
                  <a:lnTo>
                    <a:pt x="111252" y="473964"/>
                  </a:lnTo>
                  <a:lnTo>
                    <a:pt x="108204" y="473964"/>
                  </a:lnTo>
                  <a:lnTo>
                    <a:pt x="105156" y="475488"/>
                  </a:lnTo>
                  <a:close/>
                </a:path>
                <a:path w="422275" h="685800">
                  <a:moveTo>
                    <a:pt x="111252" y="4572"/>
                  </a:moveTo>
                  <a:lnTo>
                    <a:pt x="108204" y="4572"/>
                  </a:lnTo>
                  <a:lnTo>
                    <a:pt x="111252" y="3048"/>
                  </a:lnTo>
                  <a:lnTo>
                    <a:pt x="111252" y="4572"/>
                  </a:lnTo>
                  <a:close/>
                </a:path>
                <a:path w="422275" h="685800">
                  <a:moveTo>
                    <a:pt x="310896" y="4572"/>
                  </a:moveTo>
                  <a:lnTo>
                    <a:pt x="111252" y="4572"/>
                  </a:lnTo>
                  <a:lnTo>
                    <a:pt x="111252" y="3048"/>
                  </a:lnTo>
                  <a:lnTo>
                    <a:pt x="310896" y="3048"/>
                  </a:lnTo>
                  <a:lnTo>
                    <a:pt x="310896" y="4572"/>
                  </a:lnTo>
                  <a:close/>
                </a:path>
                <a:path w="422275" h="685800">
                  <a:moveTo>
                    <a:pt x="409956" y="478536"/>
                  </a:moveTo>
                  <a:lnTo>
                    <a:pt x="310896" y="478536"/>
                  </a:lnTo>
                  <a:lnTo>
                    <a:pt x="310896" y="3048"/>
                  </a:lnTo>
                  <a:lnTo>
                    <a:pt x="313944" y="4572"/>
                  </a:lnTo>
                  <a:lnTo>
                    <a:pt x="316992" y="4572"/>
                  </a:lnTo>
                  <a:lnTo>
                    <a:pt x="316992" y="473964"/>
                  </a:lnTo>
                  <a:lnTo>
                    <a:pt x="313944" y="473964"/>
                  </a:lnTo>
                  <a:lnTo>
                    <a:pt x="316992" y="475488"/>
                  </a:lnTo>
                  <a:lnTo>
                    <a:pt x="413004" y="475488"/>
                  </a:lnTo>
                  <a:lnTo>
                    <a:pt x="409956" y="478536"/>
                  </a:lnTo>
                  <a:close/>
                </a:path>
                <a:path w="422275" h="685800">
                  <a:moveTo>
                    <a:pt x="316992" y="4572"/>
                  </a:moveTo>
                  <a:lnTo>
                    <a:pt x="313944" y="4572"/>
                  </a:lnTo>
                  <a:lnTo>
                    <a:pt x="310896" y="3048"/>
                  </a:lnTo>
                  <a:lnTo>
                    <a:pt x="316992" y="3048"/>
                  </a:lnTo>
                  <a:lnTo>
                    <a:pt x="316992" y="4572"/>
                  </a:lnTo>
                  <a:close/>
                </a:path>
                <a:path w="422275" h="685800">
                  <a:moveTo>
                    <a:pt x="211836" y="685800"/>
                  </a:moveTo>
                  <a:lnTo>
                    <a:pt x="0" y="473964"/>
                  </a:lnTo>
                  <a:lnTo>
                    <a:pt x="7620" y="473964"/>
                  </a:lnTo>
                  <a:lnTo>
                    <a:pt x="6096" y="478536"/>
                  </a:lnTo>
                  <a:lnTo>
                    <a:pt x="12192" y="478536"/>
                  </a:lnTo>
                  <a:lnTo>
                    <a:pt x="211074" y="677418"/>
                  </a:lnTo>
                  <a:lnTo>
                    <a:pt x="208788" y="679704"/>
                  </a:lnTo>
                  <a:lnTo>
                    <a:pt x="217888" y="679704"/>
                  </a:lnTo>
                  <a:lnTo>
                    <a:pt x="211836" y="685800"/>
                  </a:lnTo>
                  <a:close/>
                </a:path>
                <a:path w="422275" h="685800">
                  <a:moveTo>
                    <a:pt x="12192" y="478536"/>
                  </a:moveTo>
                  <a:lnTo>
                    <a:pt x="6096" y="478536"/>
                  </a:lnTo>
                  <a:lnTo>
                    <a:pt x="7620" y="473964"/>
                  </a:lnTo>
                  <a:lnTo>
                    <a:pt x="12192" y="478536"/>
                  </a:lnTo>
                  <a:close/>
                </a:path>
                <a:path w="422275" h="685800">
                  <a:moveTo>
                    <a:pt x="111252" y="478536"/>
                  </a:moveTo>
                  <a:lnTo>
                    <a:pt x="12192" y="478536"/>
                  </a:lnTo>
                  <a:lnTo>
                    <a:pt x="7620" y="473964"/>
                  </a:lnTo>
                  <a:lnTo>
                    <a:pt x="105156" y="473964"/>
                  </a:lnTo>
                  <a:lnTo>
                    <a:pt x="105156" y="475488"/>
                  </a:lnTo>
                  <a:lnTo>
                    <a:pt x="111252" y="475488"/>
                  </a:lnTo>
                  <a:lnTo>
                    <a:pt x="111252" y="478536"/>
                  </a:lnTo>
                  <a:close/>
                </a:path>
                <a:path w="422275" h="685800">
                  <a:moveTo>
                    <a:pt x="111252" y="475488"/>
                  </a:moveTo>
                  <a:lnTo>
                    <a:pt x="105156" y="475488"/>
                  </a:lnTo>
                  <a:lnTo>
                    <a:pt x="108204" y="473964"/>
                  </a:lnTo>
                  <a:lnTo>
                    <a:pt x="111252" y="473964"/>
                  </a:lnTo>
                  <a:lnTo>
                    <a:pt x="111252" y="475488"/>
                  </a:lnTo>
                  <a:close/>
                </a:path>
                <a:path w="422275" h="685800">
                  <a:moveTo>
                    <a:pt x="316992" y="475488"/>
                  </a:moveTo>
                  <a:lnTo>
                    <a:pt x="313944" y="473964"/>
                  </a:lnTo>
                  <a:lnTo>
                    <a:pt x="316992" y="473964"/>
                  </a:lnTo>
                  <a:lnTo>
                    <a:pt x="316992" y="475488"/>
                  </a:lnTo>
                  <a:close/>
                </a:path>
                <a:path w="422275" h="685800">
                  <a:moveTo>
                    <a:pt x="413004" y="475488"/>
                  </a:moveTo>
                  <a:lnTo>
                    <a:pt x="316992" y="475488"/>
                  </a:lnTo>
                  <a:lnTo>
                    <a:pt x="316992" y="473964"/>
                  </a:lnTo>
                  <a:lnTo>
                    <a:pt x="414528" y="473964"/>
                  </a:lnTo>
                  <a:lnTo>
                    <a:pt x="413004" y="475488"/>
                  </a:lnTo>
                  <a:close/>
                </a:path>
                <a:path w="422275" h="685800">
                  <a:moveTo>
                    <a:pt x="217888" y="679704"/>
                  </a:moveTo>
                  <a:lnTo>
                    <a:pt x="213360" y="679704"/>
                  </a:lnTo>
                  <a:lnTo>
                    <a:pt x="211074" y="677418"/>
                  </a:lnTo>
                  <a:lnTo>
                    <a:pt x="414528" y="473964"/>
                  </a:lnTo>
                  <a:lnTo>
                    <a:pt x="416052" y="478536"/>
                  </a:lnTo>
                  <a:lnTo>
                    <a:pt x="417608" y="478536"/>
                  </a:lnTo>
                  <a:lnTo>
                    <a:pt x="217888" y="679704"/>
                  </a:lnTo>
                  <a:close/>
                </a:path>
                <a:path w="422275" h="685800">
                  <a:moveTo>
                    <a:pt x="417608" y="478536"/>
                  </a:moveTo>
                  <a:lnTo>
                    <a:pt x="416052" y="478536"/>
                  </a:lnTo>
                  <a:lnTo>
                    <a:pt x="414528" y="473964"/>
                  </a:lnTo>
                  <a:lnTo>
                    <a:pt x="422148" y="473964"/>
                  </a:lnTo>
                  <a:lnTo>
                    <a:pt x="417608" y="478536"/>
                  </a:lnTo>
                  <a:close/>
                </a:path>
                <a:path w="422275" h="685800">
                  <a:moveTo>
                    <a:pt x="213360" y="679704"/>
                  </a:moveTo>
                  <a:lnTo>
                    <a:pt x="208788" y="679704"/>
                  </a:lnTo>
                  <a:lnTo>
                    <a:pt x="211074" y="677418"/>
                  </a:lnTo>
                  <a:lnTo>
                    <a:pt x="213360" y="679704"/>
                  </a:lnTo>
                  <a:close/>
                </a:path>
              </a:pathLst>
            </a:custGeom>
            <a:solidFill>
              <a:srgbClr val="000000"/>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grpSp>
        <p:nvGrpSpPr>
          <p:cNvPr id="45" name="object 45"/>
          <p:cNvGrpSpPr/>
          <p:nvPr/>
        </p:nvGrpSpPr>
        <p:grpSpPr>
          <a:xfrm>
            <a:off x="3267636" y="2429882"/>
            <a:ext cx="374276" cy="605118"/>
            <a:chOff x="3550920" y="2753867"/>
            <a:chExt cx="424180" cy="685800"/>
          </a:xfrm>
        </p:grpSpPr>
        <p:sp>
          <p:nvSpPr>
            <p:cNvPr id="46" name="object 46"/>
            <p:cNvSpPr/>
            <p:nvPr/>
          </p:nvSpPr>
          <p:spPr>
            <a:xfrm>
              <a:off x="3660648" y="2756915"/>
              <a:ext cx="205740" cy="472440"/>
            </a:xfrm>
            <a:prstGeom prst="rect">
              <a:avLst/>
            </a:prstGeom>
            <a:blipFill>
              <a:blip r:embed="rId3" cstate="print"/>
              <a:stretch>
                <a:fillRect/>
              </a:stretch>
            </a:blip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7" name="object 47"/>
            <p:cNvSpPr/>
            <p:nvPr/>
          </p:nvSpPr>
          <p:spPr>
            <a:xfrm>
              <a:off x="3558540" y="3229355"/>
              <a:ext cx="410209" cy="27940"/>
            </a:xfrm>
            <a:custGeom>
              <a:avLst/>
              <a:gdLst/>
              <a:ahLst/>
              <a:cxnLst/>
              <a:rect l="l" t="t" r="r" b="b"/>
              <a:pathLst>
                <a:path w="410210" h="27939">
                  <a:moveTo>
                    <a:pt x="409956" y="0"/>
                  </a:moveTo>
                  <a:lnTo>
                    <a:pt x="0" y="0"/>
                  </a:lnTo>
                  <a:lnTo>
                    <a:pt x="6045" y="6108"/>
                  </a:lnTo>
                  <a:lnTo>
                    <a:pt x="27228" y="27444"/>
                  </a:lnTo>
                  <a:lnTo>
                    <a:pt x="382524" y="27444"/>
                  </a:lnTo>
                  <a:lnTo>
                    <a:pt x="403860" y="6108"/>
                  </a:lnTo>
                  <a:lnTo>
                    <a:pt x="409956" y="0"/>
                  </a:lnTo>
                  <a:close/>
                </a:path>
              </a:pathLst>
            </a:custGeom>
            <a:solidFill>
              <a:srgbClr val="858585"/>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8" name="object 48"/>
            <p:cNvSpPr/>
            <p:nvPr/>
          </p:nvSpPr>
          <p:spPr>
            <a:xfrm>
              <a:off x="3585769" y="3256800"/>
              <a:ext cx="355600" cy="32384"/>
            </a:xfrm>
            <a:custGeom>
              <a:avLst/>
              <a:gdLst/>
              <a:ahLst/>
              <a:cxnLst/>
              <a:rect l="l" t="t" r="r" b="b"/>
              <a:pathLst>
                <a:path w="355600" h="32385">
                  <a:moveTo>
                    <a:pt x="355295" y="0"/>
                  </a:moveTo>
                  <a:lnTo>
                    <a:pt x="0" y="0"/>
                  </a:lnTo>
                  <a:lnTo>
                    <a:pt x="16637" y="16764"/>
                  </a:lnTo>
                  <a:lnTo>
                    <a:pt x="31762" y="32004"/>
                  </a:lnTo>
                  <a:lnTo>
                    <a:pt x="323291" y="32004"/>
                  </a:lnTo>
                  <a:lnTo>
                    <a:pt x="338531" y="16764"/>
                  </a:lnTo>
                  <a:lnTo>
                    <a:pt x="355295" y="0"/>
                  </a:lnTo>
                  <a:close/>
                </a:path>
              </a:pathLst>
            </a:custGeom>
            <a:solidFill>
              <a:srgbClr val="838383"/>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9" name="object 49"/>
            <p:cNvSpPr/>
            <p:nvPr/>
          </p:nvSpPr>
          <p:spPr>
            <a:xfrm>
              <a:off x="3617536" y="3288792"/>
              <a:ext cx="292100" cy="13970"/>
            </a:xfrm>
            <a:custGeom>
              <a:avLst/>
              <a:gdLst/>
              <a:ahLst/>
              <a:cxnLst/>
              <a:rect l="l" t="t" r="r" b="b"/>
              <a:pathLst>
                <a:path w="292100" h="13970">
                  <a:moveTo>
                    <a:pt x="277808" y="13716"/>
                  </a:moveTo>
                  <a:lnTo>
                    <a:pt x="13614" y="13716"/>
                  </a:lnTo>
                  <a:lnTo>
                    <a:pt x="0" y="0"/>
                  </a:lnTo>
                  <a:lnTo>
                    <a:pt x="291524" y="0"/>
                  </a:lnTo>
                  <a:lnTo>
                    <a:pt x="277808" y="13716"/>
                  </a:lnTo>
                  <a:close/>
                </a:path>
              </a:pathLst>
            </a:custGeom>
            <a:solidFill>
              <a:srgbClr val="828282"/>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0" name="object 50"/>
            <p:cNvSpPr/>
            <p:nvPr/>
          </p:nvSpPr>
          <p:spPr>
            <a:xfrm>
              <a:off x="3631150" y="3302508"/>
              <a:ext cx="264795" cy="13970"/>
            </a:xfrm>
            <a:custGeom>
              <a:avLst/>
              <a:gdLst/>
              <a:ahLst/>
              <a:cxnLst/>
              <a:rect l="l" t="t" r="r" b="b"/>
              <a:pathLst>
                <a:path w="264795" h="13970">
                  <a:moveTo>
                    <a:pt x="250477" y="13716"/>
                  </a:moveTo>
                  <a:lnTo>
                    <a:pt x="13614" y="13716"/>
                  </a:lnTo>
                  <a:lnTo>
                    <a:pt x="0" y="0"/>
                  </a:lnTo>
                  <a:lnTo>
                    <a:pt x="264193" y="0"/>
                  </a:lnTo>
                  <a:lnTo>
                    <a:pt x="250477" y="13716"/>
                  </a:lnTo>
                  <a:close/>
                </a:path>
              </a:pathLst>
            </a:custGeom>
            <a:solidFill>
              <a:srgbClr val="808080"/>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1" name="object 51"/>
            <p:cNvSpPr/>
            <p:nvPr/>
          </p:nvSpPr>
          <p:spPr>
            <a:xfrm>
              <a:off x="3644764" y="3316224"/>
              <a:ext cx="236863" cy="118871"/>
            </a:xfrm>
            <a:prstGeom prst="rect">
              <a:avLst/>
            </a:prstGeom>
            <a:blipFill>
              <a:blip r:embed="rId6" cstate="print"/>
              <a:stretch>
                <a:fillRect/>
              </a:stretch>
            </a:blip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2" name="object 52"/>
            <p:cNvSpPr/>
            <p:nvPr/>
          </p:nvSpPr>
          <p:spPr>
            <a:xfrm>
              <a:off x="3550920" y="2753867"/>
              <a:ext cx="424180" cy="685800"/>
            </a:xfrm>
            <a:custGeom>
              <a:avLst/>
              <a:gdLst/>
              <a:ahLst/>
              <a:cxnLst/>
              <a:rect l="l" t="t" r="r" b="b"/>
              <a:pathLst>
                <a:path w="424179" h="685800">
                  <a:moveTo>
                    <a:pt x="106680" y="475488"/>
                  </a:moveTo>
                  <a:lnTo>
                    <a:pt x="106680" y="0"/>
                  </a:lnTo>
                  <a:lnTo>
                    <a:pt x="316992" y="0"/>
                  </a:lnTo>
                  <a:lnTo>
                    <a:pt x="316992" y="3048"/>
                  </a:lnTo>
                  <a:lnTo>
                    <a:pt x="112776" y="3048"/>
                  </a:lnTo>
                  <a:lnTo>
                    <a:pt x="109728" y="4572"/>
                  </a:lnTo>
                  <a:lnTo>
                    <a:pt x="112776" y="4572"/>
                  </a:lnTo>
                  <a:lnTo>
                    <a:pt x="112776" y="473964"/>
                  </a:lnTo>
                  <a:lnTo>
                    <a:pt x="109728" y="473964"/>
                  </a:lnTo>
                  <a:lnTo>
                    <a:pt x="106680" y="475488"/>
                  </a:lnTo>
                  <a:close/>
                </a:path>
                <a:path w="424179" h="685800">
                  <a:moveTo>
                    <a:pt x="112776" y="4572"/>
                  </a:moveTo>
                  <a:lnTo>
                    <a:pt x="109728" y="4572"/>
                  </a:lnTo>
                  <a:lnTo>
                    <a:pt x="112776" y="3048"/>
                  </a:lnTo>
                  <a:lnTo>
                    <a:pt x="112776" y="4572"/>
                  </a:lnTo>
                  <a:close/>
                </a:path>
                <a:path w="424179" h="685800">
                  <a:moveTo>
                    <a:pt x="312420" y="4572"/>
                  </a:moveTo>
                  <a:lnTo>
                    <a:pt x="112776" y="4572"/>
                  </a:lnTo>
                  <a:lnTo>
                    <a:pt x="112776" y="3048"/>
                  </a:lnTo>
                  <a:lnTo>
                    <a:pt x="312420" y="3048"/>
                  </a:lnTo>
                  <a:lnTo>
                    <a:pt x="312420" y="4572"/>
                  </a:lnTo>
                  <a:close/>
                </a:path>
                <a:path w="424179" h="685800">
                  <a:moveTo>
                    <a:pt x="411480" y="478536"/>
                  </a:moveTo>
                  <a:lnTo>
                    <a:pt x="312420" y="478536"/>
                  </a:lnTo>
                  <a:lnTo>
                    <a:pt x="312420" y="3048"/>
                  </a:lnTo>
                  <a:lnTo>
                    <a:pt x="315468" y="4572"/>
                  </a:lnTo>
                  <a:lnTo>
                    <a:pt x="316992" y="4572"/>
                  </a:lnTo>
                  <a:lnTo>
                    <a:pt x="316992" y="473964"/>
                  </a:lnTo>
                  <a:lnTo>
                    <a:pt x="315468" y="473964"/>
                  </a:lnTo>
                  <a:lnTo>
                    <a:pt x="316992" y="475488"/>
                  </a:lnTo>
                  <a:lnTo>
                    <a:pt x="414528" y="475488"/>
                  </a:lnTo>
                  <a:lnTo>
                    <a:pt x="411480" y="478536"/>
                  </a:lnTo>
                  <a:close/>
                </a:path>
                <a:path w="424179" h="685800">
                  <a:moveTo>
                    <a:pt x="316992" y="4572"/>
                  </a:moveTo>
                  <a:lnTo>
                    <a:pt x="315468" y="4572"/>
                  </a:lnTo>
                  <a:lnTo>
                    <a:pt x="312420" y="3048"/>
                  </a:lnTo>
                  <a:lnTo>
                    <a:pt x="316992" y="3048"/>
                  </a:lnTo>
                  <a:lnTo>
                    <a:pt x="316992" y="4572"/>
                  </a:lnTo>
                  <a:close/>
                </a:path>
                <a:path w="424179" h="685800">
                  <a:moveTo>
                    <a:pt x="211836" y="685800"/>
                  </a:moveTo>
                  <a:lnTo>
                    <a:pt x="0" y="473964"/>
                  </a:lnTo>
                  <a:lnTo>
                    <a:pt x="9144" y="473964"/>
                  </a:lnTo>
                  <a:lnTo>
                    <a:pt x="7620" y="478536"/>
                  </a:lnTo>
                  <a:lnTo>
                    <a:pt x="13682" y="478536"/>
                  </a:lnTo>
                  <a:lnTo>
                    <a:pt x="211841" y="678174"/>
                  </a:lnTo>
                  <a:lnTo>
                    <a:pt x="210312" y="679704"/>
                  </a:lnTo>
                  <a:lnTo>
                    <a:pt x="217932" y="679704"/>
                  </a:lnTo>
                  <a:lnTo>
                    <a:pt x="211836" y="685800"/>
                  </a:lnTo>
                  <a:close/>
                </a:path>
                <a:path w="424179" h="685800">
                  <a:moveTo>
                    <a:pt x="13682" y="478536"/>
                  </a:moveTo>
                  <a:lnTo>
                    <a:pt x="7620" y="478536"/>
                  </a:lnTo>
                  <a:lnTo>
                    <a:pt x="9144" y="473964"/>
                  </a:lnTo>
                  <a:lnTo>
                    <a:pt x="13682" y="478536"/>
                  </a:lnTo>
                  <a:close/>
                </a:path>
                <a:path w="424179" h="685800">
                  <a:moveTo>
                    <a:pt x="112776" y="478536"/>
                  </a:moveTo>
                  <a:lnTo>
                    <a:pt x="13682" y="478536"/>
                  </a:lnTo>
                  <a:lnTo>
                    <a:pt x="9144" y="473964"/>
                  </a:lnTo>
                  <a:lnTo>
                    <a:pt x="106680" y="473964"/>
                  </a:lnTo>
                  <a:lnTo>
                    <a:pt x="106680" y="475488"/>
                  </a:lnTo>
                  <a:lnTo>
                    <a:pt x="112776" y="475488"/>
                  </a:lnTo>
                  <a:lnTo>
                    <a:pt x="112776" y="478536"/>
                  </a:lnTo>
                  <a:close/>
                </a:path>
                <a:path w="424179" h="685800">
                  <a:moveTo>
                    <a:pt x="112776" y="475488"/>
                  </a:moveTo>
                  <a:lnTo>
                    <a:pt x="106680" y="475488"/>
                  </a:lnTo>
                  <a:lnTo>
                    <a:pt x="109728" y="473964"/>
                  </a:lnTo>
                  <a:lnTo>
                    <a:pt x="112776" y="473964"/>
                  </a:lnTo>
                  <a:lnTo>
                    <a:pt x="112776" y="475488"/>
                  </a:lnTo>
                  <a:close/>
                </a:path>
                <a:path w="424179" h="685800">
                  <a:moveTo>
                    <a:pt x="316992" y="475488"/>
                  </a:moveTo>
                  <a:lnTo>
                    <a:pt x="315468" y="473964"/>
                  </a:lnTo>
                  <a:lnTo>
                    <a:pt x="316992" y="473964"/>
                  </a:lnTo>
                  <a:lnTo>
                    <a:pt x="316992" y="475488"/>
                  </a:lnTo>
                  <a:close/>
                </a:path>
                <a:path w="424179" h="685800">
                  <a:moveTo>
                    <a:pt x="414528" y="475488"/>
                  </a:moveTo>
                  <a:lnTo>
                    <a:pt x="316992" y="475488"/>
                  </a:lnTo>
                  <a:lnTo>
                    <a:pt x="316992" y="473964"/>
                  </a:lnTo>
                  <a:lnTo>
                    <a:pt x="416052" y="473964"/>
                  </a:lnTo>
                  <a:lnTo>
                    <a:pt x="414528" y="475488"/>
                  </a:lnTo>
                  <a:close/>
                </a:path>
                <a:path w="424179" h="685800">
                  <a:moveTo>
                    <a:pt x="217932" y="679704"/>
                  </a:moveTo>
                  <a:lnTo>
                    <a:pt x="213360" y="679704"/>
                  </a:lnTo>
                  <a:lnTo>
                    <a:pt x="211841" y="678174"/>
                  </a:lnTo>
                  <a:lnTo>
                    <a:pt x="416052" y="473964"/>
                  </a:lnTo>
                  <a:lnTo>
                    <a:pt x="417576" y="478536"/>
                  </a:lnTo>
                  <a:lnTo>
                    <a:pt x="419100" y="478536"/>
                  </a:lnTo>
                  <a:lnTo>
                    <a:pt x="217932" y="679704"/>
                  </a:lnTo>
                  <a:close/>
                </a:path>
                <a:path w="424179" h="685800">
                  <a:moveTo>
                    <a:pt x="419100" y="478536"/>
                  </a:moveTo>
                  <a:lnTo>
                    <a:pt x="417576" y="478536"/>
                  </a:lnTo>
                  <a:lnTo>
                    <a:pt x="416052" y="473964"/>
                  </a:lnTo>
                  <a:lnTo>
                    <a:pt x="423672" y="473964"/>
                  </a:lnTo>
                  <a:lnTo>
                    <a:pt x="419100" y="478536"/>
                  </a:lnTo>
                  <a:close/>
                </a:path>
                <a:path w="424179" h="685800">
                  <a:moveTo>
                    <a:pt x="213360" y="679704"/>
                  </a:moveTo>
                  <a:lnTo>
                    <a:pt x="210312" y="679704"/>
                  </a:lnTo>
                  <a:lnTo>
                    <a:pt x="211841" y="678174"/>
                  </a:lnTo>
                  <a:lnTo>
                    <a:pt x="213360" y="679704"/>
                  </a:lnTo>
                  <a:close/>
                </a:path>
              </a:pathLst>
            </a:custGeom>
            <a:solidFill>
              <a:srgbClr val="000000"/>
            </a:solid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sp>
        <p:nvSpPr>
          <p:cNvPr id="53" name="object 53"/>
          <p:cNvSpPr txBox="1"/>
          <p:nvPr/>
        </p:nvSpPr>
        <p:spPr>
          <a:xfrm>
            <a:off x="114300" y="3996843"/>
            <a:ext cx="8915400" cy="2505437"/>
          </a:xfrm>
          <a:prstGeom prst="rect">
            <a:avLst/>
          </a:prstGeom>
        </p:spPr>
        <p:txBody>
          <a:bodyPr vert="horz" wrap="square" lIns="0" tIns="12326" rIns="0" bIns="0" rtlCol="0">
            <a:spAutoFit/>
          </a:bodyPr>
          <a:lstStyle/>
          <a:p>
            <a:pPr marL="261111" marR="0" lvl="0" indent="-250465" algn="just" defTabSz="914400" rtl="0" eaLnBrk="0" fontAlgn="base" latinLnBrk="0" hangingPunct="0">
              <a:lnSpc>
                <a:spcPct val="100000"/>
              </a:lnSpc>
              <a:spcBef>
                <a:spcPts val="97"/>
              </a:spcBef>
              <a:spcAft>
                <a:spcPct val="0"/>
              </a:spcAft>
              <a:buClrTx/>
              <a:buSzTx/>
              <a:buFont typeface="Arial"/>
              <a:buChar char="•"/>
              <a:tabLst>
                <a:tab pos="261671" algn="l"/>
              </a:tabLst>
              <a:defRPr/>
            </a:pPr>
            <a:r>
              <a:rPr kumimoji="0" sz="1800" b="0"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Process:</a:t>
            </a:r>
            <a:endPar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44599" marR="84609" lvl="1" indent="0" algn="just" defTabSz="914400" rtl="0" eaLnBrk="0" fontAlgn="base" latinLnBrk="0" hangingPunct="0">
              <a:lnSpc>
                <a:spcPct val="100000"/>
              </a:lnSpc>
              <a:spcBef>
                <a:spcPts val="18"/>
              </a:spcBef>
              <a:spcAft>
                <a:spcPct val="0"/>
              </a:spcAft>
              <a:buClrTx/>
              <a:buSzTx/>
              <a:buFontTx/>
              <a:buNone/>
              <a:tabLst>
                <a:tab pos="593943" algn="l"/>
              </a:tabLst>
              <a:defRPr/>
            </a:pP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Sequence </a:t>
            </a:r>
            <a:r>
              <a:rPr kumimoji="0" sz="18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or </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layers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of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procedures </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that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is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consisted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of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people, machines,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materials,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methods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and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governing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policies </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that </a:t>
            </a:r>
            <a:r>
              <a:rPr kumimoji="0" sz="18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are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used </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all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together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to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design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and </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delivery </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a </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good </a:t>
            </a:r>
            <a:r>
              <a:rPr kumimoji="0" sz="18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or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service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(product)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Conversion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of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an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input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into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an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output through-out</a:t>
            </a:r>
            <a:r>
              <a:rPr kumimoji="0" sz="1800" b="0" i="0" u="none" strike="noStrike" kern="1200" cap="none" spc="-216"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procedures.</a:t>
            </a:r>
            <a:endPar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261111" marR="0" lvl="0" indent="-250465" algn="just" defTabSz="914400" rtl="0" eaLnBrk="0" fontAlgn="base" latinLnBrk="0" hangingPunct="0">
              <a:lnSpc>
                <a:spcPct val="100000"/>
              </a:lnSpc>
              <a:spcBef>
                <a:spcPts val="4"/>
              </a:spcBef>
              <a:spcAft>
                <a:spcPct val="0"/>
              </a:spcAft>
              <a:buClrTx/>
              <a:buSzTx/>
              <a:buFont typeface="Arial"/>
              <a:buChar char="•"/>
              <a:tabLst>
                <a:tab pos="261671" algn="l"/>
              </a:tabLst>
              <a:defRPr/>
            </a:pPr>
            <a:r>
              <a:rPr kumimoji="0" sz="1800" b="0" i="0" u="none" strike="noStrike" kern="1200" cap="none" spc="-22" normalizeH="0" baseline="0" noProof="0" dirty="0">
                <a:ln>
                  <a:noFill/>
                </a:ln>
                <a:solidFill>
                  <a:srgbClr val="0070BF"/>
                </a:solidFill>
                <a:effectLst/>
                <a:uLnTx/>
                <a:uFillTx/>
                <a:latin typeface="Cambria" panose="02040503050406030204" pitchFamily="18" charset="0"/>
                <a:ea typeface="+mn-ea"/>
                <a:cs typeface="Times New Roman"/>
              </a:rPr>
              <a:t>Practice:</a:t>
            </a:r>
            <a:endPar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44039" marR="0" lvl="1" indent="0" algn="just" defTabSz="914400" rtl="0" eaLnBrk="0" fontAlgn="base" latinLnBrk="0" hangingPunct="0">
              <a:lnSpc>
                <a:spcPct val="100000"/>
              </a:lnSpc>
              <a:spcBef>
                <a:spcPts val="4"/>
              </a:spcBef>
              <a:spcAft>
                <a:spcPct val="0"/>
              </a:spcAft>
              <a:buClrTx/>
              <a:buSzTx/>
              <a:buFontTx/>
              <a:buNone/>
              <a:tabLst>
                <a:tab pos="593943" algn="l"/>
              </a:tabLst>
              <a:defRPr/>
            </a:pP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Series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of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steps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to achieve </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a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consistent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result</a:t>
            </a:r>
            <a:r>
              <a:rPr kumimoji="0" sz="1800" b="0" i="0" u="none" strike="noStrike" kern="1200" cap="none" spc="-176"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(output).</a:t>
            </a:r>
          </a:p>
          <a:p>
            <a:pPr marL="261111" marR="0" lvl="0" indent="-250465" algn="just" defTabSz="914400" rtl="0" eaLnBrk="0" fontAlgn="base" latinLnBrk="0" hangingPunct="0">
              <a:lnSpc>
                <a:spcPct val="100000"/>
              </a:lnSpc>
              <a:spcBef>
                <a:spcPts val="4"/>
              </a:spcBef>
              <a:spcAft>
                <a:spcPct val="0"/>
              </a:spcAft>
              <a:buClrTx/>
              <a:buSzTx/>
              <a:buFont typeface="Arial"/>
              <a:buChar char="•"/>
              <a:tabLst>
                <a:tab pos="261671" algn="l"/>
              </a:tabLst>
              <a:defRPr/>
            </a:pPr>
            <a:r>
              <a:rPr kumimoji="0" sz="1800" b="0" i="0" u="none" strike="noStrike" kern="1200" cap="none" spc="-101" normalizeH="0" baseline="0" noProof="0" dirty="0">
                <a:ln>
                  <a:noFill/>
                </a:ln>
                <a:solidFill>
                  <a:srgbClr val="0070BF"/>
                </a:solidFill>
                <a:effectLst/>
                <a:uLnTx/>
                <a:uFillTx/>
                <a:latin typeface="Cambria" panose="02040503050406030204" pitchFamily="18" charset="0"/>
                <a:ea typeface="+mn-ea"/>
                <a:cs typeface="Times New Roman"/>
              </a:rPr>
              <a:t>A </a:t>
            </a:r>
            <a:r>
              <a:rPr kumimoji="0" sz="1800" b="0" i="0" u="none" strike="noStrike" kern="1200" cap="none" spc="13" normalizeH="0" baseline="0" noProof="0" dirty="0">
                <a:ln>
                  <a:noFill/>
                </a:ln>
                <a:solidFill>
                  <a:srgbClr val="0070BF"/>
                </a:solidFill>
                <a:effectLst/>
                <a:uLnTx/>
                <a:uFillTx/>
                <a:latin typeface="Cambria" panose="02040503050406030204" pitchFamily="18" charset="0"/>
                <a:ea typeface="+mn-ea"/>
                <a:cs typeface="Times New Roman"/>
              </a:rPr>
              <a:t>simple </a:t>
            </a:r>
            <a:r>
              <a:rPr kumimoji="0" sz="18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process </a:t>
            </a:r>
            <a:r>
              <a:rPr kumimoji="0" sz="1800" b="0" i="0" u="none" strike="noStrike" kern="1200" cap="none" spc="-26" normalizeH="0" baseline="0" noProof="0" dirty="0">
                <a:ln>
                  <a:noFill/>
                </a:ln>
                <a:solidFill>
                  <a:srgbClr val="0070BF"/>
                </a:solidFill>
                <a:effectLst/>
                <a:uLnTx/>
                <a:uFillTx/>
                <a:latin typeface="Cambria" panose="02040503050406030204" pitchFamily="18" charset="0"/>
                <a:ea typeface="+mn-ea"/>
                <a:cs typeface="Times New Roman"/>
              </a:rPr>
              <a:t>may </a:t>
            </a:r>
            <a:r>
              <a:rPr kumimoji="0" sz="1800" b="0"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be </a:t>
            </a:r>
            <a:r>
              <a:rPr kumimoji="0" sz="1800" b="0" i="0" u="none" strike="noStrike" kern="1200" cap="none" spc="0" normalizeH="0" baseline="0" noProof="0" dirty="0">
                <a:ln>
                  <a:noFill/>
                </a:ln>
                <a:solidFill>
                  <a:srgbClr val="0070BF"/>
                </a:solidFill>
                <a:effectLst/>
                <a:uLnTx/>
                <a:uFillTx/>
                <a:latin typeface="Cambria" panose="02040503050406030204" pitchFamily="18" charset="0"/>
                <a:ea typeface="+mn-ea"/>
                <a:cs typeface="Times New Roman"/>
              </a:rPr>
              <a:t>described </a:t>
            </a:r>
            <a:r>
              <a:rPr kumimoji="0" sz="1800" b="0" i="0" u="none" strike="noStrike" kern="1200" cap="none" spc="-26" normalizeH="0" baseline="0" noProof="0" dirty="0">
                <a:ln>
                  <a:noFill/>
                </a:ln>
                <a:solidFill>
                  <a:srgbClr val="0070BF"/>
                </a:solidFill>
                <a:effectLst/>
                <a:uLnTx/>
                <a:uFillTx/>
                <a:latin typeface="Cambria" panose="02040503050406030204" pitchFamily="18" charset="0"/>
                <a:ea typeface="+mn-ea"/>
                <a:cs typeface="Times New Roman"/>
              </a:rPr>
              <a:t>by </a:t>
            </a:r>
            <a:r>
              <a:rPr kumimoji="0" sz="1800" b="0" i="0" u="none" strike="noStrike" kern="1200" cap="none" spc="-31" normalizeH="0" baseline="0" noProof="0" dirty="0">
                <a:ln>
                  <a:noFill/>
                </a:ln>
                <a:solidFill>
                  <a:srgbClr val="0070BF"/>
                </a:solidFill>
                <a:effectLst/>
                <a:uLnTx/>
                <a:uFillTx/>
                <a:latin typeface="Cambria" panose="02040503050406030204" pitchFamily="18" charset="0"/>
                <a:ea typeface="+mn-ea"/>
                <a:cs typeface="Times New Roman"/>
              </a:rPr>
              <a:t>a </a:t>
            </a:r>
            <a:r>
              <a:rPr kumimoji="0" sz="1800" b="0"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single </a:t>
            </a:r>
            <a:r>
              <a:rPr kumimoji="0" sz="1800" b="0" i="0" u="none" strike="noStrike" kern="1200" cap="none" spc="-13" normalizeH="0" baseline="0" noProof="0" dirty="0">
                <a:ln>
                  <a:noFill/>
                </a:ln>
                <a:solidFill>
                  <a:srgbClr val="0070BF"/>
                </a:solidFill>
                <a:effectLst/>
                <a:uLnTx/>
                <a:uFillTx/>
                <a:latin typeface="Cambria" panose="02040503050406030204" pitchFamily="18" charset="0"/>
                <a:ea typeface="+mn-ea"/>
                <a:cs typeface="Times New Roman"/>
              </a:rPr>
              <a:t>procedure. </a:t>
            </a:r>
            <a:r>
              <a:rPr kumimoji="0" sz="1800" b="0"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But </a:t>
            </a:r>
            <a:r>
              <a:rPr kumimoji="0" sz="1800" b="0" i="0" u="none" strike="noStrike" kern="1200" cap="none" spc="-31" normalizeH="0" baseline="0" noProof="0" dirty="0">
                <a:ln>
                  <a:noFill/>
                </a:ln>
                <a:solidFill>
                  <a:srgbClr val="0070BF"/>
                </a:solidFill>
                <a:effectLst/>
                <a:uLnTx/>
                <a:uFillTx/>
                <a:latin typeface="Cambria" panose="02040503050406030204" pitchFamily="18" charset="0"/>
                <a:ea typeface="+mn-ea"/>
                <a:cs typeface="Times New Roman"/>
              </a:rPr>
              <a:t>a </a:t>
            </a:r>
            <a:r>
              <a:rPr kumimoji="0" sz="1800" b="0" i="0" u="none" strike="noStrike" kern="1200" cap="none" spc="-13" normalizeH="0" baseline="0" noProof="0" dirty="0">
                <a:ln>
                  <a:noFill/>
                </a:ln>
                <a:solidFill>
                  <a:srgbClr val="0070BF"/>
                </a:solidFill>
                <a:effectLst/>
                <a:uLnTx/>
                <a:uFillTx/>
                <a:latin typeface="Cambria" panose="02040503050406030204" pitchFamily="18" charset="0"/>
                <a:ea typeface="+mn-ea"/>
                <a:cs typeface="Times New Roman"/>
              </a:rPr>
              <a:t>more </a:t>
            </a:r>
            <a:r>
              <a:rPr kumimoji="0" sz="1800" b="0" i="0" u="none" strike="noStrike" kern="1200" cap="none" spc="13" normalizeH="0" baseline="0" noProof="0" dirty="0">
                <a:ln>
                  <a:noFill/>
                </a:ln>
                <a:solidFill>
                  <a:srgbClr val="0070BF"/>
                </a:solidFill>
                <a:effectLst/>
                <a:uLnTx/>
                <a:uFillTx/>
                <a:latin typeface="Cambria" panose="02040503050406030204" pitchFamily="18" charset="0"/>
                <a:ea typeface="+mn-ea"/>
                <a:cs typeface="Times New Roman"/>
              </a:rPr>
              <a:t>complex </a:t>
            </a:r>
            <a:r>
              <a:rPr kumimoji="0" sz="18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process,</a:t>
            </a:r>
            <a:r>
              <a:rPr kumimoji="0" sz="1800" b="0" i="0" u="none" strike="noStrike" kern="1200" cap="none" spc="212" normalizeH="0" baseline="0" noProof="0" dirty="0">
                <a:ln>
                  <a:noFill/>
                </a:ln>
                <a:solidFill>
                  <a:srgbClr val="0070BF"/>
                </a:solidFill>
                <a:effectLst/>
                <a:uLnTx/>
                <a:uFillTx/>
                <a:latin typeface="Cambria" panose="02040503050406030204" pitchFamily="18" charset="0"/>
                <a:ea typeface="+mn-ea"/>
                <a:cs typeface="Times New Roman"/>
              </a:rPr>
              <a:t> </a:t>
            </a:r>
            <a:r>
              <a:rPr kumimoji="0" sz="1800" b="0" i="0" u="none" strike="noStrike" kern="1200" cap="none" spc="-22" normalizeH="0" baseline="0" noProof="0" dirty="0">
                <a:ln>
                  <a:noFill/>
                </a:ln>
                <a:solidFill>
                  <a:srgbClr val="0070BF"/>
                </a:solidFill>
                <a:effectLst/>
                <a:uLnTx/>
                <a:uFillTx/>
                <a:latin typeface="Cambria" panose="02040503050406030204" pitchFamily="18" charset="0"/>
                <a:ea typeface="+mn-ea"/>
                <a:cs typeface="Times New Roman"/>
              </a:rPr>
              <a:t>will</a:t>
            </a:r>
            <a:r>
              <a:rPr kumimoji="0" lang="en-GB" sz="1800" b="0" i="0" u="none" strike="noStrike" kern="1200" cap="none" spc="-22" normalizeH="0" baseline="0" noProof="0" dirty="0">
                <a:ln>
                  <a:noFill/>
                </a:ln>
                <a:solidFill>
                  <a:srgbClr val="0070BF"/>
                </a:solidFill>
                <a:effectLst/>
                <a:uLnTx/>
                <a:uFillTx/>
                <a:latin typeface="Cambria" panose="02040503050406030204" pitchFamily="18" charset="0"/>
                <a:ea typeface="+mn-ea"/>
                <a:cs typeface="Times New Roman"/>
              </a:rPr>
              <a:t> </a:t>
            </a:r>
            <a:r>
              <a:rPr kumimoji="0" lang="en-US" sz="1800" b="0" i="0" u="none" strike="noStrike" kern="1200" cap="none" spc="-31" normalizeH="0" baseline="0" noProof="0" dirty="0">
                <a:ln>
                  <a:noFill/>
                </a:ln>
                <a:solidFill>
                  <a:srgbClr val="0070BF"/>
                </a:solidFill>
                <a:effectLst/>
                <a:uLnTx/>
                <a:uFillTx/>
                <a:latin typeface="Cambria" panose="02040503050406030204" pitchFamily="18" charset="0"/>
                <a:ea typeface="+mn-ea"/>
                <a:cs typeface="Times New Roman"/>
              </a:rPr>
              <a:t>have </a:t>
            </a:r>
            <a:r>
              <a:rPr kumimoji="0" lang="en-US" sz="18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multiple</a:t>
            </a:r>
            <a:r>
              <a:rPr kumimoji="0" lang="en-US" sz="1800" b="0" i="0" u="none" strike="noStrike" kern="1200" cap="none" spc="84" normalizeH="0" baseline="0" noProof="0" dirty="0">
                <a:ln>
                  <a:noFill/>
                </a:ln>
                <a:solidFill>
                  <a:srgbClr val="0070BF"/>
                </a:solidFill>
                <a:effectLst/>
                <a:uLnTx/>
                <a:uFillTx/>
                <a:latin typeface="Cambria" panose="02040503050406030204" pitchFamily="18" charset="0"/>
                <a:ea typeface="+mn-ea"/>
                <a:cs typeface="Times New Roman"/>
              </a:rPr>
              <a:t> </a:t>
            </a:r>
            <a:r>
              <a:rPr kumimoji="0" lang="en-US" sz="18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procedures.</a:t>
            </a:r>
            <a:endPar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261111" marR="0" lvl="0" indent="-250465" algn="just" defTabSz="914400" rtl="0" eaLnBrk="0" fontAlgn="base" latinLnBrk="0" hangingPunct="0">
              <a:lnSpc>
                <a:spcPct val="100000"/>
              </a:lnSpc>
              <a:spcBef>
                <a:spcPts val="4"/>
              </a:spcBef>
              <a:spcAft>
                <a:spcPct val="0"/>
              </a:spcAft>
              <a:buClrTx/>
              <a:buSzTx/>
              <a:buFont typeface="Arial"/>
              <a:buChar char="•"/>
              <a:tabLst>
                <a:tab pos="261671" algn="l"/>
              </a:tabLst>
              <a:defRPr/>
            </a:pPr>
            <a:endPar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9A97022D-6F1B-6E9F-6BE4-A1A2B7CE5000}"/>
              </a:ext>
            </a:extLst>
          </p:cNvPr>
          <p:cNvSpPr>
            <a:spLocks noGrp="1"/>
          </p:cNvSpPr>
          <p:nvPr>
            <p:ph sz="quarter" idx="10"/>
          </p:nvPr>
        </p:nvSpPr>
        <p:spPr>
          <a:xfrm>
            <a:off x="0" y="192628"/>
            <a:ext cx="6324600" cy="1143000"/>
          </a:xfrm>
        </p:spPr>
        <p:txBody>
          <a:bodyPr/>
          <a:lstStyle/>
          <a:p>
            <a:r>
              <a:rPr lang="en-US" sz="4000" spc="168" dirty="0">
                <a:latin typeface="Cambria" panose="02040503050406030204" pitchFamily="18" charset="0"/>
              </a:rPr>
              <a:t>D</a:t>
            </a:r>
            <a:r>
              <a:rPr lang="en-US" sz="4000" spc="4" dirty="0">
                <a:latin typeface="Cambria" panose="02040503050406030204" pitchFamily="18" charset="0"/>
              </a:rPr>
              <a:t>i</a:t>
            </a:r>
            <a:r>
              <a:rPr lang="en-US" sz="4000" spc="49" dirty="0">
                <a:latin typeface="Cambria" panose="02040503050406030204" pitchFamily="18" charset="0"/>
              </a:rPr>
              <a:t>m</a:t>
            </a:r>
            <a:r>
              <a:rPr lang="en-US" sz="4000" spc="44" dirty="0">
                <a:latin typeface="Cambria" panose="02040503050406030204" pitchFamily="18" charset="0"/>
              </a:rPr>
              <a:t>e</a:t>
            </a:r>
            <a:r>
              <a:rPr lang="en-US" sz="4000" spc="9" dirty="0">
                <a:latin typeface="Cambria" panose="02040503050406030204" pitchFamily="18" charset="0"/>
              </a:rPr>
              <a:t>n</a:t>
            </a:r>
            <a:r>
              <a:rPr lang="en-US" sz="4000" spc="88" dirty="0">
                <a:latin typeface="Cambria" panose="02040503050406030204" pitchFamily="18" charset="0"/>
              </a:rPr>
              <a:t>s</a:t>
            </a:r>
            <a:r>
              <a:rPr lang="en-US" sz="4000" spc="4" dirty="0">
                <a:latin typeface="Cambria" panose="02040503050406030204" pitchFamily="18" charset="0"/>
              </a:rPr>
              <a:t>i</a:t>
            </a:r>
            <a:r>
              <a:rPr lang="en-US" sz="4000" spc="53" dirty="0">
                <a:latin typeface="Cambria" panose="02040503050406030204" pitchFamily="18" charset="0"/>
              </a:rPr>
              <a:t>o</a:t>
            </a:r>
            <a:r>
              <a:rPr lang="en-US" sz="4000" spc="-22" dirty="0">
                <a:latin typeface="Cambria" panose="02040503050406030204" pitchFamily="18" charset="0"/>
              </a:rPr>
              <a:t>n</a:t>
            </a:r>
            <a:r>
              <a:rPr lang="en-US" sz="4000" spc="79" dirty="0">
                <a:latin typeface="Cambria" panose="02040503050406030204" pitchFamily="18" charset="0"/>
              </a:rPr>
              <a:t>s</a:t>
            </a:r>
            <a:r>
              <a:rPr lang="en-US" sz="4000" spc="9" dirty="0">
                <a:latin typeface="Cambria" panose="02040503050406030204" pitchFamily="18" charset="0"/>
              </a:rPr>
              <a:t> </a:t>
            </a:r>
            <a:r>
              <a:rPr lang="en-US" sz="4000" spc="53" dirty="0">
                <a:latin typeface="Cambria" panose="02040503050406030204" pitchFamily="18" charset="0"/>
              </a:rPr>
              <a:t>o</a:t>
            </a:r>
            <a:r>
              <a:rPr lang="en-US" sz="4000" spc="-93" dirty="0">
                <a:latin typeface="Cambria" panose="02040503050406030204" pitchFamily="18" charset="0"/>
              </a:rPr>
              <a:t>f </a:t>
            </a:r>
            <a:r>
              <a:rPr lang="en-US" sz="4000" spc="168" dirty="0">
                <a:latin typeface="Cambria" panose="02040503050406030204" pitchFamily="18" charset="0"/>
              </a:rPr>
              <a:t>D</a:t>
            </a:r>
            <a:r>
              <a:rPr lang="en-US" sz="4000" spc="71" dirty="0">
                <a:latin typeface="Cambria" panose="02040503050406030204" pitchFamily="18" charset="0"/>
              </a:rPr>
              <a:t>e</a:t>
            </a:r>
            <a:r>
              <a:rPr lang="en-US" sz="4000" spc="-119" dirty="0">
                <a:latin typeface="Cambria" panose="02040503050406030204" pitchFamily="18" charset="0"/>
              </a:rPr>
              <a:t>v</a:t>
            </a:r>
            <a:r>
              <a:rPr lang="en-US" sz="4000" spc="35" dirty="0">
                <a:latin typeface="Cambria" panose="02040503050406030204" pitchFamily="18" charset="0"/>
              </a:rPr>
              <a:t>O</a:t>
            </a:r>
            <a:r>
              <a:rPr lang="en-US" sz="4000" spc="-22" dirty="0">
                <a:latin typeface="Cambria" panose="02040503050406030204" pitchFamily="18" charset="0"/>
              </a:rPr>
              <a:t>p</a:t>
            </a:r>
            <a:r>
              <a:rPr lang="en-US" sz="4000" spc="79" dirty="0">
                <a:latin typeface="Cambria" panose="02040503050406030204" pitchFamily="18" charset="0"/>
              </a:rPr>
              <a:t>s</a:t>
            </a:r>
            <a:endParaRPr lang="en-US" sz="4000" dirty="0">
              <a:latin typeface="Cambria" panose="02040503050406030204" pitchFamily="18" charset="0"/>
            </a:endParaRPr>
          </a:p>
        </p:txBody>
      </p:sp>
      <p:sp>
        <p:nvSpPr>
          <p:cNvPr id="3" name="object 3"/>
          <p:cNvSpPr txBox="1"/>
          <p:nvPr/>
        </p:nvSpPr>
        <p:spPr>
          <a:xfrm>
            <a:off x="76200" y="1340390"/>
            <a:ext cx="8915400" cy="5312476"/>
          </a:xfrm>
          <a:prstGeom prst="rect">
            <a:avLst/>
          </a:prstGeom>
        </p:spPr>
        <p:txBody>
          <a:bodyPr vert="horz" wrap="square" lIns="0" tIns="12886" rIns="0" bIns="0" rtlCol="0">
            <a:spAutoFit/>
          </a:bodyPr>
          <a:lstStyle/>
          <a:p>
            <a:pPr marL="10647" marR="0" lvl="0" indent="0" algn="just" defTabSz="914400" rtl="0" eaLnBrk="0" fontAlgn="base" latinLnBrk="0" hangingPunct="0">
              <a:lnSpc>
                <a:spcPct val="100000"/>
              </a:lnSpc>
              <a:spcBef>
                <a:spcPts val="101"/>
              </a:spcBef>
              <a:spcAft>
                <a:spcPct val="0"/>
              </a:spcAft>
              <a:buClrTx/>
              <a:buSzTx/>
              <a:buFontTx/>
              <a:buNone/>
              <a:tabLst>
                <a:tab pos="385503" algn="l"/>
              </a:tabLst>
              <a:defRPr/>
            </a:pPr>
            <a:r>
              <a:rPr kumimoji="0" sz="24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Three </a:t>
            </a:r>
            <a:r>
              <a:rPr kumimoji="0" sz="24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dimensions </a:t>
            </a:r>
            <a:r>
              <a:rPr kumimoji="0" sz="24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of</a:t>
            </a:r>
            <a:r>
              <a:rPr kumimoji="0" sz="2400" b="0" i="0" u="none" strike="noStrike" kern="1200" cap="none" spc="251" normalizeH="0" baseline="0" noProof="0" dirty="0">
                <a:ln>
                  <a:noFill/>
                </a:ln>
                <a:solidFill>
                  <a:prstClr val="black"/>
                </a:solidFill>
                <a:effectLst/>
                <a:uLnTx/>
                <a:uFillTx/>
                <a:latin typeface="Cambria" panose="02040503050406030204" pitchFamily="18" charset="0"/>
                <a:ea typeface="+mn-ea"/>
                <a:cs typeface="Times New Roman"/>
              </a:rPr>
              <a:t> </a:t>
            </a:r>
            <a:r>
              <a:rPr kumimoji="0" sz="24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DevOps</a:t>
            </a:r>
            <a:endPar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02014" marR="0" lvl="1" indent="0" algn="just" defTabSz="914400" rtl="0" eaLnBrk="0" fontAlgn="base" latinLnBrk="0" hangingPunct="0">
              <a:lnSpc>
                <a:spcPct val="100000"/>
              </a:lnSpc>
              <a:spcBef>
                <a:spcPts val="9"/>
              </a:spcBef>
              <a:spcAft>
                <a:spcPct val="0"/>
              </a:spcAft>
              <a:buClrTx/>
              <a:buSzTx/>
              <a:buFontTx/>
              <a:buNone/>
              <a:tabLst>
                <a:tab pos="677432" algn="l"/>
              </a:tabLst>
              <a:defRPr/>
            </a:pPr>
            <a:r>
              <a:rPr kumimoji="0" sz="2400" b="0" i="0" u="none" strike="noStrike" kern="1200" cap="none" spc="13" normalizeH="0" baseline="0" noProof="0" dirty="0">
                <a:ln>
                  <a:noFill/>
                </a:ln>
                <a:solidFill>
                  <a:srgbClr val="0070BF"/>
                </a:solidFill>
                <a:effectLst/>
                <a:uLnTx/>
                <a:uFillTx/>
                <a:latin typeface="Cambria" panose="02040503050406030204" pitchFamily="18" charset="0"/>
                <a:ea typeface="+mn-ea"/>
                <a:cs typeface="Times New Roman"/>
              </a:rPr>
              <a:t>People</a:t>
            </a:r>
            <a:endPar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1010264" marR="5043" lvl="2" indent="-375417" algn="just" defTabSz="914400" rtl="0" eaLnBrk="0" fontAlgn="base" latinLnBrk="0" hangingPunct="0">
              <a:lnSpc>
                <a:spcPct val="101499"/>
              </a:lnSpc>
              <a:spcBef>
                <a:spcPts val="26"/>
              </a:spcBef>
              <a:spcAft>
                <a:spcPct val="0"/>
              </a:spcAft>
              <a:buClrTx/>
              <a:buSzTx/>
              <a:buFont typeface="Wingdings" panose="05000000000000000000" pitchFamily="2" charset="2"/>
              <a:buChar char="§"/>
              <a:tabLst>
                <a:tab pos="1010824" algn="l"/>
              </a:tabLst>
              <a:defRPr/>
            </a:pP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Initially,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stakeholders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would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need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to </a:t>
            </a:r>
            <a:r>
              <a:rPr kumimoji="0" sz="18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be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identified,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ensuring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that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everybody  delivering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value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to the </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business </a:t>
            </a:r>
            <a:r>
              <a:rPr kumimoji="0" sz="18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are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working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tightly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together </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on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the </a:t>
            </a:r>
            <a:r>
              <a:rPr kumimoji="0" sz="18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common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goal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of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adding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value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to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a:t>
            </a:r>
            <a:r>
              <a:rPr kumimoji="0" sz="1800" b="0" i="0" u="none" strike="noStrike" kern="1200" cap="none" spc="-194"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customer.</a:t>
            </a:r>
          </a:p>
          <a:p>
            <a:pPr marL="1010264" marR="0" lvl="2" indent="-375977" algn="just" defTabSz="914400" rtl="0" eaLnBrk="0" fontAlgn="base" latinLnBrk="0" hangingPunct="0">
              <a:lnSpc>
                <a:spcPts val="2060"/>
              </a:lnSpc>
              <a:spcBef>
                <a:spcPts val="31"/>
              </a:spcBef>
              <a:spcAft>
                <a:spcPct val="0"/>
              </a:spcAft>
              <a:buClrTx/>
              <a:buSzTx/>
              <a:buFont typeface="Wingdings" panose="05000000000000000000" pitchFamily="2" charset="2"/>
              <a:buChar char="§"/>
              <a:tabLst>
                <a:tab pos="1010824" algn="l"/>
              </a:tabLst>
              <a:defRPr/>
            </a:pPr>
            <a:r>
              <a:rPr kumimoji="0" sz="18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Highly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motivated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people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with </a:t>
            </a:r>
            <a:r>
              <a:rPr kumimoji="0" sz="18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good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collaboration </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is</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necessary</a:t>
            </a:r>
            <a:endParaRPr kumimoji="0" lang="en-US"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endParaRPr>
          </a:p>
          <a:p>
            <a:pPr marL="1010264" marR="0" lvl="2" indent="-375977" algn="just" defTabSz="914400" rtl="0" eaLnBrk="0" fontAlgn="base" latinLnBrk="0" hangingPunct="0">
              <a:lnSpc>
                <a:spcPts val="2060"/>
              </a:lnSpc>
              <a:spcBef>
                <a:spcPts val="31"/>
              </a:spcBef>
              <a:spcAft>
                <a:spcPct val="0"/>
              </a:spcAft>
              <a:buClrTx/>
              <a:buSzTx/>
              <a:buFont typeface="Wingdings" panose="05000000000000000000" pitchFamily="2" charset="2"/>
              <a:buChar char="§"/>
              <a:tabLst>
                <a:tab pos="1010824" algn="l"/>
              </a:tabLst>
              <a:defRPr/>
            </a:pPr>
            <a:endPar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02014" marR="0" lvl="1" indent="0" algn="just" defTabSz="914400" rtl="0" eaLnBrk="0" fontAlgn="base" latinLnBrk="0" hangingPunct="0">
              <a:lnSpc>
                <a:spcPts val="2431"/>
              </a:lnSpc>
              <a:spcBef>
                <a:spcPct val="0"/>
              </a:spcBef>
              <a:spcAft>
                <a:spcPct val="0"/>
              </a:spcAft>
              <a:buClrTx/>
              <a:buSzTx/>
              <a:buFontTx/>
              <a:buNone/>
              <a:tabLst>
                <a:tab pos="677432" algn="l"/>
              </a:tabLst>
              <a:defRPr/>
            </a:pPr>
            <a:r>
              <a:rPr kumimoji="0" sz="2400" b="0" i="0" u="none" strike="noStrike" kern="1200" cap="none" spc="13" normalizeH="0" baseline="0" noProof="0" dirty="0">
                <a:ln>
                  <a:noFill/>
                </a:ln>
                <a:solidFill>
                  <a:srgbClr val="0070BF"/>
                </a:solidFill>
                <a:effectLst/>
                <a:uLnTx/>
                <a:uFillTx/>
                <a:latin typeface="Cambria" panose="02040503050406030204" pitchFamily="18" charset="0"/>
                <a:ea typeface="+mn-ea"/>
                <a:cs typeface="Times New Roman"/>
              </a:rPr>
              <a:t>Process</a:t>
            </a:r>
            <a:endPar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1010264" marR="4483" lvl="2" indent="-375417" algn="just" defTabSz="914400" rtl="0" eaLnBrk="0" fontAlgn="base" latinLnBrk="0" hangingPunct="0">
              <a:lnSpc>
                <a:spcPct val="100499"/>
              </a:lnSpc>
              <a:spcBef>
                <a:spcPts val="66"/>
              </a:spcBef>
              <a:spcAft>
                <a:spcPct val="0"/>
              </a:spcAft>
              <a:buClrTx/>
              <a:buSzTx/>
              <a:buFont typeface="Wingdings" panose="05000000000000000000" pitchFamily="2" charset="2"/>
              <a:buChar char="§"/>
              <a:tabLst>
                <a:tab pos="1010824" algn="l"/>
              </a:tabLst>
              <a:defRPr/>
            </a:pP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Process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of </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designing,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building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and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testing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software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should </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be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well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presented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to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each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individual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team</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member</a:t>
            </a:r>
          </a:p>
          <a:p>
            <a:pPr marL="1010264" marR="0" lvl="2" indent="-375977" algn="just" defTabSz="914400" rtl="0" eaLnBrk="0" fontAlgn="base" latinLnBrk="0" hangingPunct="0">
              <a:lnSpc>
                <a:spcPct val="100000"/>
              </a:lnSpc>
              <a:spcBef>
                <a:spcPts val="31"/>
              </a:spcBef>
              <a:spcAft>
                <a:spcPct val="0"/>
              </a:spcAft>
              <a:buClrTx/>
              <a:buSzTx/>
              <a:buFont typeface="Wingdings" panose="05000000000000000000" pitchFamily="2" charset="2"/>
              <a:buChar char="§"/>
              <a:tabLst>
                <a:tab pos="1010824" algn="l"/>
              </a:tabLst>
              <a:defRPr/>
            </a:pP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Processes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and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practices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that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help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improve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the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value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and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delivery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to</a:t>
            </a:r>
            <a:r>
              <a:rPr kumimoji="0" sz="1800" b="0" i="0" u="none" strike="noStrike" kern="1200" cap="none" spc="88"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customers</a:t>
            </a:r>
            <a:endParaRPr kumimoji="0" lang="en-US"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endParaRPr>
          </a:p>
          <a:p>
            <a:pPr marL="634287" marR="0" lvl="2" indent="0" algn="just" defTabSz="914400" rtl="0" eaLnBrk="0" fontAlgn="base" latinLnBrk="0" hangingPunct="0">
              <a:lnSpc>
                <a:spcPct val="100000"/>
              </a:lnSpc>
              <a:spcBef>
                <a:spcPts val="31"/>
              </a:spcBef>
              <a:spcAft>
                <a:spcPct val="0"/>
              </a:spcAft>
              <a:buClrTx/>
              <a:buSzTx/>
              <a:buFontTx/>
              <a:buNone/>
              <a:tabLst>
                <a:tab pos="1010824" algn="l"/>
              </a:tabLst>
              <a:defRPr/>
            </a:pPr>
            <a:endParaRPr kumimoji="0" lang="en-US"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endParaRPr>
          </a:p>
          <a:p>
            <a:pPr marL="633413" marR="0" lvl="2" indent="-347663" algn="just" defTabSz="914400" rtl="0" eaLnBrk="0" fontAlgn="base" latinLnBrk="0" hangingPunct="0">
              <a:lnSpc>
                <a:spcPct val="100000"/>
              </a:lnSpc>
              <a:spcBef>
                <a:spcPts val="31"/>
              </a:spcBef>
              <a:spcAft>
                <a:spcPct val="0"/>
              </a:spcAft>
              <a:buClrTx/>
              <a:buSzTx/>
              <a:buFontTx/>
              <a:buNone/>
              <a:tabLst>
                <a:tab pos="1010824" algn="l"/>
              </a:tabLst>
              <a:defRPr/>
            </a:pPr>
            <a:r>
              <a:rPr kumimoji="0" lang="en-US" sz="2400" b="0" i="0" u="none" strike="noStrike" kern="1200" cap="none" spc="13" normalizeH="0" baseline="0" noProof="0" dirty="0">
                <a:ln>
                  <a:noFill/>
                </a:ln>
                <a:solidFill>
                  <a:srgbClr val="0070BF"/>
                </a:solidFill>
                <a:effectLst/>
                <a:uLnTx/>
                <a:uFillTx/>
                <a:latin typeface="Cambria" panose="02040503050406030204" pitchFamily="18" charset="0"/>
                <a:ea typeface="+mn-ea"/>
                <a:cs typeface="Times New Roman"/>
              </a:rPr>
              <a:t>Tools</a:t>
            </a:r>
          </a:p>
          <a:p>
            <a:pPr marL="1010264" marR="0" lvl="2" indent="-375977" algn="just" defTabSz="914400" rtl="0" eaLnBrk="0" fontAlgn="base" latinLnBrk="0" hangingPunct="0">
              <a:lnSpc>
                <a:spcPct val="100000"/>
              </a:lnSpc>
              <a:spcBef>
                <a:spcPts val="31"/>
              </a:spcBef>
              <a:spcAft>
                <a:spcPct val="0"/>
              </a:spcAft>
              <a:buClrTx/>
              <a:buSzTx/>
              <a:buFont typeface="Wingdings" panose="05000000000000000000" pitchFamily="2" charset="2"/>
              <a:buChar char="§"/>
              <a:tabLst>
                <a:tab pos="1010824" algn="l"/>
              </a:tabLst>
              <a:defRPr/>
            </a:pPr>
            <a:endParaRPr kumimoji="0" lang="en-US" sz="1800" b="0" i="0" u="none" strike="noStrike" kern="1200" cap="none" spc="57" normalizeH="0" baseline="0" noProof="0" dirty="0">
              <a:ln>
                <a:noFill/>
              </a:ln>
              <a:solidFill>
                <a:srgbClr val="0070BF"/>
              </a:solidFill>
              <a:effectLst/>
              <a:uLnTx/>
              <a:uFillTx/>
              <a:latin typeface="Cambria" panose="02040503050406030204" pitchFamily="18" charset="0"/>
              <a:ea typeface="+mn-ea"/>
              <a:cs typeface="Times New Roman"/>
            </a:endParaRPr>
          </a:p>
          <a:p>
            <a:pPr marL="1010264" marR="0" lvl="2" indent="-375977" algn="just" defTabSz="914400" rtl="0" eaLnBrk="0" fontAlgn="base" latinLnBrk="0" hangingPunct="0">
              <a:lnSpc>
                <a:spcPct val="100000"/>
              </a:lnSpc>
              <a:spcBef>
                <a:spcPts val="31"/>
              </a:spcBef>
              <a:spcAft>
                <a:spcPct val="0"/>
              </a:spcAft>
              <a:buClrTx/>
              <a:buSzTx/>
              <a:buFont typeface="Wingdings" panose="05000000000000000000" pitchFamily="2" charset="2"/>
              <a:buChar char="§"/>
              <a:tabLst>
                <a:tab pos="1010824" algn="l"/>
              </a:tabLst>
              <a:defRPr/>
            </a:pPr>
            <a:r>
              <a:rPr kumimoji="0" lang="en-US" sz="1800" b="0" i="0" u="none" strike="noStrike" kern="1200" cap="none" spc="-119" normalizeH="0" baseline="0" noProof="0" dirty="0">
                <a:ln>
                  <a:noFill/>
                </a:ln>
                <a:solidFill>
                  <a:prstClr val="black"/>
                </a:solidFill>
                <a:effectLst/>
                <a:uLnTx/>
                <a:uFillTx/>
                <a:latin typeface="Cambria" panose="02040503050406030204" pitchFamily="18" charset="0"/>
                <a:ea typeface="+mn-ea"/>
                <a:cs typeface="Times New Roman"/>
              </a:rPr>
              <a:t>T</a:t>
            </a:r>
            <a:r>
              <a:rPr kumimoji="0" lang="en-US" sz="18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o</a:t>
            </a:r>
            <a:r>
              <a:rPr kumimoji="0" lang="en-US" sz="18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o</a:t>
            </a:r>
            <a:r>
              <a:rPr kumimoji="0" lang="en-US"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l</a:t>
            </a:r>
            <a:r>
              <a:rPr kumimoji="0" lang="en-US" sz="1800" b="0" i="0" u="none" strike="noStrike" kern="1200" cap="none" spc="57" normalizeH="0" baseline="0" noProof="0" dirty="0">
                <a:ln>
                  <a:noFill/>
                </a:ln>
                <a:solidFill>
                  <a:prstClr val="black"/>
                </a:solidFill>
                <a:effectLst/>
                <a:uLnTx/>
                <a:uFillTx/>
                <a:latin typeface="Cambria" panose="02040503050406030204" pitchFamily="18" charset="0"/>
                <a:ea typeface="+mn-ea"/>
                <a:cs typeface="Times New Roman"/>
              </a:rPr>
              <a:t>s</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lang="en-US"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a</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n</a:t>
            </a:r>
            <a:r>
              <a:rPr kumimoji="0" lang="en-US"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d</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lang="en-US" sz="18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s</a:t>
            </a:r>
            <a:r>
              <a:rPr kumimoji="0" lang="en-US" sz="18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e</a:t>
            </a:r>
            <a:r>
              <a:rPr kumimoji="0" lang="en-US" sz="1800" b="0" i="0" u="none" strike="noStrike" kern="1200" cap="none" spc="-84" normalizeH="0" baseline="0" noProof="0" dirty="0">
                <a:ln>
                  <a:noFill/>
                </a:ln>
                <a:solidFill>
                  <a:prstClr val="black"/>
                </a:solidFill>
                <a:effectLst/>
                <a:uLnTx/>
                <a:uFillTx/>
                <a:latin typeface="Cambria" panose="02040503050406030204" pitchFamily="18" charset="0"/>
                <a:ea typeface="+mn-ea"/>
                <a:cs typeface="Times New Roman"/>
              </a:rPr>
              <a:t>r</a:t>
            </a:r>
            <a:r>
              <a:rPr kumimoji="0" lang="en-US" sz="18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v</a:t>
            </a:r>
            <a:r>
              <a:rPr kumimoji="0" lang="en-US"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a:t>
            </a:r>
            <a:r>
              <a:rPr kumimoji="0" lang="en-US" sz="18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c</a:t>
            </a:r>
            <a:r>
              <a:rPr kumimoji="0" lang="en-US" sz="18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e</a:t>
            </a:r>
            <a:r>
              <a:rPr kumimoji="0" lang="en-US" sz="1800" b="0" i="0" u="none" strike="noStrike" kern="1200" cap="none" spc="57" normalizeH="0" baseline="0" noProof="0" dirty="0">
                <a:ln>
                  <a:noFill/>
                </a:ln>
                <a:solidFill>
                  <a:prstClr val="black"/>
                </a:solidFill>
                <a:effectLst/>
                <a:uLnTx/>
                <a:uFillTx/>
                <a:latin typeface="Cambria" panose="02040503050406030204" pitchFamily="18" charset="0"/>
                <a:ea typeface="+mn-ea"/>
                <a:cs typeface="Times New Roman"/>
              </a:rPr>
              <a:t>s</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lang="en-US"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t</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h</a:t>
            </a:r>
            <a:r>
              <a:rPr kumimoji="0" lang="en-US"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a</a:t>
            </a:r>
            <a:r>
              <a:rPr kumimoji="0" lang="en-US"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t</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lang="en-US" sz="18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c</a:t>
            </a:r>
            <a:r>
              <a:rPr kumimoji="0" lang="en-US"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a</a:t>
            </a:r>
            <a:r>
              <a:rPr kumimoji="0" lang="en-US"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n</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h</a:t>
            </a:r>
            <a:r>
              <a:rPr kumimoji="0" lang="en-US" sz="18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e</a:t>
            </a:r>
            <a:r>
              <a:rPr kumimoji="0" lang="en-US"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l</a:t>
            </a:r>
            <a:r>
              <a:rPr kumimoji="0" lang="en-US"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p</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lang="en-US" sz="18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e</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n</a:t>
            </a:r>
            <a:r>
              <a:rPr kumimoji="0" lang="en-US" sz="18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a</a:t>
            </a:r>
            <a:r>
              <a:rPr kumimoji="0" lang="en-US"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b</a:t>
            </a:r>
            <a:r>
              <a:rPr kumimoji="0" lang="en-US"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l</a:t>
            </a:r>
            <a:r>
              <a:rPr kumimoji="0" lang="en-US" sz="18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e</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d</a:t>
            </a:r>
            <a:r>
              <a:rPr kumimoji="0" lang="en-US"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a:t>
            </a:r>
            <a:r>
              <a:rPr kumimoji="0" lang="en-US"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f</a:t>
            </a:r>
            <a:r>
              <a:rPr kumimoji="0" lang="en-US" sz="18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f</a:t>
            </a:r>
            <a:r>
              <a:rPr kumimoji="0" lang="en-US" sz="18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e</a:t>
            </a:r>
            <a:r>
              <a:rPr kumimoji="0" lang="en-US" sz="1800" b="0" i="0" u="none" strike="noStrike" kern="1200" cap="none" spc="-137" normalizeH="0" baseline="0" noProof="0" dirty="0">
                <a:ln>
                  <a:noFill/>
                </a:ln>
                <a:solidFill>
                  <a:prstClr val="black"/>
                </a:solidFill>
                <a:effectLst/>
                <a:uLnTx/>
                <a:uFillTx/>
                <a:latin typeface="Cambria" panose="02040503050406030204" pitchFamily="18" charset="0"/>
                <a:ea typeface="+mn-ea"/>
                <a:cs typeface="Times New Roman"/>
              </a:rPr>
              <a:t>r</a:t>
            </a:r>
            <a:r>
              <a:rPr kumimoji="0" lang="en-US" sz="18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e</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n</a:t>
            </a:r>
            <a:r>
              <a:rPr kumimoji="0" lang="en-US"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t</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lang="en-US" sz="1800" b="0" i="0" u="none" strike="noStrike" kern="1200" cap="none" spc="115" normalizeH="0" baseline="0" noProof="0" dirty="0">
                <a:ln>
                  <a:noFill/>
                </a:ln>
                <a:solidFill>
                  <a:prstClr val="black"/>
                </a:solidFill>
                <a:effectLst/>
                <a:uLnTx/>
                <a:uFillTx/>
                <a:latin typeface="Cambria" panose="02040503050406030204" pitchFamily="18" charset="0"/>
                <a:ea typeface="+mn-ea"/>
                <a:cs typeface="Times New Roman"/>
              </a:rPr>
              <a:t>D</a:t>
            </a:r>
            <a:r>
              <a:rPr kumimoji="0" lang="en-US" sz="18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e</a:t>
            </a:r>
            <a:r>
              <a:rPr kumimoji="0" lang="en-US" sz="18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v</a:t>
            </a:r>
            <a:r>
              <a:rPr kumimoji="0" lang="en-US" sz="18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O</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p</a:t>
            </a:r>
            <a:r>
              <a:rPr kumimoji="0" lang="en-US" sz="1800" b="0" i="0" u="none" strike="noStrike" kern="1200" cap="none" spc="57" normalizeH="0" baseline="0" noProof="0" dirty="0">
                <a:ln>
                  <a:noFill/>
                </a:ln>
                <a:solidFill>
                  <a:prstClr val="black"/>
                </a:solidFill>
                <a:effectLst/>
                <a:uLnTx/>
                <a:uFillTx/>
                <a:latin typeface="Cambria" panose="02040503050406030204" pitchFamily="18" charset="0"/>
                <a:ea typeface="+mn-ea"/>
                <a:cs typeface="Times New Roman"/>
              </a:rPr>
              <a:t>s</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p</a:t>
            </a:r>
            <a:r>
              <a:rPr kumimoji="0" lang="en-US" sz="1800" b="0" i="0" u="none" strike="noStrike" kern="1200" cap="none" spc="-172" normalizeH="0" baseline="0" noProof="0" dirty="0">
                <a:ln>
                  <a:noFill/>
                </a:ln>
                <a:solidFill>
                  <a:prstClr val="black"/>
                </a:solidFill>
                <a:effectLst/>
                <a:uLnTx/>
                <a:uFillTx/>
                <a:latin typeface="Cambria" panose="02040503050406030204" pitchFamily="18" charset="0"/>
                <a:ea typeface="+mn-ea"/>
                <a:cs typeface="Times New Roman"/>
              </a:rPr>
              <a:t>r</a:t>
            </a:r>
            <a:r>
              <a:rPr kumimoji="0" lang="en-US"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a</a:t>
            </a:r>
            <a:r>
              <a:rPr kumimoji="0" lang="en-US" sz="18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c</a:t>
            </a:r>
            <a:r>
              <a:rPr kumimoji="0" lang="en-US" sz="18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t</a:t>
            </a:r>
            <a:r>
              <a:rPr kumimoji="0" lang="en-US"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a:t>
            </a:r>
            <a:r>
              <a:rPr kumimoji="0" lang="en-US" sz="18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ce</a:t>
            </a:r>
            <a:r>
              <a:rPr kumimoji="0" lang="en-US" sz="1800" b="0" i="0" u="none" strike="noStrike" kern="1200" cap="none" spc="57" normalizeH="0" baseline="0" noProof="0" dirty="0">
                <a:ln>
                  <a:noFill/>
                </a:ln>
                <a:solidFill>
                  <a:prstClr val="black"/>
                </a:solidFill>
                <a:effectLst/>
                <a:uLnTx/>
                <a:uFillTx/>
                <a:latin typeface="Cambria" panose="02040503050406030204" pitchFamily="18" charset="0"/>
                <a:ea typeface="+mn-ea"/>
                <a:cs typeface="Times New Roman"/>
              </a:rPr>
              <a:t>s</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lang="en-US"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a</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n</a:t>
            </a:r>
            <a:r>
              <a:rPr kumimoji="0" lang="en-US"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d  </a:t>
            </a:r>
            <a:r>
              <a:rPr kumimoji="0" lang="en-US"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different </a:t>
            </a:r>
            <a:r>
              <a:rPr kumimoji="0" lang="en-US"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teams which can </a:t>
            </a:r>
            <a:r>
              <a:rPr kumimoji="0" lang="en-US" sz="18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be </a:t>
            </a:r>
            <a:r>
              <a:rPr kumimoji="0" lang="en-US"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used </a:t>
            </a:r>
            <a:r>
              <a:rPr kumimoji="0" lang="en-US"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to </a:t>
            </a:r>
            <a:r>
              <a:rPr kumimoji="0" lang="en-US"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make </a:t>
            </a:r>
            <a:r>
              <a:rPr kumimoji="0" lang="en-US"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things</a:t>
            </a:r>
            <a:r>
              <a:rPr kumimoji="0" lang="en-US" sz="18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 </a:t>
            </a:r>
            <a:r>
              <a:rPr kumimoji="0" lang="en-US"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easier</a:t>
            </a:r>
            <a:endPar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1010264" marR="0" lvl="2" indent="-375977" algn="just" defTabSz="914400" rtl="0" eaLnBrk="0" fontAlgn="base" latinLnBrk="0" hangingPunct="0">
              <a:lnSpc>
                <a:spcPct val="100000"/>
              </a:lnSpc>
              <a:spcBef>
                <a:spcPts val="31"/>
              </a:spcBef>
              <a:spcAft>
                <a:spcPct val="0"/>
              </a:spcAft>
              <a:buClrTx/>
              <a:buSzTx/>
              <a:buFont typeface="Wingdings" panose="05000000000000000000" pitchFamily="2" charset="2"/>
              <a:buChar char="§"/>
              <a:tabLst>
                <a:tab pos="1010824" algn="l"/>
              </a:tabLst>
              <a:defRPr/>
            </a:pP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Times New Roman"/>
            </a:endParaRPr>
          </a:p>
          <a:p>
            <a:pPr marL="1010264" marR="0" lvl="2" indent="-375977" algn="just" defTabSz="914400" rtl="0" eaLnBrk="0" fontAlgn="base" latinLnBrk="0" hangingPunct="0">
              <a:lnSpc>
                <a:spcPct val="100000"/>
              </a:lnSpc>
              <a:spcBef>
                <a:spcPts val="31"/>
              </a:spcBef>
              <a:spcAft>
                <a:spcPct val="0"/>
              </a:spcAft>
              <a:buClrTx/>
              <a:buSzTx/>
              <a:buFont typeface="Wingdings" panose="05000000000000000000" pitchFamily="2" charset="2"/>
              <a:buChar char="§"/>
              <a:tabLst>
                <a:tab pos="1010824" algn="l"/>
              </a:tabLst>
              <a:defRPr/>
            </a:pPr>
            <a:endParaRPr kumimoji="0" sz="1800" b="0" i="0" u="none" strike="noStrike" kern="1200" cap="none" spc="0" normalizeH="0" baseline="0" noProof="0" dirty="0">
              <a:ln>
                <a:noFill/>
              </a:ln>
              <a:solidFill>
                <a:prstClr val="black"/>
              </a:solidFill>
              <a:effectLst/>
              <a:uLnTx/>
              <a:uFillTx/>
              <a:latin typeface="Calibri"/>
              <a:ea typeface="+mn-ea"/>
              <a:cs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1703" y="3903171"/>
            <a:ext cx="5508578" cy="144627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Title 3"/>
          <p:cNvSpPr>
            <a:spLocks noGrp="1"/>
          </p:cNvSpPr>
          <p:nvPr>
            <p:ph type="title" idx="4294967295"/>
          </p:nvPr>
        </p:nvSpPr>
        <p:spPr>
          <a:xfrm>
            <a:off x="304800" y="590525"/>
            <a:ext cx="8226425" cy="449262"/>
          </a:xfrm>
        </p:spPr>
        <p:txBody>
          <a:bodyPr>
            <a:normAutofit fontScale="90000"/>
          </a:bodyPr>
          <a:lstStyle/>
          <a:p>
            <a:r>
              <a:rPr lang="en-US" dirty="0">
                <a:latin typeface="Cambria" panose="02040503050406030204" pitchFamily="18" charset="0"/>
              </a:rPr>
              <a:t>Tools</a:t>
            </a:r>
            <a:endParaRPr lang="en-IN" dirty="0">
              <a:latin typeface="Cambria" panose="02040503050406030204" pitchFamily="18" charset="0"/>
            </a:endParaRPr>
          </a:p>
        </p:txBody>
      </p:sp>
      <p:pic>
        <p:nvPicPr>
          <p:cNvPr id="2050" name="Picture 2" descr="Tools for efficient agile software development process - Devis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752600"/>
            <a:ext cx="8819730"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38662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1703" y="3903171"/>
            <a:ext cx="5508578" cy="144627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Title 3"/>
          <p:cNvSpPr>
            <a:spLocks noGrp="1"/>
          </p:cNvSpPr>
          <p:nvPr>
            <p:ph type="title" idx="4294967295"/>
          </p:nvPr>
        </p:nvSpPr>
        <p:spPr>
          <a:xfrm>
            <a:off x="228600" y="482255"/>
            <a:ext cx="8226425" cy="449262"/>
          </a:xfrm>
        </p:spPr>
        <p:txBody>
          <a:bodyPr>
            <a:noAutofit/>
          </a:bodyPr>
          <a:lstStyle/>
          <a:p>
            <a:r>
              <a:rPr lang="en-US" dirty="0"/>
              <a:t>Tools</a:t>
            </a:r>
            <a:endParaRPr lang="en-IN" dirty="0"/>
          </a:p>
        </p:txBody>
      </p:sp>
      <p:pic>
        <p:nvPicPr>
          <p:cNvPr id="2052" name="Picture 4" descr="Software Development - Circuitsif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799234"/>
            <a:ext cx="7406543" cy="4207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217568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1703" y="3903171"/>
            <a:ext cx="5508578" cy="144627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Title 3"/>
          <p:cNvSpPr>
            <a:spLocks noGrp="1"/>
          </p:cNvSpPr>
          <p:nvPr>
            <p:ph type="title" idx="4294967295"/>
          </p:nvPr>
        </p:nvSpPr>
        <p:spPr>
          <a:xfrm>
            <a:off x="23812" y="0"/>
            <a:ext cx="6324600" cy="895350"/>
          </a:xfrm>
        </p:spPr>
        <p:txBody>
          <a:bodyPr>
            <a:normAutofit fontScale="90000"/>
          </a:bodyPr>
          <a:lstStyle/>
          <a:p>
            <a:br>
              <a:rPr lang="en-IN" dirty="0">
                <a:latin typeface="Cambria" panose="02040503050406030204" pitchFamily="18" charset="0"/>
              </a:rPr>
            </a:br>
            <a:r>
              <a:rPr lang="en-IN" b="1" dirty="0">
                <a:latin typeface="Cambria" panose="02040503050406030204" pitchFamily="18" charset="0"/>
              </a:rPr>
              <a:t>Dispelling DevOps Myths </a:t>
            </a:r>
            <a:endParaRPr lang="en-IN" dirty="0">
              <a:latin typeface="Cambria" panose="02040503050406030204" pitchFamily="18" charset="0"/>
            </a:endParaRPr>
          </a:p>
        </p:txBody>
      </p:sp>
      <p:pic>
        <p:nvPicPr>
          <p:cNvPr id="3" name="Picture 2"/>
          <p:cNvPicPr>
            <a:picLocks noChangeAspect="1"/>
          </p:cNvPicPr>
          <p:nvPr/>
        </p:nvPicPr>
        <p:blipFill rotWithShape="1">
          <a:blip r:embed="rId4"/>
          <a:srcRect r="2549"/>
          <a:stretch/>
        </p:blipFill>
        <p:spPr>
          <a:xfrm>
            <a:off x="228601" y="1470280"/>
            <a:ext cx="8534400" cy="4778120"/>
          </a:xfrm>
          <a:prstGeom prst="rect">
            <a:avLst/>
          </a:prstGeom>
        </p:spPr>
      </p:pic>
    </p:spTree>
    <p:extLst>
      <p:ext uri="{BB962C8B-B14F-4D97-AF65-F5344CB8AC3E}">
        <p14:creationId xmlns:p14="http://schemas.microsoft.com/office/powerpoint/2010/main" val="397680907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1703" y="3903171"/>
            <a:ext cx="5508578" cy="144627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Title 3"/>
          <p:cNvSpPr>
            <a:spLocks noGrp="1"/>
          </p:cNvSpPr>
          <p:nvPr>
            <p:ph type="title" idx="4294967295"/>
          </p:nvPr>
        </p:nvSpPr>
        <p:spPr>
          <a:xfrm>
            <a:off x="0" y="36021"/>
            <a:ext cx="6324600" cy="895350"/>
          </a:xfrm>
        </p:spPr>
        <p:txBody>
          <a:bodyPr>
            <a:normAutofit fontScale="90000"/>
          </a:bodyPr>
          <a:lstStyle/>
          <a:p>
            <a:br>
              <a:rPr lang="en-IN" dirty="0">
                <a:latin typeface="Cambria" panose="02040503050406030204" pitchFamily="18" charset="0"/>
              </a:rPr>
            </a:br>
            <a:r>
              <a:rPr lang="en-IN" b="1" dirty="0">
                <a:latin typeface="Cambria" panose="02040503050406030204" pitchFamily="18" charset="0"/>
              </a:rPr>
              <a:t>Dispelling DevOps Myths </a:t>
            </a:r>
            <a:endParaRPr lang="en-IN" dirty="0">
              <a:latin typeface="Cambria" panose="02040503050406030204" pitchFamily="18" charset="0"/>
            </a:endParaRPr>
          </a:p>
        </p:txBody>
      </p:sp>
      <p:pic>
        <p:nvPicPr>
          <p:cNvPr id="2" name="Picture 1">
            <a:extLst>
              <a:ext uri="{FF2B5EF4-FFF2-40B4-BE49-F238E27FC236}">
                <a16:creationId xmlns:a16="http://schemas.microsoft.com/office/drawing/2014/main" id="{EB40D1CD-55DE-A359-546B-89C54B50C136}"/>
              </a:ext>
            </a:extLst>
          </p:cNvPr>
          <p:cNvPicPr>
            <a:picLocks noChangeAspect="1"/>
          </p:cNvPicPr>
          <p:nvPr/>
        </p:nvPicPr>
        <p:blipFill>
          <a:blip r:embed="rId4"/>
          <a:stretch>
            <a:fillRect/>
          </a:stretch>
        </p:blipFill>
        <p:spPr>
          <a:xfrm>
            <a:off x="838200" y="1921971"/>
            <a:ext cx="7596704" cy="3962400"/>
          </a:xfrm>
          <a:prstGeom prst="rect">
            <a:avLst/>
          </a:prstGeom>
        </p:spPr>
      </p:pic>
    </p:spTree>
    <p:extLst>
      <p:ext uri="{BB962C8B-B14F-4D97-AF65-F5344CB8AC3E}">
        <p14:creationId xmlns:p14="http://schemas.microsoft.com/office/powerpoint/2010/main" val="358641042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1703" y="3903171"/>
            <a:ext cx="5508578" cy="144627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 name="Picture 1">
            <a:extLst>
              <a:ext uri="{FF2B5EF4-FFF2-40B4-BE49-F238E27FC236}">
                <a16:creationId xmlns:a16="http://schemas.microsoft.com/office/drawing/2014/main" id="{2E865ACA-4BE8-D649-F94A-F9203123AF19}"/>
              </a:ext>
            </a:extLst>
          </p:cNvPr>
          <p:cNvPicPr>
            <a:picLocks noChangeAspect="1"/>
          </p:cNvPicPr>
          <p:nvPr/>
        </p:nvPicPr>
        <p:blipFill>
          <a:blip r:embed="rId4"/>
          <a:stretch>
            <a:fillRect/>
          </a:stretch>
        </p:blipFill>
        <p:spPr>
          <a:xfrm>
            <a:off x="533400" y="1807671"/>
            <a:ext cx="8041481" cy="4191000"/>
          </a:xfrm>
          <a:prstGeom prst="rect">
            <a:avLst/>
          </a:prstGeom>
        </p:spPr>
      </p:pic>
      <p:sp>
        <p:nvSpPr>
          <p:cNvPr id="5" name="Title 3"/>
          <p:cNvSpPr txBox="1">
            <a:spLocks/>
          </p:cNvSpPr>
          <p:nvPr/>
        </p:nvSpPr>
        <p:spPr>
          <a:xfrm>
            <a:off x="0" y="36021"/>
            <a:ext cx="6324600" cy="895350"/>
          </a:xfrm>
          <a:prstGeom prst="rect">
            <a:avLst/>
          </a:prstGeom>
        </p:spPr>
        <p:txBody>
          <a:bodyPr vert="horz" lIns="91440" tIns="45720" rIns="91440" bIns="45720" rtlCol="0" anchor="ctr">
            <a:normAutofit fontScale="75000" lnSpcReduction="20000"/>
          </a:bodyPr>
          <a:lst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br>
              <a:rPr kumimoji="0" lang="en-IN" sz="4000" b="1" i="0" u="none" strike="noStrike" kern="1200" cap="none" spc="-150" normalizeH="0" baseline="0" noProof="0">
                <a:ln>
                  <a:noFill/>
                </a:ln>
                <a:solidFill>
                  <a:prstClr val="black"/>
                </a:solidFill>
                <a:effectLst/>
                <a:uLnTx/>
                <a:uFillTx/>
                <a:latin typeface="Cambria" panose="02040503050406030204" pitchFamily="18" charset="0"/>
                <a:ea typeface="+mj-ea"/>
                <a:cs typeface="Arial" pitchFamily="34" charset="0"/>
              </a:rPr>
            </a:br>
            <a:r>
              <a:rPr kumimoji="0" lang="en-IN" sz="4000" b="1" i="0" u="none" strike="noStrike" kern="1200" cap="none" spc="-150" normalizeH="0" baseline="0" noProof="0">
                <a:ln>
                  <a:noFill/>
                </a:ln>
                <a:solidFill>
                  <a:prstClr val="black"/>
                </a:solidFill>
                <a:effectLst/>
                <a:uLnTx/>
                <a:uFillTx/>
                <a:latin typeface="Cambria" panose="02040503050406030204" pitchFamily="18" charset="0"/>
                <a:ea typeface="+mj-ea"/>
                <a:cs typeface="Arial" pitchFamily="34" charset="0"/>
              </a:rPr>
              <a:t>Dispelling DevOps Myths </a:t>
            </a:r>
            <a:endParaRPr kumimoji="0" lang="en-IN" sz="4000" b="1" i="0" u="none" strike="noStrike" kern="1200" cap="none" spc="-150" normalizeH="0" baseline="0" noProof="0" dirty="0">
              <a:ln>
                <a:noFill/>
              </a:ln>
              <a:solidFill>
                <a:prstClr val="black"/>
              </a:solidFill>
              <a:effectLst/>
              <a:uLnTx/>
              <a:uFillTx/>
              <a:latin typeface="Cambria" panose="02040503050406030204" pitchFamily="18" charset="0"/>
              <a:ea typeface="+mj-ea"/>
              <a:cs typeface="Arial" pitchFamily="34" charset="0"/>
            </a:endParaRPr>
          </a:p>
        </p:txBody>
      </p:sp>
    </p:spTree>
    <p:extLst>
      <p:ext uri="{BB962C8B-B14F-4D97-AF65-F5344CB8AC3E}">
        <p14:creationId xmlns:p14="http://schemas.microsoft.com/office/powerpoint/2010/main" val="43714698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440ECE2-276B-A62B-3972-96847EDA3530}"/>
              </a:ext>
            </a:extLst>
          </p:cNvPr>
          <p:cNvPicPr>
            <a:picLocks noChangeAspect="1"/>
          </p:cNvPicPr>
          <p:nvPr/>
        </p:nvPicPr>
        <p:blipFill rotWithShape="1">
          <a:blip r:embed="rId3"/>
          <a:srcRect r="3672"/>
          <a:stretch/>
        </p:blipFill>
        <p:spPr>
          <a:xfrm>
            <a:off x="0" y="496477"/>
            <a:ext cx="8382000" cy="5865045"/>
          </a:xfrm>
          <a:prstGeom prst="rect">
            <a:avLst/>
          </a:prstGeom>
        </p:spPr>
      </p:pic>
    </p:spTree>
    <p:extLst>
      <p:ext uri="{BB962C8B-B14F-4D97-AF65-F5344CB8AC3E}">
        <p14:creationId xmlns:p14="http://schemas.microsoft.com/office/powerpoint/2010/main" val="14387725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1703" y="3903171"/>
            <a:ext cx="5508578" cy="144627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 name="Picture 1">
            <a:extLst>
              <a:ext uri="{FF2B5EF4-FFF2-40B4-BE49-F238E27FC236}">
                <a16:creationId xmlns:a16="http://schemas.microsoft.com/office/drawing/2014/main" id="{77BD7C5F-5923-2A14-DCE3-8F7844B3A931}"/>
              </a:ext>
            </a:extLst>
          </p:cNvPr>
          <p:cNvPicPr>
            <a:picLocks noChangeAspect="1"/>
          </p:cNvPicPr>
          <p:nvPr/>
        </p:nvPicPr>
        <p:blipFill rotWithShape="1">
          <a:blip r:embed="rId4"/>
          <a:srcRect l="2804"/>
          <a:stretch/>
        </p:blipFill>
        <p:spPr>
          <a:xfrm>
            <a:off x="647700" y="1390606"/>
            <a:ext cx="7848600" cy="5025130"/>
          </a:xfrm>
          <a:prstGeom prst="rect">
            <a:avLst/>
          </a:prstGeom>
        </p:spPr>
      </p:pic>
      <p:sp>
        <p:nvSpPr>
          <p:cNvPr id="5" name="Title 3"/>
          <p:cNvSpPr txBox="1">
            <a:spLocks/>
          </p:cNvSpPr>
          <p:nvPr/>
        </p:nvSpPr>
        <p:spPr>
          <a:xfrm>
            <a:off x="0" y="36021"/>
            <a:ext cx="6324600" cy="895350"/>
          </a:xfrm>
          <a:prstGeom prst="rect">
            <a:avLst/>
          </a:prstGeom>
        </p:spPr>
        <p:txBody>
          <a:bodyPr vert="horz" lIns="91440" tIns="45720" rIns="91440" bIns="45720" rtlCol="0" anchor="ctr">
            <a:normAutofit fontScale="75000" lnSpcReduction="20000"/>
          </a:bodyPr>
          <a:lst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br>
              <a:rPr kumimoji="0" lang="en-IN" sz="4000" b="1" i="0" u="none" strike="noStrike" kern="1200" cap="none" spc="-150" normalizeH="0" baseline="0" noProof="0">
                <a:ln>
                  <a:noFill/>
                </a:ln>
                <a:solidFill>
                  <a:prstClr val="black"/>
                </a:solidFill>
                <a:effectLst/>
                <a:uLnTx/>
                <a:uFillTx/>
                <a:latin typeface="Cambria" panose="02040503050406030204" pitchFamily="18" charset="0"/>
                <a:ea typeface="+mj-ea"/>
                <a:cs typeface="Arial" pitchFamily="34" charset="0"/>
              </a:rPr>
            </a:br>
            <a:r>
              <a:rPr kumimoji="0" lang="en-IN" sz="4000" b="1" i="0" u="none" strike="noStrike" kern="1200" cap="none" spc="-150" normalizeH="0" baseline="0" noProof="0">
                <a:ln>
                  <a:noFill/>
                </a:ln>
                <a:solidFill>
                  <a:prstClr val="black"/>
                </a:solidFill>
                <a:effectLst/>
                <a:uLnTx/>
                <a:uFillTx/>
                <a:latin typeface="Cambria" panose="02040503050406030204" pitchFamily="18" charset="0"/>
                <a:ea typeface="+mj-ea"/>
                <a:cs typeface="Arial" pitchFamily="34" charset="0"/>
              </a:rPr>
              <a:t>Dispelling DevOps Myths </a:t>
            </a:r>
            <a:endParaRPr kumimoji="0" lang="en-IN" sz="4000" b="1" i="0" u="none" strike="noStrike" kern="1200" cap="none" spc="-150" normalizeH="0" baseline="0" noProof="0" dirty="0">
              <a:ln>
                <a:noFill/>
              </a:ln>
              <a:solidFill>
                <a:prstClr val="black"/>
              </a:solidFill>
              <a:effectLst/>
              <a:uLnTx/>
              <a:uFillTx/>
              <a:latin typeface="Cambria" panose="02040503050406030204" pitchFamily="18" charset="0"/>
              <a:ea typeface="+mj-ea"/>
              <a:cs typeface="Arial" pitchFamily="34" charset="0"/>
            </a:endParaRPr>
          </a:p>
        </p:txBody>
      </p:sp>
    </p:spTree>
    <p:extLst>
      <p:ext uri="{BB962C8B-B14F-4D97-AF65-F5344CB8AC3E}">
        <p14:creationId xmlns:p14="http://schemas.microsoft.com/office/powerpoint/2010/main" val="271162295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1703" y="3903171"/>
            <a:ext cx="5508578" cy="144627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 name="Picture 1">
            <a:extLst>
              <a:ext uri="{FF2B5EF4-FFF2-40B4-BE49-F238E27FC236}">
                <a16:creationId xmlns:a16="http://schemas.microsoft.com/office/drawing/2014/main" id="{FB224D00-EAD0-FF7B-0AA7-B32FD99A4097}"/>
              </a:ext>
            </a:extLst>
          </p:cNvPr>
          <p:cNvPicPr>
            <a:picLocks noChangeAspect="1"/>
          </p:cNvPicPr>
          <p:nvPr/>
        </p:nvPicPr>
        <p:blipFill>
          <a:blip r:embed="rId4"/>
          <a:stretch>
            <a:fillRect/>
          </a:stretch>
        </p:blipFill>
        <p:spPr>
          <a:xfrm>
            <a:off x="457200" y="1380196"/>
            <a:ext cx="8094544" cy="5045949"/>
          </a:xfrm>
          <a:prstGeom prst="rect">
            <a:avLst/>
          </a:prstGeom>
        </p:spPr>
      </p:pic>
      <p:sp>
        <p:nvSpPr>
          <p:cNvPr id="5" name="Title 3"/>
          <p:cNvSpPr txBox="1">
            <a:spLocks/>
          </p:cNvSpPr>
          <p:nvPr/>
        </p:nvSpPr>
        <p:spPr>
          <a:xfrm>
            <a:off x="0" y="36021"/>
            <a:ext cx="6324600" cy="895350"/>
          </a:xfrm>
          <a:prstGeom prst="rect">
            <a:avLst/>
          </a:prstGeom>
        </p:spPr>
        <p:txBody>
          <a:bodyPr vert="horz" lIns="91440" tIns="45720" rIns="91440" bIns="45720" rtlCol="0" anchor="ctr">
            <a:normAutofit fontScale="75000" lnSpcReduction="20000"/>
          </a:bodyPr>
          <a:lst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br>
              <a:rPr kumimoji="0" lang="en-IN" sz="4000" b="1" i="0" u="none" strike="noStrike" kern="1200" cap="none" spc="-150" normalizeH="0" baseline="0" noProof="0">
                <a:ln>
                  <a:noFill/>
                </a:ln>
                <a:solidFill>
                  <a:prstClr val="black"/>
                </a:solidFill>
                <a:effectLst/>
                <a:uLnTx/>
                <a:uFillTx/>
                <a:latin typeface="Cambria" panose="02040503050406030204" pitchFamily="18" charset="0"/>
                <a:ea typeface="+mj-ea"/>
                <a:cs typeface="Arial" pitchFamily="34" charset="0"/>
              </a:rPr>
            </a:br>
            <a:r>
              <a:rPr kumimoji="0" lang="en-IN" sz="4000" b="1" i="0" u="none" strike="noStrike" kern="1200" cap="none" spc="-150" normalizeH="0" baseline="0" noProof="0">
                <a:ln>
                  <a:noFill/>
                </a:ln>
                <a:solidFill>
                  <a:prstClr val="black"/>
                </a:solidFill>
                <a:effectLst/>
                <a:uLnTx/>
                <a:uFillTx/>
                <a:latin typeface="Cambria" panose="02040503050406030204" pitchFamily="18" charset="0"/>
                <a:ea typeface="+mj-ea"/>
                <a:cs typeface="Arial" pitchFamily="34" charset="0"/>
              </a:rPr>
              <a:t>Dispelling DevOps Myths </a:t>
            </a:r>
            <a:endParaRPr kumimoji="0" lang="en-IN" sz="4000" b="1" i="0" u="none" strike="noStrike" kern="1200" cap="none" spc="-150" normalizeH="0" baseline="0" noProof="0" dirty="0">
              <a:ln>
                <a:noFill/>
              </a:ln>
              <a:solidFill>
                <a:prstClr val="black"/>
              </a:solidFill>
              <a:effectLst/>
              <a:uLnTx/>
              <a:uFillTx/>
              <a:latin typeface="Cambria" panose="02040503050406030204" pitchFamily="18" charset="0"/>
              <a:ea typeface="+mj-ea"/>
              <a:cs typeface="Arial" pitchFamily="34" charset="0"/>
            </a:endParaRPr>
          </a:p>
        </p:txBody>
      </p:sp>
    </p:spTree>
    <p:extLst>
      <p:ext uri="{BB962C8B-B14F-4D97-AF65-F5344CB8AC3E}">
        <p14:creationId xmlns:p14="http://schemas.microsoft.com/office/powerpoint/2010/main" val="313670777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1703" y="3903171"/>
            <a:ext cx="5508578" cy="144627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 name="Picture 1">
            <a:extLst>
              <a:ext uri="{FF2B5EF4-FFF2-40B4-BE49-F238E27FC236}">
                <a16:creationId xmlns:a16="http://schemas.microsoft.com/office/drawing/2014/main" id="{107673F2-57A2-17BC-B390-4C0984ACAE97}"/>
              </a:ext>
            </a:extLst>
          </p:cNvPr>
          <p:cNvPicPr>
            <a:picLocks noChangeAspect="1"/>
          </p:cNvPicPr>
          <p:nvPr/>
        </p:nvPicPr>
        <p:blipFill>
          <a:blip r:embed="rId4"/>
          <a:stretch>
            <a:fillRect/>
          </a:stretch>
        </p:blipFill>
        <p:spPr>
          <a:xfrm>
            <a:off x="609600" y="1455720"/>
            <a:ext cx="7696200" cy="4894902"/>
          </a:xfrm>
          <a:prstGeom prst="rect">
            <a:avLst/>
          </a:prstGeom>
        </p:spPr>
      </p:pic>
      <p:sp>
        <p:nvSpPr>
          <p:cNvPr id="5" name="Title 3"/>
          <p:cNvSpPr txBox="1">
            <a:spLocks/>
          </p:cNvSpPr>
          <p:nvPr/>
        </p:nvSpPr>
        <p:spPr>
          <a:xfrm>
            <a:off x="0" y="36021"/>
            <a:ext cx="6324600" cy="895350"/>
          </a:xfrm>
          <a:prstGeom prst="rect">
            <a:avLst/>
          </a:prstGeom>
        </p:spPr>
        <p:txBody>
          <a:bodyPr vert="horz" lIns="91440" tIns="45720" rIns="91440" bIns="45720" rtlCol="0" anchor="ctr">
            <a:normAutofit fontScale="75000" lnSpcReduction="20000"/>
          </a:bodyPr>
          <a:lst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br>
              <a:rPr kumimoji="0" lang="en-IN" sz="4000" b="1" i="0" u="none" strike="noStrike" kern="1200" cap="none" spc="-150" normalizeH="0" baseline="0" noProof="0">
                <a:ln>
                  <a:noFill/>
                </a:ln>
                <a:solidFill>
                  <a:prstClr val="black"/>
                </a:solidFill>
                <a:effectLst/>
                <a:uLnTx/>
                <a:uFillTx/>
                <a:latin typeface="Cambria" panose="02040503050406030204" pitchFamily="18" charset="0"/>
                <a:ea typeface="+mj-ea"/>
                <a:cs typeface="Arial" pitchFamily="34" charset="0"/>
              </a:rPr>
            </a:br>
            <a:r>
              <a:rPr kumimoji="0" lang="en-IN" sz="4000" b="1" i="0" u="none" strike="noStrike" kern="1200" cap="none" spc="-150" normalizeH="0" baseline="0" noProof="0">
                <a:ln>
                  <a:noFill/>
                </a:ln>
                <a:solidFill>
                  <a:prstClr val="black"/>
                </a:solidFill>
                <a:effectLst/>
                <a:uLnTx/>
                <a:uFillTx/>
                <a:latin typeface="Cambria" panose="02040503050406030204" pitchFamily="18" charset="0"/>
                <a:ea typeface="+mj-ea"/>
                <a:cs typeface="Arial" pitchFamily="34" charset="0"/>
              </a:rPr>
              <a:t>Dispelling DevOps Myths </a:t>
            </a:r>
            <a:endParaRPr kumimoji="0" lang="en-IN" sz="4000" b="1" i="0" u="none" strike="noStrike" kern="1200" cap="none" spc="-150" normalizeH="0" baseline="0" noProof="0" dirty="0">
              <a:ln>
                <a:noFill/>
              </a:ln>
              <a:solidFill>
                <a:prstClr val="black"/>
              </a:solidFill>
              <a:effectLst/>
              <a:uLnTx/>
              <a:uFillTx/>
              <a:latin typeface="Cambria" panose="02040503050406030204" pitchFamily="18" charset="0"/>
              <a:ea typeface="+mj-ea"/>
              <a:cs typeface="Arial" pitchFamily="34" charset="0"/>
            </a:endParaRPr>
          </a:p>
        </p:txBody>
      </p:sp>
    </p:spTree>
    <p:extLst>
      <p:ext uri="{BB962C8B-B14F-4D97-AF65-F5344CB8AC3E}">
        <p14:creationId xmlns:p14="http://schemas.microsoft.com/office/powerpoint/2010/main" val="138207272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1703" y="3903171"/>
            <a:ext cx="5508578" cy="144627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Title 3"/>
          <p:cNvSpPr>
            <a:spLocks noGrp="1"/>
          </p:cNvSpPr>
          <p:nvPr>
            <p:ph type="title" idx="4294967295"/>
          </p:nvPr>
        </p:nvSpPr>
        <p:spPr>
          <a:xfrm>
            <a:off x="8021" y="228600"/>
            <a:ext cx="6324600" cy="895350"/>
          </a:xfrm>
        </p:spPr>
        <p:txBody>
          <a:bodyPr>
            <a:normAutofit/>
          </a:bodyPr>
          <a:lstStyle/>
          <a:p>
            <a:r>
              <a:rPr lang="en-IN" b="1" dirty="0"/>
              <a:t>Food for Thought - </a:t>
            </a:r>
            <a:endParaRPr lang="en-IN" dirty="0"/>
          </a:p>
        </p:txBody>
      </p:sp>
      <p:sp>
        <p:nvSpPr>
          <p:cNvPr id="3" name="TextBox 2">
            <a:extLst>
              <a:ext uri="{FF2B5EF4-FFF2-40B4-BE49-F238E27FC236}">
                <a16:creationId xmlns:a16="http://schemas.microsoft.com/office/drawing/2014/main" id="{80D86C66-C1D4-FC6C-47DF-B14D550517F4}"/>
              </a:ext>
            </a:extLst>
          </p:cNvPr>
          <p:cNvSpPr txBox="1"/>
          <p:nvPr/>
        </p:nvSpPr>
        <p:spPr>
          <a:xfrm>
            <a:off x="228600" y="1981200"/>
            <a:ext cx="8610600" cy="3244030"/>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What is the life cycle model followed in your project?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What is your role name?</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What are the DevOps tools you use?</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endParaRPr kumimoji="0" lang="en-IN" sz="2800" b="0"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Please share your experience</a:t>
            </a:r>
          </a:p>
        </p:txBody>
      </p:sp>
    </p:spTree>
    <p:extLst>
      <p:ext uri="{BB962C8B-B14F-4D97-AF65-F5344CB8AC3E}">
        <p14:creationId xmlns:p14="http://schemas.microsoft.com/office/powerpoint/2010/main" val="17432073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 y="304800"/>
            <a:ext cx="6477000" cy="765175"/>
          </a:xfrm>
        </p:spPr>
        <p:txBody>
          <a:bodyPr>
            <a:normAutofit fontScale="90000"/>
          </a:bodyPr>
          <a:lstStyle/>
          <a:p>
            <a:r>
              <a:rPr lang="en-IN" dirty="0">
                <a:latin typeface="Cambria" panose="02040503050406030204" pitchFamily="18" charset="0"/>
              </a:rPr>
              <a:t>ITIL </a:t>
            </a:r>
            <a:r>
              <a:rPr lang="en-IN" sz="3100" dirty="0">
                <a:latin typeface="Cambria" panose="02040503050406030204" pitchFamily="18" charset="0"/>
              </a:rPr>
              <a:t>(</a:t>
            </a:r>
            <a:r>
              <a:rPr lang="en-US" sz="3100" b="0" dirty="0">
                <a:latin typeface="Cambria" panose="02040503050406030204" pitchFamily="18" charset="0"/>
              </a:rPr>
              <a:t>Information Technology Infrastructure Library)</a:t>
            </a:r>
            <a:endParaRPr lang="en-IN" sz="3100" dirty="0">
              <a:latin typeface="Cambria" panose="02040503050406030204" pitchFamily="18" charset="0"/>
            </a:endParaRP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b="4615"/>
          <a:stretch/>
        </p:blipFill>
        <p:spPr>
          <a:xfrm>
            <a:off x="457200" y="1371600"/>
            <a:ext cx="8001000" cy="5177118"/>
          </a:xfrm>
          <a:prstGeom prst="rect">
            <a:avLst/>
          </a:prstGeom>
        </p:spPr>
      </p:pic>
    </p:spTree>
    <p:extLst>
      <p:ext uri="{BB962C8B-B14F-4D97-AF65-F5344CB8AC3E}">
        <p14:creationId xmlns:p14="http://schemas.microsoft.com/office/powerpoint/2010/main" val="67295267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1"/>
          <p:cNvSpPr txBox="1">
            <a:spLocks noChangeArrowheads="1"/>
          </p:cNvSpPr>
          <p:nvPr/>
        </p:nvSpPr>
        <p:spPr bwMode="auto">
          <a:xfrm>
            <a:off x="1377026" y="1453599"/>
            <a:ext cx="4766540" cy="8910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a:lnSpc>
                <a:spcPct val="93000"/>
              </a:lnSpc>
              <a:spcBef>
                <a:spcPts val="1425"/>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3200">
                <a:solidFill>
                  <a:srgbClr val="000000"/>
                </a:solidFill>
                <a:latin typeface="Arial" panose="020B0604020202020204" pitchFamily="34" charset="0"/>
                <a:ea typeface="Noto Sans CJK SC Regular" charset="0"/>
                <a:cs typeface="Noto Sans CJK SC Regular" charset="0"/>
              </a:defRPr>
            </a:lvl1pPr>
            <a:lvl2pPr>
              <a:lnSpc>
                <a:spcPct val="93000"/>
              </a:lnSpc>
              <a:spcBef>
                <a:spcPts val="1138"/>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800">
                <a:solidFill>
                  <a:srgbClr val="000000"/>
                </a:solidFill>
                <a:latin typeface="Arial" panose="020B0604020202020204" pitchFamily="34" charset="0"/>
                <a:ea typeface="Noto Sans CJK SC Regular" charset="0"/>
                <a:cs typeface="Noto Sans CJK SC Regular" charset="0"/>
              </a:defRPr>
            </a:lvl2pPr>
            <a:lvl3pPr>
              <a:lnSpc>
                <a:spcPct val="93000"/>
              </a:lnSpc>
              <a:spcBef>
                <a:spcPts val="85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400">
                <a:solidFill>
                  <a:srgbClr val="000000"/>
                </a:solidFill>
                <a:latin typeface="Arial" panose="020B0604020202020204" pitchFamily="34" charset="0"/>
                <a:ea typeface="Noto Sans CJK SC Regular" charset="0"/>
                <a:cs typeface="Noto Sans CJK SC Regular" charset="0"/>
              </a:defRPr>
            </a:lvl3pPr>
            <a:lvl4pPr>
              <a:lnSpc>
                <a:spcPct val="93000"/>
              </a:lnSpc>
              <a:spcBef>
                <a:spcPts val="575"/>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000">
                <a:solidFill>
                  <a:srgbClr val="000000"/>
                </a:solidFill>
                <a:latin typeface="Arial" panose="020B0604020202020204" pitchFamily="34" charset="0"/>
                <a:ea typeface="Noto Sans CJK SC Regular" charset="0"/>
                <a:cs typeface="Noto Sans CJK SC Regular" charset="0"/>
              </a:defRPr>
            </a:lvl4pPr>
            <a:lvl5pPr>
              <a:lnSpc>
                <a:spcPct val="93000"/>
              </a:lnSpc>
              <a:spcBef>
                <a:spcPts val="288"/>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000">
                <a:solidFill>
                  <a:srgbClr val="000000"/>
                </a:solidFill>
                <a:latin typeface="Arial" panose="020B0604020202020204" pitchFamily="34" charset="0"/>
                <a:ea typeface="Noto Sans CJK SC Regular" charset="0"/>
                <a:cs typeface="Noto Sans CJK SC Regular" charset="0"/>
              </a:defRPr>
            </a:lvl5pPr>
            <a:lvl6pPr marL="2514600" indent="-228600" defTabSz="449263" eaLnBrk="0" fontAlgn="base" hangingPunct="0">
              <a:lnSpc>
                <a:spcPct val="93000"/>
              </a:lnSpc>
              <a:spcBef>
                <a:spcPts val="288"/>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000">
                <a:solidFill>
                  <a:srgbClr val="000000"/>
                </a:solidFill>
                <a:latin typeface="Arial" panose="020B0604020202020204" pitchFamily="34" charset="0"/>
                <a:ea typeface="Noto Sans CJK SC Regular" charset="0"/>
                <a:cs typeface="Noto Sans CJK SC Regular" charset="0"/>
              </a:defRPr>
            </a:lvl6pPr>
            <a:lvl7pPr marL="2971800" indent="-228600" defTabSz="449263" eaLnBrk="0" fontAlgn="base" hangingPunct="0">
              <a:lnSpc>
                <a:spcPct val="93000"/>
              </a:lnSpc>
              <a:spcBef>
                <a:spcPts val="288"/>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000">
                <a:solidFill>
                  <a:srgbClr val="000000"/>
                </a:solidFill>
                <a:latin typeface="Arial" panose="020B0604020202020204" pitchFamily="34" charset="0"/>
                <a:ea typeface="Noto Sans CJK SC Regular" charset="0"/>
                <a:cs typeface="Noto Sans CJK SC Regular" charset="0"/>
              </a:defRPr>
            </a:lvl7pPr>
            <a:lvl8pPr marL="3429000" indent="-228600" defTabSz="449263" eaLnBrk="0" fontAlgn="base" hangingPunct="0">
              <a:lnSpc>
                <a:spcPct val="93000"/>
              </a:lnSpc>
              <a:spcBef>
                <a:spcPts val="288"/>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000">
                <a:solidFill>
                  <a:srgbClr val="000000"/>
                </a:solidFill>
                <a:latin typeface="Arial" panose="020B0604020202020204" pitchFamily="34" charset="0"/>
                <a:ea typeface="Noto Sans CJK SC Regular" charset="0"/>
                <a:cs typeface="Noto Sans CJK SC Regular" charset="0"/>
              </a:defRPr>
            </a:lvl8pPr>
            <a:lvl9pPr marL="3886200" indent="-228600" defTabSz="449263" eaLnBrk="0" fontAlgn="base" hangingPunct="0">
              <a:lnSpc>
                <a:spcPct val="93000"/>
              </a:lnSpc>
              <a:spcBef>
                <a:spcPts val="288"/>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000">
                <a:solidFill>
                  <a:srgbClr val="000000"/>
                </a:solidFill>
                <a:latin typeface="Arial" panose="020B0604020202020204" pitchFamily="34" charset="0"/>
                <a:ea typeface="Noto Sans CJK SC Regular" charset="0"/>
                <a:cs typeface="Noto Sans CJK SC Regular" charset="0"/>
              </a:defRPr>
            </a:lvl9pPr>
          </a:lstStyle>
          <a:p>
            <a:pPr marL="0" marR="0" lvl="0" indent="0" algn="l" defTabSz="305678"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a:pPr>
            <a:r>
              <a:rPr kumimoji="0" lang="en-US" sz="1633" b="0" i="0" u="none" strike="noStrike" kern="1200" cap="none" spc="0" normalizeH="0" baseline="0" noProof="0">
                <a:ln>
                  <a:noFill/>
                </a:ln>
                <a:solidFill>
                  <a:srgbClr val="FFFFFF"/>
                </a:solidFill>
                <a:effectLst/>
                <a:uLnTx/>
                <a:uFillTx/>
                <a:latin typeface="Franklin Gothic Demi" panose="020B0703020102020204" pitchFamily="34" charset="0"/>
              </a:rPr>
              <a:t>From Agile to DevOps</a:t>
            </a:r>
          </a:p>
        </p:txBody>
      </p:sp>
      <p:sp>
        <p:nvSpPr>
          <p:cNvPr id="13315" name="Text Box 2"/>
          <p:cNvSpPr txBox="1">
            <a:spLocks noChangeArrowheads="1"/>
          </p:cNvSpPr>
          <p:nvPr/>
        </p:nvSpPr>
        <p:spPr bwMode="auto">
          <a:xfrm>
            <a:off x="1377025" y="5699400"/>
            <a:ext cx="272189" cy="118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0" marR="0" lvl="0" indent="0" algn="r" defTabSz="305678" rtl="0" eaLnBrk="0" fontAlgn="base" latinLnBrk="0" hangingPunct="0">
              <a:lnSpc>
                <a:spcPct val="100000"/>
              </a:lnSpc>
              <a:spcBef>
                <a:spcPct val="0"/>
              </a:spcBef>
              <a:spcAft>
                <a:spcPct val="0"/>
              </a:spcAft>
              <a:buClr>
                <a:srgbClr val="000000"/>
              </a:buClr>
              <a:buSzPct val="100000"/>
              <a:buFontTx/>
              <a:buNone/>
              <a:tabLst/>
              <a:defRPr/>
            </a:pPr>
            <a:endParaRPr kumimoji="0" lang="en-IN" sz="612" b="0" i="0" u="none" strike="noStrike" kern="1200" cap="none" spc="0" normalizeH="0" baseline="0" noProof="0" dirty="0">
              <a:ln>
                <a:noFill/>
              </a:ln>
              <a:solidFill>
                <a:srgbClr val="006BB5"/>
              </a:solidFill>
              <a:effectLst/>
              <a:uLnTx/>
              <a:uFillTx/>
              <a:latin typeface="Franklin Gothic Medium" panose="020B0603020102020204" pitchFamily="34" charset="0"/>
              <a:ea typeface="DejaVu Sans" charset="0"/>
              <a:cs typeface="DejaVu Sans" charset="0"/>
            </a:endParaRPr>
          </a:p>
        </p:txBody>
      </p:sp>
      <p:pic>
        <p:nvPicPr>
          <p:cNvPr id="133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1703" y="3903171"/>
            <a:ext cx="5508578" cy="144627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 name="Content Placeholder 5"/>
          <p:cNvPicPr>
            <a:picLocks noGrp="1" noChangeAspect="1"/>
          </p:cNvPicPr>
          <p:nvPr>
            <p:ph sz="quarter" idx="10"/>
          </p:nvPr>
        </p:nvPicPr>
        <p:blipFill>
          <a:blip r:embed="rId4">
            <a:extLst>
              <a:ext uri="{28A0092B-C50C-407E-A947-70E740481C1C}">
                <a14:useLocalDpi xmlns:a14="http://schemas.microsoft.com/office/drawing/2010/main" val="0"/>
              </a:ext>
            </a:extLst>
          </a:blip>
          <a:stretch>
            <a:fillRect/>
          </a:stretch>
        </p:blipFill>
        <p:spPr>
          <a:xfrm>
            <a:off x="1143000" y="1525189"/>
            <a:ext cx="6411814" cy="4771292"/>
          </a:xfrm>
        </p:spPr>
      </p:pic>
      <p:sp>
        <p:nvSpPr>
          <p:cNvPr id="4" name="Title 3"/>
          <p:cNvSpPr>
            <a:spLocks noGrp="1"/>
          </p:cNvSpPr>
          <p:nvPr>
            <p:ph type="title" idx="4294967295"/>
          </p:nvPr>
        </p:nvSpPr>
        <p:spPr>
          <a:xfrm>
            <a:off x="46037" y="450523"/>
            <a:ext cx="3717925" cy="447675"/>
          </a:xfrm>
        </p:spPr>
        <p:txBody>
          <a:bodyPr>
            <a:noAutofit/>
          </a:bodyPr>
          <a:lstStyle/>
          <a:p>
            <a:r>
              <a:rPr lang="en-IN" dirty="0">
                <a:latin typeface="Cambria" panose="02040503050406030204" pitchFamily="18" charset="0"/>
              </a:rPr>
              <a:t>DevOps System</a:t>
            </a:r>
          </a:p>
        </p:txBody>
      </p:sp>
    </p:spTree>
    <p:extLst>
      <p:ext uri="{BB962C8B-B14F-4D97-AF65-F5344CB8AC3E}">
        <p14:creationId xmlns:p14="http://schemas.microsoft.com/office/powerpoint/2010/main" val="26342520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1703" y="3903171"/>
            <a:ext cx="5508578" cy="144627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 name="Picture 2"/>
          <p:cNvPicPr>
            <a:picLocks noChangeAspect="1"/>
          </p:cNvPicPr>
          <p:nvPr/>
        </p:nvPicPr>
        <p:blipFill rotWithShape="1">
          <a:blip r:embed="rId4"/>
          <a:srcRect l="988" t="13562"/>
          <a:stretch/>
        </p:blipFill>
        <p:spPr>
          <a:xfrm>
            <a:off x="0" y="1600200"/>
            <a:ext cx="8963264" cy="3992502"/>
          </a:xfrm>
          <a:prstGeom prst="rect">
            <a:avLst/>
          </a:prstGeom>
        </p:spPr>
      </p:pic>
      <p:sp>
        <p:nvSpPr>
          <p:cNvPr id="6" name="Title 3">
            <a:extLst>
              <a:ext uri="{FF2B5EF4-FFF2-40B4-BE49-F238E27FC236}">
                <a16:creationId xmlns:a16="http://schemas.microsoft.com/office/drawing/2014/main" id="{E9CCFABC-9B6C-734C-A4A5-792116EE8B26}"/>
              </a:ext>
            </a:extLst>
          </p:cNvPr>
          <p:cNvSpPr txBox="1">
            <a:spLocks/>
          </p:cNvSpPr>
          <p:nvPr/>
        </p:nvSpPr>
        <p:spPr>
          <a:xfrm>
            <a:off x="0" y="533400"/>
            <a:ext cx="7286658" cy="447675"/>
          </a:xfrm>
          <a:prstGeom prst="rect">
            <a:avLst/>
          </a:prstGeom>
        </p:spPr>
        <p:txBody>
          <a:bodyPr vert="horz" lIns="91440" tIns="45720" rIns="91440" bIns="45720" rtlCol="0" anchor="ctr">
            <a:noAutofit/>
          </a:bodyPr>
          <a:lst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IN" sz="3600" b="1" i="0" u="none" strike="noStrike" kern="1200" cap="none" spc="-150" normalizeH="0" baseline="0" noProof="0" dirty="0">
                <a:ln>
                  <a:noFill/>
                </a:ln>
                <a:solidFill>
                  <a:prstClr val="black"/>
                </a:solidFill>
                <a:effectLst/>
                <a:uLnTx/>
                <a:uFillTx/>
                <a:latin typeface="Cambria" panose="02040503050406030204" pitchFamily="18" charset="0"/>
                <a:ea typeface="+mj-ea"/>
                <a:cs typeface="Arial" pitchFamily="34" charset="0"/>
              </a:rPr>
              <a:t>A Typical Deployment Landscape</a:t>
            </a:r>
          </a:p>
        </p:txBody>
      </p:sp>
    </p:spTree>
    <p:extLst>
      <p:ext uri="{BB962C8B-B14F-4D97-AF65-F5344CB8AC3E}">
        <p14:creationId xmlns:p14="http://schemas.microsoft.com/office/powerpoint/2010/main" val="393721723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1703" y="3903171"/>
            <a:ext cx="5508578" cy="144627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 name="Picture 1"/>
          <p:cNvPicPr>
            <a:picLocks noChangeAspect="1"/>
          </p:cNvPicPr>
          <p:nvPr/>
        </p:nvPicPr>
        <p:blipFill>
          <a:blip r:embed="rId4"/>
          <a:stretch>
            <a:fillRect/>
          </a:stretch>
        </p:blipFill>
        <p:spPr>
          <a:xfrm>
            <a:off x="1600200" y="1420648"/>
            <a:ext cx="5791200" cy="5045666"/>
          </a:xfrm>
          <a:prstGeom prst="rect">
            <a:avLst/>
          </a:prstGeom>
        </p:spPr>
      </p:pic>
      <p:sp>
        <p:nvSpPr>
          <p:cNvPr id="4" name="Title 3"/>
          <p:cNvSpPr>
            <a:spLocks noGrp="1"/>
          </p:cNvSpPr>
          <p:nvPr>
            <p:ph type="title" idx="4294967295"/>
          </p:nvPr>
        </p:nvSpPr>
        <p:spPr>
          <a:xfrm>
            <a:off x="228600" y="489792"/>
            <a:ext cx="8153400" cy="447675"/>
          </a:xfrm>
        </p:spPr>
        <p:txBody>
          <a:bodyPr>
            <a:normAutofit fontScale="90000"/>
          </a:bodyPr>
          <a:lstStyle/>
          <a:p>
            <a:r>
              <a:rPr lang="en-IN" dirty="0">
                <a:latin typeface="Cambria" panose="02040503050406030204" pitchFamily="18" charset="0"/>
              </a:rPr>
              <a:t>Test Driven Development</a:t>
            </a:r>
          </a:p>
        </p:txBody>
      </p:sp>
    </p:spTree>
    <p:extLst>
      <p:ext uri="{BB962C8B-B14F-4D97-AF65-F5344CB8AC3E}">
        <p14:creationId xmlns:p14="http://schemas.microsoft.com/office/powerpoint/2010/main" val="96075982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0"/>
          </p:nvPr>
        </p:nvSpPr>
        <p:spPr>
          <a:xfrm>
            <a:off x="0" y="457200"/>
            <a:ext cx="8915400" cy="1143000"/>
          </a:xfrm>
        </p:spPr>
        <p:txBody>
          <a:bodyPr>
            <a:noAutofit/>
          </a:bodyPr>
          <a:lstStyle/>
          <a:p>
            <a:r>
              <a:rPr lang="en-US" sz="3200" dirty="0">
                <a:latin typeface="Cambria" panose="02040503050406030204" pitchFamily="18" charset="0"/>
              </a:rPr>
              <a:t>DevOps Life Cycle Process -</a:t>
            </a:r>
          </a:p>
          <a:p>
            <a:r>
              <a:rPr lang="en-US" sz="2400" b="0" dirty="0">
                <a:latin typeface="Cambria" panose="02040503050406030204" pitchFamily="18" charset="0"/>
              </a:rPr>
              <a:t>(Continuous Integration, Continuous Inspection, Continuous Deployment, Continuous Delivery, Continuous Monitoring)</a:t>
            </a:r>
            <a:endParaRPr lang="en-IN" sz="2400" b="0" dirty="0">
              <a:latin typeface="Cambria" panose="02040503050406030204" pitchFamily="18" charset="0"/>
            </a:endParaRPr>
          </a:p>
        </p:txBody>
      </p:sp>
      <p:pic>
        <p:nvPicPr>
          <p:cNvPr id="7" name="Picture 6"/>
          <p:cNvPicPr>
            <a:picLocks noChangeAspect="1"/>
          </p:cNvPicPr>
          <p:nvPr/>
        </p:nvPicPr>
        <p:blipFill>
          <a:blip r:embed="rId2"/>
          <a:stretch>
            <a:fillRect/>
          </a:stretch>
        </p:blipFill>
        <p:spPr>
          <a:xfrm>
            <a:off x="392586" y="1905000"/>
            <a:ext cx="8289451" cy="4114800"/>
          </a:xfrm>
          <a:prstGeom prst="rect">
            <a:avLst/>
          </a:prstGeom>
        </p:spPr>
      </p:pic>
    </p:spTree>
    <p:extLst>
      <p:ext uri="{BB962C8B-B14F-4D97-AF65-F5344CB8AC3E}">
        <p14:creationId xmlns:p14="http://schemas.microsoft.com/office/powerpoint/2010/main" val="211528480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6042" y="304800"/>
            <a:ext cx="4419600" cy="626869"/>
          </a:xfrm>
          <a:prstGeom prst="rect">
            <a:avLst/>
          </a:prstGeom>
        </p:spPr>
        <p:txBody>
          <a:bodyPr vert="horz" wrap="square" lIns="0" tIns="11206" rIns="0" bIns="0" rtlCol="0">
            <a:spAutoFit/>
          </a:bodyPr>
          <a:lstStyle/>
          <a:p>
            <a:pPr marL="11206">
              <a:spcBef>
                <a:spcPts val="88"/>
              </a:spcBef>
            </a:pPr>
            <a:r>
              <a:rPr spc="31" dirty="0">
                <a:latin typeface="Cambria" panose="02040503050406030204" pitchFamily="18" charset="0"/>
              </a:rPr>
              <a:t>DevOps–</a:t>
            </a:r>
            <a:r>
              <a:rPr spc="-49" dirty="0">
                <a:latin typeface="Cambria" panose="02040503050406030204" pitchFamily="18" charset="0"/>
              </a:rPr>
              <a:t> </a:t>
            </a:r>
            <a:r>
              <a:rPr spc="13" dirty="0">
                <a:latin typeface="Cambria" panose="02040503050406030204" pitchFamily="18" charset="0"/>
              </a:rPr>
              <a:t>Process</a:t>
            </a:r>
          </a:p>
        </p:txBody>
      </p:sp>
      <p:sp>
        <p:nvSpPr>
          <p:cNvPr id="3" name="object 3"/>
          <p:cNvSpPr txBox="1"/>
          <p:nvPr/>
        </p:nvSpPr>
        <p:spPr>
          <a:xfrm>
            <a:off x="228600" y="1433002"/>
            <a:ext cx="8686800" cy="5103939"/>
          </a:xfrm>
          <a:prstGeom prst="rect">
            <a:avLst/>
          </a:prstGeom>
        </p:spPr>
        <p:txBody>
          <a:bodyPr vert="horz" wrap="square" lIns="0" tIns="10646" rIns="0" bIns="0" rtlCol="0">
            <a:spAutoFit/>
          </a:bodyPr>
          <a:lstStyle/>
          <a:p>
            <a:pPr marL="353547" marR="0" lvl="0" indent="-342900" algn="just" defTabSz="914400" rtl="0" eaLnBrk="0" fontAlgn="base" latinLnBrk="0" hangingPunct="0">
              <a:lnSpc>
                <a:spcPct val="100000"/>
              </a:lnSpc>
              <a:spcBef>
                <a:spcPts val="84"/>
              </a:spcBef>
              <a:spcAft>
                <a:spcPct val="0"/>
              </a:spcAft>
              <a:buClrTx/>
              <a:buSzTx/>
              <a:buFont typeface="Arial" panose="020B0604020202020204" pitchFamily="34" charset="0"/>
              <a:buChar char="•"/>
              <a:tabLst>
                <a:tab pos="385503" algn="l"/>
              </a:tabLst>
              <a:defRPr/>
            </a:pP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Processes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define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what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those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people</a:t>
            </a:r>
            <a:r>
              <a:rPr kumimoji="0"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do</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4483" lvl="0" indent="-342900" algn="just" defTabSz="914400" rtl="0" eaLnBrk="0" fontAlgn="base" latinLnBrk="0" hangingPunct="0">
              <a:lnSpc>
                <a:spcPct val="99800"/>
              </a:lnSpc>
              <a:spcBef>
                <a:spcPts val="4"/>
              </a:spcBef>
              <a:spcAft>
                <a:spcPct val="0"/>
              </a:spcAft>
              <a:buClrTx/>
              <a:buSzTx/>
              <a:buFont typeface="Arial" panose="020B0604020202020204" pitchFamily="34" charset="0"/>
              <a:buChar char="•"/>
              <a:tabLst>
                <a:tab pos="385503" algn="l"/>
              </a:tabLst>
              <a:defRPr/>
            </a:pP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	</a:t>
            </a:r>
            <a:r>
              <a:rPr kumimoji="0" lang="en-US"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O</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rganization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can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have </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a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great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culture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of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collaboration, but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if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people </a:t>
            </a:r>
            <a:r>
              <a:rPr kumimoji="0" sz="20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are </a:t>
            </a:r>
            <a:r>
              <a:rPr kumimoji="0" sz="2000" b="0" i="0" u="none" strike="noStrike" kern="1200" cap="none" spc="-62" normalizeH="0" baseline="0" noProof="0" dirty="0">
                <a:ln>
                  <a:noFill/>
                </a:ln>
                <a:solidFill>
                  <a:srgbClr val="FF0000"/>
                </a:solidFill>
                <a:effectLst/>
                <a:uLnTx/>
                <a:uFillTx/>
                <a:latin typeface="Cambria" panose="02040503050406030204" pitchFamily="18" charset="0"/>
                <a:ea typeface="+mn-ea"/>
                <a:cs typeface="Times New Roman"/>
              </a:rPr>
              <a:t> </a:t>
            </a:r>
            <a:r>
              <a:rPr kumimoji="0" sz="2000" b="0" i="0" u="none" strike="noStrike" kern="1200" cap="none" spc="18" normalizeH="0" baseline="0" noProof="0" dirty="0">
                <a:ln>
                  <a:noFill/>
                </a:ln>
                <a:solidFill>
                  <a:srgbClr val="FF0000"/>
                </a:solidFill>
                <a:effectLst/>
                <a:uLnTx/>
                <a:uFillTx/>
                <a:latin typeface="Cambria" panose="02040503050406030204" pitchFamily="18" charset="0"/>
                <a:ea typeface="+mn-ea"/>
                <a:cs typeface="Times New Roman"/>
              </a:rPr>
              <a:t>doing </a:t>
            </a:r>
            <a:r>
              <a:rPr kumimoji="0" sz="2000" b="0" i="0" u="none" strike="noStrike" kern="1200" cap="none" spc="-9" normalizeH="0" baseline="0" noProof="0" dirty="0">
                <a:ln>
                  <a:noFill/>
                </a:ln>
                <a:solidFill>
                  <a:srgbClr val="FF0000"/>
                </a:solidFill>
                <a:effectLst/>
                <a:uLnTx/>
                <a:uFillTx/>
                <a:latin typeface="Cambria" panose="02040503050406030204" pitchFamily="18" charset="0"/>
                <a:ea typeface="+mn-ea"/>
                <a:cs typeface="Times New Roman"/>
              </a:rPr>
              <a:t>the </a:t>
            </a:r>
            <a:r>
              <a:rPr kumimoji="0" sz="2000" b="0" i="0" u="none" strike="noStrike" kern="1200" cap="none" spc="-22" normalizeH="0" baseline="0" noProof="0" dirty="0">
                <a:ln>
                  <a:noFill/>
                </a:ln>
                <a:solidFill>
                  <a:srgbClr val="FF0000"/>
                </a:solidFill>
                <a:effectLst/>
                <a:uLnTx/>
                <a:uFillTx/>
                <a:latin typeface="Cambria" panose="02040503050406030204" pitchFamily="18" charset="0"/>
                <a:ea typeface="+mn-ea"/>
                <a:cs typeface="Times New Roman"/>
              </a:rPr>
              <a:t>wrong </a:t>
            </a:r>
            <a:r>
              <a:rPr kumimoji="0" sz="2000" b="0" i="0" u="none" strike="noStrike" kern="1200" cap="none" spc="9" normalizeH="0" baseline="0" noProof="0" dirty="0">
                <a:ln>
                  <a:noFill/>
                </a:ln>
                <a:solidFill>
                  <a:srgbClr val="FF0000"/>
                </a:solidFill>
                <a:effectLst/>
                <a:uLnTx/>
                <a:uFillTx/>
                <a:latin typeface="Cambria" panose="02040503050406030204" pitchFamily="18" charset="0"/>
                <a:ea typeface="+mn-ea"/>
                <a:cs typeface="Times New Roman"/>
              </a:rPr>
              <a:t>things </a:t>
            </a:r>
            <a:r>
              <a:rPr kumimoji="0" sz="2000" b="0" i="0" u="none" strike="noStrike" kern="1200" cap="none" spc="-79" normalizeH="0" baseline="0" noProof="0" dirty="0">
                <a:ln>
                  <a:noFill/>
                </a:ln>
                <a:solidFill>
                  <a:prstClr val="black"/>
                </a:solidFill>
                <a:effectLst/>
                <a:uLnTx/>
                <a:uFillTx/>
                <a:latin typeface="Cambria" panose="02040503050406030204" pitchFamily="18" charset="0"/>
                <a:ea typeface="+mn-ea"/>
                <a:cs typeface="Times New Roman"/>
              </a:rPr>
              <a:t>or </a:t>
            </a:r>
            <a:r>
              <a:rPr kumimoji="0" sz="2000" b="0" i="0" u="none" strike="noStrike" kern="1200" cap="none" spc="18" normalizeH="0" baseline="0" noProof="0" dirty="0">
                <a:ln>
                  <a:noFill/>
                </a:ln>
                <a:solidFill>
                  <a:srgbClr val="FF0000"/>
                </a:solidFill>
                <a:effectLst/>
                <a:uLnTx/>
                <a:uFillTx/>
                <a:latin typeface="Cambria" panose="02040503050406030204" pitchFamily="18" charset="0"/>
                <a:ea typeface="+mn-ea"/>
                <a:cs typeface="Times New Roman"/>
              </a:rPr>
              <a:t>doing </a:t>
            </a:r>
            <a:r>
              <a:rPr kumimoji="0" sz="2000" b="0" i="0" u="none" strike="noStrike" kern="1200" cap="none" spc="-9" normalizeH="0" baseline="0" noProof="0" dirty="0">
                <a:ln>
                  <a:noFill/>
                </a:ln>
                <a:solidFill>
                  <a:srgbClr val="FF0000"/>
                </a:solidFill>
                <a:effectLst/>
                <a:uLnTx/>
                <a:uFillTx/>
                <a:latin typeface="Cambria" panose="02040503050406030204" pitchFamily="18" charset="0"/>
                <a:ea typeface="+mn-ea"/>
                <a:cs typeface="Times New Roman"/>
              </a:rPr>
              <a:t>the </a:t>
            </a:r>
            <a:r>
              <a:rPr kumimoji="0" sz="2000" b="0" i="0" u="none" strike="noStrike" kern="1200" cap="none" spc="-31" normalizeH="0" baseline="0" noProof="0" dirty="0">
                <a:ln>
                  <a:noFill/>
                </a:ln>
                <a:solidFill>
                  <a:srgbClr val="FF0000"/>
                </a:solidFill>
                <a:effectLst/>
                <a:uLnTx/>
                <a:uFillTx/>
                <a:latin typeface="Cambria" panose="02040503050406030204" pitchFamily="18" charset="0"/>
                <a:ea typeface="+mn-ea"/>
                <a:cs typeface="Times New Roman"/>
              </a:rPr>
              <a:t>right </a:t>
            </a:r>
            <a:r>
              <a:rPr kumimoji="0" sz="2000" b="0" i="0" u="none" strike="noStrike" kern="1200" cap="none" spc="9" normalizeH="0" baseline="0" noProof="0" dirty="0">
                <a:ln>
                  <a:noFill/>
                </a:ln>
                <a:solidFill>
                  <a:srgbClr val="FF0000"/>
                </a:solidFill>
                <a:effectLst/>
                <a:uLnTx/>
                <a:uFillTx/>
                <a:latin typeface="Cambria" panose="02040503050406030204" pitchFamily="18" charset="0"/>
                <a:ea typeface="+mn-ea"/>
                <a:cs typeface="Times New Roman"/>
              </a:rPr>
              <a:t>things </a:t>
            </a:r>
            <a:r>
              <a:rPr kumimoji="0" sz="2000" b="0" i="0" u="none" strike="noStrike" kern="1200" cap="none" spc="-4" normalizeH="0" baseline="0" noProof="0" dirty="0">
                <a:ln>
                  <a:noFill/>
                </a:ln>
                <a:solidFill>
                  <a:srgbClr val="FF0000"/>
                </a:solidFill>
                <a:effectLst/>
                <a:uLnTx/>
                <a:uFillTx/>
                <a:latin typeface="Cambria" panose="02040503050406030204" pitchFamily="18" charset="0"/>
                <a:ea typeface="+mn-ea"/>
                <a:cs typeface="Times New Roman"/>
              </a:rPr>
              <a:t>in </a:t>
            </a:r>
            <a:r>
              <a:rPr kumimoji="0" sz="2000" b="0" i="0" u="none" strike="noStrike" kern="1200" cap="none" spc="0" normalizeH="0" baseline="0" noProof="0" dirty="0">
                <a:ln>
                  <a:noFill/>
                </a:ln>
                <a:solidFill>
                  <a:srgbClr val="FF0000"/>
                </a:solidFill>
                <a:effectLst/>
                <a:uLnTx/>
                <a:uFillTx/>
                <a:latin typeface="Cambria" panose="02040503050406030204" pitchFamily="18" charset="0"/>
                <a:ea typeface="+mn-ea"/>
                <a:cs typeface="Times New Roman"/>
              </a:rPr>
              <a:t>the </a:t>
            </a:r>
            <a:r>
              <a:rPr kumimoji="0" sz="2000" b="0" i="0" u="none" strike="noStrike" kern="1200" cap="none" spc="-22" normalizeH="0" baseline="0" noProof="0" dirty="0">
                <a:ln>
                  <a:noFill/>
                </a:ln>
                <a:solidFill>
                  <a:srgbClr val="FF0000"/>
                </a:solidFill>
                <a:effectLst/>
                <a:uLnTx/>
                <a:uFillTx/>
                <a:latin typeface="Cambria" panose="02040503050406030204" pitchFamily="18" charset="0"/>
                <a:ea typeface="+mn-ea"/>
                <a:cs typeface="Times New Roman"/>
              </a:rPr>
              <a:t>wrong </a:t>
            </a:r>
            <a:r>
              <a:rPr kumimoji="0" sz="2000" b="0" i="0" u="none" strike="noStrike" kern="1200" cap="none" spc="-84" normalizeH="0" baseline="0" noProof="0" dirty="0">
                <a:ln>
                  <a:noFill/>
                </a:ln>
                <a:solidFill>
                  <a:srgbClr val="FF0000"/>
                </a:solidFill>
                <a:effectLst/>
                <a:uLnTx/>
                <a:uFillTx/>
                <a:latin typeface="Cambria" panose="02040503050406030204" pitchFamily="18" charset="0"/>
                <a:ea typeface="+mn-ea"/>
                <a:cs typeface="Times New Roman"/>
              </a:rPr>
              <a:t>way</a:t>
            </a:r>
            <a:r>
              <a:rPr kumimoji="0" sz="2000" b="0" i="0" u="none" strike="noStrike" kern="1200" cap="none" spc="-84"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failure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is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still</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likely.</a:t>
            </a:r>
            <a:endParaRPr kumimoji="0" lang="en-GB"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endParaRPr>
          </a:p>
          <a:p>
            <a:pPr marL="10646" marR="4483" lvl="0" indent="0" algn="just" defTabSz="914400" rtl="0" eaLnBrk="0" fontAlgn="base" latinLnBrk="0" hangingPunct="0">
              <a:lnSpc>
                <a:spcPct val="99800"/>
              </a:lnSpc>
              <a:spcBef>
                <a:spcPts val="4"/>
              </a:spcBef>
              <a:spcAft>
                <a:spcPct val="0"/>
              </a:spcAft>
              <a:buClrTx/>
              <a:buSzTx/>
              <a:buFontTx/>
              <a:buNone/>
              <a:tabLst>
                <a:tab pos="385503" algn="l"/>
              </a:tabLst>
              <a:defRPr/>
            </a:pP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467847" marR="0" lvl="0" indent="-457200" algn="just" defTabSz="914400" rtl="0" eaLnBrk="0" fontAlgn="base" latinLnBrk="0" hangingPunct="0">
              <a:lnSpc>
                <a:spcPts val="2431"/>
              </a:lnSpc>
              <a:spcBef>
                <a:spcPct val="0"/>
              </a:spcBef>
              <a:spcAft>
                <a:spcPct val="0"/>
              </a:spcAft>
              <a:buClrTx/>
              <a:buSzTx/>
              <a:buFont typeface="Arial" panose="020B0604020202020204" pitchFamily="34" charset="0"/>
              <a:buChar char="•"/>
              <a:tabLst>
                <a:tab pos="385503" algn="l"/>
              </a:tabLst>
              <a:defRPr/>
            </a:pPr>
            <a:r>
              <a:rPr kumimoji="0" sz="2400" b="0" i="0" u="none" strike="noStrike" kern="1200" cap="none" spc="-75" normalizeH="0" baseline="0" noProof="0" dirty="0">
                <a:ln>
                  <a:noFill/>
                </a:ln>
                <a:solidFill>
                  <a:srgbClr val="702FA0"/>
                </a:solidFill>
                <a:effectLst/>
                <a:uLnTx/>
                <a:uFillTx/>
                <a:latin typeface="Cambria" panose="02040503050406030204" pitchFamily="18" charset="0"/>
                <a:ea typeface="+mn-ea"/>
                <a:cs typeface="Times New Roman"/>
              </a:rPr>
              <a:t>KEY</a:t>
            </a:r>
            <a:r>
              <a:rPr kumimoji="0" sz="2400" b="0" i="0" u="none" strike="noStrike" kern="1200" cap="none" spc="-18" normalizeH="0" baseline="0" noProof="0" dirty="0">
                <a:ln>
                  <a:noFill/>
                </a:ln>
                <a:solidFill>
                  <a:srgbClr val="702FA0"/>
                </a:solidFill>
                <a:effectLst/>
                <a:uLnTx/>
                <a:uFillTx/>
                <a:latin typeface="Cambria" panose="02040503050406030204" pitchFamily="18" charset="0"/>
                <a:ea typeface="+mn-ea"/>
                <a:cs typeface="Times New Roman"/>
              </a:rPr>
              <a:t> </a:t>
            </a:r>
            <a:r>
              <a:rPr kumimoji="0" sz="2400" b="0" i="0" u="none" strike="noStrike" kern="1200" cap="none" spc="-22" normalizeH="0" baseline="0" noProof="0" dirty="0">
                <a:ln>
                  <a:noFill/>
                </a:ln>
                <a:solidFill>
                  <a:srgbClr val="702FA0"/>
                </a:solidFill>
                <a:effectLst/>
                <a:uLnTx/>
                <a:uFillTx/>
                <a:latin typeface="Cambria" panose="02040503050406030204" pitchFamily="18" charset="0"/>
                <a:ea typeface="+mn-ea"/>
                <a:cs typeface="Times New Roman"/>
              </a:rPr>
              <a:t>PROCESSES</a:t>
            </a:r>
            <a:endPar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10647" marR="0" lvl="0" indent="0" algn="just" defTabSz="914400" rtl="0" eaLnBrk="0" fontAlgn="base" latinLnBrk="0" hangingPunct="0">
              <a:lnSpc>
                <a:spcPct val="100000"/>
              </a:lnSpc>
              <a:spcBef>
                <a:spcPts val="13"/>
              </a:spcBef>
              <a:spcAft>
                <a:spcPct val="0"/>
              </a:spcAft>
              <a:buClrTx/>
              <a:buSzTx/>
              <a:buFontTx/>
              <a:buNone/>
              <a:tabLst>
                <a:tab pos="385503" algn="l"/>
              </a:tabLst>
              <a:defRPr/>
            </a:pPr>
            <a:r>
              <a:rPr kumimoji="0" sz="2400" b="0" i="0" u="none" strike="noStrike" kern="1200" cap="none" spc="-40" normalizeH="0" baseline="0" noProof="0" dirty="0">
                <a:ln>
                  <a:noFill/>
                </a:ln>
                <a:solidFill>
                  <a:srgbClr val="0070BF"/>
                </a:solidFill>
                <a:effectLst/>
                <a:uLnTx/>
                <a:uFillTx/>
                <a:latin typeface="Cambria" panose="02040503050406030204" pitchFamily="18" charset="0"/>
                <a:ea typeface="+mn-ea"/>
                <a:cs typeface="Times New Roman"/>
              </a:rPr>
              <a:t>(1) </a:t>
            </a:r>
            <a:r>
              <a:rPr kumimoji="0" sz="2400" b="0" i="0" u="none" strike="noStrike" kern="1200" cap="none" spc="-31" normalizeH="0" baseline="0" noProof="0" dirty="0">
                <a:ln>
                  <a:noFill/>
                </a:ln>
                <a:solidFill>
                  <a:srgbClr val="0070BF"/>
                </a:solidFill>
                <a:effectLst/>
                <a:uLnTx/>
                <a:uFillTx/>
                <a:latin typeface="Cambria" panose="02040503050406030204" pitchFamily="18" charset="0"/>
                <a:ea typeface="+mn-ea"/>
                <a:cs typeface="Times New Roman"/>
              </a:rPr>
              <a:t>As </a:t>
            </a:r>
            <a:r>
              <a:rPr kumimoji="0" sz="2400" b="0" i="0" u="none" strike="noStrike" kern="1200" cap="none" spc="-40" normalizeH="0" baseline="0" noProof="0" dirty="0">
                <a:ln>
                  <a:noFill/>
                </a:ln>
                <a:solidFill>
                  <a:srgbClr val="0070BF"/>
                </a:solidFill>
                <a:effectLst/>
                <a:uLnTx/>
                <a:uFillTx/>
                <a:latin typeface="Cambria" panose="02040503050406030204" pitchFamily="18" charset="0"/>
                <a:ea typeface="+mn-ea"/>
                <a:cs typeface="Times New Roman"/>
              </a:rPr>
              <a:t>a </a:t>
            </a:r>
            <a:r>
              <a:rPr kumimoji="0" sz="2400" b="0" i="0" u="none" strike="noStrike" kern="1200" cap="none" spc="31" normalizeH="0" baseline="0" noProof="0" dirty="0">
                <a:ln>
                  <a:noFill/>
                </a:ln>
                <a:solidFill>
                  <a:srgbClr val="0070BF"/>
                </a:solidFill>
                <a:effectLst/>
                <a:uLnTx/>
                <a:uFillTx/>
                <a:latin typeface="Cambria" panose="02040503050406030204" pitchFamily="18" charset="0"/>
                <a:ea typeface="+mn-ea"/>
                <a:cs typeface="Times New Roman"/>
              </a:rPr>
              <a:t>Business</a:t>
            </a:r>
            <a:r>
              <a:rPr kumimoji="0" sz="2400" b="0" i="0" u="none" strike="noStrike" kern="1200" cap="none" spc="35" normalizeH="0" baseline="0" noProof="0" dirty="0">
                <a:ln>
                  <a:noFill/>
                </a:ln>
                <a:solidFill>
                  <a:srgbClr val="0070BF"/>
                </a:solidFill>
                <a:effectLst/>
                <a:uLnTx/>
                <a:uFillTx/>
                <a:latin typeface="Cambria" panose="02040503050406030204" pitchFamily="18" charset="0"/>
                <a:ea typeface="+mn-ea"/>
                <a:cs typeface="Times New Roman"/>
              </a:rPr>
              <a:t> </a:t>
            </a:r>
            <a:r>
              <a:rPr kumimoji="0" sz="2400" b="0" i="0" u="none" strike="noStrike" kern="1200" cap="none" spc="13" normalizeH="0" baseline="0" noProof="0" dirty="0">
                <a:ln>
                  <a:noFill/>
                </a:ln>
                <a:solidFill>
                  <a:srgbClr val="0070BF"/>
                </a:solidFill>
                <a:effectLst/>
                <a:uLnTx/>
                <a:uFillTx/>
                <a:latin typeface="Cambria" panose="02040503050406030204" pitchFamily="18" charset="0"/>
                <a:ea typeface="+mn-ea"/>
                <a:cs typeface="Times New Roman"/>
              </a:rPr>
              <a:t>Process</a:t>
            </a:r>
            <a:endPar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5043" lvl="0" indent="-342900" algn="just" defTabSz="914400" rtl="0" eaLnBrk="0" fontAlgn="base" latinLnBrk="0" hangingPunct="0">
              <a:lnSpc>
                <a:spcPct val="114000"/>
              </a:lnSpc>
              <a:spcBef>
                <a:spcPts val="18"/>
              </a:spcBef>
              <a:spcAft>
                <a:spcPct val="0"/>
              </a:spcAft>
              <a:buClrTx/>
              <a:buSzTx/>
              <a:buFont typeface="Arial" panose="020B0604020202020204" pitchFamily="34" charset="0"/>
              <a:buChar char="•"/>
              <a:tabLst>
                <a:tab pos="385503" algn="l"/>
              </a:tabLst>
              <a:defRPr/>
            </a:pP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Makes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 </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business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more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agile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and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improves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its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delivery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of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capabilities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to  customers.</a:t>
            </a:r>
            <a:endPar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5603" lvl="0" indent="-342900" algn="just" defTabSz="914400" rtl="0" eaLnBrk="0" fontAlgn="base" latinLnBrk="0" hangingPunct="0">
              <a:lnSpc>
                <a:spcPct val="114000"/>
              </a:lnSpc>
              <a:spcBef>
                <a:spcPts val="4"/>
              </a:spcBef>
              <a:spcAft>
                <a:spcPct val="0"/>
              </a:spcAft>
              <a:buClrTx/>
              <a:buSzTx/>
              <a:buFont typeface="Arial" panose="020B0604020202020204" pitchFamily="34" charset="0"/>
              <a:buChar char="•"/>
              <a:tabLst>
                <a:tab pos="385503" algn="l"/>
              </a:tabLst>
              <a:defRPr/>
            </a:pP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	</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Business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Process defines collection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of activities </a:t>
            </a:r>
            <a:r>
              <a:rPr kumimoji="0" sz="18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or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tasks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that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produces </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a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specific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result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(service </a:t>
            </a:r>
            <a:r>
              <a:rPr kumimoji="0" sz="18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or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product) </a:t>
            </a:r>
            <a:r>
              <a:rPr kumimoji="0" sz="18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for</a:t>
            </a:r>
            <a:r>
              <a:rPr kumimoji="0" sz="18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customers.</a:t>
            </a:r>
            <a:endPar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5603" lvl="0" indent="-342900" algn="just" defTabSz="914400" rtl="0" eaLnBrk="0" fontAlgn="base" latinLnBrk="0" hangingPunct="0">
              <a:lnSpc>
                <a:spcPct val="114000"/>
              </a:lnSpc>
              <a:spcBef>
                <a:spcPct val="0"/>
              </a:spcBef>
              <a:spcAft>
                <a:spcPct val="0"/>
              </a:spcAft>
              <a:buClrTx/>
              <a:buSzTx/>
              <a:buFont typeface="Arial" panose="020B0604020202020204" pitchFamily="34" charset="0"/>
              <a:buChar char="•"/>
              <a:tabLst>
                <a:tab pos="385503" algn="l"/>
              </a:tabLst>
              <a:defRPr/>
            </a:pP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	</a:t>
            </a:r>
            <a:r>
              <a:rPr kumimoji="0" sz="18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DevOps </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business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process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involves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taking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capabilities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from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the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idea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(typically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identified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with </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business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owners)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through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development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and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testing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to</a:t>
            </a:r>
            <a:r>
              <a:rPr kumimoji="0" sz="18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production.</a:t>
            </a:r>
          </a:p>
          <a:p>
            <a:pPr marL="353546" marR="4483" lvl="0" indent="-342900" algn="just" defTabSz="914400" rtl="0" eaLnBrk="0" fontAlgn="base" latinLnBrk="0" hangingPunct="0">
              <a:lnSpc>
                <a:spcPct val="114000"/>
              </a:lnSpc>
              <a:spcBef>
                <a:spcPct val="0"/>
              </a:spcBef>
              <a:spcAft>
                <a:spcPct val="0"/>
              </a:spcAft>
              <a:buClrTx/>
              <a:buSzTx/>
              <a:buFont typeface="Arial" panose="020B0604020202020204" pitchFamily="34" charset="0"/>
              <a:buChar char="•"/>
              <a:tabLst>
                <a:tab pos="385503" algn="l"/>
              </a:tabLst>
              <a:defRPr/>
            </a:pP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	</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Business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process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isn’t mature </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enough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to </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be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captured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in </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a </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set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of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simple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process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flows. </a:t>
            </a:r>
            <a:r>
              <a:rPr kumimoji="0" sz="1800" b="0" i="0" u="none" strike="noStrike" kern="1200" cap="none" spc="79" normalizeH="0" baseline="0" noProof="0" dirty="0">
                <a:ln>
                  <a:noFill/>
                </a:ln>
                <a:solidFill>
                  <a:prstClr val="black"/>
                </a:solidFill>
                <a:effectLst/>
                <a:uLnTx/>
                <a:uFillTx/>
                <a:latin typeface="Cambria" panose="02040503050406030204" pitchFamily="18" charset="0"/>
                <a:ea typeface="+mn-ea"/>
                <a:cs typeface="Times New Roman"/>
              </a:rPr>
              <a:t>Need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to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identify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areas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of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improvement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both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by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improving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the </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processes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themselves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and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by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introducing</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automation</a:t>
            </a:r>
            <a:r>
              <a:rPr kumimoji="0" lang="en-GB"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t>
            </a:r>
            <a:endPar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457200" y="472334"/>
            <a:ext cx="4876800" cy="626869"/>
          </a:xfrm>
          <a:prstGeom prst="rect">
            <a:avLst/>
          </a:prstGeom>
        </p:spPr>
        <p:txBody>
          <a:bodyPr vert="horz" wrap="square" lIns="0" tIns="11206" rIns="0" bIns="0" rtlCol="0">
            <a:spAutoFit/>
          </a:bodyPr>
          <a:lstStyle/>
          <a:p>
            <a:pPr marL="11206">
              <a:spcBef>
                <a:spcPts val="88"/>
              </a:spcBef>
            </a:pPr>
            <a:r>
              <a:rPr spc="31" dirty="0"/>
              <a:t>DevOps–</a:t>
            </a:r>
            <a:r>
              <a:rPr spc="-49" dirty="0"/>
              <a:t> </a:t>
            </a:r>
            <a:r>
              <a:rPr spc="13" dirty="0"/>
              <a:t>Process</a:t>
            </a:r>
          </a:p>
        </p:txBody>
      </p:sp>
      <p:sp>
        <p:nvSpPr>
          <p:cNvPr id="4" name="object 4"/>
          <p:cNvSpPr txBox="1"/>
          <p:nvPr/>
        </p:nvSpPr>
        <p:spPr>
          <a:xfrm>
            <a:off x="196855" y="1295400"/>
            <a:ext cx="8750289" cy="5064779"/>
          </a:xfrm>
          <a:prstGeom prst="rect">
            <a:avLst/>
          </a:prstGeom>
        </p:spPr>
        <p:txBody>
          <a:bodyPr vert="horz" wrap="square" lIns="0" tIns="12886" rIns="0" bIns="0" rtlCol="0">
            <a:spAutoFit/>
          </a:bodyPr>
          <a:lstStyle/>
          <a:p>
            <a:pPr marL="10647" marR="0" lvl="0" indent="0" algn="l" defTabSz="914400" rtl="0" eaLnBrk="0" fontAlgn="base" latinLnBrk="0" hangingPunct="0">
              <a:lnSpc>
                <a:spcPct val="100000"/>
              </a:lnSpc>
              <a:spcBef>
                <a:spcPts val="101"/>
              </a:spcBef>
              <a:spcAft>
                <a:spcPct val="0"/>
              </a:spcAft>
              <a:buClrTx/>
              <a:buSzTx/>
              <a:buFontTx/>
              <a:buNone/>
              <a:tabLst>
                <a:tab pos="384943" algn="l"/>
                <a:tab pos="385503" algn="l"/>
              </a:tabLst>
              <a:defRPr/>
            </a:pPr>
            <a:r>
              <a:rPr kumimoji="0" sz="28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(2) </a:t>
            </a:r>
            <a:r>
              <a:rPr kumimoji="0" sz="2800" b="0"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Change </a:t>
            </a:r>
            <a:r>
              <a:rPr kumimoji="0" sz="2800" b="0"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management</a:t>
            </a:r>
            <a:r>
              <a:rPr kumimoji="0" sz="2800" b="0" i="0" u="none" strike="noStrike" kern="1200" cap="none" spc="-84" normalizeH="0" baseline="0" noProof="0" dirty="0">
                <a:ln>
                  <a:noFill/>
                </a:ln>
                <a:solidFill>
                  <a:srgbClr val="0070BF"/>
                </a:solidFill>
                <a:effectLst/>
                <a:uLnTx/>
                <a:uFillTx/>
                <a:latin typeface="Cambria" panose="02040503050406030204" pitchFamily="18" charset="0"/>
                <a:ea typeface="+mn-ea"/>
                <a:cs typeface="Times New Roman"/>
              </a:rPr>
              <a:t> </a:t>
            </a:r>
            <a:r>
              <a:rPr kumimoji="0" sz="28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process</a:t>
            </a:r>
            <a:endParaRPr kumimoji="0" sz="2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296396" marR="4483" lvl="0" indent="-285750" algn="l" defTabSz="914400" rtl="0" eaLnBrk="0" fontAlgn="base" latinLnBrk="0" hangingPunct="0">
              <a:lnSpc>
                <a:spcPct val="101099"/>
              </a:lnSpc>
              <a:spcBef>
                <a:spcPts val="26"/>
              </a:spcBef>
              <a:spcAft>
                <a:spcPct val="0"/>
              </a:spcAft>
              <a:buClrTx/>
              <a:buSzTx/>
              <a:buFont typeface="Arial" panose="020B0604020202020204" pitchFamily="34" charset="0"/>
              <a:buChar char="•"/>
              <a:tabLst>
                <a:tab pos="384943" algn="l"/>
                <a:tab pos="385503" algn="l"/>
                <a:tab pos="1056771" algn="l"/>
              </a:tabLst>
              <a:defRPr/>
            </a:pPr>
            <a:r>
              <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Set </a:t>
            </a:r>
            <a:r>
              <a:rPr kumimoji="0" sz="1800" b="0" i="0" u="none" strike="noStrike" kern="1200" cap="none" spc="57"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of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activities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designed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to </a:t>
            </a:r>
            <a:r>
              <a:rPr kumimoji="0" sz="18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control, </a:t>
            </a:r>
            <a:r>
              <a:rPr kumimoji="0" sz="1800" b="0"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manage</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and </a:t>
            </a:r>
            <a:r>
              <a:rPr kumimoji="0" sz="1800" b="0" i="0" u="none" strike="noStrike" kern="1200" cap="none" spc="-40" normalizeH="0" baseline="0" noProof="0" dirty="0">
                <a:ln>
                  <a:noFill/>
                </a:ln>
                <a:solidFill>
                  <a:srgbClr val="0070BF"/>
                </a:solidFill>
                <a:effectLst/>
                <a:uLnTx/>
                <a:uFillTx/>
                <a:latin typeface="Cambria" panose="02040503050406030204" pitchFamily="18" charset="0"/>
                <a:ea typeface="+mn-ea"/>
                <a:cs typeface="Times New Roman"/>
              </a:rPr>
              <a:t>track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change </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by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identifying the </a:t>
            </a:r>
            <a:r>
              <a:rPr kumimoji="0" sz="18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work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products </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that </a:t>
            </a:r>
            <a:r>
              <a:rPr kumimoji="0" sz="18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are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likely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to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change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and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the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processes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used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to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implement </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that</a:t>
            </a:r>
            <a:r>
              <a:rPr kumimoji="0" sz="1800" b="0" i="0" u="none" strike="noStrike" kern="1200" cap="none" spc="326"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change.</a:t>
            </a:r>
            <a:endPar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296396" marR="0" lvl="0" indent="-285750" algn="l" defTabSz="914400" rtl="0" eaLnBrk="0" fontAlgn="base" latinLnBrk="0" hangingPunct="0">
              <a:lnSpc>
                <a:spcPct val="100000"/>
              </a:lnSpc>
              <a:spcBef>
                <a:spcPts val="13"/>
              </a:spcBef>
              <a:spcAft>
                <a:spcPct val="0"/>
              </a:spcAft>
              <a:buClrTx/>
              <a:buSzTx/>
              <a:buFont typeface="Arial" panose="020B0604020202020204" pitchFamily="34" charset="0"/>
              <a:buChar char="•"/>
              <a:tabLst>
                <a:tab pos="384943" algn="l"/>
                <a:tab pos="385503" algn="l"/>
              </a:tabLst>
              <a:defRPr/>
            </a:pP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Traditional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change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management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approaches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tend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to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be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limited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to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change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request</a:t>
            </a:r>
            <a:r>
              <a:rPr kumimoji="0" sz="1800" b="0" i="0" u="none" strike="noStrike" kern="1200" cap="none" spc="-190"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or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defect</a:t>
            </a:r>
            <a:r>
              <a:rPr kumimoji="0" lang="en-GB"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management,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with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limited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capability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to </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trace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the events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between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the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change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requests </a:t>
            </a:r>
            <a:r>
              <a:rPr kumimoji="0" sz="18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or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defects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and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the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associated </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code </a:t>
            </a:r>
            <a:r>
              <a:rPr kumimoji="0" sz="18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or</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 requirements.</a:t>
            </a:r>
            <a:endPar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296396" marR="6724" lvl="0" indent="-285750" algn="l" defTabSz="914400" rtl="0" eaLnBrk="0" fontAlgn="base" latinLnBrk="0" hangingPunct="0">
              <a:lnSpc>
                <a:spcPct val="100600"/>
              </a:lnSpc>
              <a:spcBef>
                <a:spcPts val="9"/>
              </a:spcBef>
              <a:spcAft>
                <a:spcPct val="0"/>
              </a:spcAft>
              <a:buClrTx/>
              <a:buSzTx/>
              <a:buFont typeface="Arial" panose="020B0604020202020204" pitchFamily="34" charset="0"/>
              <a:buChar char="•"/>
              <a:tabLst>
                <a:tab pos="384943" algn="l"/>
                <a:tab pos="385503" algn="l"/>
              </a:tabLst>
              <a:defRPr/>
            </a:pPr>
            <a:r>
              <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Requires </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all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stakeholders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to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be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able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to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view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and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collaborate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on </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all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changes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across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the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software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development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life</a:t>
            </a:r>
            <a:r>
              <a:rPr kumimoji="0" sz="1800" b="0" i="0" u="none" strike="noStrike" kern="1200" cap="none" spc="75"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cycle</a:t>
            </a:r>
          </a:p>
          <a:p>
            <a:pPr marL="296397" marR="0" lvl="0" indent="-285750" algn="l" defTabSz="914400" rtl="0" eaLnBrk="0" fontAlgn="base" latinLnBrk="0" hangingPunct="0">
              <a:lnSpc>
                <a:spcPct val="100000"/>
              </a:lnSpc>
              <a:spcBef>
                <a:spcPts val="22"/>
              </a:spcBef>
              <a:spcAft>
                <a:spcPct val="0"/>
              </a:spcAft>
              <a:buClrTx/>
              <a:buSzTx/>
              <a:buFont typeface="Arial" panose="020B0604020202020204" pitchFamily="34" charset="0"/>
              <a:buChar char="•"/>
              <a:tabLst>
                <a:tab pos="384943" algn="l"/>
                <a:tab pos="385503" algn="l"/>
              </a:tabLst>
              <a:defRPr/>
            </a:pP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Organization </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uses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is </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an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inherent </a:t>
            </a:r>
            <a:r>
              <a:rPr kumimoji="0" sz="18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part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of </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the </a:t>
            </a:r>
            <a:r>
              <a:rPr kumimoji="0" sz="18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broader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DevOps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process</a:t>
            </a:r>
            <a:r>
              <a:rPr kumimoji="0" sz="1800" b="0" i="0" u="none" strike="noStrike" kern="1200" cap="none" spc="163"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flow.</a:t>
            </a:r>
            <a:endPar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296397" marR="0" lvl="0" indent="-285750" algn="l" defTabSz="914400" rtl="0" eaLnBrk="0" fontAlgn="base" latinLnBrk="0" hangingPunct="0">
              <a:lnSpc>
                <a:spcPct val="100000"/>
              </a:lnSpc>
              <a:spcBef>
                <a:spcPts val="9"/>
              </a:spcBef>
              <a:spcAft>
                <a:spcPct val="0"/>
              </a:spcAft>
              <a:buClrTx/>
              <a:buSzTx/>
              <a:buFont typeface="Arial" panose="020B0604020202020204" pitchFamily="34" charset="0"/>
              <a:buChar char="•"/>
              <a:tabLst>
                <a:tab pos="384943" algn="l"/>
                <a:tab pos="385503" algn="l"/>
              </a:tabLst>
              <a:defRPr/>
            </a:pP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Change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management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should include</a:t>
            </a:r>
            <a:r>
              <a:rPr kumimoji="0" sz="1800" b="0" i="0" u="none" strike="noStrike" kern="1200" cap="none" spc="84"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processes</a:t>
            </a:r>
            <a:endPar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629789" marR="0" lvl="1" indent="-285750" algn="l" defTabSz="914400" rtl="0" eaLnBrk="0" fontAlgn="base" latinLnBrk="0" hangingPunct="0">
              <a:lnSpc>
                <a:spcPct val="100000"/>
              </a:lnSpc>
              <a:spcBef>
                <a:spcPts val="22"/>
              </a:spcBef>
              <a:spcAft>
                <a:spcPct val="0"/>
              </a:spcAft>
              <a:buClrTx/>
              <a:buSzTx/>
              <a:buFont typeface="Arial" panose="020B0604020202020204" pitchFamily="34" charset="0"/>
              <a:buChar char="•"/>
              <a:tabLst>
                <a:tab pos="593943" algn="l"/>
              </a:tabLst>
              <a:defRPr/>
            </a:pPr>
            <a:r>
              <a:rPr kumimoji="0" sz="18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Work-item</a:t>
            </a:r>
            <a:r>
              <a:rPr kumimoji="0" sz="18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management</a:t>
            </a:r>
            <a:endPar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629789" marR="0" lvl="1" indent="-285750" algn="l" defTabSz="914400" rtl="0" eaLnBrk="0" fontAlgn="base" latinLnBrk="0" hangingPunct="0">
              <a:lnSpc>
                <a:spcPct val="100000"/>
              </a:lnSpc>
              <a:spcBef>
                <a:spcPts val="9"/>
              </a:spcBef>
              <a:spcAft>
                <a:spcPct val="0"/>
              </a:spcAft>
              <a:buClrTx/>
              <a:buSzTx/>
              <a:buFont typeface="Arial" panose="020B0604020202020204" pitchFamily="34" charset="0"/>
              <a:buChar char="•"/>
              <a:tabLst>
                <a:tab pos="593943" algn="l"/>
              </a:tabLst>
              <a:defRPr/>
            </a:pP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Configurable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work-item</a:t>
            </a:r>
            <a:r>
              <a:rPr kumimoji="0" sz="1800" b="0" i="0" u="none" strike="noStrike" kern="1200" cap="none" spc="101"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workflows</a:t>
            </a:r>
            <a:endPar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629789" marR="0" lvl="1" indent="-285750" algn="l" defTabSz="914400" rtl="0" eaLnBrk="0" fontAlgn="base" latinLnBrk="0" hangingPunct="0">
              <a:lnSpc>
                <a:spcPct val="100000"/>
              </a:lnSpc>
              <a:spcBef>
                <a:spcPts val="22"/>
              </a:spcBef>
              <a:spcAft>
                <a:spcPct val="0"/>
              </a:spcAft>
              <a:buClrTx/>
              <a:buSzTx/>
              <a:buFont typeface="Arial" panose="020B0604020202020204" pitchFamily="34" charset="0"/>
              <a:buChar char="•"/>
              <a:tabLst>
                <a:tab pos="593943" algn="l"/>
              </a:tabLst>
              <a:defRPr/>
            </a:pP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Project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configuration</a:t>
            </a:r>
            <a:r>
              <a:rPr kumimoji="0" sz="18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management</a:t>
            </a:r>
            <a:endPar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629789" marR="0" lvl="1" indent="-285750" algn="l" defTabSz="914400" rtl="0" eaLnBrk="0" fontAlgn="base" latinLnBrk="0" hangingPunct="0">
              <a:lnSpc>
                <a:spcPct val="100000"/>
              </a:lnSpc>
              <a:spcBef>
                <a:spcPts val="13"/>
              </a:spcBef>
              <a:spcAft>
                <a:spcPct val="0"/>
              </a:spcAft>
              <a:buClrTx/>
              <a:buSzTx/>
              <a:buFont typeface="Arial" panose="020B0604020202020204" pitchFamily="34" charset="0"/>
              <a:buChar char="•"/>
              <a:tabLst>
                <a:tab pos="593943" algn="l"/>
              </a:tabLst>
              <a:defRPr/>
            </a:pP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Planning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(agile </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and</a:t>
            </a:r>
            <a:r>
              <a:rPr kumimoji="0" sz="18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iterative)</a:t>
            </a:r>
            <a:endPar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629789" marR="0" lvl="1" indent="-285750" algn="l" defTabSz="914400" rtl="0" eaLnBrk="0" fontAlgn="base" latinLnBrk="0" hangingPunct="0">
              <a:lnSpc>
                <a:spcPct val="100000"/>
              </a:lnSpc>
              <a:spcBef>
                <a:spcPts val="18"/>
              </a:spcBef>
              <a:spcAft>
                <a:spcPct val="0"/>
              </a:spcAft>
              <a:buClrTx/>
              <a:buSzTx/>
              <a:buFont typeface="Arial" panose="020B0604020202020204" pitchFamily="34" charset="0"/>
              <a:buChar char="•"/>
              <a:tabLst>
                <a:tab pos="593943" algn="l"/>
              </a:tabLst>
              <a:defRPr/>
            </a:pP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Role-based </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artifact </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access</a:t>
            </a:r>
            <a:r>
              <a:rPr kumimoji="0" sz="1800" b="0" i="0" u="none" strike="noStrike" kern="1200" cap="none" spc="71"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control</a:t>
            </a:r>
            <a:endPar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296396" marR="4483" lvl="0" indent="-285750" algn="l" defTabSz="914400" rtl="0" eaLnBrk="0" fontAlgn="base" latinLnBrk="0" hangingPunct="0">
              <a:lnSpc>
                <a:spcPts val="1924"/>
              </a:lnSpc>
              <a:spcBef>
                <a:spcPts val="62"/>
              </a:spcBef>
              <a:spcAft>
                <a:spcPct val="0"/>
              </a:spcAft>
              <a:buClrTx/>
              <a:buSzTx/>
              <a:buFont typeface="Arial" panose="020B0604020202020204" pitchFamily="34" charset="0"/>
              <a:buChar char="•"/>
              <a:tabLst>
                <a:tab pos="384943" algn="l"/>
                <a:tab pos="385503" algn="l"/>
              </a:tabLst>
              <a:defRPr/>
            </a:pPr>
            <a:endPar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B2F08D10-2417-668B-4ED0-CCE24608DF37}"/>
              </a:ext>
            </a:extLst>
          </p:cNvPr>
          <p:cNvSpPr>
            <a:spLocks noGrp="1"/>
          </p:cNvSpPr>
          <p:nvPr>
            <p:ph sz="quarter" idx="10"/>
          </p:nvPr>
        </p:nvSpPr>
        <p:spPr/>
        <p:txBody>
          <a:bodyPr/>
          <a:lstStyle/>
          <a:p>
            <a:r>
              <a:rPr lang="en-GB" sz="4000" b="0" dirty="0">
                <a:latin typeface="+mn-lt"/>
              </a:rPr>
              <a:t> </a:t>
            </a:r>
            <a:endParaRPr lang="en-US" sz="4000" b="0" dirty="0">
              <a:latin typeface="+mn-lt"/>
            </a:endParaRPr>
          </a:p>
        </p:txBody>
      </p:sp>
      <p:sp>
        <p:nvSpPr>
          <p:cNvPr id="2" name="object 2"/>
          <p:cNvSpPr txBox="1">
            <a:spLocks noGrp="1"/>
          </p:cNvSpPr>
          <p:nvPr>
            <p:ph type="title" idx="4294967295"/>
          </p:nvPr>
        </p:nvSpPr>
        <p:spPr>
          <a:xfrm>
            <a:off x="36095" y="637942"/>
            <a:ext cx="8458760" cy="565313"/>
          </a:xfrm>
          <a:prstGeom prst="rect">
            <a:avLst/>
          </a:prstGeom>
        </p:spPr>
        <p:txBody>
          <a:bodyPr vert="horz" wrap="square" lIns="0" tIns="11206" rIns="0" bIns="0" rtlCol="0">
            <a:spAutoFit/>
          </a:bodyPr>
          <a:lstStyle/>
          <a:p>
            <a:pPr marL="11206">
              <a:spcBef>
                <a:spcPts val="88"/>
              </a:spcBef>
            </a:pPr>
            <a:r>
              <a:rPr sz="3600" b="0" spc="-13" dirty="0">
                <a:latin typeface="Cambria" panose="02040503050406030204" pitchFamily="18" charset="0"/>
              </a:rPr>
              <a:t>Agile </a:t>
            </a:r>
            <a:r>
              <a:rPr sz="3600" b="0" spc="26" dirty="0">
                <a:latin typeface="Cambria" panose="02040503050406030204" pitchFamily="18" charset="0"/>
              </a:rPr>
              <a:t>methodologies </a:t>
            </a:r>
            <a:r>
              <a:rPr sz="3600" b="0" spc="-93" dirty="0">
                <a:latin typeface="Cambria" panose="02040503050406030204" pitchFamily="18" charset="0"/>
              </a:rPr>
              <a:t>for </a:t>
            </a:r>
            <a:r>
              <a:rPr sz="3600" b="0" spc="-18" dirty="0">
                <a:latin typeface="Cambria" panose="02040503050406030204" pitchFamily="18" charset="0"/>
              </a:rPr>
              <a:t>effective</a:t>
            </a:r>
            <a:r>
              <a:rPr sz="3600" b="0" spc="53" dirty="0">
                <a:latin typeface="Cambria" panose="02040503050406030204" pitchFamily="18" charset="0"/>
              </a:rPr>
              <a:t> </a:t>
            </a:r>
            <a:r>
              <a:rPr sz="3600" b="0" spc="35" dirty="0">
                <a:latin typeface="Cambria" panose="02040503050406030204" pitchFamily="18" charset="0"/>
              </a:rPr>
              <a:t>DevOps</a:t>
            </a:r>
          </a:p>
        </p:txBody>
      </p:sp>
      <p:sp>
        <p:nvSpPr>
          <p:cNvPr id="3" name="object 3"/>
          <p:cNvSpPr txBox="1"/>
          <p:nvPr/>
        </p:nvSpPr>
        <p:spPr>
          <a:xfrm>
            <a:off x="338804" y="3206929"/>
            <a:ext cx="8458760" cy="3716730"/>
          </a:xfrm>
          <a:prstGeom prst="rect">
            <a:avLst/>
          </a:prstGeom>
        </p:spPr>
        <p:txBody>
          <a:bodyPr vert="horz" wrap="square" lIns="0" tIns="12326" rIns="0" bIns="0" rtlCol="0">
            <a:spAutoFit/>
          </a:bodyPr>
          <a:lstStyle/>
          <a:p>
            <a:pPr marL="11206" marR="0" lvl="0" indent="0" algn="l" defTabSz="914400" rtl="0" eaLnBrk="0" fontAlgn="base" latinLnBrk="0" hangingPunct="0">
              <a:lnSpc>
                <a:spcPct val="100000"/>
              </a:lnSpc>
              <a:spcBef>
                <a:spcPts val="97"/>
              </a:spcBef>
              <a:spcAft>
                <a:spcPct val="0"/>
              </a:spcAft>
              <a:buClrTx/>
              <a:buSzTx/>
              <a:buFontTx/>
              <a:buNone/>
              <a:tabLst>
                <a:tab pos="384943" algn="l"/>
              </a:tabLst>
              <a:defRPr/>
            </a:pPr>
            <a:r>
              <a:rPr kumimoji="0" lang="en-US"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Disciplined Agile Delivery phases for each release.</a:t>
            </a:r>
            <a:endPar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296956" marR="0" lvl="0" indent="-285750" algn="just" defTabSz="914400" rtl="0" eaLnBrk="0" fontAlgn="base" latinLnBrk="0" hangingPunct="0">
              <a:lnSpc>
                <a:spcPct val="114000"/>
              </a:lnSpc>
              <a:spcBef>
                <a:spcPts val="97"/>
              </a:spcBef>
              <a:spcAft>
                <a:spcPct val="0"/>
              </a:spcAft>
              <a:buClrTx/>
              <a:buSzTx/>
              <a:buFont typeface="Wingdings" panose="05000000000000000000" pitchFamily="2" charset="2"/>
              <a:buChar char="§"/>
              <a:tabLst>
                <a:tab pos="384943" algn="l"/>
              </a:tabLst>
              <a:defRPr/>
            </a:pPr>
            <a:r>
              <a:rPr kumimoji="0" sz="1800" b="0"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I</a:t>
            </a:r>
            <a:r>
              <a:rPr kumimoji="0" sz="18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n</a:t>
            </a:r>
            <a:r>
              <a:rPr kumimoji="0" sz="1800" b="0" i="0" u="none" strike="noStrike" kern="1200" cap="none" spc="44" normalizeH="0" baseline="0" noProof="0" dirty="0">
                <a:ln>
                  <a:noFill/>
                </a:ln>
                <a:solidFill>
                  <a:srgbClr val="0070BF"/>
                </a:solidFill>
                <a:effectLst/>
                <a:uLnTx/>
                <a:uFillTx/>
                <a:latin typeface="Cambria" panose="02040503050406030204" pitchFamily="18" charset="0"/>
                <a:ea typeface="+mn-ea"/>
                <a:cs typeface="Times New Roman"/>
              </a:rPr>
              <a:t>ce</a:t>
            </a:r>
            <a:r>
              <a:rPr kumimoji="0" sz="18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p</a:t>
            </a:r>
            <a:r>
              <a:rPr kumimoji="0" sz="1800" b="0" i="0" u="none" strike="noStrike" kern="1200" cap="none" spc="-22" normalizeH="0" baseline="0" noProof="0" dirty="0">
                <a:ln>
                  <a:noFill/>
                </a:ln>
                <a:solidFill>
                  <a:srgbClr val="0070BF"/>
                </a:solidFill>
                <a:effectLst/>
                <a:uLnTx/>
                <a:uFillTx/>
                <a:latin typeface="Cambria" panose="02040503050406030204" pitchFamily="18" charset="0"/>
                <a:ea typeface="+mn-ea"/>
                <a:cs typeface="Times New Roman"/>
              </a:rPr>
              <a:t>t</a:t>
            </a:r>
            <a:r>
              <a:rPr kumimoji="0" sz="1800" b="0" i="0" u="none" strike="noStrike" kern="1200" cap="none" spc="0" normalizeH="0" baseline="0" noProof="0" dirty="0">
                <a:ln>
                  <a:noFill/>
                </a:ln>
                <a:solidFill>
                  <a:srgbClr val="0070BF"/>
                </a:solidFill>
                <a:effectLst/>
                <a:uLnTx/>
                <a:uFillTx/>
                <a:latin typeface="Cambria" panose="02040503050406030204" pitchFamily="18" charset="0"/>
                <a:ea typeface="+mn-ea"/>
                <a:cs typeface="Times New Roman"/>
              </a:rPr>
              <a:t>i</a:t>
            </a:r>
            <a:r>
              <a:rPr kumimoji="0" sz="1800" b="0" i="0" u="none" strike="noStrike" kern="1200" cap="none" spc="31" normalizeH="0" baseline="0" noProof="0" dirty="0">
                <a:ln>
                  <a:noFill/>
                </a:ln>
                <a:solidFill>
                  <a:srgbClr val="0070BF"/>
                </a:solidFill>
                <a:effectLst/>
                <a:uLnTx/>
                <a:uFillTx/>
                <a:latin typeface="Cambria" panose="02040503050406030204" pitchFamily="18" charset="0"/>
                <a:ea typeface="+mn-ea"/>
                <a:cs typeface="Times New Roman"/>
              </a:rPr>
              <a:t>o</a:t>
            </a:r>
            <a:r>
              <a:rPr kumimoji="0" sz="1800" b="0"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n</a:t>
            </a:r>
            <a:r>
              <a:rPr kumimoji="0" lang="en-US" sz="1800" b="0" i="0" u="none" strike="noStrike" kern="1200" cap="none" spc="0" normalizeH="0" baseline="0" noProof="0" dirty="0">
                <a:ln>
                  <a:noFill/>
                </a:ln>
                <a:solidFill>
                  <a:srgbClr val="0070BF"/>
                </a:solidFill>
                <a:effectLst/>
                <a:uLnTx/>
                <a:uFillTx/>
                <a:latin typeface="Cambria" panose="02040503050406030204" pitchFamily="18" charset="0"/>
                <a:ea typeface="+mn-ea"/>
                <a:cs typeface="Times New Roman"/>
              </a:rPr>
              <a:t> </a:t>
            </a:r>
            <a:r>
              <a:rPr kumimoji="0" sz="18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ph</a:t>
            </a:r>
            <a:r>
              <a:rPr kumimoji="0" sz="1800" b="0" i="0" u="none" strike="noStrike" kern="1200" cap="none" spc="-49" normalizeH="0" baseline="0" noProof="0" dirty="0">
                <a:ln>
                  <a:noFill/>
                </a:ln>
                <a:solidFill>
                  <a:srgbClr val="0070BF"/>
                </a:solidFill>
                <a:effectLst/>
                <a:uLnTx/>
                <a:uFillTx/>
                <a:latin typeface="Cambria" panose="02040503050406030204" pitchFamily="18" charset="0"/>
                <a:ea typeface="+mn-ea"/>
                <a:cs typeface="Times New Roman"/>
              </a:rPr>
              <a:t>a</a:t>
            </a:r>
            <a:r>
              <a:rPr kumimoji="0" sz="1800" b="0" i="0" u="none" strike="noStrike" kern="1200" cap="none" spc="62" normalizeH="0" baseline="0" noProof="0" dirty="0">
                <a:ln>
                  <a:noFill/>
                </a:ln>
                <a:solidFill>
                  <a:srgbClr val="0070BF"/>
                </a:solidFill>
                <a:effectLst/>
                <a:uLnTx/>
                <a:uFillTx/>
                <a:latin typeface="Cambria" panose="02040503050406030204" pitchFamily="18" charset="0"/>
                <a:ea typeface="+mn-ea"/>
                <a:cs typeface="Times New Roman"/>
              </a:rPr>
              <a:t>s</a:t>
            </a:r>
            <a:r>
              <a:rPr kumimoji="0" sz="1800" b="0" i="0" u="none" strike="noStrike" kern="1200" cap="none" spc="44" normalizeH="0" baseline="0" noProof="0" dirty="0">
                <a:ln>
                  <a:noFill/>
                </a:ln>
                <a:solidFill>
                  <a:srgbClr val="0070BF"/>
                </a:solidFill>
                <a:effectLst/>
                <a:uLnTx/>
                <a:uFillTx/>
                <a:latin typeface="Cambria" panose="02040503050406030204" pitchFamily="18" charset="0"/>
                <a:ea typeface="+mn-ea"/>
                <a:cs typeface="Times New Roman"/>
              </a:rPr>
              <a:t>e</a:t>
            </a:r>
            <a:r>
              <a:rPr kumimoji="0" lang="en-US" sz="1800" b="0" i="0" u="none" strike="noStrike" kern="1200" cap="none" spc="0" normalizeH="0" baseline="0" noProof="0" dirty="0">
                <a:ln>
                  <a:noFill/>
                </a:ln>
                <a:solidFill>
                  <a:srgbClr val="0070BF"/>
                </a:solidFill>
                <a:effectLst/>
                <a:uLnTx/>
                <a:uFillTx/>
                <a:latin typeface="Cambria" panose="02040503050406030204" pitchFamily="18" charset="0"/>
                <a:ea typeface="+mn-ea"/>
                <a:cs typeface="Times New Roman"/>
              </a:rPr>
              <a:t> </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R</a:t>
            </a:r>
            <a:r>
              <a:rPr kumimoji="0" sz="18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e</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l</a:t>
            </a:r>
            <a:r>
              <a:rPr kumimoji="0" sz="18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e</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a</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s</a:t>
            </a:r>
            <a:r>
              <a:rPr kumimoji="0" sz="18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e</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p</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l</a:t>
            </a:r>
            <a:r>
              <a:rPr kumimoji="0" sz="18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a</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n</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n</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n</a:t>
            </a:r>
            <a:r>
              <a:rPr kumimoji="0" sz="1800" b="0" i="0" u="none" strike="noStrike" kern="1200" cap="none" spc="71" normalizeH="0" baseline="0" noProof="0" dirty="0">
                <a:ln>
                  <a:noFill/>
                </a:ln>
                <a:solidFill>
                  <a:prstClr val="black"/>
                </a:solidFill>
                <a:effectLst/>
                <a:uLnTx/>
                <a:uFillTx/>
                <a:latin typeface="Cambria" panose="02040503050406030204" pitchFamily="18" charset="0"/>
                <a:ea typeface="+mn-ea"/>
                <a:cs typeface="Times New Roman"/>
              </a:rPr>
              <a:t>g</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a:t>
            </a:r>
            <a:r>
              <a:rPr kumimoji="0" sz="18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F</a:t>
            </a:r>
            <a:r>
              <a:rPr kumimoji="0" sz="18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e</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a</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t</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u</a:t>
            </a:r>
            <a:r>
              <a:rPr kumimoji="0" sz="1800" b="0" i="0" u="none" strike="noStrike" kern="1200" cap="none" spc="-150" normalizeH="0" baseline="0" noProof="0" dirty="0">
                <a:ln>
                  <a:noFill/>
                </a:ln>
                <a:solidFill>
                  <a:prstClr val="black"/>
                </a:solidFill>
                <a:effectLst/>
                <a:uLnTx/>
                <a:uFillTx/>
                <a:latin typeface="Cambria" panose="02040503050406030204" pitchFamily="18" charset="0"/>
                <a:ea typeface="+mn-ea"/>
                <a:cs typeface="Times New Roman"/>
              </a:rPr>
              <a:t>r</a:t>
            </a:r>
            <a:r>
              <a:rPr kumimoji="0" sz="18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e</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p</a:t>
            </a:r>
            <a:r>
              <a:rPr kumimoji="0" sz="1800" b="0" i="0" u="none" strike="noStrike" kern="1200" cap="none" spc="-150" normalizeH="0" baseline="0" noProof="0" dirty="0">
                <a:ln>
                  <a:noFill/>
                </a:ln>
                <a:solidFill>
                  <a:prstClr val="black"/>
                </a:solidFill>
                <a:effectLst/>
                <a:uLnTx/>
                <a:uFillTx/>
                <a:latin typeface="Cambria" panose="02040503050406030204" pitchFamily="18" charset="0"/>
                <a:ea typeface="+mn-ea"/>
                <a:cs typeface="Times New Roman"/>
              </a:rPr>
              <a:t>r</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a:t>
            </a:r>
            <a:r>
              <a:rPr kumimoji="0" sz="18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o</a:t>
            </a:r>
            <a:r>
              <a:rPr kumimoji="0" sz="1800" b="0" i="0" u="none" strike="noStrike" kern="1200" cap="none" spc="-150" normalizeH="0" baseline="0" noProof="0" dirty="0">
                <a:ln>
                  <a:noFill/>
                </a:ln>
                <a:solidFill>
                  <a:prstClr val="black"/>
                </a:solidFill>
                <a:effectLst/>
                <a:uLnTx/>
                <a:uFillTx/>
                <a:latin typeface="Cambria" panose="02040503050406030204" pitchFamily="18" charset="0"/>
                <a:ea typeface="+mn-ea"/>
                <a:cs typeface="Times New Roman"/>
              </a:rPr>
              <a:t>r</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t</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a:t>
            </a:r>
            <a:r>
              <a:rPr kumimoji="0" sz="18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z</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a</a:t>
            </a:r>
            <a:r>
              <a:rPr kumimoji="0"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t</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a:t>
            </a:r>
            <a:r>
              <a:rPr kumimoji="0" sz="18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o</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n</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t>
            </a:r>
            <a:r>
              <a:rPr kumimoji="0" lang="en-US"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s</a:t>
            </a:r>
            <a:r>
              <a:rPr kumimoji="0" sz="18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c</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h</a:t>
            </a:r>
            <a:r>
              <a:rPr kumimoji="0" sz="18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e</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du</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l</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n</a:t>
            </a:r>
            <a:r>
              <a:rPr kumimoji="0" sz="1800" b="0" i="0" u="none" strike="noStrike" kern="1200" cap="none" spc="66" normalizeH="0" baseline="0" noProof="0" dirty="0">
                <a:ln>
                  <a:noFill/>
                </a:ln>
                <a:solidFill>
                  <a:prstClr val="black"/>
                </a:solidFill>
                <a:effectLst/>
                <a:uLnTx/>
                <a:uFillTx/>
                <a:latin typeface="Cambria" panose="02040503050406030204" pitchFamily="18" charset="0"/>
                <a:ea typeface="+mn-ea"/>
                <a:cs typeface="Times New Roman"/>
              </a:rPr>
              <a:t>g</a:t>
            </a:r>
            <a:r>
              <a:rPr kumimoji="0" sz="18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18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a</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n</a:t>
            </a:r>
            <a:r>
              <a:rPr kumimoji="0"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d</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i</a:t>
            </a:r>
            <a:r>
              <a:rPr kumimoji="0"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n</a:t>
            </a:r>
            <a:r>
              <a:rPr kumimoji="0"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i</a:t>
            </a:r>
            <a:r>
              <a:rPr kumimoji="0" sz="18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t</a:t>
            </a: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a:t>
            </a:r>
            <a:r>
              <a:rPr kumimoji="0" sz="1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a</a:t>
            </a:r>
            <a:r>
              <a:rPr kumimoji="0"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l  </a:t>
            </a:r>
            <a:r>
              <a:rPr kumimoji="0"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requirements</a:t>
            </a:r>
            <a:endParaRPr kumimoji="0" lang="en-US"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endParaRPr>
          </a:p>
          <a:p>
            <a:pPr marL="296956" marR="0" lvl="0" indent="-285750" algn="just" defTabSz="914400" rtl="0" eaLnBrk="0" fontAlgn="base" latinLnBrk="0" hangingPunct="0">
              <a:lnSpc>
                <a:spcPct val="114000"/>
              </a:lnSpc>
              <a:spcBef>
                <a:spcPts val="97"/>
              </a:spcBef>
              <a:spcAft>
                <a:spcPct val="0"/>
              </a:spcAft>
              <a:buClrTx/>
              <a:buSzTx/>
              <a:buFont typeface="Wingdings" panose="05000000000000000000" pitchFamily="2" charset="2"/>
              <a:buChar char="§"/>
              <a:tabLst>
                <a:tab pos="384943" algn="l"/>
              </a:tabLst>
              <a:defRPr/>
            </a:pPr>
            <a:r>
              <a:rPr kumimoji="0" lang="en-US" sz="1800" b="0" i="0" u="none" strike="noStrike" kern="1200" cap="none" spc="-62" normalizeH="0" baseline="0" noProof="0" dirty="0">
                <a:ln>
                  <a:noFill/>
                </a:ln>
                <a:solidFill>
                  <a:srgbClr val="0070BF"/>
                </a:solidFill>
                <a:effectLst/>
                <a:uLnTx/>
                <a:uFillTx/>
                <a:latin typeface="Cambria" panose="02040503050406030204" pitchFamily="18" charset="0"/>
                <a:ea typeface="+mn-ea"/>
                <a:cs typeface="Times New Roman"/>
              </a:rPr>
              <a:t>C</a:t>
            </a:r>
            <a:r>
              <a:rPr kumimoji="0" lang="en-US" sz="1800" b="0" i="0" u="none" strike="noStrike" kern="1200" cap="none" spc="31" normalizeH="0" baseline="0" noProof="0" dirty="0">
                <a:ln>
                  <a:noFill/>
                </a:ln>
                <a:solidFill>
                  <a:srgbClr val="0070BF"/>
                </a:solidFill>
                <a:effectLst/>
                <a:uLnTx/>
                <a:uFillTx/>
                <a:latin typeface="Cambria" panose="02040503050406030204" pitchFamily="18" charset="0"/>
                <a:ea typeface="+mn-ea"/>
                <a:cs typeface="Times New Roman"/>
              </a:rPr>
              <a:t>o</a:t>
            </a:r>
            <a:r>
              <a:rPr kumimoji="0" lang="en-US" sz="18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n</a:t>
            </a:r>
            <a:r>
              <a:rPr kumimoji="0" lang="en-US" sz="1800" b="0" i="0" u="none" strike="noStrike" kern="1200" cap="none" spc="49" normalizeH="0" baseline="0" noProof="0" dirty="0">
                <a:ln>
                  <a:noFill/>
                </a:ln>
                <a:solidFill>
                  <a:srgbClr val="0070BF"/>
                </a:solidFill>
                <a:effectLst/>
                <a:uLnTx/>
                <a:uFillTx/>
                <a:latin typeface="Cambria" panose="02040503050406030204" pitchFamily="18" charset="0"/>
                <a:ea typeface="+mn-ea"/>
                <a:cs typeface="Times New Roman"/>
              </a:rPr>
              <a:t>s</a:t>
            </a:r>
            <a:r>
              <a:rPr kumimoji="0" lang="en-US" sz="1800" b="0" i="0" u="none" strike="noStrike" kern="1200" cap="none" spc="-35" normalizeH="0" baseline="0" noProof="0" dirty="0">
                <a:ln>
                  <a:noFill/>
                </a:ln>
                <a:solidFill>
                  <a:srgbClr val="0070BF"/>
                </a:solidFill>
                <a:effectLst/>
                <a:uLnTx/>
                <a:uFillTx/>
                <a:latin typeface="Cambria" panose="02040503050406030204" pitchFamily="18" charset="0"/>
                <a:ea typeface="+mn-ea"/>
                <a:cs typeface="Times New Roman"/>
              </a:rPr>
              <a:t>t</a:t>
            </a:r>
            <a:r>
              <a:rPr kumimoji="0" lang="en-US" sz="1800" b="0" i="0" u="none" strike="noStrike" kern="1200" cap="none" spc="-119" normalizeH="0" baseline="0" noProof="0" dirty="0">
                <a:ln>
                  <a:noFill/>
                </a:ln>
                <a:solidFill>
                  <a:srgbClr val="0070BF"/>
                </a:solidFill>
                <a:effectLst/>
                <a:uLnTx/>
                <a:uFillTx/>
                <a:latin typeface="Cambria" panose="02040503050406030204" pitchFamily="18" charset="0"/>
                <a:ea typeface="+mn-ea"/>
                <a:cs typeface="Times New Roman"/>
              </a:rPr>
              <a:t>r</a:t>
            </a:r>
            <a:r>
              <a:rPr kumimoji="0" lang="en-US" sz="1800" b="0"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u</a:t>
            </a:r>
            <a:r>
              <a:rPr kumimoji="0" lang="en-US" sz="1800" b="0" i="0" u="none" strike="noStrike" kern="1200" cap="none" spc="44" normalizeH="0" baseline="0" noProof="0" dirty="0">
                <a:ln>
                  <a:noFill/>
                </a:ln>
                <a:solidFill>
                  <a:srgbClr val="0070BF"/>
                </a:solidFill>
                <a:effectLst/>
                <a:uLnTx/>
                <a:uFillTx/>
                <a:latin typeface="Cambria" panose="02040503050406030204" pitchFamily="18" charset="0"/>
                <a:ea typeface="+mn-ea"/>
                <a:cs typeface="Times New Roman"/>
              </a:rPr>
              <a:t>c</a:t>
            </a:r>
            <a:r>
              <a:rPr kumimoji="0" lang="en-US" sz="1800" b="0" i="0" u="none" strike="noStrike" kern="1200" cap="none" spc="-22" normalizeH="0" baseline="0" noProof="0" dirty="0">
                <a:ln>
                  <a:noFill/>
                </a:ln>
                <a:solidFill>
                  <a:srgbClr val="0070BF"/>
                </a:solidFill>
                <a:effectLst/>
                <a:uLnTx/>
                <a:uFillTx/>
                <a:latin typeface="Cambria" panose="02040503050406030204" pitchFamily="18" charset="0"/>
                <a:ea typeface="+mn-ea"/>
                <a:cs typeface="Times New Roman"/>
              </a:rPr>
              <a:t>t</a:t>
            </a:r>
            <a:r>
              <a:rPr kumimoji="0" lang="en-US" sz="1800" b="0" i="0" u="none" strike="noStrike" kern="1200" cap="none" spc="0" normalizeH="0" baseline="0" noProof="0" dirty="0">
                <a:ln>
                  <a:noFill/>
                </a:ln>
                <a:solidFill>
                  <a:srgbClr val="0070BF"/>
                </a:solidFill>
                <a:effectLst/>
                <a:uLnTx/>
                <a:uFillTx/>
                <a:latin typeface="Cambria" panose="02040503050406030204" pitchFamily="18" charset="0"/>
                <a:ea typeface="+mn-ea"/>
                <a:cs typeface="Times New Roman"/>
              </a:rPr>
              <a:t>i</a:t>
            </a:r>
            <a:r>
              <a:rPr kumimoji="0" lang="en-US" sz="1800" b="0" i="0" u="none" strike="noStrike" kern="1200" cap="none" spc="31" normalizeH="0" baseline="0" noProof="0" dirty="0">
                <a:ln>
                  <a:noFill/>
                </a:ln>
                <a:solidFill>
                  <a:srgbClr val="0070BF"/>
                </a:solidFill>
                <a:effectLst/>
                <a:uLnTx/>
                <a:uFillTx/>
                <a:latin typeface="Cambria" panose="02040503050406030204" pitchFamily="18" charset="0"/>
                <a:ea typeface="+mn-ea"/>
                <a:cs typeface="Times New Roman"/>
              </a:rPr>
              <a:t>o</a:t>
            </a:r>
            <a:r>
              <a:rPr kumimoji="0" lang="en-US" sz="1800" b="0"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n</a:t>
            </a:r>
            <a:r>
              <a:rPr kumimoji="0" lang="en-US" sz="1800" b="0" i="0" u="none" strike="noStrike" kern="1200" cap="none" spc="0" normalizeH="0" baseline="0" noProof="0" dirty="0">
                <a:ln>
                  <a:noFill/>
                </a:ln>
                <a:solidFill>
                  <a:srgbClr val="0070BF"/>
                </a:solidFill>
                <a:effectLst/>
                <a:uLnTx/>
                <a:uFillTx/>
                <a:latin typeface="Cambria" panose="02040503050406030204" pitchFamily="18" charset="0"/>
                <a:ea typeface="+mn-ea"/>
                <a:cs typeface="Times New Roman"/>
              </a:rPr>
              <a:t> </a:t>
            </a:r>
            <a:r>
              <a:rPr kumimoji="0" lang="en-US" sz="18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ph</a:t>
            </a:r>
            <a:r>
              <a:rPr kumimoji="0" lang="en-US" sz="1800" b="0" i="0" u="none" strike="noStrike" kern="1200" cap="none" spc="-31" normalizeH="0" baseline="0" noProof="0" dirty="0">
                <a:ln>
                  <a:noFill/>
                </a:ln>
                <a:solidFill>
                  <a:srgbClr val="0070BF"/>
                </a:solidFill>
                <a:effectLst/>
                <a:uLnTx/>
                <a:uFillTx/>
                <a:latin typeface="Cambria" panose="02040503050406030204" pitchFamily="18" charset="0"/>
                <a:ea typeface="+mn-ea"/>
                <a:cs typeface="Times New Roman"/>
              </a:rPr>
              <a:t>a</a:t>
            </a:r>
            <a:r>
              <a:rPr kumimoji="0" lang="en-US" sz="1800" b="0" i="0" u="none" strike="noStrike" kern="1200" cap="none" spc="49" normalizeH="0" baseline="0" noProof="0" dirty="0">
                <a:ln>
                  <a:noFill/>
                </a:ln>
                <a:solidFill>
                  <a:srgbClr val="0070BF"/>
                </a:solidFill>
                <a:effectLst/>
                <a:uLnTx/>
                <a:uFillTx/>
                <a:latin typeface="Cambria" panose="02040503050406030204" pitchFamily="18" charset="0"/>
                <a:ea typeface="+mn-ea"/>
                <a:cs typeface="Times New Roman"/>
              </a:rPr>
              <a:t>s</a:t>
            </a:r>
            <a:r>
              <a:rPr kumimoji="0" lang="en-US" sz="1800" b="0" i="0" u="none" strike="noStrike" kern="1200" cap="none" spc="44" normalizeH="0" baseline="0" noProof="0" dirty="0">
                <a:ln>
                  <a:noFill/>
                </a:ln>
                <a:solidFill>
                  <a:srgbClr val="0070BF"/>
                </a:solidFill>
                <a:effectLst/>
                <a:uLnTx/>
                <a:uFillTx/>
                <a:latin typeface="Cambria" panose="02040503050406030204" pitchFamily="18" charset="0"/>
                <a:ea typeface="+mn-ea"/>
                <a:cs typeface="Times New Roman"/>
              </a:rPr>
              <a:t>e – </a:t>
            </a:r>
            <a:r>
              <a:rPr kumimoji="0" lang="en-US"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management </a:t>
            </a:r>
            <a:r>
              <a:rPr kumimoji="0" lang="en-US"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of </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the </a:t>
            </a:r>
            <a:r>
              <a:rPr kumimoji="0" lang="en-US"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code </a:t>
            </a:r>
            <a:r>
              <a:rPr kumimoji="0" lang="en-US"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branches, </a:t>
            </a:r>
            <a:r>
              <a:rPr kumimoji="0" lang="en-US"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the </a:t>
            </a:r>
            <a:r>
              <a:rPr kumimoji="0" lang="en-US"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use </a:t>
            </a:r>
            <a:r>
              <a:rPr kumimoji="0" lang="en-US"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of </a:t>
            </a:r>
            <a:r>
              <a:rPr kumimoji="0" lang="en-US"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continuous </a:t>
            </a:r>
            <a:r>
              <a:rPr kumimoji="0" lang="en-US"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integration </a:t>
            </a:r>
            <a:r>
              <a:rPr kumimoji="0" lang="en-US"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and </a:t>
            </a:r>
            <a:r>
              <a:rPr kumimoji="0" lang="en-US"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continuous</a:t>
            </a:r>
            <a:r>
              <a:rPr kumimoji="0" lang="en-US" sz="1800" b="0" i="0" u="none" strike="noStrike" kern="1200" cap="none" spc="101" normalizeH="0" baseline="0" noProof="0" dirty="0">
                <a:ln>
                  <a:noFill/>
                </a:ln>
                <a:solidFill>
                  <a:prstClr val="black"/>
                </a:solidFill>
                <a:effectLst/>
                <a:uLnTx/>
                <a:uFillTx/>
                <a:latin typeface="Cambria" panose="02040503050406030204" pitchFamily="18" charset="0"/>
                <a:ea typeface="+mn-ea"/>
                <a:cs typeface="Times New Roman"/>
              </a:rPr>
              <a:t> </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deployment</a:t>
            </a:r>
          </a:p>
          <a:p>
            <a:pPr marL="296397" marR="4483" lvl="0" indent="-285750" algn="just" defTabSz="914400" rtl="0" eaLnBrk="0" fontAlgn="base" latinLnBrk="0" hangingPunct="0">
              <a:lnSpc>
                <a:spcPct val="114000"/>
              </a:lnSpc>
              <a:spcBef>
                <a:spcPts val="4"/>
              </a:spcBef>
              <a:spcAft>
                <a:spcPct val="0"/>
              </a:spcAft>
              <a:buClrTx/>
              <a:buSzTx/>
              <a:buFont typeface="Wingdings" panose="05000000000000000000" pitchFamily="2" charset="2"/>
              <a:buChar char="§"/>
              <a:tabLst>
                <a:tab pos="385503" algn="l"/>
              </a:tabLst>
              <a:defRPr/>
            </a:pPr>
            <a:r>
              <a:rPr kumimoji="0" lang="en-US" sz="1800" b="0"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Transition </a:t>
            </a:r>
            <a:r>
              <a:rPr kumimoji="0" lang="en-US" sz="18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phase </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lang="en-US"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solution </a:t>
            </a:r>
            <a:r>
              <a:rPr kumimoji="0" lang="en-US"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is </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deployed </a:t>
            </a:r>
            <a:r>
              <a:rPr kumimoji="0" lang="en-US"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and </a:t>
            </a:r>
            <a:r>
              <a:rPr kumimoji="0" lang="en-US"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the development team </a:t>
            </a:r>
            <a:r>
              <a:rPr kumimoji="0" lang="en-US"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is </a:t>
            </a:r>
            <a:r>
              <a:rPr kumimoji="0" lang="en-US"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responsible </a:t>
            </a:r>
            <a:r>
              <a:rPr kumimoji="0" lang="en-US" sz="18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for </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the  </a:t>
            </a:r>
            <a:r>
              <a:rPr kumimoji="0" lang="en-US"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deployment, </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monitoring the </a:t>
            </a:r>
            <a:r>
              <a:rPr kumimoji="0" lang="en-US"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process </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of the </a:t>
            </a:r>
            <a:r>
              <a:rPr kumimoji="0" lang="en-US"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deployment, </a:t>
            </a:r>
            <a:r>
              <a:rPr kumimoji="0" lang="en-US" sz="18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deciding </a:t>
            </a:r>
            <a:r>
              <a:rPr kumimoji="0" lang="en-US"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whether </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to </a:t>
            </a:r>
            <a:r>
              <a:rPr kumimoji="0" lang="en-US" sz="18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roll </a:t>
            </a:r>
            <a:r>
              <a:rPr kumimoji="0" lang="en-US"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back and  </a:t>
            </a:r>
            <a:r>
              <a:rPr kumimoji="0" lang="en-US"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when</a:t>
            </a:r>
            <a:endPar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296397" marR="0" lvl="0" indent="-285750" algn="just" defTabSz="914400" rtl="0" eaLnBrk="0" fontAlgn="base" latinLnBrk="0" hangingPunct="0">
              <a:lnSpc>
                <a:spcPct val="114000"/>
              </a:lnSpc>
              <a:spcBef>
                <a:spcPts val="13"/>
              </a:spcBef>
              <a:spcAft>
                <a:spcPct val="0"/>
              </a:spcAft>
              <a:buClrTx/>
              <a:buSzTx/>
              <a:buFont typeface="Wingdings" panose="05000000000000000000" pitchFamily="2" charset="2"/>
              <a:buChar char="§"/>
              <a:tabLst>
                <a:tab pos="385503" algn="l"/>
              </a:tabLst>
              <a:defRPr/>
            </a:pPr>
            <a:r>
              <a:rPr kumimoji="0" lang="en-US" sz="1800" b="0" i="0" u="none" strike="noStrike" kern="1200" cap="none" spc="13" normalizeH="0" baseline="0" noProof="0" dirty="0">
                <a:ln>
                  <a:noFill/>
                </a:ln>
                <a:solidFill>
                  <a:srgbClr val="0070BF"/>
                </a:solidFill>
                <a:effectLst/>
                <a:uLnTx/>
                <a:uFillTx/>
                <a:latin typeface="Cambria" panose="02040503050406030204" pitchFamily="18" charset="0"/>
                <a:ea typeface="+mn-ea"/>
                <a:cs typeface="Times New Roman"/>
              </a:rPr>
              <a:t>Choosing </a:t>
            </a:r>
            <a:r>
              <a:rPr kumimoji="0" lang="en-US" sz="1800" b="0" i="0" u="none" strike="noStrike" kern="1200" cap="none" spc="-31" normalizeH="0" baseline="0" noProof="0" dirty="0">
                <a:ln>
                  <a:noFill/>
                </a:ln>
                <a:solidFill>
                  <a:srgbClr val="0070BF"/>
                </a:solidFill>
                <a:effectLst/>
                <a:uLnTx/>
                <a:uFillTx/>
                <a:latin typeface="Cambria" panose="02040503050406030204" pitchFamily="18" charset="0"/>
                <a:ea typeface="+mn-ea"/>
                <a:cs typeface="Times New Roman"/>
              </a:rPr>
              <a:t>appropriate </a:t>
            </a:r>
            <a:r>
              <a:rPr kumimoji="0" lang="en-US" sz="1800" b="0"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Team </a:t>
            </a:r>
            <a:r>
              <a:rPr kumimoji="0" lang="en-US" sz="1800" b="0"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Size </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lang="en-US" sz="18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size </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of the </a:t>
            </a:r>
            <a:r>
              <a:rPr kumimoji="0" lang="en-US"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team </a:t>
            </a:r>
            <a:r>
              <a:rPr kumimoji="0" lang="en-US"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should </a:t>
            </a:r>
            <a:r>
              <a:rPr kumimoji="0" lang="en-US"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be </a:t>
            </a:r>
            <a:r>
              <a:rPr kumimoji="0" lang="en-US" sz="18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relatively</a:t>
            </a:r>
            <a:r>
              <a:rPr kumimoji="0" lang="en-US" sz="1800" b="0" i="0" u="none" strike="noStrike" kern="1200" cap="none" spc="110" normalizeH="0" baseline="0" noProof="0" dirty="0">
                <a:ln>
                  <a:noFill/>
                </a:ln>
                <a:solidFill>
                  <a:prstClr val="black"/>
                </a:solidFill>
                <a:effectLst/>
                <a:uLnTx/>
                <a:uFillTx/>
                <a:latin typeface="Cambria" panose="02040503050406030204" pitchFamily="18" charset="0"/>
                <a:ea typeface="+mn-ea"/>
                <a:cs typeface="Times New Roman"/>
              </a:rPr>
              <a:t> </a:t>
            </a:r>
            <a:r>
              <a:rPr kumimoji="0" lang="en-US"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small</a:t>
            </a:r>
            <a:endPar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296397" marR="0" lvl="0" indent="-285750" algn="just" defTabSz="914400" rtl="0" eaLnBrk="0" fontAlgn="base" latinLnBrk="0" hangingPunct="0">
              <a:lnSpc>
                <a:spcPct val="114000"/>
              </a:lnSpc>
              <a:spcBef>
                <a:spcPts val="22"/>
              </a:spcBef>
              <a:spcAft>
                <a:spcPct val="0"/>
              </a:spcAft>
              <a:buClrTx/>
              <a:buSzTx/>
              <a:buFont typeface="Wingdings" panose="05000000000000000000" pitchFamily="2" charset="2"/>
              <a:buChar char="§"/>
              <a:tabLst>
                <a:tab pos="385503" algn="l"/>
              </a:tabLst>
              <a:defRPr/>
            </a:pPr>
            <a:r>
              <a:rPr kumimoji="0" lang="en-US" sz="1800" b="0"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Team </a:t>
            </a:r>
            <a:r>
              <a:rPr kumimoji="0" lang="en-US" sz="18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Roles </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lang="en-US"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Team </a:t>
            </a:r>
            <a:r>
              <a:rPr kumimoji="0" lang="en-US"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lead </a:t>
            </a:r>
            <a:r>
              <a:rPr kumimoji="0" lang="en-US" sz="1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(Scrum </a:t>
            </a:r>
            <a:r>
              <a:rPr kumimoji="0" lang="en-US" sz="1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Master) Team </a:t>
            </a:r>
            <a:r>
              <a:rPr kumimoji="0" lang="en-US" sz="1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member</a:t>
            </a:r>
            <a:r>
              <a:rPr kumimoji="0" lang="en-US" sz="1800" b="0" i="0" u="none" strike="noStrike" kern="1200" cap="none" spc="260" normalizeH="0" baseline="0" noProof="0" dirty="0">
                <a:ln>
                  <a:noFill/>
                </a:ln>
                <a:solidFill>
                  <a:prstClr val="black"/>
                </a:solidFill>
                <a:effectLst/>
                <a:uLnTx/>
                <a:uFillTx/>
                <a:latin typeface="Cambria" panose="02040503050406030204" pitchFamily="18" charset="0"/>
                <a:ea typeface="+mn-ea"/>
                <a:cs typeface="Times New Roman"/>
              </a:rPr>
              <a:t> </a:t>
            </a:r>
            <a:r>
              <a:rPr kumimoji="0" lang="en-US" sz="1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(Developer)</a:t>
            </a:r>
            <a:endPar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676311" marR="4483" lvl="0" indent="-374296" algn="l" defTabSz="914400" rtl="0" eaLnBrk="0" fontAlgn="base" latinLnBrk="0" hangingPunct="0">
              <a:lnSpc>
                <a:spcPct val="100600"/>
              </a:lnSpc>
              <a:spcBef>
                <a:spcPts val="9"/>
              </a:spcBef>
              <a:spcAft>
                <a:spcPct val="0"/>
              </a:spcAft>
              <a:buClrTx/>
              <a:buSzTx/>
              <a:buFontTx/>
              <a:buNone/>
              <a:tabLst>
                <a:tab pos="676311" algn="l"/>
                <a:tab pos="1645111" algn="l"/>
                <a:tab pos="2278277" algn="l"/>
                <a:tab pos="2479434" algn="l"/>
                <a:tab pos="3273413" algn="l"/>
                <a:tab pos="4170492" algn="l"/>
                <a:tab pos="5031710" algn="l"/>
                <a:tab pos="6345669" algn="l"/>
                <a:tab pos="7496575" algn="l"/>
                <a:tab pos="7949877" algn="l"/>
              </a:tabLst>
              <a:defRPr/>
            </a:pPr>
            <a:endPar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676311" marR="4483" lvl="0" indent="-374296" algn="l" defTabSz="914400" rtl="0" eaLnBrk="0" fontAlgn="base" latinLnBrk="0" hangingPunct="0">
              <a:lnSpc>
                <a:spcPct val="100600"/>
              </a:lnSpc>
              <a:spcBef>
                <a:spcPts val="9"/>
              </a:spcBef>
              <a:spcAft>
                <a:spcPct val="0"/>
              </a:spcAft>
              <a:buClrTx/>
              <a:buSzTx/>
              <a:buFontTx/>
              <a:buNone/>
              <a:tabLst>
                <a:tab pos="676311" algn="l"/>
                <a:tab pos="1645111" algn="l"/>
                <a:tab pos="2278277" algn="l"/>
                <a:tab pos="2479434" algn="l"/>
                <a:tab pos="3273413" algn="l"/>
                <a:tab pos="4170492" algn="l"/>
                <a:tab pos="5031710" algn="l"/>
                <a:tab pos="6345669" algn="l"/>
                <a:tab pos="7496575" algn="l"/>
                <a:tab pos="7949877" algn="l"/>
              </a:tabLst>
              <a:defRPr/>
            </a:pPr>
            <a:endPar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p:txBody>
      </p:sp>
      <p:sp>
        <p:nvSpPr>
          <p:cNvPr id="5" name="object 5"/>
          <p:cNvSpPr txBox="1"/>
          <p:nvPr/>
        </p:nvSpPr>
        <p:spPr>
          <a:xfrm>
            <a:off x="2901412" y="3979882"/>
            <a:ext cx="5888131" cy="256809"/>
          </a:xfrm>
          <a:prstGeom prst="rect">
            <a:avLst/>
          </a:prstGeom>
        </p:spPr>
        <p:txBody>
          <a:bodyPr vert="horz" wrap="square" lIns="0" tIns="12326" rIns="0" bIns="0" rtlCol="0">
            <a:spAutoFit/>
          </a:bodyPr>
          <a:lstStyle/>
          <a:p>
            <a:pPr marL="11206" marR="0" lvl="0" indent="0" algn="l" defTabSz="914400" rtl="0" eaLnBrk="0" fontAlgn="base" latinLnBrk="0" hangingPunct="0">
              <a:lnSpc>
                <a:spcPct val="100000"/>
              </a:lnSpc>
              <a:spcBef>
                <a:spcPts val="97"/>
              </a:spcBef>
              <a:spcAft>
                <a:spcPct val="0"/>
              </a:spcAft>
              <a:buClrTx/>
              <a:buSzTx/>
              <a:buFontTx/>
              <a:buNone/>
              <a:tabLst>
                <a:tab pos="215725" algn="l"/>
                <a:tab pos="1483178" algn="l"/>
                <a:tab pos="1819932" algn="l"/>
                <a:tab pos="2228409" algn="l"/>
                <a:tab pos="2774724" algn="l"/>
                <a:tab pos="3742964" algn="l"/>
                <a:tab pos="4151441" algn="l"/>
                <a:tab pos="4581769" algn="l"/>
                <a:tab pos="4919084" algn="l"/>
              </a:tabLst>
              <a:defRPr/>
            </a:pPr>
            <a:r>
              <a:rPr kumimoji="0" sz="1600" b="0" i="0" u="none" strike="noStrike" kern="1200" cap="none" spc="0" normalizeH="0" baseline="0" noProof="0" dirty="0">
                <a:ln>
                  <a:noFill/>
                </a:ln>
                <a:solidFill>
                  <a:prstClr val="black"/>
                </a:solidFill>
                <a:effectLst/>
                <a:uLnTx/>
                <a:uFillTx/>
                <a:latin typeface="Calibri"/>
                <a:ea typeface="+mn-ea"/>
                <a:cs typeface="Times New Roman"/>
              </a:rPr>
              <a:t>-	</a:t>
            </a:r>
          </a:p>
        </p:txBody>
      </p:sp>
      <p:sp>
        <p:nvSpPr>
          <p:cNvPr id="7" name="object 7"/>
          <p:cNvSpPr/>
          <p:nvPr/>
        </p:nvSpPr>
        <p:spPr>
          <a:xfrm>
            <a:off x="1592824" y="1417850"/>
            <a:ext cx="5188975" cy="1706702"/>
          </a:xfrm>
          <a:prstGeom prst="rect">
            <a:avLst/>
          </a:prstGeom>
          <a:blipFill>
            <a:blip r:embed="rId2" cstate="print"/>
            <a:stretch>
              <a:fillRect/>
            </a:stretch>
          </a:blip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2000" b="0" i="0" u="none" strike="noStrike" kern="1200" cap="none" spc="0" normalizeH="0" baseline="0" noProof="0">
              <a:ln>
                <a:noFill/>
              </a:ln>
              <a:solidFill>
                <a:prstClr val="black"/>
              </a:solidFill>
              <a:effectLst/>
              <a:uLnTx/>
              <a:uFillTx/>
              <a:latin typeface="Calibri"/>
              <a:ea typeface="+mn-ea"/>
              <a:cs typeface="Arial" panose="020B0604020202020204" pitchFamily="3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2"/>
          <p:cNvSpPr txBox="1">
            <a:spLocks noChangeArrowheads="1"/>
          </p:cNvSpPr>
          <p:nvPr/>
        </p:nvSpPr>
        <p:spPr bwMode="auto">
          <a:xfrm>
            <a:off x="1377025" y="5699400"/>
            <a:ext cx="272189" cy="118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0" marR="0" lvl="0" indent="0" algn="r" defTabSz="305678" rtl="0" eaLnBrk="0" fontAlgn="base" latinLnBrk="0" hangingPunct="0">
              <a:lnSpc>
                <a:spcPct val="100000"/>
              </a:lnSpc>
              <a:spcBef>
                <a:spcPct val="0"/>
              </a:spcBef>
              <a:spcAft>
                <a:spcPct val="0"/>
              </a:spcAft>
              <a:buClr>
                <a:srgbClr val="000000"/>
              </a:buClr>
              <a:buSzPct val="100000"/>
              <a:buFontTx/>
              <a:buNone/>
              <a:tabLst/>
              <a:defRPr/>
            </a:pPr>
            <a:fld id="{9835C510-DCF7-41AE-BC6D-3D6106B26608}" type="slidenum">
              <a:rPr kumimoji="0" lang="en-IN" sz="612" b="0" i="0" u="none" strike="noStrike" kern="1200" cap="none" spc="0" normalizeH="0" baseline="0" noProof="0">
                <a:ln>
                  <a:noFill/>
                </a:ln>
                <a:solidFill>
                  <a:srgbClr val="006BB5"/>
                </a:solidFill>
                <a:effectLst/>
                <a:uLnTx/>
                <a:uFillTx/>
                <a:latin typeface="Franklin Gothic Medium" panose="020B0603020102020204" pitchFamily="34" charset="0"/>
                <a:ea typeface="DejaVu Sans" charset="0"/>
                <a:cs typeface="DejaVu Sans" charset="0"/>
              </a:rPr>
              <a:pPr marL="0" marR="0" lvl="0" indent="0" algn="r" defTabSz="305678" rtl="0" eaLnBrk="0" fontAlgn="base" latinLnBrk="0" hangingPunct="0">
                <a:lnSpc>
                  <a:spcPct val="100000"/>
                </a:lnSpc>
                <a:spcBef>
                  <a:spcPct val="0"/>
                </a:spcBef>
                <a:spcAft>
                  <a:spcPct val="0"/>
                </a:spcAft>
                <a:buClr>
                  <a:srgbClr val="000000"/>
                </a:buClr>
                <a:buSzPct val="100000"/>
                <a:buFontTx/>
                <a:buNone/>
                <a:tabLst/>
                <a:defRPr/>
              </a:pPr>
              <a:t>91</a:t>
            </a:fld>
            <a:endParaRPr kumimoji="0" lang="en-IN" sz="612" b="0" i="0" u="none" strike="noStrike" kern="1200" cap="none" spc="0" normalizeH="0" baseline="0" noProof="0">
              <a:ln>
                <a:noFill/>
              </a:ln>
              <a:solidFill>
                <a:srgbClr val="006BB5"/>
              </a:solidFill>
              <a:effectLst/>
              <a:uLnTx/>
              <a:uFillTx/>
              <a:latin typeface="Franklin Gothic Medium" panose="020B0603020102020204" pitchFamily="34" charset="0"/>
              <a:ea typeface="DejaVu Sans" charset="0"/>
              <a:cs typeface="DejaVu Sans" charset="0"/>
            </a:endParaRPr>
          </a:p>
        </p:txBody>
      </p:sp>
      <p:pic>
        <p:nvPicPr>
          <p:cNvPr id="133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1703" y="3903171"/>
            <a:ext cx="5508578" cy="144627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Content Placeholder 4">
            <a:extLst>
              <a:ext uri="{FF2B5EF4-FFF2-40B4-BE49-F238E27FC236}">
                <a16:creationId xmlns:a16="http://schemas.microsoft.com/office/drawing/2014/main" id="{FC62EF37-69FB-C455-92C7-F76B1DF473A0}"/>
              </a:ext>
            </a:extLst>
          </p:cNvPr>
          <p:cNvSpPr>
            <a:spLocks noGrp="1"/>
          </p:cNvSpPr>
          <p:nvPr>
            <p:ph sz="quarter" idx="10"/>
          </p:nvPr>
        </p:nvSpPr>
        <p:spPr>
          <a:xfrm>
            <a:off x="0" y="177171"/>
            <a:ext cx="6324600" cy="1143000"/>
          </a:xfrm>
        </p:spPr>
        <p:txBody>
          <a:bodyPr/>
          <a:lstStyle/>
          <a:p>
            <a:r>
              <a:rPr lang="en-GB" dirty="0">
                <a:latin typeface="Cambria" panose="02040503050406030204" pitchFamily="18" charset="0"/>
              </a:rPr>
              <a:t>Agile Vs DevOps</a:t>
            </a:r>
            <a:endParaRPr lang="en-US" dirty="0">
              <a:latin typeface="Cambria" panose="02040503050406030204" pitchFamily="18" charset="0"/>
            </a:endParaRPr>
          </a:p>
        </p:txBody>
      </p:sp>
      <p:pic>
        <p:nvPicPr>
          <p:cNvPr id="3" name="Picture 2"/>
          <p:cNvPicPr>
            <a:picLocks noChangeAspect="1"/>
          </p:cNvPicPr>
          <p:nvPr/>
        </p:nvPicPr>
        <p:blipFill>
          <a:blip r:embed="rId4"/>
          <a:stretch>
            <a:fillRect/>
          </a:stretch>
        </p:blipFill>
        <p:spPr>
          <a:xfrm>
            <a:off x="77552" y="1446489"/>
            <a:ext cx="8988896" cy="4913363"/>
          </a:xfrm>
          <a:prstGeom prst="rect">
            <a:avLst/>
          </a:prstGeom>
        </p:spPr>
      </p:pic>
    </p:spTree>
    <p:extLst>
      <p:ext uri="{BB962C8B-B14F-4D97-AF65-F5344CB8AC3E}">
        <p14:creationId xmlns:p14="http://schemas.microsoft.com/office/powerpoint/2010/main" val="320919839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1703" y="3903171"/>
            <a:ext cx="5508578" cy="144627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Content Placeholder 4">
            <a:extLst>
              <a:ext uri="{FF2B5EF4-FFF2-40B4-BE49-F238E27FC236}">
                <a16:creationId xmlns:a16="http://schemas.microsoft.com/office/drawing/2014/main" id="{FC62EF37-69FB-C455-92C7-F76B1DF473A0}"/>
              </a:ext>
            </a:extLst>
          </p:cNvPr>
          <p:cNvSpPr>
            <a:spLocks noGrp="1"/>
          </p:cNvSpPr>
          <p:nvPr>
            <p:ph sz="quarter" idx="10"/>
          </p:nvPr>
        </p:nvSpPr>
        <p:spPr>
          <a:xfrm>
            <a:off x="0" y="152400"/>
            <a:ext cx="6324600" cy="1143000"/>
          </a:xfrm>
        </p:spPr>
        <p:txBody>
          <a:bodyPr/>
          <a:lstStyle/>
          <a:p>
            <a:r>
              <a:rPr lang="en-GB" dirty="0">
                <a:latin typeface="Cambria" panose="02040503050406030204" pitchFamily="18" charset="0"/>
              </a:rPr>
              <a:t>Agile Vs DevOps</a:t>
            </a:r>
            <a:endParaRPr lang="en-US" dirty="0">
              <a:latin typeface="Cambria" panose="02040503050406030204" pitchFamily="18" charset="0"/>
            </a:endParaRPr>
          </a:p>
        </p:txBody>
      </p:sp>
      <p:pic>
        <p:nvPicPr>
          <p:cNvPr id="2" name="Picture 4">
            <a:extLst>
              <a:ext uri="{FF2B5EF4-FFF2-40B4-BE49-F238E27FC236}">
                <a16:creationId xmlns:a16="http://schemas.microsoft.com/office/drawing/2014/main" id="{314DDE60-134C-6239-7074-721EDF48C4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4147" b="4147"/>
          <a:stretch>
            <a:fillRect/>
          </a:stretch>
        </p:blipFill>
        <p:spPr bwMode="auto">
          <a:xfrm>
            <a:off x="380999" y="1524000"/>
            <a:ext cx="8357649" cy="4973502"/>
          </a:xfrm>
          <a:prstGeom prst="rect">
            <a:avLst/>
          </a:prstGeom>
          <a:noFill/>
          <a:ln>
            <a:noFill/>
          </a:ln>
          <a:effectLst/>
          <a:extLst>
            <a:ext uri="{909E8E84-426E-40DD-AFC4-6F175D3DCCD1}">
              <a14:hiddenFill xmlns:a14="http://schemas.microsoft.com/office/drawing/2010/main">
                <a:blipFill dpi="0" rotWithShape="0">
                  <a:blip/>
                  <a:srcRect t="4147" b="4147"/>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4795376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1703" y="3903171"/>
            <a:ext cx="5508578" cy="144627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 name="Content Placeholder 2"/>
          <p:cNvPicPr>
            <a:picLocks noGrp="1" noChangeAspect="1"/>
          </p:cNvPicPr>
          <p:nvPr>
            <p:ph sz="quarter" idx="10"/>
          </p:nvPr>
        </p:nvPicPr>
        <p:blipFill>
          <a:blip r:embed="rId4">
            <a:extLst>
              <a:ext uri="{28A0092B-C50C-407E-A947-70E740481C1C}">
                <a14:useLocalDpi xmlns:a14="http://schemas.microsoft.com/office/drawing/2010/main" val="0"/>
              </a:ext>
            </a:extLst>
          </a:blip>
          <a:stretch>
            <a:fillRect/>
          </a:stretch>
        </p:blipFill>
        <p:spPr>
          <a:xfrm>
            <a:off x="163178" y="1464771"/>
            <a:ext cx="8669867" cy="4876800"/>
          </a:xfrm>
        </p:spPr>
      </p:pic>
      <p:sp>
        <p:nvSpPr>
          <p:cNvPr id="4" name="Title 3"/>
          <p:cNvSpPr>
            <a:spLocks noGrp="1"/>
          </p:cNvSpPr>
          <p:nvPr>
            <p:ph type="title" idx="4294967295"/>
          </p:nvPr>
        </p:nvSpPr>
        <p:spPr>
          <a:xfrm>
            <a:off x="163178" y="520803"/>
            <a:ext cx="4376738" cy="447675"/>
          </a:xfrm>
        </p:spPr>
        <p:txBody>
          <a:bodyPr>
            <a:noAutofit/>
          </a:bodyPr>
          <a:lstStyle/>
          <a:p>
            <a:r>
              <a:rPr lang="en-IN" dirty="0">
                <a:latin typeface="Cambria" panose="02040503050406030204" pitchFamily="18" charset="0"/>
              </a:rPr>
              <a:t>Scrum</a:t>
            </a:r>
          </a:p>
        </p:txBody>
      </p:sp>
    </p:spTree>
    <p:extLst>
      <p:ext uri="{BB962C8B-B14F-4D97-AF65-F5344CB8AC3E}">
        <p14:creationId xmlns:p14="http://schemas.microsoft.com/office/powerpoint/2010/main" val="121000920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1703" y="3903171"/>
            <a:ext cx="5508578" cy="144627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Title 3"/>
          <p:cNvSpPr>
            <a:spLocks noGrp="1"/>
          </p:cNvSpPr>
          <p:nvPr>
            <p:ph type="title" idx="4294967295"/>
          </p:nvPr>
        </p:nvSpPr>
        <p:spPr>
          <a:xfrm>
            <a:off x="36095" y="595573"/>
            <a:ext cx="6324600" cy="447675"/>
          </a:xfrm>
        </p:spPr>
        <p:txBody>
          <a:bodyPr>
            <a:normAutofit fontScale="90000"/>
          </a:bodyPr>
          <a:lstStyle/>
          <a:p>
            <a:r>
              <a:rPr lang="en-IN" dirty="0">
                <a:latin typeface="Cambria" panose="02040503050406030204" pitchFamily="18" charset="0"/>
              </a:rPr>
              <a:t>Test Driven Development</a:t>
            </a:r>
          </a:p>
        </p:txBody>
      </p:sp>
      <p:pic>
        <p:nvPicPr>
          <p:cNvPr id="7" name="Picture 6"/>
          <p:cNvPicPr>
            <a:picLocks noChangeAspect="1"/>
          </p:cNvPicPr>
          <p:nvPr/>
        </p:nvPicPr>
        <p:blipFill>
          <a:blip r:embed="rId4"/>
          <a:stretch>
            <a:fillRect/>
          </a:stretch>
        </p:blipFill>
        <p:spPr>
          <a:xfrm>
            <a:off x="228600" y="1414397"/>
            <a:ext cx="8610600" cy="5088446"/>
          </a:xfrm>
          <a:prstGeom prst="rect">
            <a:avLst/>
          </a:prstGeom>
        </p:spPr>
      </p:pic>
    </p:spTree>
    <p:extLst>
      <p:ext uri="{BB962C8B-B14F-4D97-AF65-F5344CB8AC3E}">
        <p14:creationId xmlns:p14="http://schemas.microsoft.com/office/powerpoint/2010/main" val="301277049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sz="quarter" idx="10"/>
          </p:nvPr>
        </p:nvPicPr>
        <p:blipFill>
          <a:blip r:embed="rId3"/>
          <a:stretch>
            <a:fillRect/>
          </a:stretch>
        </p:blipFill>
        <p:spPr>
          <a:xfrm>
            <a:off x="0" y="1451810"/>
            <a:ext cx="9059749" cy="3473553"/>
          </a:xfrm>
          <a:prstGeom prst="rect">
            <a:avLst/>
          </a:prstGeom>
        </p:spPr>
      </p:pic>
      <p:sp>
        <p:nvSpPr>
          <p:cNvPr id="4" name="Title 3"/>
          <p:cNvSpPr>
            <a:spLocks noGrp="1"/>
          </p:cNvSpPr>
          <p:nvPr>
            <p:ph type="title" idx="4294967295"/>
          </p:nvPr>
        </p:nvSpPr>
        <p:spPr>
          <a:xfrm>
            <a:off x="33250" y="547842"/>
            <a:ext cx="9067800" cy="895350"/>
          </a:xfrm>
        </p:spPr>
        <p:txBody>
          <a:bodyPr>
            <a:normAutofit fontScale="90000"/>
          </a:bodyPr>
          <a:lstStyle/>
          <a:p>
            <a:r>
              <a:rPr lang="en-IN" dirty="0">
                <a:latin typeface="Cambria" panose="02040503050406030204" pitchFamily="18" charset="0"/>
              </a:rPr>
              <a:t>Scrum </a:t>
            </a:r>
            <a:r>
              <a:rPr lang="en-IN" dirty="0" err="1">
                <a:latin typeface="Cambria" panose="02040503050406030204" pitchFamily="18" charset="0"/>
              </a:rPr>
              <a:t>vs</a:t>
            </a:r>
            <a:r>
              <a:rPr lang="en-IN" dirty="0">
                <a:latin typeface="Cambria" panose="02040503050406030204" pitchFamily="18" charset="0"/>
              </a:rPr>
              <a:t> </a:t>
            </a:r>
            <a:r>
              <a:rPr lang="en-IN" dirty="0" err="1">
                <a:latin typeface="Cambria" panose="02040503050406030204" pitchFamily="18" charset="0"/>
              </a:rPr>
              <a:t>Kanban</a:t>
            </a:r>
            <a:r>
              <a:rPr lang="en-IN" dirty="0">
                <a:latin typeface="Cambria" panose="02040503050406030204" pitchFamily="18" charset="0"/>
              </a:rPr>
              <a:t> (Non flow </a:t>
            </a:r>
            <a:r>
              <a:rPr lang="en-IN" dirty="0" err="1">
                <a:latin typeface="Cambria" panose="02040503050406030204" pitchFamily="18" charset="0"/>
              </a:rPr>
              <a:t>vs</a:t>
            </a:r>
            <a:r>
              <a:rPr lang="en-IN" dirty="0">
                <a:latin typeface="Cambria" panose="02040503050406030204" pitchFamily="18" charset="0"/>
              </a:rPr>
              <a:t> flow based)</a:t>
            </a:r>
          </a:p>
        </p:txBody>
      </p:sp>
      <p:sp>
        <p:nvSpPr>
          <p:cNvPr id="5" name="Rectangle 4"/>
          <p:cNvSpPr/>
          <p:nvPr/>
        </p:nvSpPr>
        <p:spPr bwMode="auto">
          <a:xfrm>
            <a:off x="152400" y="5358061"/>
            <a:ext cx="8379971" cy="895351"/>
          </a:xfrm>
          <a:prstGeom prst="rect">
            <a:avLst/>
          </a:prstGeom>
          <a:no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0" marR="0" lvl="0" indent="0" algn="l" defTabSz="336947" rtl="0" eaLnBrk="0" fontAlgn="base" latinLnBrk="0" hangingPunct="0">
              <a:lnSpc>
                <a:spcPct val="93000"/>
              </a:lnSpc>
              <a:spcBef>
                <a:spcPct val="0"/>
              </a:spcBef>
              <a:spcAft>
                <a:spcPct val="0"/>
              </a:spcAft>
              <a:buClr>
                <a:srgbClr val="000000"/>
              </a:buClr>
              <a:buSzPct val="100000"/>
              <a:buFontTx/>
              <a:buNone/>
              <a:tabLst/>
              <a:defRPr/>
            </a:pPr>
            <a:r>
              <a:rPr kumimoji="0" lang="en-US" sz="1800" b="1"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Velocity</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 measures completed stories per iteration. The unit is work per </a:t>
            </a:r>
            <a:r>
              <a:rPr kumimoji="0" lang="en-US" sz="1800" b="1"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time</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 e.g. 4 stories per 2 week iteration. </a:t>
            </a:r>
          </a:p>
          <a:p>
            <a:pPr marL="0" marR="0" lvl="0" indent="0" algn="l" defTabSz="336947" rtl="0" eaLnBrk="0" fontAlgn="base" latinLnBrk="0" hangingPunct="0">
              <a:lnSpc>
                <a:spcPct val="93000"/>
              </a:lnSpc>
              <a:spcBef>
                <a:spcPct val="0"/>
              </a:spcBef>
              <a:spcAft>
                <a:spcPct val="0"/>
              </a:spcAft>
              <a:buClr>
                <a:srgbClr val="000000"/>
              </a:buClr>
              <a:buSzPct val="100000"/>
              <a:buFontTx/>
              <a:buNone/>
              <a:tabLst/>
              <a:defRPr/>
            </a:pPr>
            <a:r>
              <a:rPr kumimoji="0" lang="en-US" sz="1800" b="1"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Cycle time</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 measures the amount of </a:t>
            </a:r>
            <a:r>
              <a:rPr kumimoji="0" lang="en-US" sz="1800" b="1"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time</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 passed working on a story.</a:t>
            </a:r>
            <a:endParaRPr kumimoji="0" lang="en-IN" sz="1350" b="0"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endParaRPr>
          </a:p>
        </p:txBody>
      </p:sp>
    </p:spTree>
    <p:extLst>
      <p:ext uri="{BB962C8B-B14F-4D97-AF65-F5344CB8AC3E}">
        <p14:creationId xmlns:p14="http://schemas.microsoft.com/office/powerpoint/2010/main" val="60896783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609600"/>
            <a:ext cx="7924800" cy="565313"/>
          </a:xfrm>
          <a:prstGeom prst="rect">
            <a:avLst/>
          </a:prstGeom>
        </p:spPr>
        <p:txBody>
          <a:bodyPr vert="horz" wrap="square" lIns="0" tIns="11206" rIns="0" bIns="0" rtlCol="0">
            <a:spAutoFit/>
          </a:bodyPr>
          <a:lstStyle/>
          <a:p>
            <a:pPr marL="11206">
              <a:spcBef>
                <a:spcPts val="88"/>
              </a:spcBef>
            </a:pPr>
            <a:r>
              <a:rPr sz="3600" spc="-35" dirty="0">
                <a:latin typeface="Cambria" panose="02040503050406030204" pitchFamily="18" charset="0"/>
              </a:rPr>
              <a:t>Iteration- </a:t>
            </a:r>
            <a:r>
              <a:rPr sz="3600" spc="-22" dirty="0">
                <a:latin typeface="Cambria" panose="02040503050406030204" pitchFamily="18" charset="0"/>
              </a:rPr>
              <a:t>and </a:t>
            </a:r>
            <a:r>
              <a:rPr sz="3600" spc="9" dirty="0">
                <a:latin typeface="Cambria" panose="02040503050406030204" pitchFamily="18" charset="0"/>
              </a:rPr>
              <a:t>Flow-Based</a:t>
            </a:r>
            <a:r>
              <a:rPr sz="3600" spc="-22" dirty="0">
                <a:latin typeface="Cambria" panose="02040503050406030204" pitchFamily="18" charset="0"/>
              </a:rPr>
              <a:t> </a:t>
            </a:r>
            <a:r>
              <a:rPr sz="3600" spc="-9" dirty="0">
                <a:latin typeface="Cambria" panose="02040503050406030204" pitchFamily="18" charset="0"/>
              </a:rPr>
              <a:t>Agile</a:t>
            </a:r>
          </a:p>
        </p:txBody>
      </p:sp>
      <p:sp>
        <p:nvSpPr>
          <p:cNvPr id="3" name="object 3"/>
          <p:cNvSpPr txBox="1"/>
          <p:nvPr/>
        </p:nvSpPr>
        <p:spPr>
          <a:xfrm>
            <a:off x="152400" y="1447800"/>
            <a:ext cx="8839200" cy="4692754"/>
          </a:xfrm>
          <a:prstGeom prst="rect">
            <a:avLst/>
          </a:prstGeom>
        </p:spPr>
        <p:txBody>
          <a:bodyPr vert="horz" wrap="square" lIns="0" tIns="12886" rIns="0" bIns="0" rtlCol="0">
            <a:spAutoFit/>
          </a:bodyPr>
          <a:lstStyle/>
          <a:p>
            <a:pPr marL="11206" marR="0" lvl="0" indent="0" algn="just" defTabSz="914400" rtl="0" eaLnBrk="0" fontAlgn="base" latinLnBrk="0" hangingPunct="0">
              <a:lnSpc>
                <a:spcPct val="100000"/>
              </a:lnSpc>
              <a:spcBef>
                <a:spcPts val="101"/>
              </a:spcBef>
              <a:spcAft>
                <a:spcPct val="0"/>
              </a:spcAft>
              <a:buClrTx/>
              <a:buSzTx/>
              <a:buFontTx/>
              <a:buNone/>
              <a:tabLst/>
              <a:defRPr/>
            </a:pPr>
            <a:r>
              <a:rPr kumimoji="0" sz="2800" b="0" i="0" u="none" strike="noStrike" kern="1200" cap="none" spc="-26" normalizeH="0" baseline="0" noProof="0" dirty="0">
                <a:ln>
                  <a:noFill/>
                </a:ln>
                <a:solidFill>
                  <a:srgbClr val="0070BF"/>
                </a:solidFill>
                <a:effectLst/>
                <a:uLnTx/>
                <a:uFillTx/>
                <a:latin typeface="Cambria" panose="02040503050406030204" pitchFamily="18" charset="0"/>
                <a:ea typeface="+mn-ea"/>
                <a:cs typeface="Times New Roman"/>
              </a:rPr>
              <a:t>Iteration </a:t>
            </a:r>
            <a:r>
              <a:rPr kumimoji="0" sz="28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based</a:t>
            </a:r>
            <a:r>
              <a:rPr kumimoji="0" sz="2800" b="0" i="0" u="none" strike="noStrike" kern="1200" cap="none" spc="35" normalizeH="0" baseline="0" noProof="0" dirty="0">
                <a:ln>
                  <a:noFill/>
                </a:ln>
                <a:solidFill>
                  <a:srgbClr val="0070BF"/>
                </a:solidFill>
                <a:effectLst/>
                <a:uLnTx/>
                <a:uFillTx/>
                <a:latin typeface="Cambria" panose="02040503050406030204" pitchFamily="18" charset="0"/>
                <a:ea typeface="+mn-ea"/>
                <a:cs typeface="Times New Roman"/>
              </a:rPr>
              <a:t> </a:t>
            </a:r>
            <a:r>
              <a:rPr kumimoji="0" sz="2800" b="0"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Agile</a:t>
            </a:r>
            <a:endParaRPr kumimoji="0" sz="2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467846" marR="5603" lvl="0" indent="-457200" algn="just" defTabSz="914400" rtl="0" eaLnBrk="0" fontAlgn="base" latinLnBrk="0" hangingPunct="0">
              <a:lnSpc>
                <a:spcPct val="101600"/>
              </a:lnSpc>
              <a:spcBef>
                <a:spcPts val="22"/>
              </a:spcBef>
              <a:spcAft>
                <a:spcPct val="0"/>
              </a:spcAft>
              <a:buClrTx/>
              <a:buSzTx/>
              <a:buFont typeface="Wingdings" panose="05000000000000000000" pitchFamily="2" charset="2"/>
              <a:buChar char="§"/>
              <a:tabLst>
                <a:tab pos="384943" algn="l"/>
                <a:tab pos="385503" algn="l"/>
              </a:tabLst>
              <a:defRPr/>
            </a:pP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Requires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an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initial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prioritization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of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features,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which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then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allows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team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to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start </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work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by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progressing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from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highest </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priority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feature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down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to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a:t>
            </a:r>
            <a:r>
              <a:rPr kumimoji="0" sz="2000" b="0" i="0" u="none" strike="noStrike" kern="1200" cap="none" spc="97"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lowest.</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467846" marR="5043" lvl="0" indent="-457200" algn="just" defTabSz="914400" rtl="0" eaLnBrk="0" fontAlgn="base" latinLnBrk="0" hangingPunct="0">
              <a:lnSpc>
                <a:spcPts val="2100"/>
              </a:lnSpc>
              <a:spcBef>
                <a:spcPts val="71"/>
              </a:spcBef>
              <a:spcAft>
                <a:spcPct val="0"/>
              </a:spcAft>
              <a:buClrTx/>
              <a:buSzTx/>
              <a:buFont typeface="Wingdings" panose="05000000000000000000" pitchFamily="2" charset="2"/>
              <a:buChar char="§"/>
              <a:tabLst>
                <a:tab pos="384943" algn="l"/>
                <a:tab pos="385503" algn="l"/>
              </a:tabLst>
              <a:defRPr/>
            </a:pP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The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iterations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are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regularly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spaced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out in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constant,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equal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intervals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(thus the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name)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which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then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builds up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a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cycle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that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the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team </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becomes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familiar</a:t>
            </a:r>
            <a:r>
              <a:rPr kumimoji="0"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with.</a:t>
            </a:r>
          </a:p>
          <a:p>
            <a:pPr marL="467847" marR="0" lvl="0" indent="-457200" algn="just" defTabSz="914400" rtl="0" eaLnBrk="0" fontAlgn="base" latinLnBrk="0" hangingPunct="0">
              <a:lnSpc>
                <a:spcPts val="2016"/>
              </a:lnSpc>
              <a:spcBef>
                <a:spcPct val="0"/>
              </a:spcBef>
              <a:spcAft>
                <a:spcPct val="0"/>
              </a:spcAft>
              <a:buClrTx/>
              <a:buSzTx/>
              <a:buFont typeface="Wingdings" panose="05000000000000000000" pitchFamily="2" charset="2"/>
              <a:buChar char="§"/>
              <a:tabLst>
                <a:tab pos="384943" algn="l"/>
                <a:tab pos="385503" algn="l"/>
              </a:tabLst>
              <a:defRPr/>
            </a:pPr>
            <a:r>
              <a:rPr kumimoji="0" sz="2000" b="0" i="0" u="none" strike="noStrike" kern="1200" cap="none" spc="-97" normalizeH="0" baseline="0" noProof="0" dirty="0">
                <a:ln>
                  <a:noFill/>
                </a:ln>
                <a:solidFill>
                  <a:prstClr val="black"/>
                </a:solidFill>
                <a:effectLst/>
                <a:uLnTx/>
                <a:uFillTx/>
                <a:latin typeface="Cambria" panose="02040503050406030204" pitchFamily="18" charset="0"/>
                <a:ea typeface="+mn-ea"/>
                <a:cs typeface="Times New Roman"/>
              </a:rPr>
              <a:t>A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single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iteration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may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have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multiple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features,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but features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will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be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carried </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over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to</a:t>
            </a:r>
            <a:r>
              <a:rPr kumimoji="0" sz="2000" b="0" i="0" u="none" strike="noStrike" kern="1200" cap="none" spc="106"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the</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next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iteration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if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it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is</a:t>
            </a:r>
            <a:r>
              <a:rPr kumimoji="0" sz="2000" b="0" i="0" u="none" strike="noStrike" kern="1200" cap="none" spc="-57"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incomplete.</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11206" marR="0" lvl="0" indent="0" algn="just" defTabSz="914400" rtl="0" eaLnBrk="0" fontAlgn="base" latinLnBrk="0" hangingPunct="0">
              <a:lnSpc>
                <a:spcPct val="100000"/>
              </a:lnSpc>
              <a:spcBef>
                <a:spcPct val="0"/>
              </a:spcBef>
              <a:spcAft>
                <a:spcPct val="0"/>
              </a:spcAft>
              <a:buClrTx/>
              <a:buSzTx/>
              <a:buFontTx/>
              <a:buNone/>
              <a:tabLst/>
              <a:defRPr/>
            </a:pPr>
            <a:r>
              <a:rPr kumimoji="0" sz="28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Flow </a:t>
            </a:r>
            <a:r>
              <a:rPr kumimoji="0" sz="2800" b="0"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based</a:t>
            </a:r>
            <a:r>
              <a:rPr kumimoji="0" sz="2800" b="0"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 </a:t>
            </a:r>
            <a:r>
              <a:rPr kumimoji="0" sz="2800" b="0" i="0" u="none" strike="noStrike" kern="1200" cap="none" spc="0" normalizeH="0" baseline="0" noProof="0" dirty="0">
                <a:ln>
                  <a:noFill/>
                </a:ln>
                <a:solidFill>
                  <a:srgbClr val="0070BF"/>
                </a:solidFill>
                <a:effectLst/>
                <a:uLnTx/>
                <a:uFillTx/>
                <a:latin typeface="Cambria" panose="02040503050406030204" pitchFamily="18" charset="0"/>
                <a:ea typeface="+mn-ea"/>
                <a:cs typeface="Times New Roman"/>
              </a:rPr>
              <a:t>Agile</a:t>
            </a:r>
            <a:endParaRPr kumimoji="0" sz="2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6164" lvl="0" indent="-342900" algn="just" defTabSz="914400" rtl="0" eaLnBrk="0" fontAlgn="base" latinLnBrk="0" hangingPunct="0">
              <a:lnSpc>
                <a:spcPct val="101499"/>
              </a:lnSpc>
              <a:spcBef>
                <a:spcPct val="0"/>
              </a:spcBef>
              <a:spcAft>
                <a:spcPct val="0"/>
              </a:spcAft>
              <a:buClrTx/>
              <a:buSzTx/>
              <a:buFont typeface="Wingdings" panose="05000000000000000000" pitchFamily="2" charset="2"/>
              <a:buChar char="§"/>
              <a:tabLst>
                <a:tab pos="384943" algn="l"/>
                <a:tab pos="385503" algn="l"/>
              </a:tabLst>
              <a:defRPr/>
            </a:pP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Team </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assesses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features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backlog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and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then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decide on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which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feature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to </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work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on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based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on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their available</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capacity.</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4483" lvl="0" indent="-342900" algn="just" defTabSz="914400" rtl="0" eaLnBrk="0" fontAlgn="base" latinLnBrk="0" hangingPunct="0">
              <a:lnSpc>
                <a:spcPts val="2100"/>
              </a:lnSpc>
              <a:spcBef>
                <a:spcPts val="71"/>
              </a:spcBef>
              <a:spcAft>
                <a:spcPct val="0"/>
              </a:spcAft>
              <a:buClrTx/>
              <a:buSzTx/>
              <a:buFont typeface="Wingdings" panose="05000000000000000000" pitchFamily="2" charset="2"/>
              <a:buChar char="§"/>
              <a:tabLst>
                <a:tab pos="439854" algn="l"/>
                <a:tab pos="440414" algn="l"/>
                <a:tab pos="1079184" algn="l"/>
                <a:tab pos="1691617" algn="l"/>
                <a:tab pos="1979625" algn="l"/>
                <a:tab pos="2350559" algn="l"/>
                <a:tab pos="2947304" algn="l"/>
                <a:tab pos="3504266" algn="l"/>
                <a:tab pos="4340830" algn="l"/>
                <a:tab pos="4735858" algn="l"/>
                <a:tab pos="5667677" algn="l"/>
                <a:tab pos="6093524" algn="l"/>
                <a:tab pos="6694751" algn="l"/>
                <a:tab pos="7606959" algn="l"/>
                <a:tab pos="8150473" algn="l"/>
              </a:tabLst>
              <a:defRPr/>
            </a:pPr>
            <a:r>
              <a:rPr kumimoji="0" sz="2000" b="0" i="0" u="none" strike="noStrike" kern="1200" cap="none" spc="-71" normalizeH="0" baseline="0" noProof="0" dirty="0">
                <a:ln>
                  <a:noFill/>
                </a:ln>
                <a:solidFill>
                  <a:prstClr val="black"/>
                </a:solidFill>
                <a:effectLst/>
                <a:uLnTx/>
                <a:uFillTx/>
                <a:latin typeface="Cambria" panose="02040503050406030204" pitchFamily="18" charset="0"/>
                <a:ea typeface="+mn-ea"/>
                <a:cs typeface="Times New Roman"/>
              </a:rPr>
              <a:t>S</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n</a:t>
            </a:r>
            <a:r>
              <a:rPr kumimoji="0"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ce</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h</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137" normalizeH="0" baseline="0" noProof="0" dirty="0">
                <a:ln>
                  <a:noFill/>
                </a:ln>
                <a:solidFill>
                  <a:prstClr val="black"/>
                </a:solidFill>
                <a:effectLst/>
                <a:uLnTx/>
                <a:uFillTx/>
                <a:latin typeface="Cambria" panose="02040503050406030204" pitchFamily="18" charset="0"/>
                <a:ea typeface="+mn-ea"/>
                <a:cs typeface="Times New Roman"/>
              </a:rPr>
              <a:t>r</a:t>
            </a:r>
            <a:r>
              <a:rPr kumimoji="0"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a:t>
            </a:r>
            <a:r>
              <a:rPr kumimoji="0" sz="2000" b="0" i="0" u="none" strike="noStrike" kern="1200" cap="none" spc="57" normalizeH="0" baseline="0" noProof="0" dirty="0">
                <a:ln>
                  <a:noFill/>
                </a:ln>
                <a:solidFill>
                  <a:prstClr val="black"/>
                </a:solidFill>
                <a:effectLst/>
                <a:uLnTx/>
                <a:uFillTx/>
                <a:latin typeface="Cambria" panose="02040503050406030204" pitchFamily="18" charset="0"/>
                <a:ea typeface="+mn-ea"/>
                <a:cs typeface="Times New Roman"/>
              </a:rPr>
              <a:t>s</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n</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o</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f</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x</a:t>
            </a:r>
            <a:r>
              <a:rPr kumimoji="0"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d</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i</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m</a:t>
            </a:r>
            <a:r>
              <a:rPr kumimoji="0"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n</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84" normalizeH="0" baseline="0" noProof="0" dirty="0">
                <a:ln>
                  <a:noFill/>
                </a:ln>
                <a:solidFill>
                  <a:prstClr val="black"/>
                </a:solidFill>
                <a:effectLst/>
                <a:uLnTx/>
                <a:uFillTx/>
                <a:latin typeface="Cambria" panose="02040503050406030204" pitchFamily="18" charset="0"/>
                <a:ea typeface="+mn-ea"/>
                <a:cs typeface="Times New Roman"/>
              </a:rPr>
              <a:t>r</a:t>
            </a:r>
            <a:r>
              <a:rPr kumimoji="0" sz="2000" b="0" i="0" u="none" strike="noStrike" kern="1200" cap="none" spc="-115" normalizeH="0" baseline="0" noProof="0" dirty="0">
                <a:ln>
                  <a:noFill/>
                </a:ln>
                <a:solidFill>
                  <a:prstClr val="black"/>
                </a:solidFill>
                <a:effectLst/>
                <a:uLnTx/>
                <a:uFillTx/>
                <a:latin typeface="Cambria" panose="02040503050406030204" pitchFamily="18" charset="0"/>
                <a:ea typeface="+mn-ea"/>
                <a:cs typeface="Times New Roman"/>
              </a:rPr>
              <a:t>v</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al</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f</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o</a:t>
            </a:r>
            <a:r>
              <a:rPr kumimoji="0" sz="2000" b="0" i="0" u="none" strike="noStrike" kern="1200" cap="none" spc="-163" normalizeH="0" baseline="0" noProof="0" dirty="0">
                <a:ln>
                  <a:noFill/>
                </a:ln>
                <a:solidFill>
                  <a:prstClr val="black"/>
                </a:solidFill>
                <a:effectLst/>
                <a:uLnTx/>
                <a:uFillTx/>
                <a:latin typeface="Cambria" panose="02040503050406030204" pitchFamily="18" charset="0"/>
                <a:ea typeface="+mn-ea"/>
                <a:cs typeface="Times New Roman"/>
              </a:rPr>
              <a:t>r</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137" normalizeH="0" baseline="0" noProof="0" dirty="0">
                <a:ln>
                  <a:noFill/>
                </a:ln>
                <a:solidFill>
                  <a:prstClr val="black"/>
                </a:solidFill>
                <a:effectLst/>
                <a:uLnTx/>
                <a:uFillTx/>
                <a:latin typeface="Cambria" panose="02040503050406030204" pitchFamily="18" charset="0"/>
                <a:ea typeface="+mn-ea"/>
                <a:cs typeface="Times New Roman"/>
              </a:rPr>
              <a:t>r</a:t>
            </a:r>
            <a:r>
              <a:rPr kumimoji="0"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l</a:t>
            </a:r>
            <a:r>
              <a:rPr kumimoji="0"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a</a:t>
            </a:r>
            <a:r>
              <a:rPr kumimoji="0" sz="20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s</a:t>
            </a:r>
            <a:r>
              <a:rPr kumimoji="0"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s</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t>
            </a:r>
            <a:r>
              <a:rPr kumimoji="0" lang="en-US"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h</a:t>
            </a:r>
            <a:r>
              <a:rPr kumimoji="0"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a</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m</a:t>
            </a:r>
            <a:r>
              <a:rPr kumimoji="0" lang="en-US"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o</a:t>
            </a:r>
            <a:r>
              <a:rPr kumimoji="0" sz="2000" b="0" i="0" u="none" strike="noStrike" kern="1200" cap="none" spc="79" normalizeH="0" baseline="0" noProof="0" dirty="0">
                <a:ln>
                  <a:noFill/>
                </a:ln>
                <a:solidFill>
                  <a:prstClr val="black"/>
                </a:solidFill>
                <a:effectLst/>
                <a:uLnTx/>
                <a:uFillTx/>
                <a:latin typeface="Cambria" panose="02040503050406030204" pitchFamily="18" charset="0"/>
                <a:ea typeface="+mn-ea"/>
                <a:cs typeface="Times New Roman"/>
              </a:rPr>
              <a:t>g</a:t>
            </a:r>
            <a:r>
              <a:rPr kumimoji="0"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h</a:t>
            </a:r>
            <a:r>
              <a:rPr kumimoji="0"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163" normalizeH="0" baseline="0" noProof="0" dirty="0">
                <a:ln>
                  <a:noFill/>
                </a:ln>
                <a:solidFill>
                  <a:prstClr val="black"/>
                </a:solidFill>
                <a:effectLst/>
                <a:uLnTx/>
                <a:uFillTx/>
                <a:latin typeface="Cambria" panose="02040503050406030204" pitchFamily="18" charset="0"/>
                <a:ea typeface="+mn-ea"/>
                <a:cs typeface="Times New Roman"/>
              </a:rPr>
              <a:t>r</a:t>
            </a:r>
            <a:r>
              <a:rPr kumimoji="0" lang="en-US"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wi</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h</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h</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e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stakeholders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will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need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to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decide on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a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schedule </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for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planning,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review</a:t>
            </a:r>
            <a:r>
              <a:rPr kumimoji="0" lang="en-US"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and</a:t>
            </a:r>
            <a:r>
              <a:rPr kumimoji="0" sz="2000" b="0" i="0" u="none" strike="noStrike" kern="1200" cap="none" spc="66"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testing</a:t>
            </a:r>
            <a:r>
              <a:rPr kumimoji="0" lang="en-GB"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76200" y="533400"/>
            <a:ext cx="8682476" cy="565313"/>
          </a:xfrm>
          <a:prstGeom prst="rect">
            <a:avLst/>
          </a:prstGeom>
        </p:spPr>
        <p:txBody>
          <a:bodyPr vert="horz" wrap="square" lIns="0" tIns="11206" rIns="0" bIns="0" rtlCol="0">
            <a:spAutoFit/>
          </a:bodyPr>
          <a:lstStyle/>
          <a:p>
            <a:pPr marL="11206">
              <a:spcBef>
                <a:spcPts val="88"/>
              </a:spcBef>
            </a:pPr>
            <a:r>
              <a:rPr sz="3600" spc="-22" dirty="0">
                <a:latin typeface="Cambria" panose="02040503050406030204" pitchFamily="18" charset="0"/>
              </a:rPr>
              <a:t>Enterprise </a:t>
            </a:r>
            <a:r>
              <a:rPr sz="3600" spc="-9" dirty="0">
                <a:latin typeface="Cambria" panose="02040503050406030204" pitchFamily="18" charset="0"/>
              </a:rPr>
              <a:t>Agile</a:t>
            </a:r>
            <a:r>
              <a:rPr sz="3600" spc="-53" dirty="0">
                <a:latin typeface="Cambria" panose="02040503050406030204" pitchFamily="18" charset="0"/>
              </a:rPr>
              <a:t> </a:t>
            </a:r>
            <a:r>
              <a:rPr sz="3600" spc="-62" dirty="0">
                <a:latin typeface="Cambria" panose="02040503050406030204" pitchFamily="18" charset="0"/>
              </a:rPr>
              <a:t>Frameworks</a:t>
            </a:r>
          </a:p>
        </p:txBody>
      </p:sp>
      <p:sp>
        <p:nvSpPr>
          <p:cNvPr id="3" name="object 3"/>
          <p:cNvSpPr txBox="1"/>
          <p:nvPr/>
        </p:nvSpPr>
        <p:spPr>
          <a:xfrm>
            <a:off x="221475" y="1488173"/>
            <a:ext cx="8682476" cy="4443863"/>
          </a:xfrm>
          <a:prstGeom prst="rect">
            <a:avLst/>
          </a:prstGeom>
        </p:spPr>
        <p:txBody>
          <a:bodyPr vert="horz" wrap="square" lIns="0" tIns="11766" rIns="0" bIns="0" rtlCol="0">
            <a:spAutoFit/>
          </a:bodyPr>
          <a:lstStyle/>
          <a:p>
            <a:pPr marL="353546" marR="4483" lvl="0" indent="-342900" algn="just" defTabSz="914400" rtl="0" eaLnBrk="0" fontAlgn="base" latinLnBrk="0" hangingPunct="0">
              <a:lnSpc>
                <a:spcPct val="100400"/>
              </a:lnSpc>
              <a:spcBef>
                <a:spcPts val="93"/>
              </a:spcBef>
              <a:spcAft>
                <a:spcPct val="0"/>
              </a:spcAft>
              <a:buClrTx/>
              <a:buSzTx/>
              <a:buFont typeface="Arial" panose="020B0604020202020204" pitchFamily="34" charset="0"/>
              <a:buChar char="•"/>
              <a:tabLst>
                <a:tab pos="345160" algn="l"/>
              </a:tabLst>
              <a:defRPr/>
            </a:pPr>
            <a:r>
              <a:rPr kumimoji="0"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Aims </a:t>
            </a:r>
            <a:r>
              <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to </a:t>
            </a:r>
            <a:r>
              <a:rPr kumimoji="0" sz="24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scale </a:t>
            </a:r>
            <a:r>
              <a:rPr kumimoji="0" sz="24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Agile </a:t>
            </a:r>
            <a:r>
              <a:rPr kumimoji="0"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principles </a:t>
            </a:r>
            <a:r>
              <a:rPr kumimoji="0" sz="24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and </a:t>
            </a:r>
            <a:r>
              <a:rPr kumimoji="0" sz="24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practices </a:t>
            </a:r>
            <a:r>
              <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to </a:t>
            </a:r>
            <a:r>
              <a:rPr kumimoji="0" sz="24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the </a:t>
            </a:r>
            <a:r>
              <a:rPr kumimoji="0" sz="24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enterprise, and </a:t>
            </a:r>
            <a:r>
              <a:rPr kumimoji="0" sz="24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address  </a:t>
            </a:r>
            <a:r>
              <a:rPr kumimoji="0" sz="24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the </a:t>
            </a:r>
            <a:r>
              <a:rPr kumimoji="0" sz="24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specific </a:t>
            </a:r>
            <a:r>
              <a:rPr kumimoji="0" sz="24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challenges </a:t>
            </a:r>
            <a:r>
              <a:rPr kumimoji="0"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of </a:t>
            </a:r>
            <a:r>
              <a:rPr kumimoji="0" sz="24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managing </a:t>
            </a:r>
            <a:r>
              <a:rPr kumimoji="0" sz="24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a </a:t>
            </a:r>
            <a:r>
              <a:rPr kumimoji="0" sz="24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large </a:t>
            </a:r>
            <a:r>
              <a:rPr kumimoji="0" sz="24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number </a:t>
            </a:r>
            <a:r>
              <a:rPr kumimoji="0"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of Agile </a:t>
            </a:r>
            <a:r>
              <a:rPr kumimoji="0" sz="24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large-size  </a:t>
            </a:r>
            <a:r>
              <a:rPr kumimoji="0"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teams</a:t>
            </a:r>
            <a:endPar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5603" lvl="0" indent="-342900" algn="just" defTabSz="914400" rtl="0" eaLnBrk="0" fontAlgn="base" latinLnBrk="0" hangingPunct="0">
              <a:lnSpc>
                <a:spcPct val="100400"/>
              </a:lnSpc>
              <a:spcBef>
                <a:spcPct val="0"/>
              </a:spcBef>
              <a:spcAft>
                <a:spcPct val="0"/>
              </a:spcAft>
              <a:buClrTx/>
              <a:buSzTx/>
              <a:buFont typeface="Arial" panose="020B0604020202020204" pitchFamily="34" charset="0"/>
              <a:buChar char="•"/>
              <a:tabLst>
                <a:tab pos="345160" algn="l"/>
              </a:tabLst>
              <a:defRPr/>
            </a:pPr>
            <a:r>
              <a:rPr kumimoji="0" sz="2400" b="0" i="0" u="none" strike="noStrike" kern="1200" cap="none" spc="66" normalizeH="0" baseline="0" noProof="0" dirty="0">
                <a:ln>
                  <a:noFill/>
                </a:ln>
                <a:solidFill>
                  <a:prstClr val="black"/>
                </a:solidFill>
                <a:effectLst/>
                <a:uLnTx/>
                <a:uFillTx/>
                <a:latin typeface="Cambria" panose="02040503050406030204" pitchFamily="18" charset="0"/>
                <a:ea typeface="+mn-ea"/>
                <a:cs typeface="Times New Roman"/>
              </a:rPr>
              <a:t>How </a:t>
            </a:r>
            <a:r>
              <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to </a:t>
            </a:r>
            <a:r>
              <a:rPr kumimoji="0" sz="24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apply </a:t>
            </a:r>
            <a:r>
              <a:rPr kumimoji="0" sz="24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methodologies such </a:t>
            </a:r>
            <a:r>
              <a:rPr kumimoji="0"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as </a:t>
            </a:r>
            <a:r>
              <a:rPr kumimoji="0" sz="24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Scrum  </a:t>
            </a:r>
            <a:r>
              <a:rPr kumimoji="0" sz="2400" b="0" i="0" u="none" strike="noStrike" kern="1200" cap="none" spc="-79" normalizeH="0" baseline="0" noProof="0" dirty="0">
                <a:ln>
                  <a:noFill/>
                </a:ln>
                <a:solidFill>
                  <a:prstClr val="black"/>
                </a:solidFill>
                <a:effectLst/>
                <a:uLnTx/>
                <a:uFillTx/>
                <a:latin typeface="Cambria" panose="02040503050406030204" pitchFamily="18" charset="0"/>
                <a:ea typeface="+mn-ea"/>
                <a:cs typeface="Times New Roman"/>
              </a:rPr>
              <a:t>or </a:t>
            </a:r>
            <a:r>
              <a:rPr kumimoji="0" sz="24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Kanban </a:t>
            </a:r>
            <a:r>
              <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which </a:t>
            </a:r>
            <a:r>
              <a:rPr kumimoji="0" sz="2400" b="0" i="0" u="none" strike="noStrike" kern="1200" cap="none" spc="-66" normalizeH="0" baseline="0" noProof="0" dirty="0">
                <a:ln>
                  <a:noFill/>
                </a:ln>
                <a:solidFill>
                  <a:prstClr val="black"/>
                </a:solidFill>
                <a:effectLst/>
                <a:uLnTx/>
                <a:uFillTx/>
                <a:latin typeface="Cambria" panose="02040503050406030204" pitchFamily="18" charset="0"/>
                <a:ea typeface="+mn-ea"/>
                <a:cs typeface="Times New Roman"/>
              </a:rPr>
              <a:t>are  </a:t>
            </a:r>
            <a:r>
              <a:rPr kumimoji="0" sz="24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designed </a:t>
            </a:r>
            <a:r>
              <a:rPr kumimoji="0" sz="24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for </a:t>
            </a:r>
            <a:r>
              <a:rPr kumimoji="0"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small </a:t>
            </a:r>
            <a:r>
              <a:rPr kumimoji="0"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teams, </a:t>
            </a:r>
            <a:r>
              <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to </a:t>
            </a:r>
            <a:r>
              <a:rPr kumimoji="0" sz="24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organizations </a:t>
            </a:r>
            <a:r>
              <a:rPr kumimoji="0" sz="24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that </a:t>
            </a:r>
            <a:r>
              <a:rPr kumimoji="0" sz="24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count </a:t>
            </a:r>
            <a:r>
              <a:rPr kumimoji="0" sz="2400" b="0" i="0" u="none" strike="noStrike" kern="1200" cap="none" spc="-13" normalizeH="0" baseline="0" noProof="0" dirty="0">
                <a:ln>
                  <a:noFill/>
                </a:ln>
                <a:solidFill>
                  <a:srgbClr val="FF0000"/>
                </a:solidFill>
                <a:effectLst/>
                <a:uLnTx/>
                <a:uFillTx/>
                <a:latin typeface="Cambria" panose="02040503050406030204" pitchFamily="18" charset="0"/>
                <a:ea typeface="+mn-ea"/>
                <a:cs typeface="Times New Roman"/>
              </a:rPr>
              <a:t>hundreds </a:t>
            </a:r>
            <a:r>
              <a:rPr kumimoji="0" sz="2400" b="0" i="0" u="none" strike="noStrike" kern="1200" cap="none" spc="-9" normalizeH="0" baseline="0" noProof="0" dirty="0">
                <a:ln>
                  <a:noFill/>
                </a:ln>
                <a:solidFill>
                  <a:srgbClr val="FF0000"/>
                </a:solidFill>
                <a:effectLst/>
                <a:uLnTx/>
                <a:uFillTx/>
                <a:latin typeface="Cambria" panose="02040503050406030204" pitchFamily="18" charset="0"/>
                <a:ea typeface="+mn-ea"/>
                <a:cs typeface="Times New Roman"/>
              </a:rPr>
              <a:t>of </a:t>
            </a:r>
            <a:r>
              <a:rPr kumimoji="0" sz="2400" b="0" i="0" u="none" strike="noStrike" kern="1200" cap="none" spc="9" normalizeH="0" baseline="0" noProof="0" dirty="0">
                <a:ln>
                  <a:noFill/>
                </a:ln>
                <a:solidFill>
                  <a:srgbClr val="FF0000"/>
                </a:solidFill>
                <a:effectLst/>
                <a:uLnTx/>
                <a:uFillTx/>
                <a:latin typeface="Cambria" panose="02040503050406030204" pitchFamily="18" charset="0"/>
                <a:ea typeface="+mn-ea"/>
                <a:cs typeface="Times New Roman"/>
              </a:rPr>
              <a:t>teams</a:t>
            </a:r>
            <a:r>
              <a:rPr kumimoji="0"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 </a:t>
            </a:r>
            <a:r>
              <a:rPr kumimoji="0" sz="2400" b="0" i="0" u="none" strike="noStrike" kern="1200" cap="none" spc="9" normalizeH="0" baseline="0" noProof="0" dirty="0">
                <a:ln>
                  <a:noFill/>
                </a:ln>
                <a:solidFill>
                  <a:srgbClr val="FF0000"/>
                </a:solidFill>
                <a:effectLst/>
                <a:uLnTx/>
                <a:uFillTx/>
                <a:latin typeface="Cambria" panose="02040503050406030204" pitchFamily="18" charset="0"/>
                <a:ea typeface="+mn-ea"/>
                <a:cs typeface="Times New Roman"/>
              </a:rPr>
              <a:t> </a:t>
            </a:r>
            <a:r>
              <a:rPr kumimoji="0" sz="2400" b="0" i="0" u="none" strike="noStrike" kern="1200" cap="none" spc="4" normalizeH="0" baseline="0" noProof="0" dirty="0">
                <a:ln>
                  <a:noFill/>
                </a:ln>
                <a:solidFill>
                  <a:srgbClr val="FF0000"/>
                </a:solidFill>
                <a:effectLst/>
                <a:uLnTx/>
                <a:uFillTx/>
                <a:latin typeface="Cambria" panose="02040503050406030204" pitchFamily="18" charset="0"/>
                <a:ea typeface="+mn-ea"/>
                <a:cs typeface="Times New Roman"/>
              </a:rPr>
              <a:t>teams-of-teams</a:t>
            </a:r>
            <a:r>
              <a:rPr kumimoji="0" sz="24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 </a:t>
            </a:r>
            <a:r>
              <a:rPr kumimoji="0" sz="2400" b="0" i="0" u="none" strike="noStrike" kern="1200" cap="none" spc="-79" normalizeH="0" baseline="0" noProof="0" dirty="0">
                <a:ln>
                  <a:noFill/>
                </a:ln>
                <a:solidFill>
                  <a:prstClr val="black"/>
                </a:solidFill>
                <a:effectLst/>
                <a:uLnTx/>
                <a:uFillTx/>
                <a:latin typeface="Cambria" panose="02040503050406030204" pitchFamily="18" charset="0"/>
                <a:ea typeface="+mn-ea"/>
                <a:cs typeface="Times New Roman"/>
              </a:rPr>
              <a:t>or </a:t>
            </a:r>
            <a:r>
              <a:rPr kumimoji="0"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even</a:t>
            </a:r>
            <a:r>
              <a:rPr kumimoji="0" sz="2400" b="0" i="0" u="none" strike="noStrike" kern="1200" cap="none" spc="79" normalizeH="0" baseline="0" noProof="0" dirty="0">
                <a:ln>
                  <a:noFill/>
                </a:ln>
                <a:solidFill>
                  <a:prstClr val="black"/>
                </a:solidFill>
                <a:effectLst/>
                <a:uLnTx/>
                <a:uFillTx/>
                <a:latin typeface="Cambria" panose="02040503050406030204" pitchFamily="18" charset="0"/>
                <a:ea typeface="+mn-ea"/>
                <a:cs typeface="Times New Roman"/>
              </a:rPr>
              <a:t> </a:t>
            </a:r>
            <a:r>
              <a:rPr kumimoji="0" sz="2400" b="0" i="0" u="none" strike="noStrike" kern="1200" cap="none" spc="4" normalizeH="0" baseline="0" noProof="0" dirty="0">
                <a:ln>
                  <a:noFill/>
                </a:ln>
                <a:solidFill>
                  <a:srgbClr val="FF0000"/>
                </a:solidFill>
                <a:effectLst/>
                <a:uLnTx/>
                <a:uFillTx/>
                <a:latin typeface="Cambria" panose="02040503050406030204" pitchFamily="18" charset="0"/>
                <a:ea typeface="+mn-ea"/>
                <a:cs typeface="Times New Roman"/>
              </a:rPr>
              <a:t>teams-of-teams-of-teams</a:t>
            </a:r>
            <a:endParaRPr kumimoji="0" lang="en-GB" sz="2400" b="0" i="0" u="none" strike="noStrike" kern="1200" cap="none" spc="4" normalizeH="0" baseline="0" noProof="0" dirty="0">
              <a:ln>
                <a:noFill/>
              </a:ln>
              <a:solidFill>
                <a:srgbClr val="FF0000"/>
              </a:solidFill>
              <a:effectLst/>
              <a:uLnTx/>
              <a:uFillTx/>
              <a:latin typeface="Cambria" panose="02040503050406030204" pitchFamily="18" charset="0"/>
              <a:ea typeface="+mn-ea"/>
              <a:cs typeface="Times New Roman"/>
            </a:endParaRPr>
          </a:p>
          <a:p>
            <a:pPr marL="10646" marR="5603" lvl="0" indent="0" algn="just" defTabSz="914400" rtl="0" eaLnBrk="0" fontAlgn="base" latinLnBrk="0" hangingPunct="0">
              <a:lnSpc>
                <a:spcPct val="100400"/>
              </a:lnSpc>
              <a:spcBef>
                <a:spcPct val="0"/>
              </a:spcBef>
              <a:spcAft>
                <a:spcPct val="0"/>
              </a:spcAft>
              <a:buClrTx/>
              <a:buSzTx/>
              <a:buFontTx/>
              <a:buNone/>
              <a:tabLst>
                <a:tab pos="345160" algn="l"/>
              </a:tabLst>
              <a:defRPr/>
            </a:pPr>
            <a:endPar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0" lvl="0" indent="-342900" algn="l" defTabSz="914400" rtl="0" eaLnBrk="0" fontAlgn="base" latinLnBrk="0" hangingPunct="0">
              <a:lnSpc>
                <a:spcPct val="100000"/>
              </a:lnSpc>
              <a:spcBef>
                <a:spcPts val="9"/>
              </a:spcBef>
              <a:spcAft>
                <a:spcPct val="0"/>
              </a:spcAft>
              <a:buClrTx/>
              <a:buSzTx/>
              <a:buFont typeface="Arial" panose="020B0604020202020204" pitchFamily="34" charset="0"/>
              <a:buChar char="•"/>
              <a:tabLst>
                <a:tab pos="344039" algn="l"/>
                <a:tab pos="345160" algn="l"/>
              </a:tabLst>
              <a:defRPr/>
            </a:pPr>
            <a:r>
              <a:rPr kumimoji="0" sz="2400" b="0" i="0" u="none" strike="noStrike" kern="1200" cap="none" spc="-49" normalizeH="0" baseline="0" noProof="0" dirty="0">
                <a:ln>
                  <a:noFill/>
                </a:ln>
                <a:solidFill>
                  <a:srgbClr val="0070BF"/>
                </a:solidFill>
                <a:effectLst/>
                <a:uLnTx/>
                <a:uFillTx/>
                <a:latin typeface="Cambria" panose="02040503050406030204" pitchFamily="18" charset="0"/>
                <a:ea typeface="+mn-ea"/>
                <a:cs typeface="Times New Roman"/>
              </a:rPr>
              <a:t>SAFe </a:t>
            </a:r>
            <a:r>
              <a:rPr kumimoji="0" sz="2400" b="0"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 </a:t>
            </a:r>
            <a:r>
              <a:rPr kumimoji="0" sz="2400" b="0"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Scaled </a:t>
            </a:r>
            <a:r>
              <a:rPr kumimoji="0" sz="2400" b="0"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Agile</a:t>
            </a:r>
            <a:r>
              <a:rPr kumimoji="0" sz="2400" b="0" i="0" u="none" strike="noStrike" kern="1200" cap="none" spc="35" normalizeH="0" baseline="0" noProof="0" dirty="0">
                <a:ln>
                  <a:noFill/>
                </a:ln>
                <a:solidFill>
                  <a:srgbClr val="0070BF"/>
                </a:solidFill>
                <a:effectLst/>
                <a:uLnTx/>
                <a:uFillTx/>
                <a:latin typeface="Cambria" panose="02040503050406030204" pitchFamily="18" charset="0"/>
                <a:ea typeface="+mn-ea"/>
                <a:cs typeface="Times New Roman"/>
              </a:rPr>
              <a:t> </a:t>
            </a:r>
            <a:r>
              <a:rPr kumimoji="0" sz="2400" b="0" i="0" u="none" strike="noStrike" kern="1200" cap="none" spc="-49" normalizeH="0" baseline="0" noProof="0" dirty="0">
                <a:ln>
                  <a:noFill/>
                </a:ln>
                <a:solidFill>
                  <a:srgbClr val="0070BF"/>
                </a:solidFill>
                <a:effectLst/>
                <a:uLnTx/>
                <a:uFillTx/>
                <a:latin typeface="Cambria" panose="02040503050406030204" pitchFamily="18" charset="0"/>
                <a:ea typeface="+mn-ea"/>
                <a:cs typeface="Times New Roman"/>
              </a:rPr>
              <a:t>Framework</a:t>
            </a:r>
            <a:endPar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0" lvl="0" indent="-342900" algn="l" defTabSz="914400" rtl="0" eaLnBrk="0" fontAlgn="base" latinLnBrk="0" hangingPunct="0">
              <a:lnSpc>
                <a:spcPct val="100000"/>
              </a:lnSpc>
              <a:spcBef>
                <a:spcPts val="13"/>
              </a:spcBef>
              <a:spcAft>
                <a:spcPct val="0"/>
              </a:spcAft>
              <a:buClrTx/>
              <a:buSzTx/>
              <a:buFont typeface="Arial" panose="020B0604020202020204" pitchFamily="34" charset="0"/>
              <a:buChar char="•"/>
              <a:tabLst>
                <a:tab pos="344039" algn="l"/>
                <a:tab pos="345160" algn="l"/>
              </a:tabLst>
              <a:defRPr/>
            </a:pPr>
            <a:r>
              <a:rPr kumimoji="0" sz="2400" b="0"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DAD </a:t>
            </a:r>
            <a:r>
              <a:rPr kumimoji="0" sz="2400" b="0"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 </a:t>
            </a:r>
            <a:r>
              <a:rPr kumimoji="0" sz="2400" b="0" i="0" u="none" strike="noStrike" kern="1200" cap="none" spc="22" normalizeH="0" baseline="0" noProof="0" dirty="0">
                <a:ln>
                  <a:noFill/>
                </a:ln>
                <a:solidFill>
                  <a:srgbClr val="0070BF"/>
                </a:solidFill>
                <a:effectLst/>
                <a:uLnTx/>
                <a:uFillTx/>
                <a:latin typeface="Cambria" panose="02040503050406030204" pitchFamily="18" charset="0"/>
                <a:ea typeface="+mn-ea"/>
                <a:cs typeface="Times New Roman"/>
              </a:rPr>
              <a:t>Disciplined </a:t>
            </a:r>
            <a:r>
              <a:rPr kumimoji="0" sz="2400" b="0"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Agile</a:t>
            </a:r>
            <a:r>
              <a:rPr kumimoji="0" sz="2400" b="0" i="0" u="none" strike="noStrike" kern="1200" cap="none" spc="-97" normalizeH="0" baseline="0" noProof="0" dirty="0">
                <a:ln>
                  <a:noFill/>
                </a:ln>
                <a:solidFill>
                  <a:srgbClr val="0070BF"/>
                </a:solidFill>
                <a:effectLst/>
                <a:uLnTx/>
                <a:uFillTx/>
                <a:latin typeface="Cambria" panose="02040503050406030204" pitchFamily="18" charset="0"/>
                <a:ea typeface="+mn-ea"/>
                <a:cs typeface="Times New Roman"/>
              </a:rPr>
              <a:t> </a:t>
            </a:r>
            <a:r>
              <a:rPr kumimoji="0" sz="2400" b="0"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Delivery</a:t>
            </a:r>
            <a:endPar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0" lvl="0" indent="-342900" algn="l" defTabSz="914400" rtl="0" eaLnBrk="0" fontAlgn="base" latinLnBrk="0" hangingPunct="0">
              <a:lnSpc>
                <a:spcPct val="100000"/>
              </a:lnSpc>
              <a:spcBef>
                <a:spcPts val="9"/>
              </a:spcBef>
              <a:spcAft>
                <a:spcPct val="0"/>
              </a:spcAft>
              <a:buClrTx/>
              <a:buSzTx/>
              <a:buFont typeface="Arial" panose="020B0604020202020204" pitchFamily="34" charset="0"/>
              <a:buChar char="•"/>
              <a:tabLst>
                <a:tab pos="344039" algn="l"/>
                <a:tab pos="345160" algn="l"/>
              </a:tabLst>
              <a:defRPr/>
            </a:pPr>
            <a:r>
              <a:rPr kumimoji="0" sz="2400" b="0" i="0" u="none" strike="noStrike" kern="1200" cap="none" spc="75" normalizeH="0" baseline="0" noProof="0" dirty="0">
                <a:ln>
                  <a:noFill/>
                </a:ln>
                <a:solidFill>
                  <a:srgbClr val="0070BF"/>
                </a:solidFill>
                <a:effectLst/>
                <a:uLnTx/>
                <a:uFillTx/>
                <a:latin typeface="Cambria" panose="02040503050406030204" pitchFamily="18" charset="0"/>
                <a:ea typeface="+mn-ea"/>
                <a:cs typeface="Times New Roman"/>
              </a:rPr>
              <a:t>Nexus</a:t>
            </a:r>
            <a:endPar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0" lvl="0" indent="-342900" algn="l" defTabSz="914400" rtl="0" eaLnBrk="0" fontAlgn="base" latinLnBrk="0" hangingPunct="0">
              <a:lnSpc>
                <a:spcPct val="100000"/>
              </a:lnSpc>
              <a:spcBef>
                <a:spcPts val="9"/>
              </a:spcBef>
              <a:spcAft>
                <a:spcPct val="0"/>
              </a:spcAft>
              <a:buClrTx/>
              <a:buSzTx/>
              <a:buFont typeface="Arial" panose="020B0604020202020204" pitchFamily="34" charset="0"/>
              <a:buChar char="•"/>
              <a:tabLst>
                <a:tab pos="344039" algn="l"/>
                <a:tab pos="345160" algn="l"/>
              </a:tabLst>
              <a:defRPr/>
            </a:pPr>
            <a:r>
              <a:rPr kumimoji="0" sz="2400" b="0" i="0" u="none" strike="noStrike" kern="1200" cap="none" spc="-49" normalizeH="0" baseline="0" noProof="0" dirty="0">
                <a:ln>
                  <a:noFill/>
                </a:ln>
                <a:solidFill>
                  <a:srgbClr val="0070BF"/>
                </a:solidFill>
                <a:effectLst/>
                <a:uLnTx/>
                <a:uFillTx/>
                <a:latin typeface="Cambria" panose="02040503050406030204" pitchFamily="18" charset="0"/>
                <a:ea typeface="+mn-ea"/>
                <a:cs typeface="Times New Roman"/>
              </a:rPr>
              <a:t>LeSS </a:t>
            </a:r>
            <a:r>
              <a:rPr kumimoji="0" sz="2400" b="0" i="0" u="none" strike="noStrike" kern="1200" cap="none" spc="84" normalizeH="0" baseline="0" noProof="0" dirty="0">
                <a:ln>
                  <a:noFill/>
                </a:ln>
                <a:solidFill>
                  <a:srgbClr val="0070BF"/>
                </a:solidFill>
                <a:effectLst/>
                <a:uLnTx/>
                <a:uFillTx/>
                <a:latin typeface="Cambria" panose="02040503050406030204" pitchFamily="18" charset="0"/>
                <a:ea typeface="+mn-ea"/>
                <a:cs typeface="Times New Roman"/>
              </a:rPr>
              <a:t>Huge </a:t>
            </a:r>
            <a:r>
              <a:rPr kumimoji="0" sz="2400" b="0"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 </a:t>
            </a:r>
            <a:r>
              <a:rPr kumimoji="0" sz="2400" b="0" i="0" u="none" strike="noStrike" kern="1200" cap="none" spc="-31" normalizeH="0" baseline="0" noProof="0" dirty="0">
                <a:ln>
                  <a:noFill/>
                </a:ln>
                <a:solidFill>
                  <a:srgbClr val="0070BF"/>
                </a:solidFill>
                <a:effectLst/>
                <a:uLnTx/>
                <a:uFillTx/>
                <a:latin typeface="Cambria" panose="02040503050406030204" pitchFamily="18" charset="0"/>
                <a:ea typeface="+mn-ea"/>
                <a:cs typeface="Times New Roman"/>
              </a:rPr>
              <a:t>Large </a:t>
            </a:r>
            <a:r>
              <a:rPr kumimoji="0" sz="2400" b="0" i="0" u="none" strike="noStrike" kern="1200" cap="none" spc="-13" normalizeH="0" baseline="0" noProof="0" dirty="0">
                <a:ln>
                  <a:noFill/>
                </a:ln>
                <a:solidFill>
                  <a:srgbClr val="0070BF"/>
                </a:solidFill>
                <a:effectLst/>
                <a:uLnTx/>
                <a:uFillTx/>
                <a:latin typeface="Cambria" panose="02040503050406030204" pitchFamily="18" charset="0"/>
                <a:ea typeface="+mn-ea"/>
                <a:cs typeface="Times New Roman"/>
              </a:rPr>
              <a:t>Scale</a:t>
            </a:r>
            <a:r>
              <a:rPr kumimoji="0" sz="2400" b="0" i="0" u="none" strike="noStrike" kern="1200" cap="none" spc="-88" normalizeH="0" baseline="0" noProof="0" dirty="0">
                <a:ln>
                  <a:noFill/>
                </a:ln>
                <a:solidFill>
                  <a:srgbClr val="0070BF"/>
                </a:solidFill>
                <a:effectLst/>
                <a:uLnTx/>
                <a:uFillTx/>
                <a:latin typeface="Cambria" panose="02040503050406030204" pitchFamily="18" charset="0"/>
                <a:ea typeface="+mn-ea"/>
                <a:cs typeface="Times New Roman"/>
              </a:rPr>
              <a:t> </a:t>
            </a:r>
            <a:r>
              <a:rPr kumimoji="0" sz="2400" b="0" i="0" u="none" strike="noStrike" kern="1200" cap="none" spc="-31" normalizeH="0" baseline="0" noProof="0" dirty="0">
                <a:ln>
                  <a:noFill/>
                </a:ln>
                <a:solidFill>
                  <a:srgbClr val="0070BF"/>
                </a:solidFill>
                <a:effectLst/>
                <a:uLnTx/>
                <a:uFillTx/>
                <a:latin typeface="Cambria" panose="02040503050406030204" pitchFamily="18" charset="0"/>
                <a:ea typeface="+mn-ea"/>
                <a:cs typeface="Times New Roman"/>
              </a:rPr>
              <a:t>Scrum</a:t>
            </a:r>
            <a:endPar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8074" y="304800"/>
            <a:ext cx="6705600" cy="626869"/>
          </a:xfrm>
          <a:prstGeom prst="rect">
            <a:avLst/>
          </a:prstGeom>
        </p:spPr>
        <p:txBody>
          <a:bodyPr vert="horz" wrap="square" lIns="0" tIns="11206" rIns="0" bIns="0" rtlCol="0">
            <a:spAutoFit/>
          </a:bodyPr>
          <a:lstStyle/>
          <a:p>
            <a:pPr marL="11206">
              <a:spcBef>
                <a:spcPts val="88"/>
              </a:spcBef>
            </a:pPr>
            <a:r>
              <a:rPr spc="88" dirty="0">
                <a:latin typeface="Cambria" panose="02040503050406030204" pitchFamily="18" charset="0"/>
              </a:rPr>
              <a:t>TDD, </a:t>
            </a:r>
            <a:r>
              <a:rPr spc="79" dirty="0">
                <a:latin typeface="Cambria" panose="02040503050406030204" pitchFamily="18" charset="0"/>
              </a:rPr>
              <a:t>FDD,</a:t>
            </a:r>
            <a:r>
              <a:rPr spc="-154" dirty="0">
                <a:latin typeface="Cambria" panose="02040503050406030204" pitchFamily="18" charset="0"/>
              </a:rPr>
              <a:t> </a:t>
            </a:r>
            <a:r>
              <a:rPr spc="124" dirty="0">
                <a:latin typeface="Cambria" panose="02040503050406030204" pitchFamily="18" charset="0"/>
              </a:rPr>
              <a:t>BDD</a:t>
            </a:r>
          </a:p>
        </p:txBody>
      </p:sp>
      <p:sp>
        <p:nvSpPr>
          <p:cNvPr id="3" name="object 3"/>
          <p:cNvSpPr txBox="1"/>
          <p:nvPr/>
        </p:nvSpPr>
        <p:spPr>
          <a:xfrm>
            <a:off x="228600" y="1371600"/>
            <a:ext cx="8686800" cy="5229471"/>
          </a:xfrm>
          <a:prstGeom prst="rect">
            <a:avLst/>
          </a:prstGeom>
        </p:spPr>
        <p:txBody>
          <a:bodyPr vert="horz" wrap="square" lIns="0" tIns="14568" rIns="0" bIns="0" rtlCol="0">
            <a:spAutoFit/>
          </a:bodyPr>
          <a:lstStyle/>
          <a:p>
            <a:pPr marL="11206" marR="0" lvl="0" indent="0" algn="just" defTabSz="914400" rtl="0" eaLnBrk="0" fontAlgn="base" latinLnBrk="0" hangingPunct="0">
              <a:lnSpc>
                <a:spcPct val="100000"/>
              </a:lnSpc>
              <a:spcBef>
                <a:spcPts val="115"/>
              </a:spcBef>
              <a:spcAft>
                <a:spcPct val="0"/>
              </a:spcAft>
              <a:buClrTx/>
              <a:buSzTx/>
              <a:buFontTx/>
              <a:buNone/>
              <a:tabLst/>
              <a:defRPr/>
            </a:pPr>
            <a:r>
              <a:rPr kumimoji="0" sz="2400" b="0" i="0" u="none" strike="noStrike" kern="1200" cap="none" spc="97" normalizeH="0" baseline="0" noProof="0" dirty="0">
                <a:ln>
                  <a:noFill/>
                </a:ln>
                <a:solidFill>
                  <a:srgbClr val="0070BF"/>
                </a:solidFill>
                <a:effectLst/>
                <a:uLnTx/>
                <a:uFillTx/>
                <a:latin typeface="Cambria" panose="02040503050406030204" pitchFamily="18" charset="0"/>
                <a:ea typeface="+mn-ea"/>
                <a:cs typeface="Times New Roman"/>
              </a:rPr>
              <a:t>TDD </a:t>
            </a:r>
            <a:r>
              <a:rPr kumimoji="0" sz="2400" b="0"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(Test </a:t>
            </a:r>
            <a:r>
              <a:rPr kumimoji="0" sz="2400" b="0"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Driven</a:t>
            </a:r>
            <a:r>
              <a:rPr kumimoji="0" sz="2400" b="0" i="0" u="none" strike="noStrike" kern="1200" cap="none" spc="-84" normalizeH="0" baseline="0" noProof="0" dirty="0">
                <a:ln>
                  <a:noFill/>
                </a:ln>
                <a:solidFill>
                  <a:srgbClr val="0070BF"/>
                </a:solidFill>
                <a:effectLst/>
                <a:uLnTx/>
                <a:uFillTx/>
                <a:latin typeface="Cambria" panose="02040503050406030204" pitchFamily="18" charset="0"/>
                <a:ea typeface="+mn-ea"/>
                <a:cs typeface="Times New Roman"/>
              </a:rPr>
              <a:t> </a:t>
            </a:r>
            <a:r>
              <a:rPr kumimoji="0" sz="2400" b="0"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Development)</a:t>
            </a:r>
            <a:endPar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467846" marR="4483" lvl="0" indent="-457200" algn="just" defTabSz="914400" rtl="0" eaLnBrk="0" fontAlgn="base" latinLnBrk="0" hangingPunct="0">
              <a:lnSpc>
                <a:spcPct val="101800"/>
              </a:lnSpc>
              <a:spcBef>
                <a:spcPts val="18"/>
              </a:spcBef>
              <a:spcAft>
                <a:spcPct val="0"/>
              </a:spcAft>
              <a:buClrTx/>
              <a:buSzTx/>
              <a:buFont typeface="Arial" panose="020B0604020202020204" pitchFamily="34" charset="0"/>
              <a:buChar char="•"/>
              <a:tabLst>
                <a:tab pos="385503" algn="l"/>
              </a:tabLst>
              <a:defRPr/>
            </a:pP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Writing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test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first,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watching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it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fail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then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writing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enough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of the implementation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to make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it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pass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then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re-factor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originally </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seemed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like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an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alien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concept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that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was </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going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to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make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 development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process</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longer</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7" marR="0" lvl="0" indent="-342900" algn="l" defTabSz="914400" rtl="0" eaLnBrk="0" fontAlgn="base" latinLnBrk="0" hangingPunct="0">
              <a:lnSpc>
                <a:spcPct val="100000"/>
              </a:lnSpc>
              <a:spcBef>
                <a:spcPts val="31"/>
              </a:spcBef>
              <a:spcAft>
                <a:spcPct val="0"/>
              </a:spcAft>
              <a:buClrTx/>
              <a:buSzTx/>
              <a:buFont typeface="Arial" panose="020B0604020202020204" pitchFamily="34" charset="0"/>
              <a:buChar char="•"/>
              <a:tabLst>
                <a:tab pos="384943" algn="l"/>
                <a:tab pos="385503" algn="l"/>
              </a:tabLst>
              <a:defRPr/>
            </a:pPr>
            <a:r>
              <a:rPr kumimoji="0" sz="2000" b="0" i="0" u="none" strike="noStrike" kern="1200" cap="none" spc="57" normalizeH="0" baseline="0" noProof="0" dirty="0">
                <a:ln>
                  <a:noFill/>
                </a:ln>
                <a:solidFill>
                  <a:prstClr val="black"/>
                </a:solidFill>
                <a:effectLst/>
                <a:uLnTx/>
                <a:uFillTx/>
                <a:latin typeface="Cambria" panose="02040503050406030204" pitchFamily="18" charset="0"/>
                <a:ea typeface="+mn-ea"/>
                <a:cs typeface="Times New Roman"/>
              </a:rPr>
              <a:t>How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functionality</a:t>
            </a:r>
            <a:r>
              <a:rPr kumimoji="0"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implemented?</a:t>
            </a:r>
            <a:endPar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endParaRPr>
          </a:p>
          <a:p>
            <a:pPr marL="10647" marR="0" lvl="0" indent="0" algn="l" defTabSz="914400" rtl="0" eaLnBrk="0" fontAlgn="base" latinLnBrk="0" hangingPunct="0">
              <a:lnSpc>
                <a:spcPct val="100000"/>
              </a:lnSpc>
              <a:spcBef>
                <a:spcPts val="31"/>
              </a:spcBef>
              <a:spcAft>
                <a:spcPct val="0"/>
              </a:spcAft>
              <a:buClrTx/>
              <a:buSzTx/>
              <a:buFontTx/>
              <a:buNone/>
              <a:tabLst>
                <a:tab pos="384943" algn="l"/>
                <a:tab pos="385503" algn="l"/>
              </a:tabLst>
              <a:defRPr/>
            </a:pP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11206" marR="0" lvl="0" indent="0" algn="l" defTabSz="914400" rtl="0" eaLnBrk="0" fontAlgn="base" latinLnBrk="0" hangingPunct="0">
              <a:lnSpc>
                <a:spcPct val="100000"/>
              </a:lnSpc>
              <a:spcBef>
                <a:spcPts val="22"/>
              </a:spcBef>
              <a:spcAft>
                <a:spcPct val="0"/>
              </a:spcAft>
              <a:buClrTx/>
              <a:buSzTx/>
              <a:buFontTx/>
              <a:buNone/>
              <a:tabLst/>
              <a:defRPr/>
            </a:pPr>
            <a:r>
              <a:rPr kumimoji="0" sz="2400" b="0" i="0" u="none" strike="noStrike" kern="1200" cap="none" spc="84" normalizeH="0" baseline="0" noProof="0" dirty="0">
                <a:ln>
                  <a:noFill/>
                </a:ln>
                <a:solidFill>
                  <a:srgbClr val="0070BF"/>
                </a:solidFill>
                <a:effectLst/>
                <a:uLnTx/>
                <a:uFillTx/>
                <a:latin typeface="Cambria" panose="02040503050406030204" pitchFamily="18" charset="0"/>
                <a:ea typeface="+mn-ea"/>
                <a:cs typeface="Times New Roman"/>
              </a:rPr>
              <a:t>FDD </a:t>
            </a:r>
            <a:r>
              <a:rPr kumimoji="0" sz="24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(Feature </a:t>
            </a:r>
            <a:r>
              <a:rPr kumimoji="0" sz="2400" b="0"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Driven</a:t>
            </a:r>
            <a:r>
              <a:rPr kumimoji="0" sz="2400" b="0" i="0" u="none" strike="noStrike" kern="1200" cap="none" spc="-124" normalizeH="0" baseline="0" noProof="0" dirty="0">
                <a:ln>
                  <a:noFill/>
                </a:ln>
                <a:solidFill>
                  <a:srgbClr val="0070BF"/>
                </a:solidFill>
                <a:effectLst/>
                <a:uLnTx/>
                <a:uFillTx/>
                <a:latin typeface="Cambria" panose="02040503050406030204" pitchFamily="18" charset="0"/>
                <a:ea typeface="+mn-ea"/>
                <a:cs typeface="Times New Roman"/>
              </a:rPr>
              <a:t> </a:t>
            </a:r>
            <a:r>
              <a:rPr kumimoji="0" sz="2400" b="0" i="0" u="none" strike="noStrike" kern="1200" cap="none" spc="22" normalizeH="0" baseline="0" noProof="0" dirty="0">
                <a:ln>
                  <a:noFill/>
                </a:ln>
                <a:solidFill>
                  <a:srgbClr val="0070BF"/>
                </a:solidFill>
                <a:effectLst/>
                <a:uLnTx/>
                <a:uFillTx/>
                <a:latin typeface="Cambria" panose="02040503050406030204" pitchFamily="18" charset="0"/>
                <a:ea typeface="+mn-ea"/>
                <a:cs typeface="Times New Roman"/>
              </a:rPr>
              <a:t>Development)</a:t>
            </a:r>
            <a:endPar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7" marR="0" lvl="0" indent="-342900" algn="l" defTabSz="914400" rtl="0" eaLnBrk="0" fontAlgn="base" latinLnBrk="0" hangingPunct="0">
              <a:lnSpc>
                <a:spcPct val="100000"/>
              </a:lnSpc>
              <a:spcBef>
                <a:spcPts val="53"/>
              </a:spcBef>
              <a:spcAft>
                <a:spcPct val="0"/>
              </a:spcAft>
              <a:buClrTx/>
              <a:buSzTx/>
              <a:buFont typeface="Arial" panose="020B0604020202020204" pitchFamily="34" charset="0"/>
              <a:buChar char="•"/>
              <a:tabLst>
                <a:tab pos="384943" algn="l"/>
                <a:tab pos="385503" algn="l"/>
              </a:tabLst>
              <a:defRPr/>
            </a:pP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splitting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up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project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into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features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but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involves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prioritization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and</a:t>
            </a:r>
            <a:r>
              <a:rPr kumimoji="0" sz="2000" b="0" i="0" u="none" strike="noStrike" kern="1200" cap="none" spc="199"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planning</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7" marR="0" lvl="0" indent="-342900" algn="l" defTabSz="914400" rtl="0" eaLnBrk="0" fontAlgn="base" latinLnBrk="0" hangingPunct="0">
              <a:lnSpc>
                <a:spcPct val="100000"/>
              </a:lnSpc>
              <a:spcBef>
                <a:spcPts val="31"/>
              </a:spcBef>
              <a:spcAft>
                <a:spcPct val="0"/>
              </a:spcAft>
              <a:buClrTx/>
              <a:buSzTx/>
              <a:buFont typeface="Arial" panose="020B0604020202020204" pitchFamily="34" charset="0"/>
              <a:buChar char="•"/>
              <a:tabLst>
                <a:tab pos="384943" algn="l"/>
                <a:tab pos="385503" algn="l"/>
              </a:tabLst>
              <a:defRPr/>
            </a:pP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Think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about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and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begin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modelling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system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before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any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development</a:t>
            </a:r>
            <a:r>
              <a:rPr kumimoji="0" sz="2000" b="0" i="0" u="none" strike="noStrike" kern="1200" cap="none" spc="66"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begins</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11206" marR="0" lvl="0" indent="0" algn="l" defTabSz="914400" rtl="0" eaLnBrk="0" fontAlgn="base" latinLnBrk="0" hangingPunct="0">
              <a:lnSpc>
                <a:spcPct val="100000"/>
              </a:lnSpc>
              <a:spcBef>
                <a:spcPts val="13"/>
              </a:spcBef>
              <a:spcAft>
                <a:spcPct val="0"/>
              </a:spcAft>
              <a:buClrTx/>
              <a:buSzTx/>
              <a:buFontTx/>
              <a:buNone/>
              <a:tabLst/>
              <a:defRPr/>
            </a:pPr>
            <a:endParaRPr kumimoji="0" lang="en-GB" sz="2400" b="0" i="0" u="none" strike="noStrike" kern="1200" cap="none" spc="93" normalizeH="0" baseline="0" noProof="0" dirty="0">
              <a:ln>
                <a:noFill/>
              </a:ln>
              <a:solidFill>
                <a:srgbClr val="0070BF"/>
              </a:solidFill>
              <a:effectLst/>
              <a:uLnTx/>
              <a:uFillTx/>
              <a:latin typeface="Cambria" panose="02040503050406030204" pitchFamily="18" charset="0"/>
              <a:ea typeface="+mn-ea"/>
              <a:cs typeface="Times New Roman"/>
            </a:endParaRPr>
          </a:p>
          <a:p>
            <a:pPr marL="11206" marR="0" lvl="0" indent="0" algn="l" defTabSz="914400" rtl="0" eaLnBrk="0" fontAlgn="base" latinLnBrk="0" hangingPunct="0">
              <a:lnSpc>
                <a:spcPct val="100000"/>
              </a:lnSpc>
              <a:spcBef>
                <a:spcPts val="13"/>
              </a:spcBef>
              <a:spcAft>
                <a:spcPct val="0"/>
              </a:spcAft>
              <a:buClrTx/>
              <a:buSzTx/>
              <a:buFontTx/>
              <a:buNone/>
              <a:tabLst/>
              <a:defRPr/>
            </a:pPr>
            <a:r>
              <a:rPr kumimoji="0" sz="2400" b="0" i="0" u="none" strike="noStrike" kern="1200" cap="none" spc="93" normalizeH="0" baseline="0" noProof="0" dirty="0">
                <a:ln>
                  <a:noFill/>
                </a:ln>
                <a:solidFill>
                  <a:srgbClr val="0070BF"/>
                </a:solidFill>
                <a:effectLst/>
                <a:uLnTx/>
                <a:uFillTx/>
                <a:latin typeface="Cambria" panose="02040503050406030204" pitchFamily="18" charset="0"/>
                <a:ea typeface="+mn-ea"/>
                <a:cs typeface="Times New Roman"/>
              </a:rPr>
              <a:t>BDD </a:t>
            </a:r>
            <a:r>
              <a:rPr kumimoji="0" sz="24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(Behavior </a:t>
            </a:r>
            <a:r>
              <a:rPr kumimoji="0" sz="2400" b="0" i="0" u="none" strike="noStrike" kern="1200" cap="none" spc="-22" normalizeH="0" baseline="0" noProof="0" dirty="0">
                <a:ln>
                  <a:noFill/>
                </a:ln>
                <a:solidFill>
                  <a:srgbClr val="0070BF"/>
                </a:solidFill>
                <a:effectLst/>
                <a:uLnTx/>
                <a:uFillTx/>
                <a:latin typeface="Cambria" panose="02040503050406030204" pitchFamily="18" charset="0"/>
                <a:ea typeface="+mn-ea"/>
                <a:cs typeface="Times New Roman"/>
              </a:rPr>
              <a:t>Driven</a:t>
            </a:r>
            <a:r>
              <a:rPr kumimoji="0" sz="2400" b="0" i="0" u="none" strike="noStrike" kern="1200" cap="none" spc="-71" normalizeH="0" baseline="0" noProof="0" dirty="0">
                <a:ln>
                  <a:noFill/>
                </a:ln>
                <a:solidFill>
                  <a:srgbClr val="0070BF"/>
                </a:solidFill>
                <a:effectLst/>
                <a:uLnTx/>
                <a:uFillTx/>
                <a:latin typeface="Cambria" panose="02040503050406030204" pitchFamily="18" charset="0"/>
                <a:ea typeface="+mn-ea"/>
                <a:cs typeface="Times New Roman"/>
              </a:rPr>
              <a:t> </a:t>
            </a:r>
            <a:r>
              <a:rPr kumimoji="0" sz="2400" b="0" i="0" u="none" strike="noStrike" kern="1200" cap="none" spc="22" normalizeH="0" baseline="0" noProof="0" dirty="0">
                <a:ln>
                  <a:noFill/>
                </a:ln>
                <a:solidFill>
                  <a:srgbClr val="0070BF"/>
                </a:solidFill>
                <a:effectLst/>
                <a:uLnTx/>
                <a:uFillTx/>
                <a:latin typeface="Cambria" panose="02040503050406030204" pitchFamily="18" charset="0"/>
                <a:ea typeface="+mn-ea"/>
                <a:cs typeface="Times New Roman"/>
              </a:rPr>
              <a:t>Development)</a:t>
            </a:r>
            <a:endParaRPr kumimoji="0"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7" marR="0" lvl="0" indent="-342900" algn="l" defTabSz="914400" rtl="0" eaLnBrk="0" fontAlgn="base" latinLnBrk="0" hangingPunct="0">
              <a:lnSpc>
                <a:spcPct val="100000"/>
              </a:lnSpc>
              <a:spcBef>
                <a:spcPts val="53"/>
              </a:spcBef>
              <a:spcAft>
                <a:spcPct val="0"/>
              </a:spcAft>
              <a:buClrTx/>
              <a:buSzTx/>
              <a:buFont typeface="Arial" panose="020B0604020202020204" pitchFamily="34" charset="0"/>
              <a:buChar char="•"/>
              <a:tabLst>
                <a:tab pos="384943" algn="l"/>
                <a:tab pos="385503" algn="l"/>
              </a:tabLst>
              <a:defRPr/>
            </a:pPr>
            <a:r>
              <a:rPr kumimoji="0" sz="2000" b="0" i="0" u="none" strike="noStrike" kern="1200" cap="none" spc="84" normalizeH="0" baseline="0" noProof="0" dirty="0">
                <a:ln>
                  <a:noFill/>
                </a:ln>
                <a:solidFill>
                  <a:prstClr val="black"/>
                </a:solidFill>
                <a:effectLst/>
                <a:uLnTx/>
                <a:uFillTx/>
                <a:latin typeface="Cambria" panose="02040503050406030204" pitchFamily="18" charset="0"/>
                <a:ea typeface="+mn-ea"/>
                <a:cs typeface="Times New Roman"/>
              </a:rPr>
              <a:t>BDD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is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an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extension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upon </a:t>
            </a:r>
            <a:r>
              <a:rPr kumimoji="0" sz="2000" b="0" i="0" u="none" strike="noStrike" kern="1200" cap="none" spc="88" normalizeH="0" baseline="0" noProof="0" dirty="0">
                <a:ln>
                  <a:noFill/>
                </a:ln>
                <a:solidFill>
                  <a:prstClr val="black"/>
                </a:solidFill>
                <a:effectLst/>
                <a:uLnTx/>
                <a:uFillTx/>
                <a:latin typeface="Cambria" panose="02040503050406030204" pitchFamily="18" charset="0"/>
                <a:ea typeface="+mn-ea"/>
                <a:cs typeface="Times New Roman"/>
              </a:rPr>
              <a:t>TDD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and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does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not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contest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fundamental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values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of</a:t>
            </a:r>
            <a:r>
              <a:rPr kumimoji="0" sz="2000" b="0" i="0" u="none" strike="noStrike" kern="1200" cap="none" spc="93"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57" normalizeH="0" baseline="0" noProof="0" dirty="0">
                <a:ln>
                  <a:noFill/>
                </a:ln>
                <a:solidFill>
                  <a:prstClr val="black"/>
                </a:solidFill>
                <a:effectLst/>
                <a:uLnTx/>
                <a:uFillTx/>
                <a:latin typeface="Cambria" panose="02040503050406030204" pitchFamily="18" charset="0"/>
                <a:ea typeface="+mn-ea"/>
                <a:cs typeface="Times New Roman"/>
              </a:rPr>
              <a:t>TDD.</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7" marR="0" lvl="0" indent="-342900" algn="l" defTabSz="914400" rtl="0" eaLnBrk="0" fontAlgn="base" latinLnBrk="0" hangingPunct="0">
              <a:lnSpc>
                <a:spcPct val="100000"/>
              </a:lnSpc>
              <a:spcBef>
                <a:spcPts val="31"/>
              </a:spcBef>
              <a:spcAft>
                <a:spcPct val="0"/>
              </a:spcAft>
              <a:buClrTx/>
              <a:buSzTx/>
              <a:buFont typeface="Arial" panose="020B0604020202020204" pitchFamily="34" charset="0"/>
              <a:buChar char="•"/>
              <a:tabLst>
                <a:tab pos="384943" algn="l"/>
                <a:tab pos="385503" algn="l"/>
              </a:tabLst>
              <a:defRPr/>
            </a:pP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Process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starts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by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writing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scenario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as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per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expected</a:t>
            </a:r>
            <a:r>
              <a:rPr kumimoji="0" sz="2000" b="0" i="0" u="none" strike="noStrike" kern="1200" cap="none" spc="146"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behavior.</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7" marR="0" lvl="0" indent="-342900" algn="l" defTabSz="914400" rtl="0" eaLnBrk="0" fontAlgn="base" latinLnBrk="0" hangingPunct="0">
              <a:lnSpc>
                <a:spcPct val="100000"/>
              </a:lnSpc>
              <a:spcBef>
                <a:spcPts val="40"/>
              </a:spcBef>
              <a:spcAft>
                <a:spcPct val="0"/>
              </a:spcAft>
              <a:buClrTx/>
              <a:buSzTx/>
              <a:buFont typeface="Arial" panose="020B0604020202020204" pitchFamily="34" charset="0"/>
              <a:buChar char="•"/>
              <a:tabLst>
                <a:tab pos="384943" algn="l"/>
                <a:tab pos="385503" algn="l"/>
              </a:tabLst>
              <a:defRPr/>
            </a:pPr>
            <a:r>
              <a:rPr kumimoji="0" sz="20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BDD,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test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is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written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that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can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satisfy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both the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developer and</a:t>
            </a:r>
            <a:r>
              <a:rPr kumimoji="0" sz="2000" b="0" i="0" u="none" strike="noStrike" kern="1200" cap="none" spc="88"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customer.</a:t>
            </a:r>
          </a:p>
          <a:p>
            <a:pPr marL="353547" marR="0" lvl="0" indent="-342900" algn="l" defTabSz="914400" rtl="0" eaLnBrk="0" fontAlgn="base" latinLnBrk="0" hangingPunct="0">
              <a:lnSpc>
                <a:spcPct val="100000"/>
              </a:lnSpc>
              <a:spcBef>
                <a:spcPts val="35"/>
              </a:spcBef>
              <a:spcAft>
                <a:spcPct val="0"/>
              </a:spcAft>
              <a:buClrTx/>
              <a:buSzTx/>
              <a:buFont typeface="Arial" panose="020B0604020202020204" pitchFamily="34" charset="0"/>
              <a:buChar char="•"/>
              <a:tabLst>
                <a:tab pos="384943" algn="l"/>
                <a:tab pos="385503" algn="l"/>
              </a:tabLst>
              <a:defRPr/>
            </a:pPr>
            <a:r>
              <a:rPr kumimoji="0" sz="2000" b="0" i="0" u="none" strike="noStrike" kern="1200" cap="none" spc="57" normalizeH="0" baseline="0" noProof="0" dirty="0">
                <a:ln>
                  <a:noFill/>
                </a:ln>
                <a:solidFill>
                  <a:prstClr val="black"/>
                </a:solidFill>
                <a:effectLst/>
                <a:uLnTx/>
                <a:uFillTx/>
                <a:latin typeface="Cambria" panose="02040503050406030204" pitchFamily="18" charset="0"/>
                <a:ea typeface="+mn-ea"/>
                <a:cs typeface="Times New Roman"/>
              </a:rPr>
              <a:t>How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application</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implemented?</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52400" y="457200"/>
            <a:ext cx="6705600" cy="626869"/>
          </a:xfrm>
          <a:prstGeom prst="rect">
            <a:avLst/>
          </a:prstGeom>
        </p:spPr>
        <p:txBody>
          <a:bodyPr vert="horz" wrap="square" lIns="0" tIns="11206" rIns="0" bIns="0" rtlCol="0">
            <a:spAutoFit/>
          </a:bodyPr>
          <a:lstStyle/>
          <a:p>
            <a:pPr marL="11206">
              <a:spcBef>
                <a:spcPts val="88"/>
              </a:spcBef>
            </a:pPr>
            <a:r>
              <a:rPr spc="88" dirty="0">
                <a:latin typeface="Cambria" panose="02040503050406030204" pitchFamily="18" charset="0"/>
              </a:rPr>
              <a:t>TDD, </a:t>
            </a:r>
            <a:r>
              <a:rPr spc="79" dirty="0">
                <a:latin typeface="Cambria" panose="02040503050406030204" pitchFamily="18" charset="0"/>
              </a:rPr>
              <a:t>FDD,</a:t>
            </a:r>
            <a:r>
              <a:rPr spc="-154" dirty="0">
                <a:latin typeface="Cambria" panose="02040503050406030204" pitchFamily="18" charset="0"/>
              </a:rPr>
              <a:t> </a:t>
            </a:r>
            <a:r>
              <a:rPr spc="124" dirty="0">
                <a:latin typeface="Cambria" panose="02040503050406030204" pitchFamily="18" charset="0"/>
              </a:rPr>
              <a:t>BDD</a:t>
            </a:r>
          </a:p>
        </p:txBody>
      </p:sp>
      <p:sp>
        <p:nvSpPr>
          <p:cNvPr id="5" name="object 5"/>
          <p:cNvSpPr txBox="1">
            <a:spLocks noGrp="1"/>
          </p:cNvSpPr>
          <p:nvPr>
            <p:ph type="sldNum" sz="quarter" idx="4294967295"/>
          </p:nvPr>
        </p:nvSpPr>
        <p:spPr>
          <a:xfrm>
            <a:off x="8999538" y="4972050"/>
            <a:ext cx="144462" cy="115888"/>
          </a:xfrm>
          <a:prstGeom prst="rect">
            <a:avLst/>
          </a:prstGeom>
        </p:spPr>
        <p:txBody>
          <a:bodyPr vert="horz" wrap="square" lIns="0" tIns="0" rIns="0" bIns="0" rtlCol="0">
            <a:spAutoFit/>
          </a:bodyPr>
          <a:lstStyle/>
          <a:p>
            <a:pPr marL="11206" marR="0" lvl="0" indent="0" algn="r" defTabSz="914400" rtl="0" eaLnBrk="1" fontAlgn="base" latinLnBrk="0" hangingPunct="1">
              <a:lnSpc>
                <a:spcPts val="922"/>
              </a:lnSpc>
              <a:spcBef>
                <a:spcPct val="0"/>
              </a:spcBef>
              <a:spcAft>
                <a:spcPct val="0"/>
              </a:spcAft>
              <a:buClrTx/>
              <a:buSzTx/>
              <a:buFontTx/>
              <a:buNone/>
              <a:tabLst/>
              <a:defRPr/>
            </a:pPr>
            <a:r>
              <a:rPr kumimoji="0" sz="1200" b="0" i="0" u="none" strike="noStrike" kern="1200" cap="none" spc="-4" normalizeH="0" baseline="0" noProof="0" dirty="0">
                <a:ln>
                  <a:noFill/>
                </a:ln>
                <a:solidFill>
                  <a:srgbClr val="898989"/>
                </a:solidFill>
                <a:effectLst/>
                <a:uLnTx/>
                <a:uFillTx/>
                <a:latin typeface="Arial" panose="020B0604020202020204" pitchFamily="34" charset="0"/>
                <a:ea typeface="+mn-ea"/>
                <a:cs typeface="Arial" panose="020B0604020202020204" pitchFamily="34" charset="0"/>
              </a:rPr>
              <a:t>16</a:t>
            </a:r>
          </a:p>
        </p:txBody>
      </p:sp>
      <p:sp>
        <p:nvSpPr>
          <p:cNvPr id="4" name="object 4"/>
          <p:cNvSpPr/>
          <p:nvPr/>
        </p:nvSpPr>
        <p:spPr>
          <a:xfrm>
            <a:off x="1676400" y="1718048"/>
            <a:ext cx="5448075" cy="4377951"/>
          </a:xfrm>
          <a:prstGeom prst="rect">
            <a:avLst/>
          </a:prstGeom>
          <a:blipFill>
            <a:blip r:embed="rId2" cstate="print"/>
            <a:stretch>
              <a:fillRect/>
            </a:stretch>
          </a:blipFill>
        </p:spPr>
        <p:txBody>
          <a:bodyPr wrap="square" lIns="0" tIns="0" rIns="0" bIns="0" rtlCol="0"/>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7311887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31111" y="203972"/>
            <a:ext cx="8264518" cy="626869"/>
          </a:xfrm>
          <a:prstGeom prst="rect">
            <a:avLst/>
          </a:prstGeom>
        </p:spPr>
        <p:txBody>
          <a:bodyPr vert="horz" wrap="square" lIns="0" tIns="11206" rIns="0" bIns="0" rtlCol="0">
            <a:spAutoFit/>
          </a:bodyPr>
          <a:lstStyle/>
          <a:p>
            <a:pPr marL="11206" marR="0" lvl="0" indent="0" algn="l" defTabSz="914400" rtl="0" eaLnBrk="0" fontAlgn="base" latinLnBrk="0" hangingPunct="0">
              <a:lnSpc>
                <a:spcPct val="100000"/>
              </a:lnSpc>
              <a:spcBef>
                <a:spcPts val="88"/>
              </a:spcBef>
              <a:spcAft>
                <a:spcPct val="0"/>
              </a:spcAft>
              <a:buClrTx/>
              <a:buSzTx/>
              <a:buFontTx/>
              <a:buNone/>
              <a:tabLst/>
              <a:defRPr/>
            </a:pPr>
            <a:r>
              <a:rPr kumimoji="0" sz="4000" b="1" i="0" u="none" strike="noStrike" kern="1200" cap="none" spc="62" normalizeH="0" baseline="0" noProof="0" dirty="0">
                <a:ln>
                  <a:noFill/>
                </a:ln>
                <a:solidFill>
                  <a:srgbClr val="547799"/>
                </a:solidFill>
                <a:effectLst/>
                <a:uLnTx/>
                <a:uFillTx/>
                <a:latin typeface="Calibri"/>
                <a:ea typeface="+mn-ea"/>
                <a:cs typeface="Times New Roman"/>
              </a:rPr>
              <a:t>T</a:t>
            </a:r>
            <a:r>
              <a:rPr kumimoji="0" sz="4000" b="1" i="0" u="none" strike="noStrike" kern="1200" cap="none" spc="168" normalizeH="0" baseline="0" noProof="0" dirty="0">
                <a:ln>
                  <a:noFill/>
                </a:ln>
                <a:solidFill>
                  <a:srgbClr val="547799"/>
                </a:solidFill>
                <a:effectLst/>
                <a:uLnTx/>
                <a:uFillTx/>
                <a:latin typeface="Calibri"/>
                <a:ea typeface="+mn-ea"/>
                <a:cs typeface="Times New Roman"/>
              </a:rPr>
              <a:t>D</a:t>
            </a:r>
            <a:r>
              <a:rPr kumimoji="0" sz="4000" b="1" i="0" u="none" strike="noStrike" kern="1200" cap="none" spc="172" normalizeH="0" baseline="0" noProof="0" dirty="0">
                <a:ln>
                  <a:noFill/>
                </a:ln>
                <a:solidFill>
                  <a:srgbClr val="547799"/>
                </a:solidFill>
                <a:effectLst/>
                <a:uLnTx/>
                <a:uFillTx/>
                <a:latin typeface="Calibri"/>
                <a:ea typeface="+mn-ea"/>
                <a:cs typeface="Times New Roman"/>
              </a:rPr>
              <a:t>D</a:t>
            </a:r>
            <a:r>
              <a:rPr kumimoji="0" lang="en-GB" sz="4000" b="1" i="0" u="none" strike="noStrike" kern="1200" cap="none" spc="172" normalizeH="0" baseline="0" noProof="0" dirty="0">
                <a:ln>
                  <a:noFill/>
                </a:ln>
                <a:solidFill>
                  <a:srgbClr val="547799"/>
                </a:solidFill>
                <a:effectLst/>
                <a:uLnTx/>
                <a:uFillTx/>
                <a:latin typeface="Calibri"/>
                <a:ea typeface="+mn-ea"/>
                <a:cs typeface="Times New Roman"/>
              </a:rPr>
              <a:t>- </a:t>
            </a:r>
            <a:r>
              <a:rPr kumimoji="0" lang="en-IN" sz="40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Test Driven Development</a:t>
            </a:r>
            <a:endParaRPr kumimoji="0" sz="4000" b="0" i="0" u="none" strike="noStrike" kern="1200" cap="none" spc="0" normalizeH="0" baseline="0" noProof="0" dirty="0">
              <a:ln>
                <a:noFill/>
              </a:ln>
              <a:solidFill>
                <a:prstClr val="black"/>
              </a:solidFill>
              <a:effectLst/>
              <a:uLnTx/>
              <a:uFillTx/>
              <a:latin typeface="Calibri"/>
              <a:ea typeface="+mn-ea"/>
              <a:cs typeface="Times New Roman"/>
            </a:endParaRPr>
          </a:p>
        </p:txBody>
      </p:sp>
      <p:sp>
        <p:nvSpPr>
          <p:cNvPr id="4" name="object 4"/>
          <p:cNvSpPr txBox="1">
            <a:spLocks noGrp="1"/>
          </p:cNvSpPr>
          <p:nvPr>
            <p:ph type="sldNum" sz="quarter" idx="4294967295"/>
          </p:nvPr>
        </p:nvSpPr>
        <p:spPr>
          <a:xfrm>
            <a:off x="8999538" y="4972050"/>
            <a:ext cx="144462" cy="115888"/>
          </a:xfrm>
          <a:prstGeom prst="rect">
            <a:avLst/>
          </a:prstGeom>
        </p:spPr>
        <p:txBody>
          <a:bodyPr vert="horz" wrap="square" lIns="0" tIns="0" rIns="0" bIns="0" rtlCol="0">
            <a:spAutoFit/>
          </a:bodyPr>
          <a:lstStyle/>
          <a:p>
            <a:pPr marL="11206" marR="0" lvl="0" indent="0" algn="r" defTabSz="914400" rtl="0" eaLnBrk="1" fontAlgn="base" latinLnBrk="0" hangingPunct="1">
              <a:lnSpc>
                <a:spcPts val="922"/>
              </a:lnSpc>
              <a:spcBef>
                <a:spcPct val="0"/>
              </a:spcBef>
              <a:spcAft>
                <a:spcPct val="0"/>
              </a:spcAft>
              <a:buClrTx/>
              <a:buSzTx/>
              <a:buFontTx/>
              <a:buNone/>
              <a:tabLst/>
              <a:defRPr/>
            </a:pPr>
            <a:r>
              <a:rPr kumimoji="0" sz="1200" b="0" i="0" u="none" strike="noStrike" kern="1200" cap="none" spc="-4" normalizeH="0" baseline="0" noProof="0" dirty="0">
                <a:ln>
                  <a:noFill/>
                </a:ln>
                <a:solidFill>
                  <a:srgbClr val="898989"/>
                </a:solidFill>
                <a:effectLst/>
                <a:uLnTx/>
                <a:uFillTx/>
                <a:latin typeface="Arial" panose="020B0604020202020204" pitchFamily="34" charset="0"/>
                <a:ea typeface="+mn-ea"/>
                <a:cs typeface="Arial" panose="020B0604020202020204" pitchFamily="34" charset="0"/>
              </a:rPr>
              <a:t>17</a:t>
            </a:r>
          </a:p>
        </p:txBody>
      </p:sp>
      <p:pic>
        <p:nvPicPr>
          <p:cNvPr id="5" name="Picture 4">
            <a:extLst>
              <a:ext uri="{FF2B5EF4-FFF2-40B4-BE49-F238E27FC236}">
                <a16:creationId xmlns:a16="http://schemas.microsoft.com/office/drawing/2014/main" id="{636D832B-B4A4-42B3-F130-D62B555739E9}"/>
              </a:ext>
            </a:extLst>
          </p:cNvPr>
          <p:cNvPicPr>
            <a:picLocks noChangeAspect="1"/>
          </p:cNvPicPr>
          <p:nvPr/>
        </p:nvPicPr>
        <p:blipFill>
          <a:blip r:embed="rId2"/>
          <a:stretch>
            <a:fillRect/>
          </a:stretch>
        </p:blipFill>
        <p:spPr>
          <a:xfrm>
            <a:off x="1905000" y="1448970"/>
            <a:ext cx="5852429" cy="5106532"/>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31111" y="203972"/>
            <a:ext cx="8264518" cy="626869"/>
          </a:xfrm>
          <a:prstGeom prst="rect">
            <a:avLst/>
          </a:prstGeom>
        </p:spPr>
        <p:txBody>
          <a:bodyPr vert="horz" wrap="square" lIns="0" tIns="11206" rIns="0" bIns="0" rtlCol="0">
            <a:spAutoFit/>
          </a:bodyPr>
          <a:lstStyle/>
          <a:p>
            <a:pPr marL="11206" marR="0" lvl="0" indent="0" algn="l" defTabSz="914400" rtl="0" eaLnBrk="0" fontAlgn="base" latinLnBrk="0" hangingPunct="0">
              <a:lnSpc>
                <a:spcPct val="100000"/>
              </a:lnSpc>
              <a:spcBef>
                <a:spcPts val="88"/>
              </a:spcBef>
              <a:spcAft>
                <a:spcPct val="0"/>
              </a:spcAft>
              <a:buClrTx/>
              <a:buSzTx/>
              <a:buFontTx/>
              <a:buNone/>
              <a:tabLst/>
              <a:defRPr/>
            </a:pPr>
            <a:r>
              <a:rPr kumimoji="0" sz="4000" b="1" i="0" u="none" strike="noStrike" kern="1200" cap="none" spc="62" normalizeH="0" baseline="0" noProof="0" dirty="0">
                <a:ln>
                  <a:noFill/>
                </a:ln>
                <a:solidFill>
                  <a:srgbClr val="547799"/>
                </a:solidFill>
                <a:effectLst/>
                <a:uLnTx/>
                <a:uFillTx/>
                <a:latin typeface="Calibri"/>
                <a:ea typeface="+mn-ea"/>
                <a:cs typeface="Times New Roman"/>
              </a:rPr>
              <a:t>T</a:t>
            </a:r>
            <a:r>
              <a:rPr kumimoji="0" sz="4000" b="1" i="0" u="none" strike="noStrike" kern="1200" cap="none" spc="168" normalizeH="0" baseline="0" noProof="0" dirty="0">
                <a:ln>
                  <a:noFill/>
                </a:ln>
                <a:solidFill>
                  <a:srgbClr val="547799"/>
                </a:solidFill>
                <a:effectLst/>
                <a:uLnTx/>
                <a:uFillTx/>
                <a:latin typeface="Calibri"/>
                <a:ea typeface="+mn-ea"/>
                <a:cs typeface="Times New Roman"/>
              </a:rPr>
              <a:t>D</a:t>
            </a:r>
            <a:r>
              <a:rPr kumimoji="0" sz="4000" b="1" i="0" u="none" strike="noStrike" kern="1200" cap="none" spc="172" normalizeH="0" baseline="0" noProof="0" dirty="0">
                <a:ln>
                  <a:noFill/>
                </a:ln>
                <a:solidFill>
                  <a:srgbClr val="547799"/>
                </a:solidFill>
                <a:effectLst/>
                <a:uLnTx/>
                <a:uFillTx/>
                <a:latin typeface="Calibri"/>
                <a:ea typeface="+mn-ea"/>
                <a:cs typeface="Times New Roman"/>
              </a:rPr>
              <a:t>D</a:t>
            </a:r>
            <a:r>
              <a:rPr kumimoji="0" lang="en-GB" sz="4000" b="1" i="0" u="none" strike="noStrike" kern="1200" cap="none" spc="172" normalizeH="0" baseline="0" noProof="0" dirty="0">
                <a:ln>
                  <a:noFill/>
                </a:ln>
                <a:solidFill>
                  <a:srgbClr val="547799"/>
                </a:solidFill>
                <a:effectLst/>
                <a:uLnTx/>
                <a:uFillTx/>
                <a:latin typeface="Calibri"/>
                <a:ea typeface="+mn-ea"/>
                <a:cs typeface="Times New Roman"/>
              </a:rPr>
              <a:t>- </a:t>
            </a:r>
            <a:r>
              <a:rPr kumimoji="0" lang="en-IN" sz="40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Test Driven Development</a:t>
            </a:r>
            <a:endParaRPr kumimoji="0" sz="4000" b="0" i="0" u="none" strike="noStrike" kern="1200" cap="none" spc="0" normalizeH="0" baseline="0" noProof="0" dirty="0">
              <a:ln>
                <a:noFill/>
              </a:ln>
              <a:solidFill>
                <a:prstClr val="black"/>
              </a:solidFill>
              <a:effectLst/>
              <a:uLnTx/>
              <a:uFillTx/>
              <a:latin typeface="Calibri"/>
              <a:ea typeface="+mn-ea"/>
              <a:cs typeface="Times New Roman"/>
            </a:endParaRPr>
          </a:p>
        </p:txBody>
      </p:sp>
      <p:pic>
        <p:nvPicPr>
          <p:cNvPr id="1026" name="Picture 2" descr="Test Driven Development PowerPoint Presentation Slides - PPT Template"/>
          <p:cNvPicPr>
            <a:picLocks noChangeAspect="1" noChangeArrowheads="1"/>
          </p:cNvPicPr>
          <p:nvPr/>
        </p:nvPicPr>
        <p:blipFill rotWithShape="1">
          <a:blip r:embed="rId2">
            <a:extLst>
              <a:ext uri="{28A0092B-C50C-407E-A947-70E740481C1C}">
                <a14:useLocalDpi xmlns:a14="http://schemas.microsoft.com/office/drawing/2010/main" val="0"/>
              </a:ext>
            </a:extLst>
          </a:blip>
          <a:srcRect l="10833" t="8888" r="10833" b="9630"/>
          <a:stretch/>
        </p:blipFill>
        <p:spPr bwMode="auto">
          <a:xfrm>
            <a:off x="331111" y="1600200"/>
            <a:ext cx="8343217" cy="4881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331287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1703" y="3903171"/>
            <a:ext cx="5508578" cy="144627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Title 3"/>
          <p:cNvSpPr>
            <a:spLocks noGrp="1"/>
          </p:cNvSpPr>
          <p:nvPr>
            <p:ph type="title" idx="4294967295"/>
          </p:nvPr>
        </p:nvSpPr>
        <p:spPr>
          <a:xfrm>
            <a:off x="0" y="457200"/>
            <a:ext cx="7620000" cy="895350"/>
          </a:xfrm>
        </p:spPr>
        <p:txBody>
          <a:bodyPr>
            <a:normAutofit fontScale="90000"/>
          </a:bodyPr>
          <a:lstStyle/>
          <a:p>
            <a:r>
              <a:rPr lang="en-IN" dirty="0">
                <a:latin typeface="Cambria" panose="02040503050406030204" pitchFamily="18" charset="0"/>
              </a:rPr>
              <a:t>FDD - Feature Driven Development</a:t>
            </a:r>
          </a:p>
        </p:txBody>
      </p:sp>
      <p:pic>
        <p:nvPicPr>
          <p:cNvPr id="6" name="Picture 5"/>
          <p:cNvPicPr>
            <a:picLocks noChangeAspect="1"/>
          </p:cNvPicPr>
          <p:nvPr/>
        </p:nvPicPr>
        <p:blipFill>
          <a:blip r:embed="rId4"/>
          <a:stretch>
            <a:fillRect/>
          </a:stretch>
        </p:blipFill>
        <p:spPr>
          <a:xfrm>
            <a:off x="0" y="1752600"/>
            <a:ext cx="9144000" cy="4495800"/>
          </a:xfrm>
          <a:prstGeom prst="rect">
            <a:avLst/>
          </a:prstGeom>
        </p:spPr>
      </p:pic>
    </p:spTree>
    <p:extLst>
      <p:ext uri="{BB962C8B-B14F-4D97-AF65-F5344CB8AC3E}">
        <p14:creationId xmlns:p14="http://schemas.microsoft.com/office/powerpoint/2010/main" val="306069143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08038F6-1364-AB6C-BA10-F1D9E129FD51}"/>
              </a:ext>
            </a:extLst>
          </p:cNvPr>
          <p:cNvSpPr>
            <a:spLocks noGrp="1"/>
          </p:cNvSpPr>
          <p:nvPr>
            <p:ph sz="quarter" idx="10"/>
          </p:nvPr>
        </p:nvSpPr>
        <p:spPr>
          <a:xfrm>
            <a:off x="0" y="433137"/>
            <a:ext cx="8694738" cy="1143000"/>
          </a:xfrm>
        </p:spPr>
        <p:txBody>
          <a:bodyPr/>
          <a:lstStyle/>
          <a:p>
            <a:r>
              <a:rPr lang="en-GB" dirty="0">
                <a:latin typeface="Cambria" panose="02040503050406030204" pitchFamily="18" charset="0"/>
              </a:rPr>
              <a:t>BDD – Behaviour Driven Development</a:t>
            </a:r>
            <a:endParaRPr lang="en-US" dirty="0">
              <a:latin typeface="Cambria" panose="02040503050406030204" pitchFamily="18" charset="0"/>
            </a:endParaRPr>
          </a:p>
        </p:txBody>
      </p:sp>
      <p:pic>
        <p:nvPicPr>
          <p:cNvPr id="2050" name="Picture 2" descr="https://www.bornfight.com/_next/image/?url=https%3A%2F%2Fres.cloudinary.com%2Fbornfight-studio%2Fimage%2Fupload%2Fv1678883035%2Fbornfight-web-2022%2Fhttp_bornfight_com_wp_content_uploads_2019_12_bornfight_blog_mustafic_bdd_body02_a98c28cf4d.jpg&amp;w=3840&amp;q=75"/>
          <p:cNvPicPr>
            <a:picLocks noChangeAspect="1" noChangeArrowheads="1"/>
          </p:cNvPicPr>
          <p:nvPr/>
        </p:nvPicPr>
        <p:blipFill rotWithShape="1">
          <a:blip r:embed="rId2">
            <a:extLst>
              <a:ext uri="{28A0092B-C50C-407E-A947-70E740481C1C}">
                <a14:useLocalDpi xmlns:a14="http://schemas.microsoft.com/office/drawing/2010/main" val="0"/>
              </a:ext>
            </a:extLst>
          </a:blip>
          <a:srcRect l="18125" t="17778" r="18125" b="17778"/>
          <a:stretch/>
        </p:blipFill>
        <p:spPr bwMode="auto">
          <a:xfrm>
            <a:off x="28074" y="1371600"/>
            <a:ext cx="8991600" cy="51128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08038F6-1364-AB6C-BA10-F1D9E129FD51}"/>
              </a:ext>
            </a:extLst>
          </p:cNvPr>
          <p:cNvSpPr>
            <a:spLocks noGrp="1"/>
          </p:cNvSpPr>
          <p:nvPr>
            <p:ph sz="quarter" idx="10"/>
          </p:nvPr>
        </p:nvSpPr>
        <p:spPr>
          <a:xfrm>
            <a:off x="28074" y="465221"/>
            <a:ext cx="8694738" cy="1143000"/>
          </a:xfrm>
        </p:spPr>
        <p:txBody>
          <a:bodyPr/>
          <a:lstStyle/>
          <a:p>
            <a:r>
              <a:rPr lang="en-GB" dirty="0">
                <a:latin typeface="Cambria" panose="02040503050406030204" pitchFamily="18" charset="0"/>
              </a:rPr>
              <a:t>BDD – Behaviour Driven Development</a:t>
            </a:r>
            <a:endParaRPr lang="en-US" dirty="0">
              <a:latin typeface="Cambria" panose="02040503050406030204" pitchFamily="18" charset="0"/>
            </a:endParaRPr>
          </a:p>
        </p:txBody>
      </p:sp>
      <p:pic>
        <p:nvPicPr>
          <p:cNvPr id="2" name="Content Placeholder 6">
            <a:extLst>
              <a:ext uri="{FF2B5EF4-FFF2-40B4-BE49-F238E27FC236}">
                <a16:creationId xmlns:a16="http://schemas.microsoft.com/office/drawing/2014/main" id="{7FDFE1E6-3459-0158-303B-6F1CA24ACC66}"/>
              </a:ext>
            </a:extLst>
          </p:cNvPr>
          <p:cNvPicPr>
            <a:picLocks noChangeAspect="1"/>
          </p:cNvPicPr>
          <p:nvPr/>
        </p:nvPicPr>
        <p:blipFill rotWithShape="1">
          <a:blip r:embed="rId2">
            <a:extLst>
              <a:ext uri="{28A0092B-C50C-407E-A947-70E740481C1C}">
                <a14:useLocalDpi xmlns:a14="http://schemas.microsoft.com/office/drawing/2010/main" val="0"/>
              </a:ext>
            </a:extLst>
          </a:blip>
          <a:srcRect t="7162" b="19784"/>
          <a:stretch/>
        </p:blipFill>
        <p:spPr bwMode="auto">
          <a:xfrm>
            <a:off x="152400" y="1608221"/>
            <a:ext cx="8839199"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5568147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08038F6-1364-AB6C-BA10-F1D9E129FD51}"/>
              </a:ext>
            </a:extLst>
          </p:cNvPr>
          <p:cNvSpPr>
            <a:spLocks noGrp="1"/>
          </p:cNvSpPr>
          <p:nvPr>
            <p:ph sz="quarter" idx="10"/>
          </p:nvPr>
        </p:nvSpPr>
        <p:spPr>
          <a:xfrm>
            <a:off x="0" y="525379"/>
            <a:ext cx="8694738" cy="1143000"/>
          </a:xfrm>
        </p:spPr>
        <p:txBody>
          <a:bodyPr/>
          <a:lstStyle/>
          <a:p>
            <a:r>
              <a:rPr lang="en-GB" dirty="0">
                <a:latin typeface="Cambria" panose="02040503050406030204" pitchFamily="18" charset="0"/>
              </a:rPr>
              <a:t>BDD – Behaviour Driven Development</a:t>
            </a:r>
            <a:endParaRPr lang="en-US" dirty="0">
              <a:latin typeface="Cambria" panose="02040503050406030204" pitchFamily="18" charset="0"/>
            </a:endParaRPr>
          </a:p>
        </p:txBody>
      </p:sp>
      <p:pic>
        <p:nvPicPr>
          <p:cNvPr id="2" name="Picture 1">
            <a:extLst>
              <a:ext uri="{FF2B5EF4-FFF2-40B4-BE49-F238E27FC236}">
                <a16:creationId xmlns:a16="http://schemas.microsoft.com/office/drawing/2014/main" id="{56B45C94-B041-D4E6-112B-B7661C5E1518}"/>
              </a:ext>
            </a:extLst>
          </p:cNvPr>
          <p:cNvPicPr>
            <a:picLocks noChangeAspect="1"/>
          </p:cNvPicPr>
          <p:nvPr/>
        </p:nvPicPr>
        <p:blipFill>
          <a:blip r:embed="rId2"/>
          <a:stretch>
            <a:fillRect/>
          </a:stretch>
        </p:blipFill>
        <p:spPr>
          <a:xfrm>
            <a:off x="381000" y="1431630"/>
            <a:ext cx="7848600" cy="4757073"/>
          </a:xfrm>
          <a:prstGeom prst="rect">
            <a:avLst/>
          </a:prstGeom>
        </p:spPr>
      </p:pic>
    </p:spTree>
    <p:extLst>
      <p:ext uri="{BB962C8B-B14F-4D97-AF65-F5344CB8AC3E}">
        <p14:creationId xmlns:p14="http://schemas.microsoft.com/office/powerpoint/2010/main" val="403125089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52400" y="457200"/>
            <a:ext cx="6629400" cy="565313"/>
          </a:xfrm>
          <a:prstGeom prst="rect">
            <a:avLst/>
          </a:prstGeom>
        </p:spPr>
        <p:txBody>
          <a:bodyPr vert="horz" wrap="square" lIns="0" tIns="11206" rIns="0" bIns="0" rtlCol="0">
            <a:spAutoFit/>
          </a:bodyPr>
          <a:lstStyle/>
          <a:p>
            <a:pPr marL="11206">
              <a:spcBef>
                <a:spcPts val="88"/>
              </a:spcBef>
            </a:pPr>
            <a:r>
              <a:rPr sz="3600" spc="31" dirty="0">
                <a:latin typeface="Cambria" panose="02040503050406030204" pitchFamily="18" charset="0"/>
              </a:rPr>
              <a:t>DevOps–</a:t>
            </a:r>
            <a:r>
              <a:rPr sz="3600" spc="-57" dirty="0">
                <a:latin typeface="Cambria" panose="02040503050406030204" pitchFamily="18" charset="0"/>
              </a:rPr>
              <a:t> </a:t>
            </a:r>
            <a:r>
              <a:rPr sz="3600" spc="-13" dirty="0">
                <a:latin typeface="Cambria" panose="02040503050406030204" pitchFamily="18" charset="0"/>
              </a:rPr>
              <a:t>Practices</a:t>
            </a:r>
          </a:p>
        </p:txBody>
      </p:sp>
      <p:sp>
        <p:nvSpPr>
          <p:cNvPr id="3" name="object 3"/>
          <p:cNvSpPr txBox="1"/>
          <p:nvPr/>
        </p:nvSpPr>
        <p:spPr>
          <a:xfrm>
            <a:off x="160421" y="1676400"/>
            <a:ext cx="8738907" cy="3166855"/>
          </a:xfrm>
          <a:prstGeom prst="rect">
            <a:avLst/>
          </a:prstGeom>
        </p:spPr>
        <p:txBody>
          <a:bodyPr vert="horz" wrap="square" lIns="0" tIns="14568" rIns="0" bIns="0" rtlCol="0">
            <a:spAutoFit/>
          </a:bodyPr>
          <a:lstStyle/>
          <a:p>
            <a:pPr marL="374842" marR="0" lvl="0" indent="-285750" algn="l" defTabSz="914400" rtl="0" eaLnBrk="0" fontAlgn="base" latinLnBrk="0" hangingPunct="0">
              <a:lnSpc>
                <a:spcPct val="100000"/>
              </a:lnSpc>
              <a:spcBef>
                <a:spcPts val="115"/>
              </a:spcBef>
              <a:spcAft>
                <a:spcPct val="0"/>
              </a:spcAft>
              <a:buClrTx/>
              <a:buSzTx/>
              <a:buFont typeface="Arial" panose="020B0604020202020204" pitchFamily="34" charset="0"/>
              <a:buChar char="•"/>
              <a:tabLst/>
              <a:defRPr/>
            </a:pPr>
            <a:r>
              <a:rPr kumimoji="0" sz="3200" b="0" i="0" u="none" strike="noStrike" kern="1200" cap="none" spc="-40" normalizeH="0" baseline="0" noProof="0" dirty="0">
                <a:ln>
                  <a:noFill/>
                </a:ln>
                <a:solidFill>
                  <a:srgbClr val="0070BF"/>
                </a:solidFill>
                <a:effectLst/>
                <a:uLnTx/>
                <a:uFillTx/>
                <a:latin typeface="Cambria" panose="02040503050406030204" pitchFamily="18" charset="0"/>
                <a:ea typeface="+mn-ea"/>
                <a:cs typeface="Times New Roman"/>
              </a:rPr>
              <a:t>Key </a:t>
            </a:r>
            <a:r>
              <a:rPr kumimoji="0" sz="3200" b="0" i="0" u="none" strike="noStrike" kern="1200" cap="none" spc="35" normalizeH="0" baseline="0" noProof="0" dirty="0">
                <a:ln>
                  <a:noFill/>
                </a:ln>
                <a:solidFill>
                  <a:srgbClr val="0070BF"/>
                </a:solidFill>
                <a:effectLst/>
                <a:uLnTx/>
                <a:uFillTx/>
                <a:latin typeface="Cambria" panose="02040503050406030204" pitchFamily="18" charset="0"/>
                <a:ea typeface="+mn-ea"/>
                <a:cs typeface="Times New Roman"/>
              </a:rPr>
              <a:t>DevOps </a:t>
            </a:r>
            <a:r>
              <a:rPr kumimoji="0" sz="3200" b="0" i="0" u="none" strike="noStrike" kern="1200" cap="none" spc="0" normalizeH="0" baseline="0" noProof="0" dirty="0">
                <a:ln>
                  <a:noFill/>
                </a:ln>
                <a:solidFill>
                  <a:srgbClr val="0070BF"/>
                </a:solidFill>
                <a:effectLst/>
                <a:uLnTx/>
                <a:uFillTx/>
                <a:latin typeface="Cambria" panose="02040503050406030204" pitchFamily="18" charset="0"/>
                <a:ea typeface="+mn-ea"/>
                <a:cs typeface="Times New Roman"/>
              </a:rPr>
              <a:t>Practices</a:t>
            </a:r>
            <a:endParaRPr kumimoji="0" lang="en-GB" sz="3200" b="0" i="0" u="none" strike="noStrike" kern="1200" cap="none" spc="0" normalizeH="0" baseline="0" noProof="0" dirty="0">
              <a:ln>
                <a:noFill/>
              </a:ln>
              <a:solidFill>
                <a:srgbClr val="0070BF"/>
              </a:solidFill>
              <a:effectLst/>
              <a:uLnTx/>
              <a:uFillTx/>
              <a:latin typeface="Cambria" panose="02040503050406030204" pitchFamily="18" charset="0"/>
              <a:ea typeface="+mn-ea"/>
              <a:cs typeface="Times New Roman"/>
            </a:endParaRPr>
          </a:p>
          <a:p>
            <a:pPr marL="89092" marR="0" lvl="0" indent="0" algn="l" defTabSz="914400" rtl="0" eaLnBrk="0" fontAlgn="base" latinLnBrk="0" hangingPunct="0">
              <a:lnSpc>
                <a:spcPct val="100000"/>
              </a:lnSpc>
              <a:spcBef>
                <a:spcPts val="115"/>
              </a:spcBef>
              <a:spcAft>
                <a:spcPct val="0"/>
              </a:spcAft>
              <a:buClrTx/>
              <a:buSzTx/>
              <a:buFontTx/>
              <a:buNone/>
              <a:tabLst/>
              <a:defRPr/>
            </a:pPr>
            <a:endParaRPr kumimoji="0" sz="32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74842" marR="0" lvl="0" indent="-285750" algn="l" defTabSz="914400" rtl="0" eaLnBrk="0" fontAlgn="base" latinLnBrk="0" hangingPunct="0">
              <a:lnSpc>
                <a:spcPct val="100000"/>
              </a:lnSpc>
              <a:spcBef>
                <a:spcPts val="26"/>
              </a:spcBef>
              <a:spcAft>
                <a:spcPct val="0"/>
              </a:spcAft>
              <a:buClrTx/>
              <a:buSzTx/>
              <a:buFont typeface="Arial" panose="020B0604020202020204" pitchFamily="34" charset="0"/>
              <a:buChar char="•"/>
              <a:tabLst>
                <a:tab pos="463388" algn="l"/>
                <a:tab pos="463948" algn="l"/>
              </a:tabLst>
              <a:defRPr/>
            </a:pPr>
            <a:r>
              <a:rPr kumimoji="0" sz="2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Release</a:t>
            </a:r>
            <a:r>
              <a:rPr kumimoji="0" sz="28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 </a:t>
            </a:r>
            <a:r>
              <a:rPr kumimoji="0" sz="2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planning</a:t>
            </a:r>
            <a:endParaRPr kumimoji="0" sz="2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74842" marR="0" lvl="0" indent="-285750" algn="l" defTabSz="914400" rtl="0" eaLnBrk="0" fontAlgn="base" latinLnBrk="0" hangingPunct="0">
              <a:lnSpc>
                <a:spcPct val="100000"/>
              </a:lnSpc>
              <a:spcBef>
                <a:spcPts val="22"/>
              </a:spcBef>
              <a:spcAft>
                <a:spcPct val="0"/>
              </a:spcAft>
              <a:buClrTx/>
              <a:buSzTx/>
              <a:buFont typeface="Arial" panose="020B0604020202020204" pitchFamily="34" charset="0"/>
              <a:buChar char="•"/>
              <a:tabLst>
                <a:tab pos="463388" algn="l"/>
                <a:tab pos="463948" algn="l"/>
              </a:tabLst>
              <a:defRPr/>
            </a:pPr>
            <a:r>
              <a:rPr kumimoji="0" sz="2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Continuous</a:t>
            </a:r>
            <a:r>
              <a:rPr kumimoji="0" sz="28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 </a:t>
            </a:r>
            <a:r>
              <a:rPr kumimoji="0" sz="2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integration</a:t>
            </a:r>
            <a:endParaRPr kumimoji="0" sz="2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74842" marR="0" lvl="0" indent="-285750" algn="l" defTabSz="914400" rtl="0" eaLnBrk="0" fontAlgn="base" latinLnBrk="0" hangingPunct="0">
              <a:lnSpc>
                <a:spcPct val="100000"/>
              </a:lnSpc>
              <a:spcBef>
                <a:spcPts val="9"/>
              </a:spcBef>
              <a:spcAft>
                <a:spcPct val="0"/>
              </a:spcAft>
              <a:buClrTx/>
              <a:buSzTx/>
              <a:buFont typeface="Arial" panose="020B0604020202020204" pitchFamily="34" charset="0"/>
              <a:buChar char="•"/>
              <a:tabLst>
                <a:tab pos="463388" algn="l"/>
                <a:tab pos="463948" algn="l"/>
              </a:tabLst>
              <a:defRPr/>
            </a:pPr>
            <a:r>
              <a:rPr kumimoji="0" sz="2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Continuous</a:t>
            </a:r>
            <a:r>
              <a:rPr kumimoji="0" sz="28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 </a:t>
            </a:r>
            <a:r>
              <a:rPr kumimoji="0" sz="28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delivery</a:t>
            </a:r>
            <a:endParaRPr kumimoji="0" sz="2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74842" marR="0" lvl="0" indent="-285750" algn="l" defTabSz="914400" rtl="0" eaLnBrk="0" fontAlgn="base" latinLnBrk="0" hangingPunct="0">
              <a:lnSpc>
                <a:spcPct val="100000"/>
              </a:lnSpc>
              <a:spcBef>
                <a:spcPts val="22"/>
              </a:spcBef>
              <a:spcAft>
                <a:spcPct val="0"/>
              </a:spcAft>
              <a:buClrTx/>
              <a:buSzTx/>
              <a:buFont typeface="Arial" panose="020B0604020202020204" pitchFamily="34" charset="0"/>
              <a:buChar char="•"/>
              <a:tabLst>
                <a:tab pos="463388" algn="l"/>
                <a:tab pos="463948" algn="l"/>
              </a:tabLst>
              <a:defRPr/>
            </a:pPr>
            <a:r>
              <a:rPr kumimoji="0" sz="2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Continuous</a:t>
            </a:r>
            <a:r>
              <a:rPr kumimoji="0" sz="28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 </a:t>
            </a:r>
            <a:r>
              <a:rPr kumimoji="0" sz="28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testing</a:t>
            </a:r>
            <a:endParaRPr kumimoji="0" sz="2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74842" marR="0" lvl="0" indent="-285750" algn="l" defTabSz="914400" rtl="0" eaLnBrk="0" fontAlgn="base" latinLnBrk="0" hangingPunct="0">
              <a:lnSpc>
                <a:spcPct val="100000"/>
              </a:lnSpc>
              <a:spcBef>
                <a:spcPts val="9"/>
              </a:spcBef>
              <a:spcAft>
                <a:spcPct val="0"/>
              </a:spcAft>
              <a:buClrTx/>
              <a:buSzTx/>
              <a:buFont typeface="Arial" panose="020B0604020202020204" pitchFamily="34" charset="0"/>
              <a:buChar char="•"/>
              <a:tabLst>
                <a:tab pos="463388" algn="l"/>
                <a:tab pos="463948" algn="l"/>
              </a:tabLst>
              <a:defRPr/>
            </a:pPr>
            <a:r>
              <a:rPr kumimoji="0" sz="28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Continuous monitoring </a:t>
            </a:r>
            <a:r>
              <a:rPr kumimoji="0" sz="28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and</a:t>
            </a:r>
            <a:r>
              <a:rPr kumimoji="0" sz="2800" b="0" i="0" u="none" strike="noStrike" kern="1200" cap="none" spc="119" normalizeH="0" baseline="0" noProof="0" dirty="0">
                <a:ln>
                  <a:noFill/>
                </a:ln>
                <a:solidFill>
                  <a:prstClr val="black"/>
                </a:solidFill>
                <a:effectLst/>
                <a:uLnTx/>
                <a:uFillTx/>
                <a:latin typeface="Cambria" panose="02040503050406030204" pitchFamily="18" charset="0"/>
                <a:ea typeface="+mn-ea"/>
                <a:cs typeface="Times New Roman"/>
              </a:rPr>
              <a:t> </a:t>
            </a:r>
            <a:r>
              <a:rPr kumimoji="0" sz="2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feedback</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4063" y="457200"/>
            <a:ext cx="6629400" cy="565313"/>
          </a:xfrm>
          <a:prstGeom prst="rect">
            <a:avLst/>
          </a:prstGeom>
        </p:spPr>
        <p:txBody>
          <a:bodyPr vert="horz" wrap="square" lIns="0" tIns="11206" rIns="0" bIns="0" rtlCol="0">
            <a:spAutoFit/>
          </a:bodyPr>
          <a:lstStyle/>
          <a:p>
            <a:pPr marL="11206">
              <a:spcBef>
                <a:spcPts val="88"/>
              </a:spcBef>
            </a:pPr>
            <a:r>
              <a:rPr sz="3600" spc="31" dirty="0">
                <a:latin typeface="Cambria" panose="02040503050406030204" pitchFamily="18" charset="0"/>
              </a:rPr>
              <a:t>DevOps–</a:t>
            </a:r>
            <a:r>
              <a:rPr sz="3600" spc="-57" dirty="0">
                <a:latin typeface="Cambria" panose="02040503050406030204" pitchFamily="18" charset="0"/>
              </a:rPr>
              <a:t> </a:t>
            </a:r>
            <a:r>
              <a:rPr sz="3600" spc="-13" dirty="0">
                <a:latin typeface="Cambria" panose="02040503050406030204" pitchFamily="18" charset="0"/>
              </a:rPr>
              <a:t>Practices</a:t>
            </a:r>
          </a:p>
        </p:txBody>
      </p:sp>
      <p:sp>
        <p:nvSpPr>
          <p:cNvPr id="3" name="object 3"/>
          <p:cNvSpPr txBox="1"/>
          <p:nvPr/>
        </p:nvSpPr>
        <p:spPr>
          <a:xfrm>
            <a:off x="24063" y="1447800"/>
            <a:ext cx="9144000" cy="5358737"/>
          </a:xfrm>
          <a:prstGeom prst="rect">
            <a:avLst/>
          </a:prstGeom>
        </p:spPr>
        <p:txBody>
          <a:bodyPr vert="horz" wrap="square" lIns="0" tIns="14568" rIns="0" bIns="0" rtlCol="0">
            <a:spAutoFit/>
          </a:bodyPr>
          <a:lstStyle/>
          <a:p>
            <a:pPr marL="89652" marR="0" lvl="0" indent="0" algn="l" defTabSz="914400" rtl="0" eaLnBrk="0" fontAlgn="base" latinLnBrk="0" hangingPunct="0">
              <a:lnSpc>
                <a:spcPct val="120000"/>
              </a:lnSpc>
              <a:spcBef>
                <a:spcPts val="22"/>
              </a:spcBef>
              <a:spcAft>
                <a:spcPct val="0"/>
              </a:spcAft>
              <a:buClrTx/>
              <a:buSzTx/>
              <a:buFontTx/>
              <a:buNone/>
              <a:tabLst>
                <a:tab pos="422484" algn="l"/>
              </a:tabLst>
              <a:defRPr/>
            </a:pPr>
            <a:r>
              <a:rPr kumimoji="0" sz="2800" b="1" i="0" u="none" strike="noStrike" kern="1200" cap="none" spc="-71" normalizeH="0" baseline="0" noProof="0" dirty="0">
                <a:ln>
                  <a:noFill/>
                </a:ln>
                <a:solidFill>
                  <a:srgbClr val="0070BF"/>
                </a:solidFill>
                <a:effectLst/>
                <a:uLnTx/>
                <a:uFillTx/>
                <a:latin typeface="Cambria" panose="02040503050406030204" pitchFamily="18" charset="0"/>
                <a:ea typeface="+mn-ea"/>
                <a:cs typeface="Times New Roman"/>
              </a:rPr>
              <a:t>1.	</a:t>
            </a:r>
            <a:r>
              <a:rPr kumimoji="0" sz="2800" b="1"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Release</a:t>
            </a:r>
            <a:r>
              <a:rPr kumimoji="0" sz="2800" b="1" i="0" u="none" strike="noStrike" kern="1200" cap="none" spc="13" normalizeH="0" baseline="0" noProof="0" dirty="0">
                <a:ln>
                  <a:noFill/>
                </a:ln>
                <a:solidFill>
                  <a:srgbClr val="0070BF"/>
                </a:solidFill>
                <a:effectLst/>
                <a:uLnTx/>
                <a:uFillTx/>
                <a:latin typeface="Cambria" panose="02040503050406030204" pitchFamily="18" charset="0"/>
                <a:ea typeface="+mn-ea"/>
                <a:cs typeface="Times New Roman"/>
              </a:rPr>
              <a:t> </a:t>
            </a:r>
            <a:r>
              <a:rPr kumimoji="0" sz="2800" b="1"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planning</a:t>
            </a:r>
            <a:endParaRPr kumimoji="0" lang="en-GB" sz="2800" b="1"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endParaRPr>
          </a:p>
          <a:p>
            <a:pPr marL="89652" marR="0" lvl="0" indent="0" algn="l" defTabSz="914400" rtl="0" eaLnBrk="0" fontAlgn="base" latinLnBrk="0" hangingPunct="0">
              <a:lnSpc>
                <a:spcPct val="120000"/>
              </a:lnSpc>
              <a:spcBef>
                <a:spcPts val="22"/>
              </a:spcBef>
              <a:spcAft>
                <a:spcPct val="0"/>
              </a:spcAft>
              <a:buClrTx/>
              <a:buSzTx/>
              <a:buFontTx/>
              <a:buNone/>
              <a:tabLst>
                <a:tab pos="422484" algn="l"/>
              </a:tabLst>
              <a:defRPr/>
            </a:pP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546292" marR="96936" lvl="0" indent="-457200" algn="l" defTabSz="914400" rtl="0" eaLnBrk="0" fontAlgn="base" latinLnBrk="0" hangingPunct="0">
              <a:lnSpc>
                <a:spcPct val="120000"/>
              </a:lnSpc>
              <a:spcBef>
                <a:spcPts val="4"/>
              </a:spcBef>
              <a:spcAft>
                <a:spcPct val="0"/>
              </a:spcAft>
              <a:buClrTx/>
              <a:buSzTx/>
              <a:buFont typeface="Arial" panose="020B0604020202020204" pitchFamily="34" charset="0"/>
              <a:buChar char="•"/>
              <a:tabLst>
                <a:tab pos="463388" algn="l"/>
                <a:tab pos="463948" algn="l"/>
              </a:tabLst>
              <a:defRPr/>
            </a:pP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Release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planning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is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critical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business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function,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driven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by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business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needs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to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offer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capabilities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to  customers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and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timelines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of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these</a:t>
            </a:r>
            <a:r>
              <a:rPr kumimoji="0" sz="2000" b="0" i="0" u="none" strike="noStrike" kern="1200" cap="none" spc="-101"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needs.</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546292" marR="96936" lvl="0" indent="-457200" algn="l" defTabSz="914400" rtl="0" eaLnBrk="0" fontAlgn="base" latinLnBrk="0" hangingPunct="0">
              <a:lnSpc>
                <a:spcPct val="120000"/>
              </a:lnSpc>
              <a:spcBef>
                <a:spcPts val="66"/>
              </a:spcBef>
              <a:spcAft>
                <a:spcPct val="0"/>
              </a:spcAft>
              <a:buClrTx/>
              <a:buSzTx/>
              <a:buFont typeface="Arial" panose="020B0604020202020204" pitchFamily="34" charset="0"/>
              <a:buChar char="•"/>
              <a:tabLst>
                <a:tab pos="463388" algn="l"/>
                <a:tab pos="463948" algn="l"/>
              </a:tabLst>
              <a:defRPr/>
            </a:pP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Businesses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require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well </a:t>
            </a:r>
            <a:r>
              <a:rPr kumimoji="0" sz="2000" b="0" i="0" u="none" strike="noStrike" kern="1200" cap="none" spc="13" normalizeH="0" baseline="0" noProof="0" dirty="0">
                <a:ln>
                  <a:noFill/>
                </a:ln>
                <a:solidFill>
                  <a:srgbClr val="FF0000"/>
                </a:solidFill>
                <a:effectLst/>
                <a:uLnTx/>
                <a:uFillTx/>
                <a:latin typeface="Cambria" panose="02040503050406030204" pitchFamily="18" charset="0"/>
                <a:ea typeface="+mn-ea"/>
                <a:cs typeface="Times New Roman"/>
              </a:rPr>
              <a:t>defined </a:t>
            </a:r>
            <a:r>
              <a:rPr kumimoji="0" sz="2000" b="0" i="0" u="none" strike="noStrike" kern="1200" cap="none" spc="0" normalizeH="0" baseline="0" noProof="0" dirty="0">
                <a:ln>
                  <a:noFill/>
                </a:ln>
                <a:solidFill>
                  <a:srgbClr val="FF0000"/>
                </a:solidFill>
                <a:effectLst/>
                <a:uLnTx/>
                <a:uFillTx/>
                <a:latin typeface="Cambria" panose="02040503050406030204" pitchFamily="18" charset="0"/>
                <a:ea typeface="+mn-ea"/>
                <a:cs typeface="Times New Roman"/>
              </a:rPr>
              <a:t>release </a:t>
            </a:r>
            <a:r>
              <a:rPr kumimoji="0" sz="2000" b="0" i="0" u="none" strike="noStrike" kern="1200" cap="none" spc="9" normalizeH="0" baseline="0" noProof="0" dirty="0">
                <a:ln>
                  <a:noFill/>
                </a:ln>
                <a:solidFill>
                  <a:srgbClr val="FF0000"/>
                </a:solidFill>
                <a:effectLst/>
                <a:uLnTx/>
                <a:uFillTx/>
                <a:latin typeface="Cambria" panose="02040503050406030204" pitchFamily="18" charset="0"/>
                <a:ea typeface="+mn-ea"/>
                <a:cs typeface="Times New Roman"/>
              </a:rPr>
              <a:t>planning </a:t>
            </a:r>
            <a:r>
              <a:rPr kumimoji="0" sz="2000" b="0" i="0" u="none" strike="noStrike" kern="1200" cap="none" spc="-4" normalizeH="0" baseline="0" noProof="0" dirty="0">
                <a:ln>
                  <a:noFill/>
                </a:ln>
                <a:solidFill>
                  <a:srgbClr val="FF0000"/>
                </a:solidFill>
                <a:effectLst/>
                <a:uLnTx/>
                <a:uFillTx/>
                <a:latin typeface="Cambria" panose="02040503050406030204" pitchFamily="18" charset="0"/>
                <a:ea typeface="+mn-ea"/>
                <a:cs typeface="Times New Roman"/>
              </a:rPr>
              <a:t>and </a:t>
            </a:r>
            <a:r>
              <a:rPr kumimoji="0" sz="2000" b="0" i="0" u="none" strike="noStrike" kern="1200" cap="none" spc="22" normalizeH="0" baseline="0" noProof="0" dirty="0">
                <a:ln>
                  <a:noFill/>
                </a:ln>
                <a:solidFill>
                  <a:srgbClr val="FF0000"/>
                </a:solidFill>
                <a:effectLst/>
                <a:uLnTx/>
                <a:uFillTx/>
                <a:latin typeface="Cambria" panose="02040503050406030204" pitchFamily="18" charset="0"/>
                <a:ea typeface="+mn-ea"/>
                <a:cs typeface="Times New Roman"/>
              </a:rPr>
              <a:t>management </a:t>
            </a:r>
            <a:r>
              <a:rPr kumimoji="0" sz="2000" b="0" i="0" u="none" strike="noStrike" kern="1200" cap="none" spc="26" normalizeH="0" baseline="0" noProof="0" dirty="0">
                <a:ln>
                  <a:noFill/>
                </a:ln>
                <a:solidFill>
                  <a:srgbClr val="FF0000"/>
                </a:solidFill>
                <a:effectLst/>
                <a:uLnTx/>
                <a:uFillTx/>
                <a:latin typeface="Cambria" panose="02040503050406030204" pitchFamily="18" charset="0"/>
                <a:ea typeface="+mn-ea"/>
                <a:cs typeface="Times New Roman"/>
              </a:rPr>
              <a:t>processes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that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drive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release  roadmaps,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project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plans,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and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delivery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schedules,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as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well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as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end-to-end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traceability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across</a:t>
            </a:r>
            <a:r>
              <a:rPr kumimoji="0" sz="2000" b="0" i="0" u="none" strike="noStrike" kern="1200" cap="none" spc="-124"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these</a:t>
            </a:r>
            <a:r>
              <a:rPr kumimoji="0" lang="en-GB"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processes.</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546292" marR="94134" lvl="0" indent="-457200" algn="just" defTabSz="914400" rtl="0" eaLnBrk="0" fontAlgn="base" latinLnBrk="0" hangingPunct="0">
              <a:lnSpc>
                <a:spcPct val="120000"/>
              </a:lnSpc>
              <a:spcBef>
                <a:spcPts val="62"/>
              </a:spcBef>
              <a:spcAft>
                <a:spcPct val="0"/>
              </a:spcAft>
              <a:buClrTx/>
              <a:buSzTx/>
              <a:buFont typeface="Arial" panose="020B0604020202020204" pitchFamily="34" charset="0"/>
              <a:buChar char="•"/>
              <a:tabLst>
                <a:tab pos="463948" algn="l"/>
              </a:tabLst>
              <a:defRPr/>
            </a:pP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Traditionally,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release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planning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accomplished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by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using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spreadsheets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and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holding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meetings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(often,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long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ones)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with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all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stakeholders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across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business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to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track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all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business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needs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applications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under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development,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their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development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status,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and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release</a:t>
            </a:r>
            <a:r>
              <a:rPr kumimoji="0" sz="2000" b="0" i="0" u="none" strike="noStrike" kern="1200" cap="none" spc="66"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plans.</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546292" marR="96376" lvl="0" indent="-457200" algn="just" defTabSz="914400" rtl="0" eaLnBrk="0" fontAlgn="base" latinLnBrk="0" hangingPunct="0">
              <a:lnSpc>
                <a:spcPct val="120000"/>
              </a:lnSpc>
              <a:spcBef>
                <a:spcPct val="0"/>
              </a:spcBef>
              <a:spcAft>
                <a:spcPct val="0"/>
              </a:spcAft>
              <a:buClrTx/>
              <a:buSzTx/>
              <a:buFont typeface="Arial" panose="020B0604020202020204" pitchFamily="34" charset="0"/>
              <a:buChar char="•"/>
              <a:tabLst>
                <a:tab pos="463948" algn="l"/>
              </a:tabLst>
              <a:defRPr/>
            </a:pP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Well-defined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processes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and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automation,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however,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eliminate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the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need </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for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those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spreadsheets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and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meetings,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and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enable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streamlined and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enable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predictable</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releases.</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p:txBody>
      </p:sp>
    </p:spTree>
    <p:extLst>
      <p:ext uri="{BB962C8B-B14F-4D97-AF65-F5344CB8AC3E}">
        <p14:creationId xmlns:p14="http://schemas.microsoft.com/office/powerpoint/2010/main" val="250422246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4AD37A2-40CE-C7C7-C1E2-CF146A5F4002}"/>
              </a:ext>
            </a:extLst>
          </p:cNvPr>
          <p:cNvSpPr txBox="1"/>
          <p:nvPr/>
        </p:nvSpPr>
        <p:spPr>
          <a:xfrm>
            <a:off x="228600" y="1371600"/>
            <a:ext cx="8676954" cy="4974760"/>
          </a:xfrm>
          <a:prstGeom prst="rect">
            <a:avLst/>
          </a:prstGeom>
          <a:noFill/>
        </p:spPr>
        <p:txBody>
          <a:bodyPr wrap="square">
            <a:spAutoFit/>
          </a:bodyPr>
          <a:lstStyle/>
          <a:p>
            <a:pPr marL="11206" marR="0" lvl="0" indent="0" algn="l" defTabSz="914400" rtl="0" eaLnBrk="0" fontAlgn="base" latinLnBrk="0" hangingPunct="0">
              <a:lnSpc>
                <a:spcPct val="100000"/>
              </a:lnSpc>
              <a:spcBef>
                <a:spcPts val="97"/>
              </a:spcBef>
              <a:spcAft>
                <a:spcPct val="0"/>
              </a:spcAft>
              <a:buClrTx/>
              <a:buSzTx/>
              <a:buFontTx/>
              <a:buNone/>
              <a:tabLst/>
              <a:defRPr/>
            </a:pPr>
            <a:r>
              <a:rPr kumimoji="0" lang="en-US" sz="2400" b="1" i="0" u="none" strike="noStrike" kern="1200" cap="none" spc="-13" normalizeH="0" baseline="0" noProof="0" dirty="0">
                <a:ln>
                  <a:noFill/>
                </a:ln>
                <a:solidFill>
                  <a:srgbClr val="0070BF"/>
                </a:solidFill>
                <a:effectLst/>
                <a:uLnTx/>
                <a:uFillTx/>
                <a:latin typeface="Cambria" panose="02040503050406030204" pitchFamily="18" charset="0"/>
                <a:ea typeface="+mn-ea"/>
                <a:cs typeface="Times New Roman"/>
              </a:rPr>
              <a:t>2. </a:t>
            </a:r>
            <a:r>
              <a:rPr kumimoji="0" lang="en-US" sz="2400" b="1"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Continuous</a:t>
            </a:r>
            <a:r>
              <a:rPr kumimoji="0" lang="en-US" sz="2400" b="1"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 </a:t>
            </a:r>
            <a:r>
              <a:rPr kumimoji="0" lang="en-US" sz="2400" b="1"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integration</a:t>
            </a:r>
          </a:p>
          <a:p>
            <a:pPr marL="11206" marR="0" lvl="0" indent="0" algn="l" defTabSz="914400" rtl="0" eaLnBrk="0" fontAlgn="base" latinLnBrk="0" hangingPunct="0">
              <a:lnSpc>
                <a:spcPct val="100000"/>
              </a:lnSpc>
              <a:spcBef>
                <a:spcPts val="97"/>
              </a:spcBef>
              <a:spcAft>
                <a:spcPct val="0"/>
              </a:spcAft>
              <a:buClrTx/>
              <a:buSzTx/>
              <a:buFontTx/>
              <a:buNone/>
              <a:tabLst/>
              <a:defRPr/>
            </a:pPr>
            <a:endParaRPr kumimoji="0" lang="en-US" sz="18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endParaRPr>
          </a:p>
          <a:p>
            <a:pPr marL="296396" marR="6164" lvl="0" indent="-285750" algn="just" defTabSz="914400" rtl="0" eaLnBrk="0" fontAlgn="base" latinLnBrk="0" hangingPunct="0">
              <a:lnSpc>
                <a:spcPct val="101800"/>
              </a:lnSpc>
              <a:spcBef>
                <a:spcPts val="79"/>
              </a:spcBef>
              <a:spcAft>
                <a:spcPct val="0"/>
              </a:spcAft>
              <a:buClrTx/>
              <a:buSzTx/>
              <a:buFont typeface="Wingdings" panose="05000000000000000000" pitchFamily="2" charset="2"/>
              <a:buChar char="§"/>
              <a:tabLst>
                <a:tab pos="384943" algn="l"/>
                <a:tab pos="385503" algn="l"/>
                <a:tab pos="1244480" algn="l"/>
                <a:tab pos="1779029" algn="l"/>
                <a:tab pos="2397066" algn="l"/>
                <a:tab pos="2714209" algn="l"/>
                <a:tab pos="3771541" algn="l"/>
                <a:tab pos="4573364" algn="l"/>
                <a:tab pos="4908438" algn="l"/>
                <a:tab pos="6436442" algn="l"/>
                <a:tab pos="7578942" algn="l"/>
                <a:tab pos="7869190" algn="l"/>
              </a:tabLst>
              <a:defRPr/>
            </a:pPr>
            <a:r>
              <a:rPr kumimoji="0" lang="en-GB" sz="2000" b="0" i="0" u="none" strike="noStrike" kern="1200" cap="none" spc="-79" normalizeH="0" baseline="0" noProof="0" dirty="0">
                <a:ln>
                  <a:noFill/>
                </a:ln>
                <a:solidFill>
                  <a:prstClr val="black"/>
                </a:solidFill>
                <a:effectLst/>
                <a:uLnTx/>
                <a:uFillTx/>
                <a:latin typeface="Cambria" panose="02040503050406030204" pitchFamily="18" charset="0"/>
                <a:ea typeface="+mn-ea"/>
                <a:cs typeface="Times New Roman"/>
              </a:rPr>
              <a:t>A</a:t>
            </a:r>
            <a:r>
              <a:rPr kumimoji="0" lang="en-GB"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l</a:t>
            </a:r>
            <a:r>
              <a:rPr kumimoji="0" lang="en-GB"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l</a:t>
            </a:r>
            <a:r>
              <a:rPr kumimoji="0" lang="en-GB"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o</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w</a:t>
            </a:r>
            <a:r>
              <a:rPr kumimoji="0" lang="en-GB"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i</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n</a:t>
            </a:r>
            <a:r>
              <a:rPr kumimoji="0" lang="en-GB" sz="2000" b="0" i="0" u="none" strike="noStrike" kern="1200" cap="none" spc="75" normalizeH="0" baseline="0" noProof="0" dirty="0">
                <a:ln>
                  <a:noFill/>
                </a:ln>
                <a:solidFill>
                  <a:prstClr val="black"/>
                </a:solidFill>
                <a:effectLst/>
                <a:uLnTx/>
                <a:uFillTx/>
                <a:latin typeface="Cambria" panose="02040503050406030204" pitchFamily="18" charset="0"/>
                <a:ea typeface="+mn-ea"/>
                <a:cs typeface="Times New Roman"/>
              </a:rPr>
              <a:t>g</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lang="en-GB"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l</a:t>
            </a:r>
            <a:r>
              <a:rPr kumimoji="0" lang="en-GB"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a:t>
            </a:r>
            <a:r>
              <a:rPr kumimoji="0" lang="en-GB" sz="2000" b="0" i="0" u="none" strike="noStrike" kern="1200" cap="none" spc="-137" normalizeH="0" baseline="0" noProof="0" dirty="0">
                <a:ln>
                  <a:noFill/>
                </a:ln>
                <a:solidFill>
                  <a:prstClr val="black"/>
                </a:solidFill>
                <a:effectLst/>
                <a:uLnTx/>
                <a:uFillTx/>
                <a:latin typeface="Cambria" panose="02040503050406030204" pitchFamily="18" charset="0"/>
                <a:ea typeface="+mn-ea"/>
                <a:cs typeface="Times New Roman"/>
              </a:rPr>
              <a:t>r</a:t>
            </a:r>
            <a:r>
              <a:rPr kumimoji="0" lang="en-GB" sz="2000" b="0" i="0" u="none" strike="noStrike" kern="1200" cap="none" spc="71" normalizeH="0" baseline="0" noProof="0" dirty="0">
                <a:ln>
                  <a:noFill/>
                </a:ln>
                <a:solidFill>
                  <a:prstClr val="black"/>
                </a:solidFill>
                <a:effectLst/>
                <a:uLnTx/>
                <a:uFillTx/>
                <a:latin typeface="Cambria" panose="02040503050406030204" pitchFamily="18" charset="0"/>
                <a:ea typeface="+mn-ea"/>
                <a:cs typeface="Times New Roman"/>
              </a:rPr>
              <a:t>g</a:t>
            </a:r>
            <a:r>
              <a:rPr kumimoji="0" lang="en-GB"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e</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lang="en-GB"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t</a:t>
            </a:r>
            <a:r>
              <a:rPr kumimoji="0" lang="en-GB" sz="20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e</a:t>
            </a:r>
            <a:r>
              <a:rPr kumimoji="0" lang="en-GB"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a:t>
            </a:r>
            <a:r>
              <a:rPr kumimoji="0" lang="en-GB"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m</a:t>
            </a:r>
            <a:r>
              <a:rPr kumimoji="0" lang="en-GB"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s</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lang="en-GB"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o</a:t>
            </a:r>
            <a:r>
              <a:rPr kumimoji="0" lang="en-GB"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f</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d</a:t>
            </a:r>
            <a:r>
              <a:rPr kumimoji="0" lang="en-GB" sz="20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e</a:t>
            </a:r>
            <a:r>
              <a:rPr kumimoji="0" lang="en-GB" sz="2000" b="0" i="0" u="none" strike="noStrike" kern="1200" cap="none" spc="-84" normalizeH="0" baseline="0" noProof="0" dirty="0">
                <a:ln>
                  <a:noFill/>
                </a:ln>
                <a:solidFill>
                  <a:prstClr val="black"/>
                </a:solidFill>
                <a:effectLst/>
                <a:uLnTx/>
                <a:uFillTx/>
                <a:latin typeface="Cambria" panose="02040503050406030204" pitchFamily="18" charset="0"/>
                <a:ea typeface="+mn-ea"/>
                <a:cs typeface="Times New Roman"/>
              </a:rPr>
              <a:t>v</a:t>
            </a:r>
            <a:r>
              <a:rPr kumimoji="0" lang="en-GB"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e</a:t>
            </a:r>
            <a:r>
              <a:rPr kumimoji="0" lang="en-GB"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l</a:t>
            </a:r>
            <a:r>
              <a:rPr kumimoji="0" lang="en-GB"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o</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p</a:t>
            </a:r>
            <a:r>
              <a:rPr kumimoji="0" lang="en-GB"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e</a:t>
            </a:r>
            <a:r>
              <a:rPr kumimoji="0" lang="en-GB" sz="2000" b="0" i="0" u="none" strike="noStrike" kern="1200" cap="none" spc="-106" normalizeH="0" baseline="0" noProof="0" dirty="0">
                <a:ln>
                  <a:noFill/>
                </a:ln>
                <a:solidFill>
                  <a:prstClr val="black"/>
                </a:solidFill>
                <a:effectLst/>
                <a:uLnTx/>
                <a:uFillTx/>
                <a:latin typeface="Cambria" panose="02040503050406030204" pitchFamily="18" charset="0"/>
                <a:ea typeface="+mn-ea"/>
                <a:cs typeface="Times New Roman"/>
              </a:rPr>
              <a:t>r</a:t>
            </a:r>
            <a:r>
              <a:rPr kumimoji="0" lang="en-GB"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s</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 </a:t>
            </a:r>
            <a:r>
              <a:rPr kumimoji="0" lang="en-GB"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w</a:t>
            </a:r>
            <a:r>
              <a:rPr kumimoji="0" lang="en-GB"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o</a:t>
            </a:r>
            <a:r>
              <a:rPr kumimoji="0" lang="en-GB" sz="2000" b="0" i="0" u="none" strike="noStrike" kern="1200" cap="none" spc="-124" normalizeH="0" baseline="0" noProof="0" dirty="0">
                <a:ln>
                  <a:noFill/>
                </a:ln>
                <a:solidFill>
                  <a:prstClr val="black"/>
                </a:solidFill>
                <a:effectLst/>
                <a:uLnTx/>
                <a:uFillTx/>
                <a:latin typeface="Cambria" panose="02040503050406030204" pitchFamily="18" charset="0"/>
                <a:ea typeface="+mn-ea"/>
                <a:cs typeface="Times New Roman"/>
              </a:rPr>
              <a:t>r</a:t>
            </a:r>
            <a:r>
              <a:rPr kumimoji="0" lang="en-GB"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k</a:t>
            </a:r>
            <a:r>
              <a:rPr kumimoji="0" lang="en-GB"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i</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n</a:t>
            </a:r>
            <a:r>
              <a:rPr kumimoji="0" lang="en-GB" sz="2000" b="0" i="0" u="none" strike="noStrike" kern="1200" cap="none" spc="75" normalizeH="0" baseline="0" noProof="0" dirty="0">
                <a:ln>
                  <a:noFill/>
                </a:ln>
                <a:solidFill>
                  <a:prstClr val="black"/>
                </a:solidFill>
                <a:effectLst/>
                <a:uLnTx/>
                <a:uFillTx/>
                <a:latin typeface="Cambria" panose="02040503050406030204" pitchFamily="18" charset="0"/>
                <a:ea typeface="+mn-ea"/>
                <a:cs typeface="Times New Roman"/>
              </a:rPr>
              <a:t>g </a:t>
            </a:r>
            <a:r>
              <a:rPr kumimoji="0" lang="en-GB"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o</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n </a:t>
            </a:r>
            <a:r>
              <a:rPr kumimoji="0" lang="en-GB"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c</a:t>
            </a:r>
            <a:r>
              <a:rPr kumimoji="0" lang="en-GB" sz="2000" b="0" i="0" u="none" strike="noStrike" kern="1200" cap="none" spc="-124" normalizeH="0" baseline="0" noProof="0" dirty="0">
                <a:ln>
                  <a:noFill/>
                </a:ln>
                <a:solidFill>
                  <a:prstClr val="black"/>
                </a:solidFill>
                <a:effectLst/>
                <a:uLnTx/>
                <a:uFillTx/>
                <a:latin typeface="Cambria" panose="02040503050406030204" pitchFamily="18" charset="0"/>
                <a:ea typeface="+mn-ea"/>
                <a:cs typeface="Times New Roman"/>
              </a:rPr>
              <a:t>r</a:t>
            </a:r>
            <a:r>
              <a:rPr kumimoji="0" lang="en-GB"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o</a:t>
            </a:r>
            <a:r>
              <a:rPr kumimoji="0" lang="en-GB"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ss</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a:t>
            </a:r>
            <a:r>
              <a:rPr kumimoji="0" lang="en-GB"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t</a:t>
            </a:r>
            <a:r>
              <a:rPr kumimoji="0" lang="en-GB" sz="20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ec</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h</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n</a:t>
            </a:r>
            <a:r>
              <a:rPr kumimoji="0" lang="en-GB"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o</a:t>
            </a:r>
            <a:r>
              <a:rPr kumimoji="0" lang="en-GB"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l</a:t>
            </a:r>
            <a:r>
              <a:rPr kumimoji="0" lang="en-GB"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o</a:t>
            </a:r>
            <a:r>
              <a:rPr kumimoji="0" lang="en-GB" sz="2000" b="0" i="0" u="none" strike="noStrike" kern="1200" cap="none" spc="132" normalizeH="0" baseline="0" noProof="0" dirty="0">
                <a:ln>
                  <a:noFill/>
                </a:ln>
                <a:solidFill>
                  <a:prstClr val="black"/>
                </a:solidFill>
                <a:effectLst/>
                <a:uLnTx/>
                <a:uFillTx/>
                <a:latin typeface="Cambria" panose="02040503050406030204" pitchFamily="18" charset="0"/>
                <a:ea typeface="+mn-ea"/>
                <a:cs typeface="Times New Roman"/>
              </a:rPr>
              <a:t>g</a:t>
            </a:r>
            <a:r>
              <a:rPr kumimoji="0" lang="en-GB"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y </a:t>
            </a:r>
            <a:r>
              <a:rPr kumimoji="0" lang="en-GB" sz="20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c</a:t>
            </a:r>
            <a:r>
              <a:rPr kumimoji="0" lang="en-GB"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o</a:t>
            </a:r>
            <a:r>
              <a:rPr kumimoji="0" lang="en-GB"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m</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p</a:t>
            </a:r>
            <a:r>
              <a:rPr kumimoji="0" lang="en-GB" sz="2000" b="0" i="0" u="none" strike="noStrike" kern="1200" cap="none" spc="57" normalizeH="0" baseline="0" noProof="0" dirty="0">
                <a:ln>
                  <a:noFill/>
                </a:ln>
                <a:solidFill>
                  <a:prstClr val="black"/>
                </a:solidFill>
                <a:effectLst/>
                <a:uLnTx/>
                <a:uFillTx/>
                <a:latin typeface="Cambria" panose="02040503050406030204" pitchFamily="18" charset="0"/>
                <a:ea typeface="+mn-ea"/>
                <a:cs typeface="Times New Roman"/>
              </a:rPr>
              <a:t>o</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n</a:t>
            </a:r>
            <a:r>
              <a:rPr kumimoji="0" lang="en-GB"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e</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n</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a:t>
            </a:r>
            <a:r>
              <a:rPr kumimoji="0" lang="en-GB"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s</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lang="en-GB"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i</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n</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lang="en-GB"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m</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u</a:t>
            </a:r>
            <a:r>
              <a:rPr kumimoji="0" lang="en-GB"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l</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p</a:t>
            </a:r>
            <a:r>
              <a:rPr kumimoji="0" lang="en-GB"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l</a:t>
            </a:r>
            <a:r>
              <a:rPr kumimoji="0" lang="en-GB"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e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locations,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to </a:t>
            </a:r>
            <a:r>
              <a:rPr kumimoji="0" lang="en-GB"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deliver </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software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in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an </a:t>
            </a:r>
            <a:r>
              <a:rPr kumimoji="0" lang="en-GB"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agile</a:t>
            </a:r>
            <a:r>
              <a:rPr kumimoji="0" lang="en-GB" sz="2000" b="0" i="0" u="none" strike="noStrike" kern="1200" cap="none" spc="119" normalizeH="0" baseline="0" noProof="0" dirty="0">
                <a:ln>
                  <a:noFill/>
                </a:ln>
                <a:solidFill>
                  <a:prstClr val="black"/>
                </a:solidFill>
                <a:effectLst/>
                <a:uLnTx/>
                <a:uFillTx/>
                <a:latin typeface="Cambria" panose="02040503050406030204" pitchFamily="18" charset="0"/>
                <a:ea typeface="+mn-ea"/>
                <a:cs typeface="Times New Roman"/>
              </a:rPr>
              <a:t> </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manner.</a:t>
            </a:r>
            <a:endPar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296396" marR="5603" lvl="0" indent="-285750" algn="just" defTabSz="914400" rtl="0" eaLnBrk="0" fontAlgn="base" latinLnBrk="0" hangingPunct="0">
              <a:lnSpc>
                <a:spcPct val="101800"/>
              </a:lnSpc>
              <a:spcBef>
                <a:spcPts val="9"/>
              </a:spcBef>
              <a:spcAft>
                <a:spcPct val="0"/>
              </a:spcAft>
              <a:buClrTx/>
              <a:buSzTx/>
              <a:buFont typeface="Wingdings" panose="05000000000000000000" pitchFamily="2" charset="2"/>
              <a:buChar char="§"/>
              <a:tabLst>
                <a:tab pos="384943" algn="l"/>
                <a:tab pos="385503" algn="l"/>
                <a:tab pos="5522553" algn="l"/>
              </a:tabLst>
              <a:defRPr/>
            </a:pPr>
            <a:r>
              <a:rPr kumimoji="0" lang="en-GB"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Each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team’s  </a:t>
            </a:r>
            <a:r>
              <a:rPr kumimoji="0" lang="en-GB"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work  </a:t>
            </a:r>
            <a:r>
              <a:rPr kumimoji="0" lang="en-GB"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is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continuously  </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integrated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with</a:t>
            </a:r>
            <a:r>
              <a:rPr kumimoji="0" lang="en-GB" sz="2000" b="0" i="0" u="none" strike="noStrike" kern="1200" cap="none" spc="357" normalizeH="0" baseline="0" noProof="0" dirty="0">
                <a:ln>
                  <a:noFill/>
                </a:ln>
                <a:solidFill>
                  <a:prstClr val="black"/>
                </a:solidFill>
                <a:effectLst/>
                <a:uLnTx/>
                <a:uFillTx/>
                <a:latin typeface="Cambria" panose="02040503050406030204" pitchFamily="18" charset="0"/>
                <a:ea typeface="+mn-ea"/>
                <a:cs typeface="Times New Roman"/>
              </a:rPr>
              <a:t> </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that </a:t>
            </a:r>
            <a:r>
              <a:rPr kumimoji="0" lang="en-GB"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 </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of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other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development </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teams </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and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then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validated.</a:t>
            </a:r>
            <a:endPar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296396" marR="4483" lvl="0" indent="-285750" algn="just" defTabSz="914400" rtl="0" eaLnBrk="0" fontAlgn="base" latinLnBrk="0" hangingPunct="0">
              <a:lnSpc>
                <a:spcPts val="1835"/>
              </a:lnSpc>
              <a:spcBef>
                <a:spcPts val="62"/>
              </a:spcBef>
              <a:spcAft>
                <a:spcPct val="0"/>
              </a:spcAft>
              <a:buClrTx/>
              <a:buSzTx/>
              <a:buFont typeface="Wingdings" panose="05000000000000000000" pitchFamily="2" charset="2"/>
              <a:buChar char="§"/>
              <a:tabLst>
                <a:tab pos="384943" algn="l"/>
                <a:tab pos="385503" algn="l"/>
              </a:tabLst>
              <a:defRPr/>
            </a:pP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Continuous </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integration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reduces </a:t>
            </a:r>
            <a:r>
              <a:rPr kumimoji="0" lang="en-GB"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risk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and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identifies </a:t>
            </a:r>
            <a:r>
              <a:rPr kumimoji="0" lang="en-GB"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issues </a:t>
            </a:r>
            <a:r>
              <a:rPr kumimoji="0" lang="en-GB"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earlier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in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 </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software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development </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life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cycle.</a:t>
            </a:r>
          </a:p>
          <a:p>
            <a:pPr marL="10646" marR="4483" lvl="0" indent="0" algn="just" defTabSz="914400" rtl="0" eaLnBrk="0" fontAlgn="base" latinLnBrk="0" hangingPunct="0">
              <a:lnSpc>
                <a:spcPts val="1835"/>
              </a:lnSpc>
              <a:spcBef>
                <a:spcPts val="62"/>
              </a:spcBef>
              <a:spcAft>
                <a:spcPct val="0"/>
              </a:spcAft>
              <a:buClrTx/>
              <a:buSzTx/>
              <a:buFontTx/>
              <a:buNone/>
              <a:tabLst>
                <a:tab pos="384943" algn="l"/>
                <a:tab pos="385503" algn="l"/>
              </a:tabLst>
              <a:defRPr/>
            </a:pPr>
            <a:endParaRPr kumimoji="0" lang="en-GB" sz="2000" b="1"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endParaRPr>
          </a:p>
          <a:p>
            <a:pPr marL="10646" marR="6164" lvl="0" indent="0" algn="just" defTabSz="914400" rtl="0" eaLnBrk="0" fontAlgn="base" latinLnBrk="0" hangingPunct="0">
              <a:lnSpc>
                <a:spcPct val="101800"/>
              </a:lnSpc>
              <a:spcBef>
                <a:spcPts val="79"/>
              </a:spcBef>
              <a:spcAft>
                <a:spcPct val="0"/>
              </a:spcAft>
              <a:buClrTx/>
              <a:buSzTx/>
              <a:buFontTx/>
              <a:buNone/>
              <a:tabLst>
                <a:tab pos="384943" algn="l"/>
                <a:tab pos="385503" algn="l"/>
                <a:tab pos="1244480" algn="l"/>
                <a:tab pos="1779029" algn="l"/>
                <a:tab pos="2397066" algn="l"/>
                <a:tab pos="2714209" algn="l"/>
                <a:tab pos="3771541" algn="l"/>
                <a:tab pos="4573364" algn="l"/>
                <a:tab pos="4908438" algn="l"/>
                <a:tab pos="6436442" algn="l"/>
                <a:tab pos="7578942" algn="l"/>
                <a:tab pos="7869190" algn="l"/>
              </a:tabLst>
              <a:defRPr/>
            </a:pPr>
            <a:r>
              <a:rPr kumimoji="0" lang="en-GB" sz="2400" b="1"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3. </a:t>
            </a:r>
            <a:r>
              <a:rPr kumimoji="0" lang="en-GB" sz="2400" b="1"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Continuous</a:t>
            </a:r>
            <a:r>
              <a:rPr kumimoji="0" lang="en-GB" sz="2400" b="1" i="0" u="none" strike="noStrike" kern="1200" cap="none" spc="-26" normalizeH="0" baseline="0" noProof="0" dirty="0">
                <a:ln>
                  <a:noFill/>
                </a:ln>
                <a:solidFill>
                  <a:srgbClr val="0070BF"/>
                </a:solidFill>
                <a:effectLst/>
                <a:uLnTx/>
                <a:uFillTx/>
                <a:latin typeface="Cambria" panose="02040503050406030204" pitchFamily="18" charset="0"/>
                <a:ea typeface="+mn-ea"/>
                <a:cs typeface="Times New Roman"/>
              </a:rPr>
              <a:t> </a:t>
            </a:r>
            <a:r>
              <a:rPr kumimoji="0" lang="en-GB" sz="2400" b="1"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Delivery/Deployment</a:t>
            </a:r>
          </a:p>
          <a:p>
            <a:pPr marL="10646" marR="6164" lvl="0" indent="0" algn="just" defTabSz="914400" rtl="0" eaLnBrk="0" fontAlgn="base" latinLnBrk="0" hangingPunct="0">
              <a:lnSpc>
                <a:spcPct val="101800"/>
              </a:lnSpc>
              <a:spcBef>
                <a:spcPts val="79"/>
              </a:spcBef>
              <a:spcAft>
                <a:spcPct val="0"/>
              </a:spcAft>
              <a:buClrTx/>
              <a:buSzTx/>
              <a:buFontTx/>
              <a:buNone/>
              <a:tabLst>
                <a:tab pos="384943" algn="l"/>
                <a:tab pos="385503" algn="l"/>
                <a:tab pos="1244480" algn="l"/>
                <a:tab pos="1779029" algn="l"/>
                <a:tab pos="2397066" algn="l"/>
                <a:tab pos="2714209" algn="l"/>
                <a:tab pos="3771541" algn="l"/>
                <a:tab pos="4573364" algn="l"/>
                <a:tab pos="4908438" algn="l"/>
                <a:tab pos="6436442" algn="l"/>
                <a:tab pos="7578942" algn="l"/>
                <a:tab pos="7869190" algn="l"/>
              </a:tabLst>
              <a:defRPr/>
            </a:pPr>
            <a:endParaRPr kumimoji="0" lang="en-GB"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296397" marR="0" lvl="0" indent="-285750" algn="just" defTabSz="914400" rtl="0" eaLnBrk="0" fontAlgn="base" latinLnBrk="0" hangingPunct="0">
              <a:lnSpc>
                <a:spcPct val="100000"/>
              </a:lnSpc>
              <a:spcBef>
                <a:spcPts val="31"/>
              </a:spcBef>
              <a:spcAft>
                <a:spcPct val="0"/>
              </a:spcAft>
              <a:buClrTx/>
              <a:buSzTx/>
              <a:buFont typeface="Arial" panose="020B0604020202020204" pitchFamily="34" charset="0"/>
              <a:buChar char="•"/>
              <a:tabLst>
                <a:tab pos="384943" algn="l"/>
                <a:tab pos="385503" algn="l"/>
              </a:tabLst>
              <a:defRPr/>
            </a:pP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Continuous </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integration </a:t>
            </a:r>
            <a:r>
              <a:rPr kumimoji="0" lang="en-GB"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naturally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leads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to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 </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practice of </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continuous</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 </a:t>
            </a:r>
            <a:r>
              <a:rPr kumimoji="0" lang="en-GB"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delivery/deployment</a:t>
            </a:r>
            <a:endPar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296396" marR="5603" lvl="0" indent="-285750" algn="just" defTabSz="914400" rtl="0" eaLnBrk="0" fontAlgn="base" latinLnBrk="0" hangingPunct="0">
              <a:lnSpc>
                <a:spcPts val="1835"/>
              </a:lnSpc>
              <a:spcBef>
                <a:spcPts val="66"/>
              </a:spcBef>
              <a:spcAft>
                <a:spcPct val="0"/>
              </a:spcAft>
              <a:buClrTx/>
              <a:buSzTx/>
              <a:buFont typeface="Arial" panose="020B0604020202020204" pitchFamily="34" charset="0"/>
              <a:buChar char="•"/>
              <a:tabLst>
                <a:tab pos="384943" algn="l"/>
                <a:tab pos="385503" algn="l"/>
              </a:tabLst>
              <a:defRPr/>
            </a:pP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Process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of automating the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deployment </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of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the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software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to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the </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testing, system testing, </a:t>
            </a:r>
            <a:r>
              <a:rPr kumimoji="0" lang="en-GB"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staging, </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and  production</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environments.</a:t>
            </a:r>
            <a:endPar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296397" marR="0" lvl="0" indent="-285750" algn="just" defTabSz="914400" rtl="0" eaLnBrk="0" fontAlgn="base" latinLnBrk="0" hangingPunct="0">
              <a:lnSpc>
                <a:spcPts val="1760"/>
              </a:lnSpc>
              <a:spcBef>
                <a:spcPct val="0"/>
              </a:spcBef>
              <a:spcAft>
                <a:spcPct val="0"/>
              </a:spcAft>
              <a:buClrTx/>
              <a:buSzTx/>
              <a:buFont typeface="Arial" panose="020B0604020202020204" pitchFamily="34" charset="0"/>
              <a:buChar char="•"/>
              <a:tabLst>
                <a:tab pos="384943" algn="l"/>
                <a:tab pos="385503" algn="l"/>
              </a:tabLst>
              <a:defRPr/>
            </a:pP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Automated </a:t>
            </a:r>
            <a:r>
              <a:rPr kumimoji="0" lang="en-GB"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process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in </a:t>
            </a:r>
            <a:r>
              <a:rPr kumimoji="0" lang="en-GB"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all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environments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to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improve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efficiency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and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reduce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 </a:t>
            </a:r>
            <a:r>
              <a:rPr kumimoji="0" lang="en-GB"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risk </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introduced</a:t>
            </a:r>
            <a:r>
              <a:rPr kumimoji="0" lang="en-GB" sz="2000" b="0" i="0" u="none" strike="noStrike" kern="1200" cap="none" spc="119" normalizeH="0" baseline="0" noProof="0" dirty="0">
                <a:ln>
                  <a:noFill/>
                </a:ln>
                <a:solidFill>
                  <a:prstClr val="black"/>
                </a:solidFill>
                <a:effectLst/>
                <a:uLnTx/>
                <a:uFillTx/>
                <a:latin typeface="Cambria" panose="02040503050406030204" pitchFamily="18" charset="0"/>
                <a:ea typeface="+mn-ea"/>
                <a:cs typeface="Times New Roman"/>
              </a:rPr>
              <a:t>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by </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inconsistent</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lang="en-GB"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processes</a:t>
            </a:r>
            <a:endParaRPr kumimoji="0" lang="en-US"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p:txBody>
      </p:sp>
      <p:sp>
        <p:nvSpPr>
          <p:cNvPr id="4" name="object 2"/>
          <p:cNvSpPr txBox="1">
            <a:spLocks/>
          </p:cNvSpPr>
          <p:nvPr/>
        </p:nvSpPr>
        <p:spPr>
          <a:xfrm>
            <a:off x="24063" y="457200"/>
            <a:ext cx="6629400" cy="565313"/>
          </a:xfrm>
          <a:prstGeom prst="rect">
            <a:avLst/>
          </a:prstGeom>
        </p:spPr>
        <p:txBody>
          <a:bodyPr vert="horz" wrap="square" lIns="0" tIns="11206" rIns="0" bIns="0" rtlCol="0" anchor="ctr">
            <a:spAutoFit/>
          </a:bodyPr>
          <a:lst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a:lstStyle>
          <a:p>
            <a:pPr marL="11206" marR="0" lvl="0" indent="0" algn="l" defTabSz="914400" rtl="0" eaLnBrk="0" fontAlgn="base" latinLnBrk="0" hangingPunct="0">
              <a:lnSpc>
                <a:spcPct val="100000"/>
              </a:lnSpc>
              <a:spcBef>
                <a:spcPts val="88"/>
              </a:spcBef>
              <a:spcAft>
                <a:spcPct val="0"/>
              </a:spcAft>
              <a:buClrTx/>
              <a:buSzTx/>
              <a:buFontTx/>
              <a:buNone/>
              <a:tabLst/>
              <a:defRPr/>
            </a:pPr>
            <a:r>
              <a:rPr kumimoji="0" lang="en-US" sz="3600" b="1" i="0" u="none" strike="noStrike" kern="1200" cap="none" spc="31" normalizeH="0" baseline="0" noProof="0">
                <a:ln>
                  <a:noFill/>
                </a:ln>
                <a:solidFill>
                  <a:prstClr val="black"/>
                </a:solidFill>
                <a:effectLst/>
                <a:uLnTx/>
                <a:uFillTx/>
                <a:latin typeface="Cambria" panose="02040503050406030204" pitchFamily="18" charset="0"/>
                <a:ea typeface="+mj-ea"/>
                <a:cs typeface="Arial" pitchFamily="34" charset="0"/>
              </a:rPr>
              <a:t>DevOps–</a:t>
            </a:r>
            <a:r>
              <a:rPr kumimoji="0" lang="en-US" sz="3600" b="1" i="0" u="none" strike="noStrike" kern="1200" cap="none" spc="-57" normalizeH="0" baseline="0" noProof="0">
                <a:ln>
                  <a:noFill/>
                </a:ln>
                <a:solidFill>
                  <a:prstClr val="black"/>
                </a:solidFill>
                <a:effectLst/>
                <a:uLnTx/>
                <a:uFillTx/>
                <a:latin typeface="Cambria" panose="02040503050406030204" pitchFamily="18" charset="0"/>
                <a:ea typeface="+mj-ea"/>
                <a:cs typeface="Arial" pitchFamily="34" charset="0"/>
              </a:rPr>
              <a:t> </a:t>
            </a:r>
            <a:r>
              <a:rPr kumimoji="0" lang="en-US" sz="3600" b="1" i="0" u="none" strike="noStrike" kern="1200" cap="none" spc="-13" normalizeH="0" baseline="0" noProof="0">
                <a:ln>
                  <a:noFill/>
                </a:ln>
                <a:solidFill>
                  <a:prstClr val="black"/>
                </a:solidFill>
                <a:effectLst/>
                <a:uLnTx/>
                <a:uFillTx/>
                <a:latin typeface="Cambria" panose="02040503050406030204" pitchFamily="18" charset="0"/>
                <a:ea typeface="+mj-ea"/>
                <a:cs typeface="Arial" pitchFamily="34" charset="0"/>
              </a:rPr>
              <a:t>Practices</a:t>
            </a:r>
            <a:endParaRPr kumimoji="0" lang="en-US" sz="3600" b="1" i="0" u="none" strike="noStrike" kern="1200" cap="none" spc="-13" normalizeH="0" baseline="0" noProof="0" dirty="0">
              <a:ln>
                <a:noFill/>
              </a:ln>
              <a:solidFill>
                <a:prstClr val="black"/>
              </a:solidFill>
              <a:effectLst/>
              <a:uLnTx/>
              <a:uFillTx/>
              <a:latin typeface="Cambria" panose="02040503050406030204" pitchFamily="18" charset="0"/>
              <a:ea typeface="+mj-ea"/>
              <a:cs typeface="Arial" pitchFamily="34" charset="0"/>
            </a:endParaRPr>
          </a:p>
        </p:txBody>
      </p:sp>
    </p:spTree>
    <p:extLst>
      <p:ext uri="{BB962C8B-B14F-4D97-AF65-F5344CB8AC3E}">
        <p14:creationId xmlns:p14="http://schemas.microsoft.com/office/powerpoint/2010/main" val="411942830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E558229-5963-A9F4-0012-3DCDD6247DDD}"/>
              </a:ext>
            </a:extLst>
          </p:cNvPr>
          <p:cNvSpPr txBox="1"/>
          <p:nvPr/>
        </p:nvSpPr>
        <p:spPr>
          <a:xfrm>
            <a:off x="190500" y="1600200"/>
            <a:ext cx="8763000" cy="4049827"/>
          </a:xfrm>
          <a:prstGeom prst="rect">
            <a:avLst/>
          </a:prstGeom>
          <a:noFill/>
        </p:spPr>
        <p:txBody>
          <a:bodyPr wrap="square">
            <a:spAutoFit/>
          </a:bodyPr>
          <a:lstStyle/>
          <a:p>
            <a:pPr marL="11206" marR="0" lvl="0" indent="0" algn="l" defTabSz="914400" rtl="0" eaLnBrk="0" fontAlgn="base" latinLnBrk="0" hangingPunct="0">
              <a:lnSpc>
                <a:spcPct val="100000"/>
              </a:lnSpc>
              <a:spcBef>
                <a:spcPct val="0"/>
              </a:spcBef>
              <a:spcAft>
                <a:spcPct val="0"/>
              </a:spcAft>
              <a:buClrTx/>
              <a:buSzTx/>
              <a:buFontTx/>
              <a:buNone/>
              <a:tabLst/>
              <a:defRPr/>
            </a:pPr>
            <a:r>
              <a:rPr kumimoji="0" lang="en-GB" sz="2400" b="1"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4. </a:t>
            </a:r>
            <a:r>
              <a:rPr kumimoji="0" lang="en-GB" sz="2400" b="1"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Continuous</a:t>
            </a:r>
            <a:r>
              <a:rPr kumimoji="0" lang="en-GB" sz="2400" b="1" i="0" u="none" strike="noStrike" kern="1200" cap="none" spc="-26" normalizeH="0" baseline="0" noProof="0" dirty="0">
                <a:ln>
                  <a:noFill/>
                </a:ln>
                <a:solidFill>
                  <a:srgbClr val="0070BF"/>
                </a:solidFill>
                <a:effectLst/>
                <a:uLnTx/>
                <a:uFillTx/>
                <a:latin typeface="Cambria" panose="02040503050406030204" pitchFamily="18" charset="0"/>
                <a:ea typeface="+mn-ea"/>
                <a:cs typeface="Times New Roman"/>
              </a:rPr>
              <a:t> </a:t>
            </a:r>
            <a:r>
              <a:rPr kumimoji="0" lang="en-GB" sz="2400" b="1"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Delivery/Deployment</a:t>
            </a:r>
          </a:p>
          <a:p>
            <a:pPr marL="11206" marR="0" lvl="0" indent="0" algn="l" defTabSz="914400" rtl="0" eaLnBrk="0" fontAlgn="base" latinLnBrk="0" hangingPunct="0">
              <a:lnSpc>
                <a:spcPct val="100000"/>
              </a:lnSpc>
              <a:spcBef>
                <a:spcPct val="0"/>
              </a:spcBef>
              <a:spcAft>
                <a:spcPct val="0"/>
              </a:spcAft>
              <a:buClrTx/>
              <a:buSzTx/>
              <a:buFontTx/>
              <a:buNone/>
              <a:tabLst/>
              <a:defRPr/>
            </a:pPr>
            <a:endParaRPr kumimoji="0" lang="en-GB"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5603" lvl="0" indent="-342900" algn="l" defTabSz="914400" rtl="0" eaLnBrk="0" fontAlgn="base" latinLnBrk="0" hangingPunct="0">
              <a:lnSpc>
                <a:spcPct val="100000"/>
              </a:lnSpc>
              <a:spcBef>
                <a:spcPts val="53"/>
              </a:spcBef>
              <a:spcAft>
                <a:spcPct val="0"/>
              </a:spcAft>
              <a:buClrTx/>
              <a:buSzTx/>
              <a:buFont typeface="Arial" panose="020B0604020202020204" pitchFamily="34" charset="0"/>
              <a:buChar char="•"/>
              <a:tabLst>
                <a:tab pos="384943" algn="l"/>
                <a:tab pos="385503" algn="l"/>
              </a:tabLst>
              <a:defRPr/>
            </a:pPr>
            <a:r>
              <a:rPr kumimoji="0" lang="en-GB"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P</a:t>
            </a:r>
            <a:r>
              <a:rPr kumimoji="0" lang="en-GB" sz="24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rocesses </a:t>
            </a:r>
            <a:r>
              <a:rPr kumimoji="0" lang="en-GB" sz="24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that </a:t>
            </a:r>
            <a:r>
              <a:rPr kumimoji="0" lang="en-GB"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they adopt </a:t>
            </a:r>
            <a:r>
              <a:rPr kumimoji="0" lang="en-GB" sz="24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may </a:t>
            </a:r>
            <a:r>
              <a:rPr kumimoji="0" lang="en-GB" sz="2400" b="0" i="0" u="none" strike="noStrike" kern="1200" cap="none" spc="-57" normalizeH="0" baseline="0" noProof="0" dirty="0">
                <a:ln>
                  <a:noFill/>
                </a:ln>
                <a:solidFill>
                  <a:prstClr val="black"/>
                </a:solidFill>
                <a:effectLst/>
                <a:uLnTx/>
                <a:uFillTx/>
                <a:latin typeface="Cambria" panose="02040503050406030204" pitchFamily="18" charset="0"/>
                <a:ea typeface="+mn-ea"/>
                <a:cs typeface="Times New Roman"/>
              </a:rPr>
              <a:t>vary </a:t>
            </a:r>
            <a:r>
              <a:rPr kumimoji="0" lang="en-GB" sz="24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from </a:t>
            </a:r>
            <a:r>
              <a:rPr kumimoji="0" lang="en-GB" sz="24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project </a:t>
            </a:r>
            <a:r>
              <a:rPr kumimoji="0" lang="en-GB" sz="24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to </a:t>
            </a:r>
            <a:r>
              <a:rPr kumimoji="0" lang="en-GB"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project, </a:t>
            </a:r>
            <a:r>
              <a:rPr kumimoji="0" lang="en-GB" sz="24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based </a:t>
            </a:r>
            <a:r>
              <a:rPr kumimoji="0" lang="en-GB" sz="24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on </a:t>
            </a:r>
            <a:r>
              <a:rPr kumimoji="0" lang="en-GB" sz="24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individual </a:t>
            </a:r>
            <a:r>
              <a:rPr kumimoji="0" lang="en-GB" sz="24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testing </a:t>
            </a:r>
            <a:r>
              <a:rPr kumimoji="0" lang="en-GB" sz="24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needs </a:t>
            </a:r>
            <a:r>
              <a:rPr kumimoji="0" lang="en-GB"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and  </a:t>
            </a:r>
            <a:r>
              <a:rPr kumimoji="0" lang="en-GB" sz="24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on </a:t>
            </a:r>
            <a:r>
              <a:rPr kumimoji="0" lang="en-GB"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 </a:t>
            </a:r>
            <a:r>
              <a:rPr kumimoji="0" lang="en-GB"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requirements of </a:t>
            </a:r>
            <a:r>
              <a:rPr kumimoji="0" lang="en-GB" sz="24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service </a:t>
            </a:r>
            <a:r>
              <a:rPr kumimoji="0" lang="en-GB"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level</a:t>
            </a:r>
            <a:r>
              <a:rPr kumimoji="0" lang="en-GB" sz="2400" b="0" i="0" u="none" strike="noStrike" kern="1200" cap="none" spc="-124" normalizeH="0" baseline="0" noProof="0" dirty="0">
                <a:ln>
                  <a:noFill/>
                </a:ln>
                <a:solidFill>
                  <a:prstClr val="black"/>
                </a:solidFill>
                <a:effectLst/>
                <a:uLnTx/>
                <a:uFillTx/>
                <a:latin typeface="Cambria" panose="02040503050406030204" pitchFamily="18" charset="0"/>
                <a:ea typeface="+mn-ea"/>
                <a:cs typeface="Times New Roman"/>
              </a:rPr>
              <a:t> </a:t>
            </a:r>
            <a:r>
              <a:rPr kumimoji="0" lang="en-GB" sz="24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agreements.</a:t>
            </a:r>
            <a:endParaRPr kumimoji="0" lang="en-GB"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6164"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tab pos="384943" algn="l"/>
                <a:tab pos="385503" algn="l"/>
              </a:tabLst>
              <a:defRPr/>
            </a:pPr>
            <a:r>
              <a:rPr kumimoji="0" lang="en-GB" sz="24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Adopt </a:t>
            </a:r>
            <a:r>
              <a:rPr kumimoji="0" lang="en-GB"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processes </a:t>
            </a:r>
            <a:r>
              <a:rPr kumimoji="0" lang="en-GB" sz="24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in </a:t>
            </a:r>
            <a:r>
              <a:rPr kumimoji="0" lang="en-GB" sz="24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three areas:</a:t>
            </a:r>
          </a:p>
          <a:p>
            <a:pPr marL="10646" marR="6164" lvl="0" indent="0" algn="l" defTabSz="914400" rtl="0" eaLnBrk="0" fontAlgn="base" latinLnBrk="0" hangingPunct="0">
              <a:lnSpc>
                <a:spcPct val="100000"/>
              </a:lnSpc>
              <a:spcBef>
                <a:spcPct val="0"/>
              </a:spcBef>
              <a:spcAft>
                <a:spcPct val="0"/>
              </a:spcAft>
              <a:buClrTx/>
              <a:buSzTx/>
              <a:buFontTx/>
              <a:buNone/>
              <a:tabLst>
                <a:tab pos="384943" algn="l"/>
                <a:tab pos="385503" algn="l"/>
              </a:tabLst>
              <a:defRPr/>
            </a:pPr>
            <a:r>
              <a:rPr kumimoji="0" lang="en-GB" sz="24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 </a:t>
            </a:r>
          </a:p>
          <a:p>
            <a:pPr marL="524996" marR="6164" lvl="0" indent="-514350" algn="l" defTabSz="914400" rtl="0" eaLnBrk="0" fontAlgn="base" latinLnBrk="0" hangingPunct="0">
              <a:lnSpc>
                <a:spcPct val="100000"/>
              </a:lnSpc>
              <a:spcBef>
                <a:spcPct val="0"/>
              </a:spcBef>
              <a:spcAft>
                <a:spcPct val="0"/>
              </a:spcAft>
              <a:buClrTx/>
              <a:buSzTx/>
              <a:buFontTx/>
              <a:buAutoNum type="arabicParenBoth"/>
              <a:tabLst>
                <a:tab pos="384943" algn="l"/>
                <a:tab pos="385503" algn="l"/>
              </a:tabLst>
              <a:defRPr/>
            </a:pPr>
            <a:r>
              <a:rPr kumimoji="0" lang="en-GB" sz="2000" b="0" i="0" u="none" strike="noStrike" kern="1200" cap="none" spc="-13" normalizeH="0" baseline="0" noProof="0" dirty="0">
                <a:ln>
                  <a:noFill/>
                </a:ln>
                <a:solidFill>
                  <a:srgbClr val="0070BF"/>
                </a:solidFill>
                <a:effectLst/>
                <a:uLnTx/>
                <a:uFillTx/>
                <a:latin typeface="Cambria" panose="02040503050406030204" pitchFamily="18" charset="0"/>
                <a:ea typeface="+mn-ea"/>
                <a:cs typeface="Times New Roman"/>
              </a:rPr>
              <a:t>Test </a:t>
            </a:r>
            <a:r>
              <a:rPr kumimoji="0" lang="en-GB" sz="2000" b="0"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environment </a:t>
            </a:r>
            <a:r>
              <a:rPr kumimoji="0" lang="en-GB" sz="20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provisioning </a:t>
            </a:r>
            <a:r>
              <a:rPr kumimoji="0" lang="en-GB" sz="2000" b="0" i="0" u="none" strike="noStrike" kern="1200" cap="none" spc="-22" normalizeH="0" baseline="0" noProof="0" dirty="0">
                <a:ln>
                  <a:noFill/>
                </a:ln>
                <a:solidFill>
                  <a:srgbClr val="0070BF"/>
                </a:solidFill>
                <a:effectLst/>
                <a:uLnTx/>
                <a:uFillTx/>
                <a:latin typeface="Cambria" panose="02040503050406030204" pitchFamily="18" charset="0"/>
                <a:ea typeface="+mn-ea"/>
                <a:cs typeface="Times New Roman"/>
              </a:rPr>
              <a:t>and </a:t>
            </a:r>
            <a:r>
              <a:rPr kumimoji="0" lang="en-GB" sz="2000" b="0" i="0" u="none" strike="noStrike" kern="1200" cap="none" spc="-13" normalizeH="0" baseline="0" noProof="0" dirty="0">
                <a:ln>
                  <a:noFill/>
                </a:ln>
                <a:solidFill>
                  <a:srgbClr val="0070BF"/>
                </a:solidFill>
                <a:effectLst/>
                <a:uLnTx/>
                <a:uFillTx/>
                <a:latin typeface="Cambria" panose="02040503050406030204" pitchFamily="18" charset="0"/>
                <a:ea typeface="+mn-ea"/>
                <a:cs typeface="Times New Roman"/>
              </a:rPr>
              <a:t>configuration </a:t>
            </a:r>
          </a:p>
          <a:p>
            <a:pPr marL="524996" marR="6164" lvl="0" indent="-514350" algn="l" defTabSz="914400" rtl="0" eaLnBrk="0" fontAlgn="base" latinLnBrk="0" hangingPunct="0">
              <a:lnSpc>
                <a:spcPct val="100000"/>
              </a:lnSpc>
              <a:spcBef>
                <a:spcPct val="0"/>
              </a:spcBef>
              <a:spcAft>
                <a:spcPct val="0"/>
              </a:spcAft>
              <a:buClrTx/>
              <a:buSzTx/>
              <a:buFontTx/>
              <a:buAutoNum type="arabicParenBoth"/>
              <a:tabLst>
                <a:tab pos="384943" algn="l"/>
                <a:tab pos="385503" algn="l"/>
              </a:tabLst>
              <a:defRPr/>
            </a:pPr>
            <a:r>
              <a:rPr kumimoji="0" lang="en-GB" sz="20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Test </a:t>
            </a:r>
            <a:r>
              <a:rPr kumimoji="0" lang="en-GB" sz="2000" b="0" i="0" u="none" strike="noStrike" kern="1200" cap="none" spc="-26" normalizeH="0" baseline="0" noProof="0" dirty="0">
                <a:ln>
                  <a:noFill/>
                </a:ln>
                <a:solidFill>
                  <a:srgbClr val="0070BF"/>
                </a:solidFill>
                <a:effectLst/>
                <a:uLnTx/>
                <a:uFillTx/>
                <a:latin typeface="Cambria" panose="02040503050406030204" pitchFamily="18" charset="0"/>
                <a:ea typeface="+mn-ea"/>
                <a:cs typeface="Times New Roman"/>
              </a:rPr>
              <a:t>data  </a:t>
            </a:r>
            <a:r>
              <a:rPr kumimoji="0" lang="en-GB" sz="2000" b="0"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management</a:t>
            </a:r>
          </a:p>
          <a:p>
            <a:pPr marL="524996" marR="6164" lvl="0" indent="-514350" algn="l" defTabSz="914400" rtl="0" eaLnBrk="0" fontAlgn="base" latinLnBrk="0" hangingPunct="0">
              <a:lnSpc>
                <a:spcPct val="100000"/>
              </a:lnSpc>
              <a:spcBef>
                <a:spcPct val="0"/>
              </a:spcBef>
              <a:spcAft>
                <a:spcPct val="0"/>
              </a:spcAft>
              <a:buClrTx/>
              <a:buSzTx/>
              <a:buFontTx/>
              <a:buAutoNum type="arabicParenBoth"/>
              <a:tabLst>
                <a:tab pos="384943" algn="l"/>
                <a:tab pos="385503" algn="l"/>
              </a:tabLst>
              <a:defRPr/>
            </a:pPr>
            <a:r>
              <a:rPr kumimoji="0" lang="en-GB" sz="20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Integration, functional, </a:t>
            </a:r>
            <a:r>
              <a:rPr kumimoji="0" lang="en-GB" sz="2000" b="0" i="0" u="none" strike="noStrike" kern="1200" cap="none" spc="-13" normalizeH="0" baseline="0" noProof="0" dirty="0">
                <a:ln>
                  <a:noFill/>
                </a:ln>
                <a:solidFill>
                  <a:srgbClr val="0070BF"/>
                </a:solidFill>
                <a:effectLst/>
                <a:uLnTx/>
                <a:uFillTx/>
                <a:latin typeface="Cambria" panose="02040503050406030204" pitchFamily="18" charset="0"/>
                <a:ea typeface="+mn-ea"/>
                <a:cs typeface="Times New Roman"/>
              </a:rPr>
              <a:t>performance, and </a:t>
            </a:r>
            <a:r>
              <a:rPr kumimoji="0" lang="en-GB" sz="2000" b="0" i="0" u="none" strike="noStrike" kern="1200" cap="none" spc="-18" normalizeH="0" baseline="0" noProof="0" dirty="0">
                <a:ln>
                  <a:noFill/>
                </a:ln>
                <a:solidFill>
                  <a:srgbClr val="0070BF"/>
                </a:solidFill>
                <a:effectLst/>
                <a:uLnTx/>
                <a:uFillTx/>
                <a:latin typeface="Cambria" panose="02040503050406030204" pitchFamily="18" charset="0"/>
                <a:ea typeface="+mn-ea"/>
                <a:cs typeface="Times New Roman"/>
              </a:rPr>
              <a:t>security</a:t>
            </a:r>
            <a:r>
              <a:rPr kumimoji="0" lang="en-GB" sz="2000" b="0" i="0" u="none" strike="noStrike" kern="1200" cap="none" spc="-93" normalizeH="0" baseline="0" noProof="0" dirty="0">
                <a:ln>
                  <a:noFill/>
                </a:ln>
                <a:solidFill>
                  <a:srgbClr val="0070BF"/>
                </a:solidFill>
                <a:effectLst/>
                <a:uLnTx/>
                <a:uFillTx/>
                <a:latin typeface="Cambria" panose="02040503050406030204" pitchFamily="18" charset="0"/>
                <a:ea typeface="+mn-ea"/>
                <a:cs typeface="Times New Roman"/>
              </a:rPr>
              <a:t> </a:t>
            </a:r>
            <a:r>
              <a:rPr kumimoji="0" lang="en-GB" sz="20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rPr>
              <a:t>testing</a:t>
            </a:r>
          </a:p>
          <a:p>
            <a:pPr marL="10646" marR="6164" lvl="0" indent="0" algn="l" defTabSz="914400" rtl="0" eaLnBrk="0" fontAlgn="base" latinLnBrk="0" hangingPunct="0">
              <a:lnSpc>
                <a:spcPts val="1747"/>
              </a:lnSpc>
              <a:spcBef>
                <a:spcPct val="0"/>
              </a:spcBef>
              <a:spcAft>
                <a:spcPct val="0"/>
              </a:spcAft>
              <a:buClrTx/>
              <a:buSzTx/>
              <a:buFontTx/>
              <a:buNone/>
              <a:tabLst>
                <a:tab pos="384943" algn="l"/>
                <a:tab pos="385503" algn="l"/>
              </a:tabLst>
              <a:defRPr/>
            </a:pPr>
            <a:endParaRPr kumimoji="0" lang="en-GB" sz="2400" b="0" i="0" u="none" strike="noStrike" kern="1200" cap="none" spc="9" normalizeH="0" baseline="0" noProof="0" dirty="0">
              <a:ln>
                <a:noFill/>
              </a:ln>
              <a:solidFill>
                <a:srgbClr val="0070BF"/>
              </a:solidFill>
              <a:effectLst/>
              <a:uLnTx/>
              <a:uFillTx/>
              <a:latin typeface="Cambria" panose="02040503050406030204" pitchFamily="18" charset="0"/>
              <a:ea typeface="+mn-ea"/>
              <a:cs typeface="Times New Roman"/>
            </a:endParaRPr>
          </a:p>
          <a:p>
            <a:pPr marL="10646" marR="6164" lvl="0" indent="0" algn="l" defTabSz="914400" rtl="0" eaLnBrk="0" fontAlgn="base" latinLnBrk="0" hangingPunct="0">
              <a:lnSpc>
                <a:spcPts val="1747"/>
              </a:lnSpc>
              <a:spcBef>
                <a:spcPct val="0"/>
              </a:spcBef>
              <a:spcAft>
                <a:spcPct val="0"/>
              </a:spcAft>
              <a:buClrTx/>
              <a:buSzTx/>
              <a:buFontTx/>
              <a:buNone/>
              <a:tabLst>
                <a:tab pos="384943" algn="l"/>
                <a:tab pos="385503" algn="l"/>
              </a:tabLst>
              <a:defRPr/>
            </a:pPr>
            <a:endParaRPr kumimoji="0" lang="en-GB"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p:txBody>
      </p:sp>
      <p:sp>
        <p:nvSpPr>
          <p:cNvPr id="5" name="object 2"/>
          <p:cNvSpPr txBox="1">
            <a:spLocks/>
          </p:cNvSpPr>
          <p:nvPr/>
        </p:nvSpPr>
        <p:spPr>
          <a:xfrm>
            <a:off x="24063" y="457200"/>
            <a:ext cx="6629400" cy="565313"/>
          </a:xfrm>
          <a:prstGeom prst="rect">
            <a:avLst/>
          </a:prstGeom>
        </p:spPr>
        <p:txBody>
          <a:bodyPr vert="horz" wrap="square" lIns="0" tIns="11206" rIns="0" bIns="0" rtlCol="0" anchor="ctr">
            <a:spAutoFit/>
          </a:bodyPr>
          <a:lst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a:lstStyle>
          <a:p>
            <a:pPr marL="11206" marR="0" lvl="0" indent="0" algn="l" defTabSz="914400" rtl="0" eaLnBrk="0" fontAlgn="base" latinLnBrk="0" hangingPunct="0">
              <a:lnSpc>
                <a:spcPct val="100000"/>
              </a:lnSpc>
              <a:spcBef>
                <a:spcPts val="88"/>
              </a:spcBef>
              <a:spcAft>
                <a:spcPct val="0"/>
              </a:spcAft>
              <a:buClrTx/>
              <a:buSzTx/>
              <a:buFontTx/>
              <a:buNone/>
              <a:tabLst/>
              <a:defRPr/>
            </a:pPr>
            <a:r>
              <a:rPr kumimoji="0" lang="en-US" sz="3600" b="1" i="0" u="none" strike="noStrike" kern="1200" cap="none" spc="31" normalizeH="0" baseline="0" noProof="0">
                <a:ln>
                  <a:noFill/>
                </a:ln>
                <a:solidFill>
                  <a:prstClr val="black"/>
                </a:solidFill>
                <a:effectLst/>
                <a:uLnTx/>
                <a:uFillTx/>
                <a:latin typeface="Cambria" panose="02040503050406030204" pitchFamily="18" charset="0"/>
                <a:ea typeface="+mj-ea"/>
                <a:cs typeface="Arial" pitchFamily="34" charset="0"/>
              </a:rPr>
              <a:t>DevOps–</a:t>
            </a:r>
            <a:r>
              <a:rPr kumimoji="0" lang="en-US" sz="3600" b="1" i="0" u="none" strike="noStrike" kern="1200" cap="none" spc="-57" normalizeH="0" baseline="0" noProof="0">
                <a:ln>
                  <a:noFill/>
                </a:ln>
                <a:solidFill>
                  <a:prstClr val="black"/>
                </a:solidFill>
                <a:effectLst/>
                <a:uLnTx/>
                <a:uFillTx/>
                <a:latin typeface="Cambria" panose="02040503050406030204" pitchFamily="18" charset="0"/>
                <a:ea typeface="+mj-ea"/>
                <a:cs typeface="Arial" pitchFamily="34" charset="0"/>
              </a:rPr>
              <a:t> </a:t>
            </a:r>
            <a:r>
              <a:rPr kumimoji="0" lang="en-US" sz="3600" b="1" i="0" u="none" strike="noStrike" kern="1200" cap="none" spc="-13" normalizeH="0" baseline="0" noProof="0">
                <a:ln>
                  <a:noFill/>
                </a:ln>
                <a:solidFill>
                  <a:prstClr val="black"/>
                </a:solidFill>
                <a:effectLst/>
                <a:uLnTx/>
                <a:uFillTx/>
                <a:latin typeface="Cambria" panose="02040503050406030204" pitchFamily="18" charset="0"/>
                <a:ea typeface="+mj-ea"/>
                <a:cs typeface="Arial" pitchFamily="34" charset="0"/>
              </a:rPr>
              <a:t>Practices</a:t>
            </a:r>
            <a:endParaRPr kumimoji="0" lang="en-US" sz="3600" b="1" i="0" u="none" strike="noStrike" kern="1200" cap="none" spc="-13" normalizeH="0" baseline="0" noProof="0" dirty="0">
              <a:ln>
                <a:noFill/>
              </a:ln>
              <a:solidFill>
                <a:prstClr val="black"/>
              </a:solidFill>
              <a:effectLst/>
              <a:uLnTx/>
              <a:uFillTx/>
              <a:latin typeface="Cambria" panose="02040503050406030204" pitchFamily="18" charset="0"/>
              <a:ea typeface="+mj-ea"/>
              <a:cs typeface="Arial" pitchFamily="34" charset="0"/>
            </a:endParaRPr>
          </a:p>
        </p:txBody>
      </p:sp>
    </p:spTree>
    <p:extLst>
      <p:ext uri="{BB962C8B-B14F-4D97-AF65-F5344CB8AC3E}">
        <p14:creationId xmlns:p14="http://schemas.microsoft.com/office/powerpoint/2010/main" val="101123430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1932501-A39B-215A-98A6-75C142730CDC}"/>
              </a:ext>
            </a:extLst>
          </p:cNvPr>
          <p:cNvSpPr txBox="1"/>
          <p:nvPr/>
        </p:nvSpPr>
        <p:spPr>
          <a:xfrm>
            <a:off x="228600" y="1600200"/>
            <a:ext cx="8517276" cy="3565079"/>
          </a:xfrm>
          <a:prstGeom prst="rect">
            <a:avLst/>
          </a:prstGeom>
          <a:noFill/>
        </p:spPr>
        <p:txBody>
          <a:bodyPr wrap="square">
            <a:spAutoFit/>
          </a:bodyPr>
          <a:lstStyle/>
          <a:p>
            <a:pPr marL="11206" marR="0" lvl="0" indent="0" algn="just" defTabSz="914400" rtl="0" eaLnBrk="0" fontAlgn="base" latinLnBrk="0" hangingPunct="0">
              <a:lnSpc>
                <a:spcPct val="100000"/>
              </a:lnSpc>
              <a:spcBef>
                <a:spcPts val="97"/>
              </a:spcBef>
              <a:spcAft>
                <a:spcPct val="0"/>
              </a:spcAft>
              <a:buClrTx/>
              <a:buSzTx/>
              <a:buFontTx/>
              <a:buNone/>
              <a:tabLst/>
              <a:defRPr/>
            </a:pPr>
            <a:r>
              <a:rPr kumimoji="0" lang="en-GB" sz="2400" b="1" i="0" u="none" strike="noStrike" kern="1200" cap="none" spc="-13" normalizeH="0" baseline="0" noProof="0" dirty="0">
                <a:ln>
                  <a:noFill/>
                </a:ln>
                <a:solidFill>
                  <a:srgbClr val="0070BF"/>
                </a:solidFill>
                <a:effectLst/>
                <a:uLnTx/>
                <a:uFillTx/>
                <a:latin typeface="Cambria" panose="02040503050406030204" pitchFamily="18" charset="0"/>
                <a:ea typeface="+mn-ea"/>
                <a:cs typeface="Times New Roman"/>
              </a:rPr>
              <a:t>5. </a:t>
            </a:r>
            <a:r>
              <a:rPr kumimoji="0" lang="en-GB" sz="2400" b="1"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Continuous monitoring </a:t>
            </a:r>
            <a:r>
              <a:rPr kumimoji="0" lang="en-GB" sz="2400" b="1" i="0" u="none" strike="noStrike" kern="1200" cap="none" spc="-13" normalizeH="0" baseline="0" noProof="0" dirty="0">
                <a:ln>
                  <a:noFill/>
                </a:ln>
                <a:solidFill>
                  <a:srgbClr val="0070BF"/>
                </a:solidFill>
                <a:effectLst/>
                <a:uLnTx/>
                <a:uFillTx/>
                <a:latin typeface="Cambria" panose="02040503050406030204" pitchFamily="18" charset="0"/>
                <a:ea typeface="+mn-ea"/>
                <a:cs typeface="Times New Roman"/>
              </a:rPr>
              <a:t>and</a:t>
            </a:r>
            <a:r>
              <a:rPr kumimoji="0" lang="en-GB" sz="2400" b="1" i="0" u="none" strike="noStrike" kern="1200" cap="none" spc="97" normalizeH="0" baseline="0" noProof="0" dirty="0">
                <a:ln>
                  <a:noFill/>
                </a:ln>
                <a:solidFill>
                  <a:srgbClr val="0070BF"/>
                </a:solidFill>
                <a:effectLst/>
                <a:uLnTx/>
                <a:uFillTx/>
                <a:latin typeface="Cambria" panose="02040503050406030204" pitchFamily="18" charset="0"/>
                <a:ea typeface="+mn-ea"/>
                <a:cs typeface="Times New Roman"/>
              </a:rPr>
              <a:t> </a:t>
            </a:r>
            <a:r>
              <a:rPr kumimoji="0" lang="en-GB" sz="2400" b="1" i="0" u="none" strike="noStrike" kern="1200" cap="none" spc="0" normalizeH="0" baseline="0" noProof="0" dirty="0">
                <a:ln>
                  <a:noFill/>
                </a:ln>
                <a:solidFill>
                  <a:srgbClr val="0070BF"/>
                </a:solidFill>
                <a:effectLst/>
                <a:uLnTx/>
                <a:uFillTx/>
                <a:latin typeface="Cambria" panose="02040503050406030204" pitchFamily="18" charset="0"/>
                <a:ea typeface="+mn-ea"/>
                <a:cs typeface="Times New Roman"/>
              </a:rPr>
              <a:t>feedback</a:t>
            </a:r>
          </a:p>
          <a:p>
            <a:pPr marL="11206" marR="0" lvl="0" indent="0" algn="just" defTabSz="914400" rtl="0" eaLnBrk="0" fontAlgn="base" latinLnBrk="0" hangingPunct="0">
              <a:lnSpc>
                <a:spcPct val="100000"/>
              </a:lnSpc>
              <a:spcBef>
                <a:spcPts val="97"/>
              </a:spcBef>
              <a:spcAft>
                <a:spcPct val="0"/>
              </a:spcAft>
              <a:buClrTx/>
              <a:buSzTx/>
              <a:buFontTx/>
              <a:buNone/>
              <a:tabLst/>
              <a:defRPr/>
            </a:pPr>
            <a:endPar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5043" lvl="0" indent="-342900" algn="just" defTabSz="914400" rtl="0" eaLnBrk="0" fontAlgn="base" latinLnBrk="0" hangingPunct="0">
              <a:lnSpc>
                <a:spcPct val="100000"/>
              </a:lnSpc>
              <a:spcBef>
                <a:spcPts val="4"/>
              </a:spcBef>
              <a:spcAft>
                <a:spcPct val="0"/>
              </a:spcAft>
              <a:buClrTx/>
              <a:buSzTx/>
              <a:buFont typeface="Arial" panose="020B0604020202020204" pitchFamily="34" charset="0"/>
              <a:buChar char="•"/>
              <a:tabLst>
                <a:tab pos="385503" algn="l"/>
              </a:tabLst>
              <a:defRPr/>
            </a:pP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Customer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feedback </a:t>
            </a:r>
            <a:r>
              <a:rPr kumimoji="0" lang="en-GB"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comes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in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different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forms, </a:t>
            </a:r>
            <a:r>
              <a:rPr kumimoji="0" lang="en-GB"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such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as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tickets </a:t>
            </a:r>
            <a:r>
              <a:rPr kumimoji="0" lang="en-GB"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opened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by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customers,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formal </a:t>
            </a:r>
            <a:r>
              <a:rPr kumimoji="0" lang="en-GB"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change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requests,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informal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complaints, </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and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ratings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in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app</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stores.</a:t>
            </a:r>
            <a:endPar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4483" lvl="0" indent="-342900" algn="just" defTabSz="914400" rtl="0" eaLnBrk="0" fontAlgn="base" latinLnBrk="0" hangingPunct="0">
              <a:lnSpc>
                <a:spcPct val="100000"/>
              </a:lnSpc>
              <a:spcBef>
                <a:spcPts val="9"/>
              </a:spcBef>
              <a:spcAft>
                <a:spcPct val="0"/>
              </a:spcAft>
              <a:buClrTx/>
              <a:buSzTx/>
              <a:buFont typeface="Arial" panose="020B0604020202020204" pitchFamily="34" charset="0"/>
              <a:buChar char="•"/>
              <a:tabLst>
                <a:tab pos="385503" algn="l"/>
              </a:tabLst>
              <a:defRPr/>
            </a:pP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Feedback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also </a:t>
            </a:r>
            <a:r>
              <a:rPr kumimoji="0" lang="en-GB"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comes </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from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monitoring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data. </a:t>
            </a:r>
            <a:r>
              <a:rPr kumimoji="0" lang="en-GB"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This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data </a:t>
            </a:r>
            <a:r>
              <a:rPr kumimoji="0" lang="en-GB"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comes </a:t>
            </a:r>
            <a:r>
              <a:rPr kumimoji="0" lang="en-GB"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from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servers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running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application; </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from </a:t>
            </a:r>
            <a:r>
              <a:rPr kumimoji="0" lang="en-GB"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Development, </a:t>
            </a:r>
            <a:r>
              <a:rPr kumimoji="0" lang="en-GB"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QA,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and Production; </a:t>
            </a:r>
            <a:r>
              <a:rPr kumimoji="0" lang="en-GB"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or </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from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metrics </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tools </a:t>
            </a:r>
            <a:r>
              <a:rPr kumimoji="0" lang="en-GB"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embedded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in the  application </a:t>
            </a:r>
            <a:r>
              <a:rPr kumimoji="0" lang="en-GB"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that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capture user</a:t>
            </a:r>
            <a:r>
              <a:rPr kumimoji="0" lang="en-GB" sz="2000" b="0" i="0" u="none" strike="noStrike" kern="1200" cap="none" spc="93" normalizeH="0" baseline="0" noProof="0" dirty="0">
                <a:ln>
                  <a:noFill/>
                </a:ln>
                <a:solidFill>
                  <a:prstClr val="black"/>
                </a:solidFill>
                <a:effectLst/>
                <a:uLnTx/>
                <a:uFillTx/>
                <a:latin typeface="Cambria" panose="02040503050406030204" pitchFamily="18" charset="0"/>
                <a:ea typeface="+mn-ea"/>
                <a:cs typeface="Times New Roman"/>
              </a:rPr>
              <a:t> </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actions.</a:t>
            </a:r>
            <a:endPar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4483" lvl="0" indent="-342900" algn="just" defTabSz="914400" rtl="0" eaLnBrk="0" fontAlgn="base" latinLnBrk="0" hangingPunct="0">
              <a:lnSpc>
                <a:spcPct val="100000"/>
              </a:lnSpc>
              <a:spcBef>
                <a:spcPts val="57"/>
              </a:spcBef>
              <a:spcAft>
                <a:spcPct val="0"/>
              </a:spcAft>
              <a:buClrTx/>
              <a:buSzTx/>
              <a:buFont typeface="Arial" panose="020B0604020202020204" pitchFamily="34" charset="0"/>
              <a:buChar char="•"/>
              <a:tabLst>
                <a:tab pos="385503" algn="l"/>
              </a:tabLst>
              <a:defRPr/>
            </a:pPr>
            <a:r>
              <a:rPr kumimoji="0" lang="en-GB"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Businesses </a:t>
            </a:r>
            <a:r>
              <a:rPr kumimoji="0" lang="en-GB"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need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well-defined </a:t>
            </a:r>
            <a:r>
              <a:rPr kumimoji="0" lang="en-GB"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processes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to </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absorb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 feedback </a:t>
            </a:r>
            <a:r>
              <a:rPr kumimoji="0" lang="en-GB"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from </a:t>
            </a:r>
            <a:r>
              <a:rPr kumimoji="0" lang="en-GB"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myriad </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sources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and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incorporate </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them </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into </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software </a:t>
            </a:r>
            <a:r>
              <a:rPr kumimoji="0" lang="en-GB"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delivery</a:t>
            </a:r>
            <a:r>
              <a:rPr kumimoji="0" lang="en-GB" sz="2000" b="0" i="0" u="none" strike="noStrike" kern="1200" cap="none" spc="66" normalizeH="0" baseline="0" noProof="0" dirty="0">
                <a:ln>
                  <a:noFill/>
                </a:ln>
                <a:solidFill>
                  <a:prstClr val="black"/>
                </a:solidFill>
                <a:effectLst/>
                <a:uLnTx/>
                <a:uFillTx/>
                <a:latin typeface="Cambria" panose="02040503050406030204" pitchFamily="18" charset="0"/>
                <a:ea typeface="+mn-ea"/>
                <a:cs typeface="Times New Roman"/>
              </a:rPr>
              <a:t> </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plans.</a:t>
            </a:r>
            <a:endPar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p:txBody>
      </p:sp>
      <p:sp>
        <p:nvSpPr>
          <p:cNvPr id="5" name="object 2"/>
          <p:cNvSpPr txBox="1">
            <a:spLocks/>
          </p:cNvSpPr>
          <p:nvPr/>
        </p:nvSpPr>
        <p:spPr>
          <a:xfrm>
            <a:off x="24063" y="457200"/>
            <a:ext cx="6629400" cy="565313"/>
          </a:xfrm>
          <a:prstGeom prst="rect">
            <a:avLst/>
          </a:prstGeom>
        </p:spPr>
        <p:txBody>
          <a:bodyPr vert="horz" wrap="square" lIns="0" tIns="11206" rIns="0" bIns="0" rtlCol="0" anchor="ctr">
            <a:spAutoFit/>
          </a:bodyPr>
          <a:lst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a:lstStyle>
          <a:p>
            <a:pPr marL="11206" marR="0" lvl="0" indent="0" algn="l" defTabSz="914400" rtl="0" eaLnBrk="0" fontAlgn="base" latinLnBrk="0" hangingPunct="0">
              <a:lnSpc>
                <a:spcPct val="100000"/>
              </a:lnSpc>
              <a:spcBef>
                <a:spcPts val="88"/>
              </a:spcBef>
              <a:spcAft>
                <a:spcPct val="0"/>
              </a:spcAft>
              <a:buClrTx/>
              <a:buSzTx/>
              <a:buFontTx/>
              <a:buNone/>
              <a:tabLst/>
              <a:defRPr/>
            </a:pPr>
            <a:r>
              <a:rPr kumimoji="0" lang="en-US" sz="3600" b="1" i="0" u="none" strike="noStrike" kern="1200" cap="none" spc="31" normalizeH="0" baseline="0" noProof="0">
                <a:ln>
                  <a:noFill/>
                </a:ln>
                <a:solidFill>
                  <a:prstClr val="black"/>
                </a:solidFill>
                <a:effectLst/>
                <a:uLnTx/>
                <a:uFillTx/>
                <a:latin typeface="Cambria" panose="02040503050406030204" pitchFamily="18" charset="0"/>
                <a:ea typeface="+mj-ea"/>
                <a:cs typeface="Arial" pitchFamily="34" charset="0"/>
              </a:rPr>
              <a:t>DevOps–</a:t>
            </a:r>
            <a:r>
              <a:rPr kumimoji="0" lang="en-US" sz="3600" b="1" i="0" u="none" strike="noStrike" kern="1200" cap="none" spc="-57" normalizeH="0" baseline="0" noProof="0">
                <a:ln>
                  <a:noFill/>
                </a:ln>
                <a:solidFill>
                  <a:prstClr val="black"/>
                </a:solidFill>
                <a:effectLst/>
                <a:uLnTx/>
                <a:uFillTx/>
                <a:latin typeface="Cambria" panose="02040503050406030204" pitchFamily="18" charset="0"/>
                <a:ea typeface="+mj-ea"/>
                <a:cs typeface="Arial" pitchFamily="34" charset="0"/>
              </a:rPr>
              <a:t> </a:t>
            </a:r>
            <a:r>
              <a:rPr kumimoji="0" lang="en-US" sz="3600" b="1" i="0" u="none" strike="noStrike" kern="1200" cap="none" spc="-13" normalizeH="0" baseline="0" noProof="0">
                <a:ln>
                  <a:noFill/>
                </a:ln>
                <a:solidFill>
                  <a:prstClr val="black"/>
                </a:solidFill>
                <a:effectLst/>
                <a:uLnTx/>
                <a:uFillTx/>
                <a:latin typeface="Cambria" panose="02040503050406030204" pitchFamily="18" charset="0"/>
                <a:ea typeface="+mj-ea"/>
                <a:cs typeface="Arial" pitchFamily="34" charset="0"/>
              </a:rPr>
              <a:t>Practices</a:t>
            </a:r>
            <a:endParaRPr kumimoji="0" lang="en-US" sz="3600" b="1" i="0" u="none" strike="noStrike" kern="1200" cap="none" spc="-13" normalizeH="0" baseline="0" noProof="0" dirty="0">
              <a:ln>
                <a:noFill/>
              </a:ln>
              <a:solidFill>
                <a:prstClr val="black"/>
              </a:solidFill>
              <a:effectLst/>
              <a:uLnTx/>
              <a:uFillTx/>
              <a:latin typeface="Cambria" panose="02040503050406030204" pitchFamily="18" charset="0"/>
              <a:ea typeface="+mj-ea"/>
              <a:cs typeface="Arial" pitchFamily="34" charset="0"/>
            </a:endParaRPr>
          </a:p>
        </p:txBody>
      </p:sp>
    </p:spTree>
    <p:extLst>
      <p:ext uri="{BB962C8B-B14F-4D97-AF65-F5344CB8AC3E}">
        <p14:creationId xmlns:p14="http://schemas.microsoft.com/office/powerpoint/2010/main" val="106159451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E80420E2-3346-381E-6B71-A5B642179503}"/>
              </a:ext>
            </a:extLst>
          </p:cNvPr>
          <p:cNvSpPr txBox="1"/>
          <p:nvPr/>
        </p:nvSpPr>
        <p:spPr>
          <a:xfrm>
            <a:off x="304800" y="1416881"/>
            <a:ext cx="8568578" cy="4673722"/>
          </a:xfrm>
          <a:prstGeom prst="rect">
            <a:avLst/>
          </a:prstGeom>
        </p:spPr>
        <p:txBody>
          <a:bodyPr vert="horz" wrap="square" lIns="0" tIns="12326" rIns="0" bIns="0" rtlCol="0">
            <a:spAutoFit/>
          </a:bodyPr>
          <a:lstStyle/>
          <a:p>
            <a:pPr marL="0" marR="0" lvl="0" indent="0" algn="l" defTabSz="914400" rtl="0" eaLnBrk="0" fontAlgn="base" latinLnBrk="0" hangingPunct="0">
              <a:lnSpc>
                <a:spcPct val="100000"/>
              </a:lnSpc>
              <a:spcBef>
                <a:spcPts val="44"/>
              </a:spcBef>
              <a:spcAft>
                <a:spcPct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11206" marR="0" lvl="0" indent="0" algn="l" defTabSz="914400" rtl="0" eaLnBrk="0" fontAlgn="base" latinLnBrk="0" hangingPunct="0">
              <a:lnSpc>
                <a:spcPct val="100000"/>
              </a:lnSpc>
              <a:spcBef>
                <a:spcPct val="0"/>
              </a:spcBef>
              <a:spcAft>
                <a:spcPct val="0"/>
              </a:spcAft>
              <a:buClrTx/>
              <a:buSzTx/>
              <a:buFontTx/>
              <a:buNone/>
              <a:tabLst/>
              <a:defRPr/>
            </a:pPr>
            <a:r>
              <a:rPr kumimoji="0" sz="2400" b="1" i="0" u="none" strike="noStrike" kern="1200" cap="none" spc="-13" normalizeH="0" baseline="0" noProof="0" dirty="0">
                <a:ln>
                  <a:noFill/>
                </a:ln>
                <a:solidFill>
                  <a:srgbClr val="0070BF"/>
                </a:solidFill>
                <a:effectLst/>
                <a:uLnTx/>
                <a:uFillTx/>
                <a:latin typeface="Cambria" panose="02040503050406030204" pitchFamily="18" charset="0"/>
                <a:ea typeface="+mn-ea"/>
                <a:cs typeface="Times New Roman"/>
              </a:rPr>
              <a:t>6. </a:t>
            </a:r>
            <a:r>
              <a:rPr kumimoji="0" sz="2400" b="1" i="0" u="none" strike="noStrike" kern="1200" cap="none" spc="-4" normalizeH="0" baseline="0" noProof="0" dirty="0">
                <a:ln>
                  <a:noFill/>
                </a:ln>
                <a:solidFill>
                  <a:srgbClr val="0070BF"/>
                </a:solidFill>
                <a:effectLst/>
                <a:uLnTx/>
                <a:uFillTx/>
                <a:latin typeface="Cambria" panose="02040503050406030204" pitchFamily="18" charset="0"/>
                <a:ea typeface="+mn-ea"/>
                <a:cs typeface="Times New Roman"/>
              </a:rPr>
              <a:t>Continuous</a:t>
            </a:r>
            <a:r>
              <a:rPr kumimoji="0" sz="2400" b="1" i="0" u="none" strike="noStrike" kern="1200" cap="none" spc="49" normalizeH="0" baseline="0" noProof="0" dirty="0">
                <a:ln>
                  <a:noFill/>
                </a:ln>
                <a:solidFill>
                  <a:srgbClr val="0070BF"/>
                </a:solidFill>
                <a:effectLst/>
                <a:uLnTx/>
                <a:uFillTx/>
                <a:latin typeface="Cambria" panose="02040503050406030204" pitchFamily="18" charset="0"/>
                <a:ea typeface="+mn-ea"/>
                <a:cs typeface="Times New Roman"/>
              </a:rPr>
              <a:t> </a:t>
            </a:r>
            <a:r>
              <a:rPr kumimoji="0" sz="2400" b="1" i="0" u="none" strike="noStrike" kern="1200" cap="none" spc="-13" normalizeH="0" baseline="0" noProof="0" dirty="0">
                <a:ln>
                  <a:noFill/>
                </a:ln>
                <a:solidFill>
                  <a:srgbClr val="0070BF"/>
                </a:solidFill>
                <a:effectLst/>
                <a:uLnTx/>
                <a:uFillTx/>
                <a:latin typeface="Cambria" panose="02040503050406030204" pitchFamily="18" charset="0"/>
                <a:ea typeface="+mn-ea"/>
                <a:cs typeface="Times New Roman"/>
              </a:rPr>
              <a:t>Improvement</a:t>
            </a:r>
            <a:endParaRPr kumimoji="0" lang="en-GB" sz="2400" b="1" i="0" u="none" strike="noStrike" kern="1200" cap="none" spc="-13" normalizeH="0" baseline="0" noProof="0" dirty="0">
              <a:ln>
                <a:noFill/>
              </a:ln>
              <a:solidFill>
                <a:srgbClr val="0070BF"/>
              </a:solidFill>
              <a:effectLst/>
              <a:uLnTx/>
              <a:uFillTx/>
              <a:latin typeface="Cambria" panose="02040503050406030204" pitchFamily="18" charset="0"/>
              <a:ea typeface="+mn-ea"/>
              <a:cs typeface="Times New Roman"/>
            </a:endParaRPr>
          </a:p>
          <a:p>
            <a:pPr marL="11206" marR="0" lvl="0" indent="0" algn="l" defTabSz="914400" rtl="0" eaLnBrk="0" fontAlgn="base" latinLnBrk="0" hangingPunct="0">
              <a:lnSpc>
                <a:spcPct val="100000"/>
              </a:lnSpc>
              <a:spcBef>
                <a:spcPct val="0"/>
              </a:spcBef>
              <a:spcAft>
                <a:spcPct val="0"/>
              </a:spcAft>
              <a:buClrTx/>
              <a:buSzTx/>
              <a:buFontTx/>
              <a:buNone/>
              <a:tabLst/>
              <a:defRPr/>
            </a:pPr>
            <a:endParaRPr kumimoji="0" sz="2400" b="1"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7" marR="0" lvl="0" indent="-342900" algn="l" defTabSz="914400" rtl="0" eaLnBrk="0" fontAlgn="base" latinLnBrk="0" hangingPunct="0">
              <a:lnSpc>
                <a:spcPct val="150000"/>
              </a:lnSpc>
              <a:spcBef>
                <a:spcPts val="35"/>
              </a:spcBef>
              <a:spcAft>
                <a:spcPct val="0"/>
              </a:spcAft>
              <a:buClrTx/>
              <a:buSzTx/>
              <a:buFont typeface="Arial" panose="020B0604020202020204" pitchFamily="34" charset="0"/>
              <a:buChar char="•"/>
              <a:tabLst>
                <a:tab pos="384943" algn="l"/>
                <a:tab pos="385503" algn="l"/>
              </a:tabLst>
              <a:defRPr/>
            </a:pP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Process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adoption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isn’t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one-time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action,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but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an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ongoing</a:t>
            </a:r>
            <a:r>
              <a:rPr kumimoji="0" sz="2000" b="0" i="0" u="none" strike="noStrike" kern="1200" cap="none" spc="84"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process.</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5043"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tab pos="384943" algn="l"/>
                <a:tab pos="385503" algn="l"/>
                <a:tab pos="739067" algn="l"/>
                <a:tab pos="1895016" algn="l"/>
                <a:tab pos="2569086" algn="l"/>
                <a:tab pos="3064972" algn="l"/>
                <a:tab pos="3792833" algn="l"/>
                <a:tab pos="4707282" algn="l"/>
                <a:tab pos="5148257" algn="l"/>
                <a:tab pos="5896289" algn="l"/>
                <a:tab pos="6442045" algn="l"/>
                <a:tab pos="6790567" algn="l"/>
                <a:tab pos="8004789" algn="l"/>
                <a:tab pos="8297278" algn="l"/>
              </a:tabLst>
              <a:defRPr/>
            </a:pPr>
            <a:r>
              <a:rPr kumimoji="0" sz="2000" b="0" i="0" u="none" strike="noStrike" kern="1200" cap="none" spc="-79" normalizeH="0" baseline="0" noProof="0" dirty="0">
                <a:ln>
                  <a:noFill/>
                </a:ln>
                <a:solidFill>
                  <a:prstClr val="black"/>
                </a:solidFill>
                <a:effectLst/>
                <a:uLnTx/>
                <a:uFillTx/>
                <a:latin typeface="Cambria" panose="02040503050406030204" pitchFamily="18" charset="0"/>
                <a:ea typeface="+mn-ea"/>
                <a:cs typeface="Times New Roman"/>
              </a:rPr>
              <a:t>A</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n</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o</a:t>
            </a:r>
            <a:r>
              <a:rPr kumimoji="0" sz="2000" b="0" i="0" u="none" strike="noStrike" kern="1200" cap="none" spc="-137" normalizeH="0" baseline="0" noProof="0" dirty="0">
                <a:ln>
                  <a:noFill/>
                </a:ln>
                <a:solidFill>
                  <a:prstClr val="black"/>
                </a:solidFill>
                <a:effectLst/>
                <a:uLnTx/>
                <a:uFillTx/>
                <a:latin typeface="Cambria" panose="02040503050406030204" pitchFamily="18" charset="0"/>
                <a:ea typeface="+mn-ea"/>
                <a:cs typeface="Times New Roman"/>
              </a:rPr>
              <a:t>r</a:t>
            </a:r>
            <a:r>
              <a:rPr kumimoji="0" sz="2000" b="0" i="0" u="none" strike="noStrike" kern="1200" cap="none" spc="71" normalizeH="0" baseline="0" noProof="0" dirty="0">
                <a:ln>
                  <a:noFill/>
                </a:ln>
                <a:solidFill>
                  <a:prstClr val="black"/>
                </a:solidFill>
                <a:effectLst/>
                <a:uLnTx/>
                <a:uFillTx/>
                <a:latin typeface="Cambria" panose="02040503050406030204" pitchFamily="18" charset="0"/>
                <a:ea typeface="+mn-ea"/>
                <a:cs typeface="Times New Roman"/>
              </a:rPr>
              <a:t>g</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n</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z</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o</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n</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s</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h</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o</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u</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l</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d</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h</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a</a:t>
            </a:r>
            <a:r>
              <a:rPr kumimoji="0" sz="2000" b="0" i="0" u="none" strike="noStrike" kern="1200" cap="none" spc="-84" normalizeH="0" baseline="0" noProof="0" dirty="0">
                <a:ln>
                  <a:noFill/>
                </a:ln>
                <a:solidFill>
                  <a:prstClr val="black"/>
                </a:solidFill>
                <a:effectLst/>
                <a:uLnTx/>
                <a:uFillTx/>
                <a:latin typeface="Cambria" panose="02040503050406030204" pitchFamily="18" charset="0"/>
                <a:ea typeface="+mn-ea"/>
                <a:cs typeface="Times New Roman"/>
              </a:rPr>
              <a:t>v</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e</a:t>
            </a:r>
            <a:r>
              <a:rPr kumimoji="0" lang="en-GB"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b</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u</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i</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l</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in</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p</a:t>
            </a:r>
            <a:r>
              <a:rPr kumimoji="0" sz="2000" b="0" i="0" u="none" strike="noStrike" kern="1200" cap="none" spc="-124" normalizeH="0" baseline="0" noProof="0" dirty="0">
                <a:ln>
                  <a:noFill/>
                </a:ln>
                <a:solidFill>
                  <a:prstClr val="black"/>
                </a:solidFill>
                <a:effectLst/>
                <a:uLnTx/>
                <a:uFillTx/>
                <a:latin typeface="Cambria" panose="02040503050406030204" pitchFamily="18" charset="0"/>
                <a:ea typeface="+mn-ea"/>
                <a:cs typeface="Times New Roman"/>
              </a:rPr>
              <a:t>r</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o</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c</a:t>
            </a:r>
            <a:r>
              <a:rPr kumimoji="0" sz="20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s</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s</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es</a:t>
            </a:r>
            <a:r>
              <a:rPr kumimoji="0" lang="en-GB"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h</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d</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n</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f</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y</a:t>
            </a:r>
            <a:r>
              <a:rPr kumimoji="0" lang="en-GB"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a:t>
            </a:r>
            <a:r>
              <a:rPr kumimoji="0" sz="2000" b="0" i="0" u="none" strike="noStrike" kern="1200" cap="none" spc="-137" normalizeH="0" baseline="0" noProof="0" dirty="0">
                <a:ln>
                  <a:noFill/>
                </a:ln>
                <a:solidFill>
                  <a:prstClr val="black"/>
                </a:solidFill>
                <a:effectLst/>
                <a:uLnTx/>
                <a:uFillTx/>
                <a:latin typeface="Cambria" panose="02040503050406030204" pitchFamily="18" charset="0"/>
                <a:ea typeface="+mn-ea"/>
                <a:cs typeface="Times New Roman"/>
              </a:rPr>
              <a:t>r</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s</a:t>
            </a:r>
            <a:r>
              <a:rPr kumimoji="0" lang="en-GB"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f</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o</a:t>
            </a:r>
            <a:r>
              <a:rPr kumimoji="0" sz="2000" b="0" i="0" u="none" strike="noStrike" kern="1200" cap="none" spc="-146" normalizeH="0" baseline="0" noProof="0" dirty="0">
                <a:ln>
                  <a:noFill/>
                </a:ln>
                <a:solidFill>
                  <a:prstClr val="black"/>
                </a:solidFill>
                <a:effectLst/>
                <a:uLnTx/>
                <a:uFillTx/>
                <a:latin typeface="Cambria" panose="02040503050406030204" pitchFamily="18" charset="0"/>
                <a:ea typeface="+mn-ea"/>
                <a:cs typeface="Times New Roman"/>
              </a:rPr>
              <a:t>r</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m</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p</a:t>
            </a:r>
            <a:r>
              <a:rPr kumimoji="0" sz="2000" b="0" i="0" u="none" strike="noStrike" kern="1200" cap="none" spc="-124" normalizeH="0" baseline="0" noProof="0" dirty="0">
                <a:ln>
                  <a:noFill/>
                </a:ln>
                <a:solidFill>
                  <a:prstClr val="black"/>
                </a:solidFill>
                <a:effectLst/>
                <a:uLnTx/>
                <a:uFillTx/>
                <a:latin typeface="Cambria" panose="02040503050406030204" pitchFamily="18" charset="0"/>
                <a:ea typeface="+mn-ea"/>
                <a:cs typeface="Times New Roman"/>
              </a:rPr>
              <a:t>r</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o</a:t>
            </a:r>
            <a:r>
              <a:rPr kumimoji="0" sz="2000" b="0" i="0" u="none" strike="noStrike" kern="1200" cap="none" spc="-84" normalizeH="0" baseline="0" noProof="0" dirty="0">
                <a:ln>
                  <a:noFill/>
                </a:ln>
                <a:solidFill>
                  <a:prstClr val="black"/>
                </a:solidFill>
                <a:effectLst/>
                <a:uLnTx/>
                <a:uFillTx/>
                <a:latin typeface="Cambria" panose="02040503050406030204" pitchFamily="18" charset="0"/>
                <a:ea typeface="+mn-ea"/>
                <a:cs typeface="Times New Roman"/>
              </a:rPr>
              <a:t>v</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m</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n</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s</a:t>
            </a:r>
            <a:r>
              <a:rPr kumimoji="0" lang="en-GB"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h</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e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organization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matures and learns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from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the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processes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it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has</a:t>
            </a:r>
            <a:r>
              <a:rPr kumimoji="0" sz="2000" b="0" i="0" u="none" strike="noStrike" kern="1200" cap="none" spc="124"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adopted.</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4483" lvl="0" indent="-342900" algn="l" defTabSz="914400" rtl="0" eaLnBrk="0" fontAlgn="base" latinLnBrk="0" hangingPunct="0">
              <a:lnSpc>
                <a:spcPct val="150000"/>
              </a:lnSpc>
              <a:spcBef>
                <a:spcPts val="13"/>
              </a:spcBef>
              <a:spcAft>
                <a:spcPct val="0"/>
              </a:spcAft>
              <a:buClrTx/>
              <a:buSzTx/>
              <a:buFont typeface="Arial" panose="020B0604020202020204" pitchFamily="34" charset="0"/>
              <a:buChar char="•"/>
              <a:tabLst>
                <a:tab pos="384943" algn="l"/>
                <a:tab pos="385503" algn="l"/>
              </a:tabLst>
              <a:defRPr/>
            </a:pP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Many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businesses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have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process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improvement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teams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that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work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on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improving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processes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based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on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observations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and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lessons</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learned</a:t>
            </a:r>
            <a:r>
              <a:rPr kumimoji="0" lang="en-GB"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7" marR="0" lvl="0" indent="-342900" algn="l" defTabSz="914400" rtl="0" eaLnBrk="0" fontAlgn="base" latinLnBrk="0" hangingPunct="0">
              <a:lnSpc>
                <a:spcPct val="150000"/>
              </a:lnSpc>
              <a:spcBef>
                <a:spcPts val="31"/>
              </a:spcBef>
              <a:spcAft>
                <a:spcPct val="0"/>
              </a:spcAft>
              <a:buClrTx/>
              <a:buSzTx/>
              <a:buFont typeface="Arial" panose="020B0604020202020204" pitchFamily="34" charset="0"/>
              <a:buChar char="•"/>
              <a:tabLst>
                <a:tab pos="384943" algn="l"/>
                <a:tab pos="385503" algn="l"/>
              </a:tabLst>
              <a:defRPr/>
            </a:pP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Teams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that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adopt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the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processes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to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self-assess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and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determine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their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own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process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improvement</a:t>
            </a:r>
            <a:r>
              <a:rPr kumimoji="0" sz="2000" b="0" i="0" u="none" strike="noStrike" kern="1200" cap="none" spc="194"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paths</a:t>
            </a:r>
            <a:r>
              <a:rPr kumimoji="0" lang="en-GB"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p:txBody>
      </p:sp>
      <p:sp>
        <p:nvSpPr>
          <p:cNvPr id="4" name="object 2"/>
          <p:cNvSpPr txBox="1">
            <a:spLocks/>
          </p:cNvSpPr>
          <p:nvPr/>
        </p:nvSpPr>
        <p:spPr>
          <a:xfrm>
            <a:off x="24063" y="457200"/>
            <a:ext cx="6629400" cy="565313"/>
          </a:xfrm>
          <a:prstGeom prst="rect">
            <a:avLst/>
          </a:prstGeom>
        </p:spPr>
        <p:txBody>
          <a:bodyPr vert="horz" wrap="square" lIns="0" tIns="11206" rIns="0" bIns="0" rtlCol="0" anchor="ctr">
            <a:spAutoFit/>
          </a:bodyPr>
          <a:lst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a:lstStyle>
          <a:p>
            <a:pPr marL="11206" marR="0" lvl="0" indent="0" algn="l" defTabSz="914400" rtl="0" eaLnBrk="0" fontAlgn="base" latinLnBrk="0" hangingPunct="0">
              <a:lnSpc>
                <a:spcPct val="100000"/>
              </a:lnSpc>
              <a:spcBef>
                <a:spcPts val="88"/>
              </a:spcBef>
              <a:spcAft>
                <a:spcPct val="0"/>
              </a:spcAft>
              <a:buClrTx/>
              <a:buSzTx/>
              <a:buFontTx/>
              <a:buNone/>
              <a:tabLst/>
              <a:defRPr/>
            </a:pPr>
            <a:r>
              <a:rPr kumimoji="0" lang="en-US" sz="3600" b="1" i="0" u="none" strike="noStrike" kern="1200" cap="none" spc="31" normalizeH="0" baseline="0" noProof="0">
                <a:ln>
                  <a:noFill/>
                </a:ln>
                <a:solidFill>
                  <a:prstClr val="black"/>
                </a:solidFill>
                <a:effectLst/>
                <a:uLnTx/>
                <a:uFillTx/>
                <a:latin typeface="Cambria" panose="02040503050406030204" pitchFamily="18" charset="0"/>
                <a:ea typeface="+mj-ea"/>
                <a:cs typeface="Arial" pitchFamily="34" charset="0"/>
              </a:rPr>
              <a:t>DevOps–</a:t>
            </a:r>
            <a:r>
              <a:rPr kumimoji="0" lang="en-US" sz="3600" b="1" i="0" u="none" strike="noStrike" kern="1200" cap="none" spc="-57" normalizeH="0" baseline="0" noProof="0">
                <a:ln>
                  <a:noFill/>
                </a:ln>
                <a:solidFill>
                  <a:prstClr val="black"/>
                </a:solidFill>
                <a:effectLst/>
                <a:uLnTx/>
                <a:uFillTx/>
                <a:latin typeface="Cambria" panose="02040503050406030204" pitchFamily="18" charset="0"/>
                <a:ea typeface="+mj-ea"/>
                <a:cs typeface="Arial" pitchFamily="34" charset="0"/>
              </a:rPr>
              <a:t> </a:t>
            </a:r>
            <a:r>
              <a:rPr kumimoji="0" lang="en-US" sz="3600" b="1" i="0" u="none" strike="noStrike" kern="1200" cap="none" spc="-13" normalizeH="0" baseline="0" noProof="0">
                <a:ln>
                  <a:noFill/>
                </a:ln>
                <a:solidFill>
                  <a:prstClr val="black"/>
                </a:solidFill>
                <a:effectLst/>
                <a:uLnTx/>
                <a:uFillTx/>
                <a:latin typeface="Cambria" panose="02040503050406030204" pitchFamily="18" charset="0"/>
                <a:ea typeface="+mj-ea"/>
                <a:cs typeface="Arial" pitchFamily="34" charset="0"/>
              </a:rPr>
              <a:t>Practices</a:t>
            </a:r>
            <a:endParaRPr kumimoji="0" lang="en-US" sz="3600" b="1" i="0" u="none" strike="noStrike" kern="1200" cap="none" spc="-13" normalizeH="0" baseline="0" noProof="0" dirty="0">
              <a:ln>
                <a:noFill/>
              </a:ln>
              <a:solidFill>
                <a:prstClr val="black"/>
              </a:solidFill>
              <a:effectLst/>
              <a:uLnTx/>
              <a:uFillTx/>
              <a:latin typeface="Cambria" panose="02040503050406030204" pitchFamily="18" charset="0"/>
              <a:ea typeface="+mj-ea"/>
              <a:cs typeface="Arial" pitchFamily="34" charset="0"/>
            </a:endParaRPr>
          </a:p>
        </p:txBody>
      </p:sp>
    </p:spTree>
    <p:extLst>
      <p:ext uri="{BB962C8B-B14F-4D97-AF65-F5344CB8AC3E}">
        <p14:creationId xmlns:p14="http://schemas.microsoft.com/office/powerpoint/2010/main" val="111122045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4063" y="381000"/>
            <a:ext cx="4494213" cy="626869"/>
          </a:xfrm>
          <a:prstGeom prst="rect">
            <a:avLst/>
          </a:prstGeom>
        </p:spPr>
        <p:txBody>
          <a:bodyPr vert="horz" wrap="square" lIns="0" tIns="11206" rIns="0" bIns="0" rtlCol="0">
            <a:spAutoFit/>
          </a:bodyPr>
          <a:lstStyle/>
          <a:p>
            <a:pPr marL="11206">
              <a:spcBef>
                <a:spcPts val="88"/>
              </a:spcBef>
            </a:pPr>
            <a:r>
              <a:rPr spc="31" dirty="0">
                <a:latin typeface="Cambria" panose="02040503050406030204" pitchFamily="18" charset="0"/>
              </a:rPr>
              <a:t>DevOps–</a:t>
            </a:r>
            <a:r>
              <a:rPr spc="-53" dirty="0">
                <a:latin typeface="Cambria" panose="02040503050406030204" pitchFamily="18" charset="0"/>
              </a:rPr>
              <a:t> </a:t>
            </a:r>
            <a:r>
              <a:rPr spc="-22" dirty="0">
                <a:latin typeface="Cambria" panose="02040503050406030204" pitchFamily="18" charset="0"/>
              </a:rPr>
              <a:t>Tools</a:t>
            </a:r>
          </a:p>
        </p:txBody>
      </p:sp>
      <p:sp>
        <p:nvSpPr>
          <p:cNvPr id="3" name="object 3"/>
          <p:cNvSpPr txBox="1"/>
          <p:nvPr/>
        </p:nvSpPr>
        <p:spPr>
          <a:xfrm>
            <a:off x="201683" y="1600200"/>
            <a:ext cx="8633186" cy="4643918"/>
          </a:xfrm>
          <a:prstGeom prst="rect">
            <a:avLst/>
          </a:prstGeom>
        </p:spPr>
        <p:txBody>
          <a:bodyPr vert="horz" wrap="square" lIns="0" tIns="11766" rIns="0" bIns="0" rtlCol="0">
            <a:spAutoFit/>
          </a:bodyPr>
          <a:lstStyle/>
          <a:p>
            <a:pPr marL="353546" marR="6724" lvl="0" indent="-342900" algn="just" defTabSz="914400" rtl="0" eaLnBrk="0" fontAlgn="base" latinLnBrk="0" hangingPunct="0">
              <a:lnSpc>
                <a:spcPct val="100400"/>
              </a:lnSpc>
              <a:spcBef>
                <a:spcPts val="93"/>
              </a:spcBef>
              <a:spcAft>
                <a:spcPct val="0"/>
              </a:spcAft>
              <a:buClrTx/>
              <a:buSzTx/>
              <a:buFont typeface="Arial" panose="020B0604020202020204" pitchFamily="34" charset="0"/>
              <a:buChar char="•"/>
              <a:tabLst>
                <a:tab pos="385503" algn="l"/>
              </a:tabLst>
              <a:defRPr/>
            </a:pP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Enables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people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to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focus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on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high-value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creative </a:t>
            </a:r>
            <a:r>
              <a:rPr kumimoji="0" sz="20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work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while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delegating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routine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tasks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to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automation.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Technology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also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allows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teams</a:t>
            </a:r>
            <a:r>
              <a:rPr kumimoji="0" sz="2000" b="0" i="0" u="none" strike="noStrike" kern="1200" cap="none" spc="525"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of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practitioners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to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leverage and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scale </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their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time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and</a:t>
            </a:r>
            <a:r>
              <a:rPr kumimoji="0" sz="2000" b="0" i="0" u="none" strike="noStrike" kern="1200" cap="none" spc="115"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abilities.</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7284" lvl="0" indent="-342900" algn="just" defTabSz="914400" rtl="0" eaLnBrk="0" fontAlgn="base" latinLnBrk="0" hangingPunct="0">
              <a:lnSpc>
                <a:spcPct val="100400"/>
              </a:lnSpc>
              <a:spcBef>
                <a:spcPct val="0"/>
              </a:spcBef>
              <a:spcAft>
                <a:spcPct val="0"/>
              </a:spcAft>
              <a:buClrTx/>
              <a:buSzTx/>
              <a:buFont typeface="Arial" panose="020B0604020202020204" pitchFamily="34" charset="0"/>
              <a:buChar char="•"/>
              <a:tabLst>
                <a:tab pos="385503" algn="l"/>
              </a:tabLst>
              <a:defRPr/>
            </a:pP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Organization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has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to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reuse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assets,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code,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and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practices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to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be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cost-effective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and</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efficient.</a:t>
            </a:r>
          </a:p>
          <a:p>
            <a:pPr marL="353547" marR="0" lvl="0" indent="-342900" algn="just" defTabSz="914400" rtl="0" eaLnBrk="0" fontAlgn="base" latinLnBrk="0" hangingPunct="0">
              <a:lnSpc>
                <a:spcPct val="100000"/>
              </a:lnSpc>
              <a:spcBef>
                <a:spcPts val="9"/>
              </a:spcBef>
              <a:spcAft>
                <a:spcPct val="0"/>
              </a:spcAft>
              <a:buClrTx/>
              <a:buSzTx/>
              <a:buFont typeface="Arial" panose="020B0604020202020204" pitchFamily="34" charset="0"/>
              <a:buChar char="•"/>
              <a:tabLst>
                <a:tab pos="385503" algn="l"/>
              </a:tabLst>
              <a:defRPr/>
            </a:pP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Standardizing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automation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also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makes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people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more</a:t>
            </a:r>
            <a:r>
              <a:rPr kumimoji="0" sz="20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effective</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4483" lvl="0" indent="-342900" algn="just" defTabSz="914400" rtl="0" eaLnBrk="0" fontAlgn="base" latinLnBrk="0" hangingPunct="0">
              <a:lnSpc>
                <a:spcPct val="100400"/>
              </a:lnSpc>
              <a:spcBef>
                <a:spcPct val="0"/>
              </a:spcBef>
              <a:spcAft>
                <a:spcPct val="0"/>
              </a:spcAft>
              <a:buClrTx/>
              <a:buSzTx/>
              <a:buFont typeface="Arial" panose="020B0604020202020204" pitchFamily="34" charset="0"/>
              <a:buChar char="•"/>
              <a:tabLst>
                <a:tab pos="385503" algn="l"/>
              </a:tabLst>
              <a:defRPr/>
            </a:pPr>
            <a:r>
              <a:rPr kumimoji="0" sz="1800" b="0" i="0" u="none" strike="noStrike" kern="1200" cap="none" spc="0" normalizeH="0" baseline="0" noProof="0" dirty="0">
                <a:ln>
                  <a:noFill/>
                </a:ln>
                <a:solidFill>
                  <a:prstClr val="black"/>
                </a:solidFill>
                <a:effectLst/>
                <a:uLnTx/>
                <a:uFillTx/>
                <a:latin typeface="Cambria" panose="02040503050406030204" pitchFamily="18" charset="0"/>
                <a:ea typeface="+mn-ea"/>
                <a:cs typeface="Arial" panose="020B0604020202020204" pitchFamily="34" charset="0"/>
              </a:rPr>
              <a:t>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common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set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of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tools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allows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practitioners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to </a:t>
            </a:r>
            <a:r>
              <a:rPr kumimoji="0" sz="20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work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anywhere,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and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new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team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members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need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to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learn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only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one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set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of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tools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and </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a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process </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that’s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efficient, cost-effective,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repeatable,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and</a:t>
            </a:r>
            <a:r>
              <a:rPr kumimoji="0" sz="2000" b="0" i="0" u="none" strike="noStrike" kern="1200" cap="none" spc="79"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scalable.</a:t>
            </a:r>
            <a:endParaRPr kumimoji="0" lang="en-US"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endParaRPr>
          </a:p>
          <a:p>
            <a:pPr marL="353546" marR="4483" lvl="0" indent="-342900" algn="just" defTabSz="914400" rtl="0" eaLnBrk="0" fontAlgn="base" latinLnBrk="0" hangingPunct="0">
              <a:lnSpc>
                <a:spcPct val="100400"/>
              </a:lnSpc>
              <a:spcBef>
                <a:spcPct val="0"/>
              </a:spcBef>
              <a:spcAft>
                <a:spcPct val="0"/>
              </a:spcAft>
              <a:buClrTx/>
              <a:buSzTx/>
              <a:buFont typeface="Arial" panose="020B0604020202020204" pitchFamily="34" charset="0"/>
              <a:buChar char="•"/>
              <a:tabLst>
                <a:tab pos="385503" algn="l"/>
              </a:tabLst>
              <a:defRPr/>
            </a:pP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7" marR="0" lvl="0" indent="-342900" algn="just" defTabSz="914400" rtl="0" eaLnBrk="0" fontAlgn="base" latinLnBrk="0" hangingPunct="0">
              <a:lnSpc>
                <a:spcPct val="100000"/>
              </a:lnSpc>
              <a:spcBef>
                <a:spcPts val="13"/>
              </a:spcBef>
              <a:spcAft>
                <a:spcPct val="0"/>
              </a:spcAft>
              <a:buClrTx/>
              <a:buSzTx/>
              <a:buFont typeface="Arial" panose="020B0604020202020204" pitchFamily="34" charset="0"/>
              <a:buChar char="•"/>
              <a:tabLst>
                <a:tab pos="385503" algn="l"/>
              </a:tabLst>
              <a:defRPr/>
            </a:pP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Categorized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into </a:t>
            </a:r>
            <a:r>
              <a:rPr kumimoji="0" sz="2000" b="0" i="0" u="none" strike="noStrike" kern="1200" cap="none" spc="-66" normalizeH="0" baseline="0" noProof="0" dirty="0">
                <a:ln>
                  <a:noFill/>
                </a:ln>
                <a:solidFill>
                  <a:prstClr val="black"/>
                </a:solidFill>
                <a:effectLst/>
                <a:uLnTx/>
                <a:uFillTx/>
                <a:latin typeface="Cambria" panose="02040503050406030204" pitchFamily="18" charset="0"/>
                <a:ea typeface="+mn-ea"/>
                <a:cs typeface="Times New Roman"/>
              </a:rPr>
              <a:t>major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areas</a:t>
            </a:r>
            <a:r>
              <a:rPr kumimoji="0" sz="2000" b="0" i="0" u="none" strike="noStrike" kern="1200" cap="none" spc="75"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57" normalizeH="0" baseline="0" noProof="0" dirty="0">
                <a:ln>
                  <a:noFill/>
                </a:ln>
                <a:solidFill>
                  <a:prstClr val="black"/>
                </a:solidFill>
                <a:effectLst/>
                <a:uLnTx/>
                <a:uFillTx/>
                <a:latin typeface="Cambria" panose="02040503050406030204" pitchFamily="18" charset="0"/>
                <a:ea typeface="+mn-ea"/>
                <a:cs typeface="Times New Roman"/>
              </a:rPr>
              <a:t>are</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1102114" marR="0" lvl="2" indent="-342900" algn="l" defTabSz="914400" rtl="0" eaLnBrk="0" fontAlgn="base" latinLnBrk="0" hangingPunct="0">
              <a:lnSpc>
                <a:spcPct val="150000"/>
              </a:lnSpc>
              <a:spcBef>
                <a:spcPts val="9"/>
              </a:spcBef>
              <a:spcAft>
                <a:spcPct val="0"/>
              </a:spcAft>
              <a:buClrTx/>
              <a:buSzTx/>
              <a:buFont typeface="Arial" panose="020B0604020202020204" pitchFamily="34" charset="0"/>
              <a:buChar char="•"/>
              <a:tabLst>
                <a:tab pos="676311" algn="l"/>
                <a:tab pos="677432" algn="l"/>
              </a:tabLst>
              <a:defRPr/>
            </a:pPr>
            <a:r>
              <a:rPr kumimoji="0" sz="1800" b="1" i="0" u="none" strike="noStrike" kern="1200" cap="none" spc="-44" normalizeH="0" baseline="0" noProof="0" dirty="0">
                <a:ln>
                  <a:noFill/>
                </a:ln>
                <a:solidFill>
                  <a:srgbClr val="1F497D">
                    <a:lumMod val="60000"/>
                    <a:lumOff val="40000"/>
                  </a:srgbClr>
                </a:solidFill>
                <a:effectLst/>
                <a:uLnTx/>
                <a:uFillTx/>
                <a:latin typeface="Cambria" panose="02040503050406030204" pitchFamily="18" charset="0"/>
                <a:ea typeface="+mn-ea"/>
                <a:cs typeface="Times New Roman"/>
              </a:rPr>
              <a:t>Infrastructure </a:t>
            </a:r>
            <a:r>
              <a:rPr kumimoji="0" sz="1800" b="1" i="0" u="none" strike="noStrike" kern="1200" cap="none" spc="9" normalizeH="0" baseline="0" noProof="0" dirty="0">
                <a:ln>
                  <a:noFill/>
                </a:ln>
                <a:solidFill>
                  <a:srgbClr val="1F497D">
                    <a:lumMod val="60000"/>
                    <a:lumOff val="40000"/>
                  </a:srgbClr>
                </a:solidFill>
                <a:effectLst/>
                <a:uLnTx/>
                <a:uFillTx/>
                <a:latin typeface="Cambria" panose="02040503050406030204" pitchFamily="18" charset="0"/>
                <a:ea typeface="+mn-ea"/>
                <a:cs typeface="Times New Roman"/>
              </a:rPr>
              <a:t>as</a:t>
            </a:r>
            <a:r>
              <a:rPr kumimoji="0" sz="1800" b="1" i="0" u="none" strike="noStrike" kern="1200" cap="none" spc="31" normalizeH="0" baseline="0" noProof="0" dirty="0">
                <a:ln>
                  <a:noFill/>
                </a:ln>
                <a:solidFill>
                  <a:srgbClr val="1F497D">
                    <a:lumMod val="60000"/>
                    <a:lumOff val="40000"/>
                  </a:srgbClr>
                </a:solidFill>
                <a:effectLst/>
                <a:uLnTx/>
                <a:uFillTx/>
                <a:latin typeface="Cambria" panose="02040503050406030204" pitchFamily="18" charset="0"/>
                <a:ea typeface="+mn-ea"/>
                <a:cs typeface="Times New Roman"/>
              </a:rPr>
              <a:t> </a:t>
            </a:r>
            <a:r>
              <a:rPr kumimoji="0" sz="1800" b="1" i="0" u="none" strike="noStrike" kern="1200" cap="none" spc="9" normalizeH="0" baseline="0" noProof="0" dirty="0">
                <a:ln>
                  <a:noFill/>
                </a:ln>
                <a:solidFill>
                  <a:srgbClr val="1F497D">
                    <a:lumMod val="60000"/>
                    <a:lumOff val="40000"/>
                  </a:srgbClr>
                </a:solidFill>
                <a:effectLst/>
                <a:uLnTx/>
                <a:uFillTx/>
                <a:latin typeface="Cambria" panose="02040503050406030204" pitchFamily="18" charset="0"/>
                <a:ea typeface="+mn-ea"/>
                <a:cs typeface="Times New Roman"/>
              </a:rPr>
              <a:t>Code</a:t>
            </a:r>
            <a:endParaRPr kumimoji="0" sz="1800" b="1" i="0" u="none" strike="noStrike" kern="1200" cap="none" spc="0" normalizeH="0" baseline="0" noProof="0" dirty="0">
              <a:ln>
                <a:noFill/>
              </a:ln>
              <a:solidFill>
                <a:srgbClr val="1F497D">
                  <a:lumMod val="60000"/>
                  <a:lumOff val="40000"/>
                </a:srgbClr>
              </a:solidFill>
              <a:effectLst/>
              <a:uLnTx/>
              <a:uFillTx/>
              <a:latin typeface="Cambria" panose="02040503050406030204" pitchFamily="18" charset="0"/>
              <a:ea typeface="+mn-ea"/>
              <a:cs typeface="Times New Roman"/>
            </a:endParaRPr>
          </a:p>
          <a:p>
            <a:pPr marL="1102114" marR="0" lvl="2" indent="-342900" algn="l" defTabSz="914400" rtl="0" eaLnBrk="0" fontAlgn="base" latinLnBrk="0" hangingPunct="0">
              <a:lnSpc>
                <a:spcPct val="150000"/>
              </a:lnSpc>
              <a:spcBef>
                <a:spcPts val="13"/>
              </a:spcBef>
              <a:spcAft>
                <a:spcPct val="0"/>
              </a:spcAft>
              <a:buClrTx/>
              <a:buSzTx/>
              <a:buFont typeface="Arial" panose="020B0604020202020204" pitchFamily="34" charset="0"/>
              <a:buChar char="•"/>
              <a:tabLst>
                <a:tab pos="676311" algn="l"/>
                <a:tab pos="677432" algn="l"/>
              </a:tabLst>
              <a:defRPr/>
            </a:pPr>
            <a:r>
              <a:rPr kumimoji="0" sz="1800" b="1" i="0" u="none" strike="noStrike" kern="1200" cap="none" spc="-18" normalizeH="0" baseline="0" noProof="0" dirty="0">
                <a:ln>
                  <a:noFill/>
                </a:ln>
                <a:solidFill>
                  <a:srgbClr val="1F497D">
                    <a:lumMod val="60000"/>
                    <a:lumOff val="40000"/>
                  </a:srgbClr>
                </a:solidFill>
                <a:effectLst/>
                <a:uLnTx/>
                <a:uFillTx/>
                <a:latin typeface="Cambria" panose="02040503050406030204" pitchFamily="18" charset="0"/>
                <a:ea typeface="+mn-ea"/>
                <a:cs typeface="Times New Roman"/>
              </a:rPr>
              <a:t>Delivery</a:t>
            </a:r>
            <a:r>
              <a:rPr kumimoji="0" sz="1800" b="1" i="0" u="none" strike="noStrike" kern="1200" cap="none" spc="0" normalizeH="0" baseline="0" noProof="0" dirty="0">
                <a:ln>
                  <a:noFill/>
                </a:ln>
                <a:solidFill>
                  <a:srgbClr val="1F497D">
                    <a:lumMod val="60000"/>
                    <a:lumOff val="40000"/>
                  </a:srgbClr>
                </a:solidFill>
                <a:effectLst/>
                <a:uLnTx/>
                <a:uFillTx/>
                <a:latin typeface="Cambria" panose="02040503050406030204" pitchFamily="18" charset="0"/>
                <a:ea typeface="+mn-ea"/>
                <a:cs typeface="Times New Roman"/>
              </a:rPr>
              <a:t> </a:t>
            </a:r>
            <a:r>
              <a:rPr kumimoji="0" sz="1800" b="1" i="0" u="none" strike="noStrike" kern="1200" cap="none" spc="9" normalizeH="0" baseline="0" noProof="0" dirty="0">
                <a:ln>
                  <a:noFill/>
                </a:ln>
                <a:solidFill>
                  <a:srgbClr val="1F497D">
                    <a:lumMod val="60000"/>
                    <a:lumOff val="40000"/>
                  </a:srgbClr>
                </a:solidFill>
                <a:effectLst/>
                <a:uLnTx/>
                <a:uFillTx/>
                <a:latin typeface="Cambria" panose="02040503050406030204" pitchFamily="18" charset="0"/>
                <a:ea typeface="+mn-ea"/>
                <a:cs typeface="Times New Roman"/>
              </a:rPr>
              <a:t>Pipeline</a:t>
            </a:r>
            <a:endParaRPr kumimoji="0" sz="1800" b="1" i="0" u="none" strike="noStrike" kern="1200" cap="none" spc="0" normalizeH="0" baseline="0" noProof="0" dirty="0">
              <a:ln>
                <a:noFill/>
              </a:ln>
              <a:solidFill>
                <a:srgbClr val="1F497D">
                  <a:lumMod val="60000"/>
                  <a:lumOff val="40000"/>
                </a:srgbClr>
              </a:solidFill>
              <a:effectLst/>
              <a:uLnTx/>
              <a:uFillTx/>
              <a:latin typeface="Cambria" panose="02040503050406030204" pitchFamily="18" charset="0"/>
              <a:ea typeface="+mn-ea"/>
              <a:cs typeface="Times New Roman"/>
            </a:endParaRPr>
          </a:p>
          <a:p>
            <a:pPr marL="1102114" marR="0" lvl="2" indent="-342900" algn="l" defTabSz="914400" rtl="0" eaLnBrk="0" fontAlgn="base" latinLnBrk="0" hangingPunct="0">
              <a:lnSpc>
                <a:spcPct val="150000"/>
              </a:lnSpc>
              <a:spcBef>
                <a:spcPts val="9"/>
              </a:spcBef>
              <a:spcAft>
                <a:spcPct val="0"/>
              </a:spcAft>
              <a:buClrTx/>
              <a:buSzTx/>
              <a:buFont typeface="Arial" panose="020B0604020202020204" pitchFamily="34" charset="0"/>
              <a:buChar char="•"/>
              <a:tabLst>
                <a:tab pos="676311" algn="l"/>
                <a:tab pos="677432" algn="l"/>
              </a:tabLst>
              <a:defRPr/>
            </a:pPr>
            <a:r>
              <a:rPr kumimoji="0" sz="1800" b="1" i="0" u="none" strike="noStrike" kern="1200" cap="none" spc="18" normalizeH="0" baseline="0" noProof="0" dirty="0">
                <a:ln>
                  <a:noFill/>
                </a:ln>
                <a:solidFill>
                  <a:srgbClr val="1F497D">
                    <a:lumMod val="60000"/>
                    <a:lumOff val="40000"/>
                  </a:srgbClr>
                </a:solidFill>
                <a:effectLst/>
                <a:uLnTx/>
                <a:uFillTx/>
                <a:latin typeface="Cambria" panose="02040503050406030204" pitchFamily="18" charset="0"/>
                <a:ea typeface="+mn-ea"/>
                <a:cs typeface="Times New Roman"/>
              </a:rPr>
              <a:t>Deployment </a:t>
            </a:r>
            <a:r>
              <a:rPr kumimoji="0" sz="1800" b="1" i="0" u="none" strike="noStrike" kern="1200" cap="none" spc="-4" normalizeH="0" baseline="0" noProof="0" dirty="0">
                <a:ln>
                  <a:noFill/>
                </a:ln>
                <a:solidFill>
                  <a:srgbClr val="1F497D">
                    <a:lumMod val="60000"/>
                    <a:lumOff val="40000"/>
                  </a:srgbClr>
                </a:solidFill>
                <a:effectLst/>
                <a:uLnTx/>
                <a:uFillTx/>
                <a:latin typeface="Cambria" panose="02040503050406030204" pitchFamily="18" charset="0"/>
                <a:ea typeface="+mn-ea"/>
                <a:cs typeface="Times New Roman"/>
              </a:rPr>
              <a:t>automation </a:t>
            </a:r>
            <a:r>
              <a:rPr kumimoji="0" sz="1800" b="1" i="0" u="none" strike="noStrike" kern="1200" cap="none" spc="-18" normalizeH="0" baseline="0" noProof="0" dirty="0">
                <a:ln>
                  <a:noFill/>
                </a:ln>
                <a:solidFill>
                  <a:srgbClr val="1F497D">
                    <a:lumMod val="60000"/>
                    <a:lumOff val="40000"/>
                  </a:srgbClr>
                </a:solidFill>
                <a:effectLst/>
                <a:uLnTx/>
                <a:uFillTx/>
                <a:latin typeface="Cambria" panose="02040503050406030204" pitchFamily="18" charset="0"/>
                <a:ea typeface="+mn-ea"/>
                <a:cs typeface="Times New Roman"/>
              </a:rPr>
              <a:t>and </a:t>
            </a:r>
            <a:r>
              <a:rPr kumimoji="0" sz="1800" b="1" i="0" u="none" strike="noStrike" kern="1200" cap="none" spc="-9" normalizeH="0" baseline="0" noProof="0" dirty="0">
                <a:ln>
                  <a:noFill/>
                </a:ln>
                <a:solidFill>
                  <a:srgbClr val="1F497D">
                    <a:lumMod val="60000"/>
                    <a:lumOff val="40000"/>
                  </a:srgbClr>
                </a:solidFill>
                <a:effectLst/>
                <a:uLnTx/>
                <a:uFillTx/>
                <a:latin typeface="Cambria" panose="02040503050406030204" pitchFamily="18" charset="0"/>
                <a:ea typeface="+mn-ea"/>
                <a:cs typeface="Times New Roman"/>
              </a:rPr>
              <a:t>release</a:t>
            </a:r>
            <a:r>
              <a:rPr kumimoji="0" sz="1800" b="1" i="0" u="none" strike="noStrike" kern="1200" cap="none" spc="-71" normalizeH="0" baseline="0" noProof="0" dirty="0">
                <a:ln>
                  <a:noFill/>
                </a:ln>
                <a:solidFill>
                  <a:srgbClr val="1F497D">
                    <a:lumMod val="60000"/>
                    <a:lumOff val="40000"/>
                  </a:srgbClr>
                </a:solidFill>
                <a:effectLst/>
                <a:uLnTx/>
                <a:uFillTx/>
                <a:latin typeface="Cambria" panose="02040503050406030204" pitchFamily="18" charset="0"/>
                <a:ea typeface="+mn-ea"/>
                <a:cs typeface="Times New Roman"/>
              </a:rPr>
              <a:t> </a:t>
            </a:r>
            <a:r>
              <a:rPr kumimoji="0" sz="1800" b="1" i="0" u="none" strike="noStrike" kern="1200" cap="none" spc="18" normalizeH="0" baseline="0" noProof="0" dirty="0">
                <a:ln>
                  <a:noFill/>
                </a:ln>
                <a:solidFill>
                  <a:srgbClr val="1F497D">
                    <a:lumMod val="60000"/>
                    <a:lumOff val="40000"/>
                  </a:srgbClr>
                </a:solidFill>
                <a:effectLst/>
                <a:uLnTx/>
                <a:uFillTx/>
                <a:latin typeface="Cambria" panose="02040503050406030204" pitchFamily="18" charset="0"/>
                <a:ea typeface="+mn-ea"/>
                <a:cs typeface="Times New Roman"/>
              </a:rPr>
              <a:t>management</a:t>
            </a:r>
            <a:endParaRPr kumimoji="0" sz="1800" b="1" i="0" u="none" strike="noStrike" kern="1200" cap="none" spc="0" normalizeH="0" baseline="0" noProof="0" dirty="0">
              <a:ln>
                <a:noFill/>
              </a:ln>
              <a:solidFill>
                <a:srgbClr val="1F497D">
                  <a:lumMod val="60000"/>
                  <a:lumOff val="40000"/>
                </a:srgbClr>
              </a:solidFill>
              <a:effectLst/>
              <a:uLnTx/>
              <a:uFillTx/>
              <a:latin typeface="Cambria" panose="02040503050406030204" pitchFamily="18" charset="0"/>
              <a:ea typeface="+mn-ea"/>
              <a:cs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2032" y="616476"/>
            <a:ext cx="6553200" cy="506586"/>
          </a:xfrm>
          <a:prstGeom prst="rect">
            <a:avLst/>
          </a:prstGeom>
        </p:spPr>
        <p:txBody>
          <a:bodyPr vert="horz" wrap="square" lIns="0" tIns="14007" rIns="0" bIns="0" rtlCol="0" anchor="ctr">
            <a:spAutoFit/>
          </a:bodyPr>
          <a:lstStyle/>
          <a:p>
            <a:pPr marL="11206">
              <a:spcBef>
                <a:spcPts val="110"/>
              </a:spcBef>
            </a:pPr>
            <a:r>
              <a:rPr sz="3200" spc="40" dirty="0">
                <a:latin typeface="Cambria" panose="02040503050406030204" pitchFamily="18" charset="0"/>
              </a:rPr>
              <a:t>DevOps– </a:t>
            </a:r>
            <a:r>
              <a:rPr sz="3200" spc="-18" dirty="0">
                <a:latin typeface="Cambria" panose="02040503050406030204" pitchFamily="18" charset="0"/>
              </a:rPr>
              <a:t>Cloud </a:t>
            </a:r>
            <a:r>
              <a:rPr sz="3200" spc="18" dirty="0">
                <a:latin typeface="Cambria" panose="02040503050406030204" pitchFamily="18" charset="0"/>
              </a:rPr>
              <a:t>as </a:t>
            </a:r>
            <a:r>
              <a:rPr sz="3200" spc="-44" dirty="0">
                <a:latin typeface="Cambria" panose="02040503050406030204" pitchFamily="18" charset="0"/>
              </a:rPr>
              <a:t>a</a:t>
            </a:r>
            <a:r>
              <a:rPr sz="3200" spc="-141" dirty="0">
                <a:latin typeface="Cambria" panose="02040503050406030204" pitchFamily="18" charset="0"/>
              </a:rPr>
              <a:t> </a:t>
            </a:r>
            <a:r>
              <a:rPr sz="3200" spc="-18" dirty="0">
                <a:latin typeface="Cambria" panose="02040503050406030204" pitchFamily="18" charset="0"/>
              </a:rPr>
              <a:t>catalyst</a:t>
            </a:r>
            <a:endParaRPr sz="3200" dirty="0">
              <a:latin typeface="Cambria" panose="02040503050406030204" pitchFamily="18" charset="0"/>
            </a:endParaRPr>
          </a:p>
        </p:txBody>
      </p:sp>
      <p:sp>
        <p:nvSpPr>
          <p:cNvPr id="3" name="object 3"/>
          <p:cNvSpPr txBox="1"/>
          <p:nvPr/>
        </p:nvSpPr>
        <p:spPr>
          <a:xfrm>
            <a:off x="228458" y="1479400"/>
            <a:ext cx="8734567" cy="4919145"/>
          </a:xfrm>
          <a:prstGeom prst="rect">
            <a:avLst/>
          </a:prstGeom>
        </p:spPr>
        <p:txBody>
          <a:bodyPr vert="horz" wrap="square" lIns="0" tIns="10646" rIns="0" bIns="0" rtlCol="0">
            <a:spAutoFit/>
          </a:bodyPr>
          <a:lstStyle/>
          <a:p>
            <a:pPr marL="353546" marR="0" lvl="0" indent="-342900" algn="just" defTabSz="914400" rtl="0" eaLnBrk="0" fontAlgn="base" latinLnBrk="0" hangingPunct="0">
              <a:lnSpc>
                <a:spcPct val="114000"/>
              </a:lnSpc>
              <a:spcBef>
                <a:spcPts val="84"/>
              </a:spcBef>
              <a:spcAft>
                <a:spcPct val="0"/>
              </a:spcAft>
              <a:buClrTx/>
              <a:buSzTx/>
              <a:buFont typeface="Arial" panose="020B0604020202020204" pitchFamily="34" charset="0"/>
              <a:buChar char="•"/>
              <a:tabLst>
                <a:tab pos="345160" algn="l"/>
              </a:tabLst>
              <a:defRPr/>
            </a:pP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Cloud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is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key enabler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and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has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affected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DevOps.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It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helps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DevOps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to</a:t>
            </a:r>
            <a:r>
              <a:rPr kumimoji="0" sz="2000" b="0" i="0" u="none" strike="noStrike" kern="1200" cap="none" spc="66"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mature.</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4483" lvl="0" indent="-342900" algn="just" defTabSz="914400" rtl="0" eaLnBrk="0" fontAlgn="base" latinLnBrk="0" hangingPunct="0">
              <a:lnSpc>
                <a:spcPct val="114000"/>
              </a:lnSpc>
              <a:spcBef>
                <a:spcPts val="9"/>
              </a:spcBef>
              <a:spcAft>
                <a:spcPct val="0"/>
              </a:spcAft>
              <a:buClrTx/>
              <a:buSzTx/>
              <a:buFont typeface="Arial" panose="020B0604020202020204" pitchFamily="34" charset="0"/>
              <a:buChar char="•"/>
              <a:tabLst>
                <a:tab pos="345160" algn="l"/>
              </a:tabLst>
              <a:defRPr/>
            </a:pP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In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traditional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organizations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that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use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physical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servers,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requesting </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a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new </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server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is  </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a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complex, time-consuming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process.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It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may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take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days </a:t>
            </a:r>
            <a:r>
              <a:rPr kumimoji="0" sz="2000" b="0" i="0" u="none" strike="noStrike" kern="1200" cap="none" spc="-79" normalizeH="0" baseline="0" noProof="0" dirty="0">
                <a:ln>
                  <a:noFill/>
                </a:ln>
                <a:solidFill>
                  <a:prstClr val="black"/>
                </a:solidFill>
                <a:effectLst/>
                <a:uLnTx/>
                <a:uFillTx/>
                <a:latin typeface="Cambria" panose="02040503050406030204" pitchFamily="18" charset="0"/>
                <a:ea typeface="+mn-ea"/>
                <a:cs typeface="Times New Roman"/>
              </a:rPr>
              <a:t>or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even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weeks to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requisition </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a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new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physical </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server,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install and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set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up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operating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system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(OS),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and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configure </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all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the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software required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to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deploy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the</a:t>
            </a:r>
            <a:r>
              <a:rPr kumimoji="0" sz="2000" b="0" i="0" u="none" strike="noStrike" kern="1200" cap="none" spc="57"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application.</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6164" lvl="0" indent="-342900" algn="just" defTabSz="914400" rtl="0" eaLnBrk="0" fontAlgn="base" latinLnBrk="0" hangingPunct="0">
              <a:lnSpc>
                <a:spcPct val="114000"/>
              </a:lnSpc>
              <a:spcBef>
                <a:spcPts val="84"/>
              </a:spcBef>
              <a:spcAft>
                <a:spcPct val="0"/>
              </a:spcAft>
              <a:buClrTx/>
              <a:buSzTx/>
              <a:buFont typeface="Arial" panose="020B0604020202020204" pitchFamily="34" charset="0"/>
              <a:buChar char="•"/>
              <a:tabLst>
                <a:tab pos="344599" algn="l"/>
                <a:tab pos="345160" algn="l"/>
                <a:tab pos="1860836" algn="l"/>
                <a:tab pos="2209918" algn="l"/>
                <a:tab pos="2891272" algn="l"/>
                <a:tab pos="4176655" algn="l"/>
                <a:tab pos="5040675" algn="l"/>
                <a:tab pos="5866032" algn="l"/>
                <a:tab pos="6361919" algn="l"/>
                <a:tab pos="7199603" algn="l"/>
                <a:tab pos="7664672" algn="l"/>
              </a:tabLst>
              <a:defRPr/>
            </a:pP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P</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128" normalizeH="0" baseline="0" noProof="0" dirty="0">
                <a:ln>
                  <a:noFill/>
                </a:ln>
                <a:solidFill>
                  <a:prstClr val="black"/>
                </a:solidFill>
                <a:effectLst/>
                <a:uLnTx/>
                <a:uFillTx/>
                <a:latin typeface="Cambria" panose="02040503050406030204" pitchFamily="18" charset="0"/>
                <a:ea typeface="+mn-ea"/>
                <a:cs typeface="Times New Roman"/>
              </a:rPr>
              <a:t>r</a:t>
            </a:r>
            <a:r>
              <a:rPr kumimoji="0" sz="2000" b="0" i="0" u="none" strike="noStrike" kern="1200" cap="none" spc="-141" normalizeH="0" baseline="0" noProof="0" dirty="0">
                <a:ln>
                  <a:noFill/>
                </a:ln>
                <a:solidFill>
                  <a:prstClr val="black"/>
                </a:solidFill>
                <a:effectLst/>
                <a:uLnTx/>
                <a:uFillTx/>
                <a:latin typeface="Cambria" panose="02040503050406030204" pitchFamily="18" charset="0"/>
                <a:ea typeface="+mn-ea"/>
                <a:cs typeface="Times New Roman"/>
              </a:rPr>
              <a:t>v</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a</a:t>
            </a:r>
            <a:r>
              <a:rPr kumimoji="0"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s</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i</a:t>
            </a:r>
            <a:r>
              <a:rPr kumimoji="0" sz="2000" b="0" i="0" u="none" strike="noStrike" kern="1200" cap="none" spc="-101" normalizeH="0" baseline="0" noProof="0" dirty="0">
                <a:ln>
                  <a:noFill/>
                </a:ln>
                <a:solidFill>
                  <a:prstClr val="black"/>
                </a:solidFill>
                <a:effectLst/>
                <a:uLnTx/>
                <a:uFillTx/>
                <a:latin typeface="Cambria" panose="02040503050406030204" pitchFamily="18" charset="0"/>
                <a:ea typeface="+mn-ea"/>
                <a:cs typeface="Times New Roman"/>
              </a:rPr>
              <a:t>v</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n</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s</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s</a:t>
            </a:r>
            <a:r>
              <a:rPr kumimoji="0" lang="en-GB"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o</a:t>
            </a:r>
            <a:r>
              <a:rPr kumimoji="0" sz="20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f</a:t>
            </a:r>
            <a:r>
              <a:rPr kumimoji="0" lang="en-GB" sz="20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c</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l</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o</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u</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d</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ec</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hn</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o</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l</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a:t>
            </a:r>
            <a:r>
              <a:rPr kumimoji="0" sz="2000" b="0" i="0" u="none" strike="noStrike" kern="1200" cap="none" spc="128" normalizeH="0" baseline="0" noProof="0" dirty="0">
                <a:ln>
                  <a:noFill/>
                </a:ln>
                <a:solidFill>
                  <a:prstClr val="black"/>
                </a:solidFill>
                <a:effectLst/>
                <a:uLnTx/>
                <a:uFillTx/>
                <a:latin typeface="Cambria" panose="02040503050406030204" pitchFamily="18" charset="0"/>
                <a:ea typeface="+mn-ea"/>
                <a:cs typeface="Times New Roman"/>
              </a:rPr>
              <a:t>g</a:t>
            </a:r>
            <a:r>
              <a:rPr kumimoji="0" sz="2000" b="0" i="0" u="none" strike="noStrike" kern="1200" cap="none" spc="-212" normalizeH="0" baseline="0" noProof="0" dirty="0">
                <a:ln>
                  <a:noFill/>
                </a:ln>
                <a:solidFill>
                  <a:prstClr val="black"/>
                </a:solidFill>
                <a:effectLst/>
                <a:uLnTx/>
                <a:uFillTx/>
                <a:latin typeface="Cambria" panose="02040503050406030204" pitchFamily="18" charset="0"/>
                <a:ea typeface="+mn-ea"/>
                <a:cs typeface="Times New Roman"/>
              </a:rPr>
              <a:t>y</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p</a:t>
            </a:r>
            <a:r>
              <a:rPr kumimoji="0" sz="2000" b="0" i="0" u="none" strike="noStrike" kern="1200" cap="none" spc="-185" normalizeH="0" baseline="0" noProof="0" dirty="0">
                <a:ln>
                  <a:noFill/>
                </a:ln>
                <a:solidFill>
                  <a:prstClr val="black"/>
                </a:solidFill>
                <a:effectLst/>
                <a:uLnTx/>
                <a:uFillTx/>
                <a:latin typeface="Cambria" panose="02040503050406030204" pitchFamily="18" charset="0"/>
                <a:ea typeface="+mn-ea"/>
                <a:cs typeface="Times New Roman"/>
              </a:rPr>
              <a:t>r</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i</a:t>
            </a:r>
            <a:r>
              <a:rPr kumimoji="0" sz="2000" b="0" i="0" u="none" strike="noStrike" kern="1200" cap="none" spc="-141" normalizeH="0" baseline="0" noProof="0" dirty="0">
                <a:ln>
                  <a:noFill/>
                </a:ln>
                <a:solidFill>
                  <a:prstClr val="black"/>
                </a:solidFill>
                <a:effectLst/>
                <a:uLnTx/>
                <a:uFillTx/>
                <a:latin typeface="Cambria" panose="02040503050406030204" pitchFamily="18" charset="0"/>
                <a:ea typeface="+mn-ea"/>
                <a:cs typeface="Times New Roman"/>
              </a:rPr>
              <a:t>v</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a</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p</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ub</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l</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a:t>
            </a:r>
            <a:r>
              <a:rPr kumimoji="0" sz="2000" b="0" i="0" u="none" strike="noStrike" kern="1200" cap="none" spc="84" normalizeH="0" baseline="0" noProof="0" dirty="0">
                <a:ln>
                  <a:noFill/>
                </a:ln>
                <a:solidFill>
                  <a:prstClr val="black"/>
                </a:solidFill>
                <a:effectLst/>
                <a:uLnTx/>
                <a:uFillTx/>
                <a:latin typeface="Cambria" panose="02040503050406030204" pitchFamily="18" charset="0"/>
                <a:ea typeface="+mn-ea"/>
                <a:cs typeface="Times New Roman"/>
              </a:rPr>
              <a:t>c</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a</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n</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d</a:t>
            </a:r>
            <a:r>
              <a:rPr kumimoji="0" lang="en-GB"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h</a:t>
            </a:r>
            <a:r>
              <a:rPr kumimoji="0" sz="20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y</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b</a:t>
            </a:r>
            <a:r>
              <a:rPr kumimoji="0" sz="2000" b="0" i="0" u="none" strike="noStrike" kern="1200" cap="none" spc="-185" normalizeH="0" baseline="0" noProof="0" dirty="0">
                <a:ln>
                  <a:noFill/>
                </a:ln>
                <a:solidFill>
                  <a:prstClr val="black"/>
                </a:solidFill>
                <a:effectLst/>
                <a:uLnTx/>
                <a:uFillTx/>
                <a:latin typeface="Cambria" panose="02040503050406030204" pitchFamily="18" charset="0"/>
                <a:ea typeface="+mn-ea"/>
                <a:cs typeface="Times New Roman"/>
              </a:rPr>
              <a:t>r</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i</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d</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t>
            </a:r>
            <a:r>
              <a:rPr kumimoji="0" lang="en-GB"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h</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a</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s</a:t>
            </a:r>
            <a:r>
              <a:rPr kumimoji="0" lang="en-GB"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n</a:t>
            </a:r>
            <a:r>
              <a:rPr kumimoji="0" sz="20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a</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b</a:t>
            </a: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l</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d  organizations to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provision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environments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on</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demand.</a:t>
            </a:r>
          </a:p>
          <a:p>
            <a:pPr marL="353546" marR="4483" lvl="0" indent="-342900" algn="just" defTabSz="914400" rtl="0" eaLnBrk="0" fontAlgn="base" latinLnBrk="0" hangingPunct="0">
              <a:lnSpc>
                <a:spcPct val="114000"/>
              </a:lnSpc>
              <a:spcBef>
                <a:spcPts val="4"/>
              </a:spcBef>
              <a:spcAft>
                <a:spcPct val="0"/>
              </a:spcAft>
              <a:buClrTx/>
              <a:buSzTx/>
              <a:buFont typeface="Arial" panose="020B0604020202020204" pitchFamily="34" charset="0"/>
              <a:buChar char="•"/>
              <a:tabLst>
                <a:tab pos="344599" algn="l"/>
                <a:tab pos="345160" algn="l"/>
                <a:tab pos="1735884" algn="l"/>
                <a:tab pos="2633523" algn="l"/>
                <a:tab pos="3011181" algn="l"/>
                <a:tab pos="3509870" algn="l"/>
                <a:tab pos="4188422" algn="l"/>
                <a:tab pos="4612027" algn="l"/>
                <a:tab pos="5406566" algn="l"/>
                <a:tab pos="5904694" algn="l"/>
                <a:tab pos="7469679" algn="l"/>
                <a:tab pos="7845096" algn="l"/>
              </a:tabLst>
              <a:defRPr/>
            </a:pPr>
            <a:r>
              <a:rPr kumimoji="0" sz="2000" b="0" i="0" u="none" strike="noStrike" kern="1200" cap="none" spc="-31" normalizeH="0" baseline="0" noProof="0" dirty="0">
                <a:ln>
                  <a:noFill/>
                </a:ln>
                <a:solidFill>
                  <a:srgbClr val="FF0000"/>
                </a:solidFill>
                <a:effectLst/>
                <a:uLnTx/>
                <a:uFillTx/>
                <a:latin typeface="Cambria" panose="02040503050406030204" pitchFamily="18" charset="0"/>
                <a:ea typeface="+mn-ea"/>
                <a:cs typeface="Times New Roman"/>
              </a:rPr>
              <a:t>Virtualization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in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Cloud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solve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that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problem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to </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a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large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extent.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This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has led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to  </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168" normalizeH="0" baseline="0" noProof="0" dirty="0">
                <a:ln>
                  <a:noFill/>
                </a:ln>
                <a:solidFill>
                  <a:prstClr val="black"/>
                </a:solidFill>
                <a:effectLst/>
                <a:uLnTx/>
                <a:uFillTx/>
                <a:latin typeface="Cambria" panose="02040503050406030204" pitchFamily="18" charset="0"/>
                <a:ea typeface="+mn-ea"/>
                <a:cs typeface="Times New Roman"/>
              </a:rPr>
              <a:t>r</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m</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n</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d</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o</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u</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s</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106" normalizeH="0" baseline="0" noProof="0" dirty="0">
                <a:ln>
                  <a:noFill/>
                </a:ln>
                <a:solidFill>
                  <a:prstClr val="black"/>
                </a:solidFill>
                <a:effectLst/>
                <a:uLnTx/>
                <a:uFillTx/>
                <a:latin typeface="Cambria" panose="02040503050406030204" pitchFamily="18" charset="0"/>
                <a:ea typeface="+mn-ea"/>
                <a:cs typeface="Times New Roman"/>
              </a:rPr>
              <a:t>g</a:t>
            </a:r>
            <a:r>
              <a:rPr kumimoji="0" sz="2000" b="0" i="0" u="none" strike="noStrike" kern="1200" cap="none" spc="-168" normalizeH="0" baseline="0" noProof="0" dirty="0">
                <a:ln>
                  <a:noFill/>
                </a:ln>
                <a:solidFill>
                  <a:prstClr val="black"/>
                </a:solidFill>
                <a:effectLst/>
                <a:uLnTx/>
                <a:uFillTx/>
                <a:latin typeface="Cambria" panose="02040503050406030204" pitchFamily="18" charset="0"/>
                <a:ea typeface="+mn-ea"/>
                <a:cs typeface="Times New Roman"/>
              </a:rPr>
              <a:t>r</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w</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h</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i</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n</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h</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s</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c</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a</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l</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b</a:t>
            </a:r>
            <a:r>
              <a:rPr kumimoji="0" sz="2000" b="0" i="0" u="none" strike="noStrike" kern="1200" cap="none" spc="-62" normalizeH="0" baseline="0" noProof="0" dirty="0">
                <a:ln>
                  <a:noFill/>
                </a:ln>
                <a:solidFill>
                  <a:prstClr val="black"/>
                </a:solidFill>
                <a:effectLst/>
                <a:uLnTx/>
                <a:uFillTx/>
                <a:latin typeface="Cambria" panose="02040503050406030204" pitchFamily="18" charset="0"/>
                <a:ea typeface="+mn-ea"/>
                <a:cs typeface="Times New Roman"/>
              </a:rPr>
              <a:t>y</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w</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h</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c</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h</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h</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n</a:t>
            </a:r>
            <a:r>
              <a:rPr kumimoji="0" sz="2000" b="0" i="0" u="none" strike="noStrike" kern="1200" cap="none" spc="-84" normalizeH="0" baseline="0" noProof="0" dirty="0">
                <a:ln>
                  <a:noFill/>
                </a:ln>
                <a:solidFill>
                  <a:prstClr val="black"/>
                </a:solidFill>
                <a:effectLst/>
                <a:uLnTx/>
                <a:uFillTx/>
                <a:latin typeface="Cambria" panose="02040503050406030204" pitchFamily="18" charset="0"/>
                <a:ea typeface="+mn-ea"/>
                <a:cs typeface="Times New Roman"/>
              </a:rPr>
              <a:t>v</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a:t>
            </a:r>
            <a:r>
              <a:rPr kumimoji="0" sz="2000" b="0" i="0" u="none" strike="noStrike" kern="1200" cap="none" spc="-168" normalizeH="0" baseline="0" noProof="0" dirty="0">
                <a:ln>
                  <a:noFill/>
                </a:ln>
                <a:solidFill>
                  <a:prstClr val="black"/>
                </a:solidFill>
                <a:effectLst/>
                <a:uLnTx/>
                <a:uFillTx/>
                <a:latin typeface="Cambria" panose="02040503050406030204" pitchFamily="18" charset="0"/>
                <a:ea typeface="+mn-ea"/>
                <a:cs typeface="Times New Roman"/>
              </a:rPr>
              <a:t>r</a:t>
            </a:r>
            <a:r>
              <a:rPr kumimoji="0" sz="20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o</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n</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m</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e</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n</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s</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t</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o</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49" normalizeH="0" baseline="0" noProof="0" dirty="0">
                <a:ln>
                  <a:noFill/>
                </a:ln>
                <a:solidFill>
                  <a:prstClr val="black"/>
                </a:solidFill>
                <a:effectLst/>
                <a:uLnTx/>
                <a:uFillTx/>
                <a:latin typeface="Cambria" panose="02040503050406030204" pitchFamily="18" charset="0"/>
                <a:ea typeface="+mn-ea"/>
                <a:cs typeface="Times New Roman"/>
              </a:rPr>
              <a:t>w</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h</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i</a:t>
            </a:r>
            <a:r>
              <a:rPr kumimoji="0" sz="20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c</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h</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44599" marR="0" lvl="0" indent="0" algn="just" defTabSz="914400" rtl="0" eaLnBrk="0" fontAlgn="base" latinLnBrk="0" hangingPunct="0">
              <a:lnSpc>
                <a:spcPct val="114000"/>
              </a:lnSpc>
              <a:spcBef>
                <a:spcPct val="0"/>
              </a:spcBef>
              <a:spcAft>
                <a:spcPct val="0"/>
              </a:spcAft>
              <a:buClrTx/>
              <a:buSzTx/>
              <a:buFontTx/>
              <a:buNone/>
              <a:tabLst/>
              <a:defRPr/>
            </a:pP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applications </a:t>
            </a:r>
            <a:r>
              <a:rPr kumimoji="0"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are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deployed </a:t>
            </a:r>
            <a:r>
              <a:rPr kumimoji="0" sz="20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are</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used.</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7845" lvl="0" indent="-342900" algn="just" defTabSz="914400" rtl="0" eaLnBrk="0" fontAlgn="base" latinLnBrk="0" hangingPunct="0">
              <a:lnSpc>
                <a:spcPct val="114000"/>
              </a:lnSpc>
              <a:spcBef>
                <a:spcPts val="71"/>
              </a:spcBef>
              <a:spcAft>
                <a:spcPct val="0"/>
              </a:spcAft>
              <a:buClrTx/>
              <a:buSzTx/>
              <a:buFont typeface="Arial" panose="020B0604020202020204" pitchFamily="34" charset="0"/>
              <a:buChar char="•"/>
              <a:tabLst>
                <a:tab pos="344599" algn="l"/>
                <a:tab pos="345160" algn="l"/>
              </a:tabLst>
              <a:defRPr/>
            </a:pP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This </a:t>
            </a:r>
            <a:r>
              <a:rPr kumimoji="0" sz="2000" b="0" i="0" u="none" strike="noStrike" kern="1200" cap="none" spc="13" normalizeH="0" baseline="0" noProof="0" dirty="0">
                <a:ln>
                  <a:noFill/>
                </a:ln>
                <a:solidFill>
                  <a:srgbClr val="FF0000"/>
                </a:solidFill>
                <a:effectLst/>
                <a:uLnTx/>
                <a:uFillTx/>
                <a:latin typeface="Cambria" panose="02040503050406030204" pitchFamily="18" charset="0"/>
                <a:ea typeface="+mn-ea"/>
                <a:cs typeface="Times New Roman"/>
              </a:rPr>
              <a:t>scale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has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necessitated </a:t>
            </a:r>
            <a:r>
              <a:rPr kumimoji="0" sz="20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automation </a:t>
            </a:r>
            <a:r>
              <a:rPr kumimoji="0" sz="20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on </a:t>
            </a:r>
            <a:r>
              <a:rPr kumimoji="0" sz="20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software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deployment tasks, which  </a:t>
            </a: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DevOps</a:t>
            </a:r>
            <a:r>
              <a:rPr kumimoji="0" sz="20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addresses</a:t>
            </a:r>
          </a:p>
          <a:p>
            <a:pPr marL="353546" marR="0" lvl="0" indent="-342900" algn="just" defTabSz="914400" rtl="0" eaLnBrk="0" fontAlgn="base" latinLnBrk="0" hangingPunct="0">
              <a:lnSpc>
                <a:spcPct val="114000"/>
              </a:lnSpc>
              <a:spcBef>
                <a:spcPct val="0"/>
              </a:spcBef>
              <a:spcAft>
                <a:spcPct val="0"/>
              </a:spcAft>
              <a:buClrTx/>
              <a:buSzTx/>
              <a:buFont typeface="Arial" panose="020B0604020202020204" pitchFamily="34" charset="0"/>
              <a:buChar char="•"/>
              <a:tabLst>
                <a:tab pos="344599" algn="l"/>
                <a:tab pos="345160" algn="l"/>
                <a:tab pos="3430304" algn="l"/>
                <a:tab pos="5767415" algn="l"/>
              </a:tabLst>
              <a:defRPr/>
            </a:pPr>
            <a:r>
              <a:rPr kumimoji="0" sz="20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Ability  </a:t>
            </a:r>
            <a:r>
              <a:rPr kumimoji="0" sz="20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to  </a:t>
            </a:r>
            <a:r>
              <a:rPr kumimoji="0" sz="2000" b="0" i="0" u="none" strike="noStrike" kern="1200" cap="none" spc="-22" normalizeH="0" baseline="0" noProof="0" dirty="0">
                <a:ln>
                  <a:noFill/>
                </a:ln>
                <a:solidFill>
                  <a:srgbClr val="FF0000"/>
                </a:solidFill>
                <a:effectLst/>
                <a:uLnTx/>
                <a:uFillTx/>
                <a:latin typeface="Cambria" panose="02040503050406030204" pitchFamily="18" charset="0"/>
                <a:ea typeface="+mn-ea"/>
                <a:cs typeface="Times New Roman"/>
              </a:rPr>
              <a:t>create</a:t>
            </a:r>
            <a:r>
              <a:rPr kumimoji="0" sz="2000" b="0" i="0" u="none" strike="noStrike" kern="1200" cap="none" spc="349" normalizeH="0" baseline="0" noProof="0" dirty="0">
                <a:ln>
                  <a:noFill/>
                </a:ln>
                <a:solidFill>
                  <a:srgbClr val="FF0000"/>
                </a:solidFill>
                <a:effectLst/>
                <a:uLnTx/>
                <a:uFillTx/>
                <a:latin typeface="Cambria" panose="02040503050406030204" pitchFamily="18" charset="0"/>
                <a:ea typeface="+mn-ea"/>
                <a:cs typeface="Times New Roman"/>
              </a:rPr>
              <a:t> </a:t>
            </a:r>
            <a:r>
              <a:rPr kumimoji="0" sz="2000" b="0" i="0" u="none" strike="noStrike" kern="1200" cap="none" spc="-18" normalizeH="0" baseline="0" noProof="0" dirty="0">
                <a:ln>
                  <a:noFill/>
                </a:ln>
                <a:solidFill>
                  <a:srgbClr val="FF0000"/>
                </a:solidFill>
                <a:effectLst/>
                <a:uLnTx/>
                <a:uFillTx/>
                <a:latin typeface="Cambria" panose="02040503050406030204" pitchFamily="18" charset="0"/>
                <a:ea typeface="+mn-ea"/>
                <a:cs typeface="Times New Roman"/>
              </a:rPr>
              <a:t>and</a:t>
            </a:r>
            <a:r>
              <a:rPr kumimoji="0" sz="2000" b="0" i="0" u="none" strike="noStrike" kern="1200" cap="none" spc="401" normalizeH="0" baseline="0" noProof="0" dirty="0">
                <a:ln>
                  <a:noFill/>
                </a:ln>
                <a:solidFill>
                  <a:srgbClr val="FF0000"/>
                </a:solidFill>
                <a:effectLst/>
                <a:uLnTx/>
                <a:uFillTx/>
                <a:latin typeface="Cambria" panose="02040503050406030204" pitchFamily="18" charset="0"/>
                <a:ea typeface="+mn-ea"/>
                <a:cs typeface="Times New Roman"/>
              </a:rPr>
              <a:t> </a:t>
            </a:r>
            <a:r>
              <a:rPr kumimoji="0" sz="2000" b="0" i="0" u="none" strike="noStrike" kern="1200" cap="none" spc="-9" normalizeH="0" baseline="0" noProof="0" dirty="0">
                <a:ln>
                  <a:noFill/>
                </a:ln>
                <a:solidFill>
                  <a:srgbClr val="FF0000"/>
                </a:solidFill>
                <a:effectLst/>
                <a:uLnTx/>
                <a:uFillTx/>
                <a:latin typeface="Cambria" panose="02040503050406030204" pitchFamily="18" charset="0"/>
                <a:ea typeface="+mn-ea"/>
                <a:cs typeface="Times New Roman"/>
              </a:rPr>
              <a:t>switch</a:t>
            </a:r>
            <a:r>
              <a:rPr kumimoji="0" lang="en-US" sz="2000" b="0" i="0" u="none" strike="noStrike" kern="1200" cap="none" spc="-9" normalizeH="0" baseline="0" noProof="0" dirty="0">
                <a:ln>
                  <a:noFill/>
                </a:ln>
                <a:solidFill>
                  <a:srgbClr val="FF0000"/>
                </a:solidFill>
                <a:effectLst/>
                <a:uLnTx/>
                <a:uFillTx/>
                <a:latin typeface="Cambria" panose="02040503050406030204" pitchFamily="18" charset="0"/>
                <a:ea typeface="+mn-ea"/>
                <a:cs typeface="Times New Roman"/>
              </a:rPr>
              <a:t> </a:t>
            </a:r>
            <a:r>
              <a:rPr kumimoji="0" sz="2000" b="0" i="0" u="none" strike="noStrike" kern="1200" cap="none" spc="-18" normalizeH="0" baseline="0" noProof="0" dirty="0">
                <a:ln>
                  <a:noFill/>
                </a:ln>
                <a:solidFill>
                  <a:srgbClr val="FF0000"/>
                </a:solidFill>
                <a:effectLst/>
                <a:uLnTx/>
                <a:uFillTx/>
                <a:latin typeface="Cambria" panose="02040503050406030204" pitchFamily="18" charset="0"/>
                <a:ea typeface="+mn-ea"/>
                <a:cs typeface="Times New Roman"/>
              </a:rPr>
              <a:t>environments </a:t>
            </a:r>
            <a:r>
              <a:rPr kumimoji="0" sz="2000" b="0" i="0" u="none" strike="noStrike" kern="1200" cap="none" spc="-13" normalizeH="0" baseline="0" noProof="0" dirty="0">
                <a:ln>
                  <a:noFill/>
                </a:ln>
                <a:solidFill>
                  <a:srgbClr val="FF0000"/>
                </a:solidFill>
                <a:effectLst/>
                <a:uLnTx/>
                <a:uFillTx/>
                <a:latin typeface="Cambria" panose="02040503050406030204" pitchFamily="18" charset="0"/>
                <a:ea typeface="+mn-ea"/>
                <a:cs typeface="Times New Roman"/>
              </a:rPr>
              <a:t> </a:t>
            </a:r>
            <a:r>
              <a:rPr kumimoji="0"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simply,</a:t>
            </a:r>
            <a:r>
              <a:rPr kumimoji="0" lang="en-US" sz="20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the </a:t>
            </a:r>
            <a:r>
              <a:rPr kumimoji="0" sz="2000" b="0" i="0" u="none" strike="noStrike" kern="1200" cap="none" spc="-35" normalizeH="0" baseline="0" noProof="0" dirty="0">
                <a:ln>
                  <a:noFill/>
                </a:ln>
                <a:solidFill>
                  <a:srgbClr val="FF0000"/>
                </a:solidFill>
                <a:effectLst/>
                <a:uLnTx/>
                <a:uFillTx/>
                <a:latin typeface="Cambria" panose="02040503050406030204" pitchFamily="18" charset="0"/>
                <a:ea typeface="+mn-ea"/>
                <a:cs typeface="Times New Roman"/>
              </a:rPr>
              <a:t>ability </a:t>
            </a:r>
            <a:r>
              <a:rPr kumimoji="0" sz="2000" b="0" i="0" u="none" strike="noStrike" kern="1200" cap="none" spc="4" normalizeH="0" baseline="0" noProof="0" dirty="0">
                <a:ln>
                  <a:noFill/>
                </a:ln>
                <a:solidFill>
                  <a:srgbClr val="FF0000"/>
                </a:solidFill>
                <a:effectLst/>
                <a:uLnTx/>
                <a:uFillTx/>
                <a:latin typeface="Cambria" panose="02040503050406030204" pitchFamily="18" charset="0"/>
                <a:ea typeface="+mn-ea"/>
                <a:cs typeface="Times New Roman"/>
              </a:rPr>
              <a:t>to </a:t>
            </a:r>
            <a:r>
              <a:rPr kumimoji="0" sz="2000" b="0" i="0" u="none" strike="noStrike" kern="1200" cap="none" spc="-22" normalizeH="0" baseline="0" noProof="0" dirty="0">
                <a:ln>
                  <a:noFill/>
                </a:ln>
                <a:solidFill>
                  <a:srgbClr val="FF0000"/>
                </a:solidFill>
                <a:effectLst/>
                <a:uLnTx/>
                <a:uFillTx/>
                <a:latin typeface="Cambria" panose="02040503050406030204" pitchFamily="18" charset="0"/>
                <a:ea typeface="+mn-ea"/>
                <a:cs typeface="Times New Roman"/>
              </a:rPr>
              <a:t>create</a:t>
            </a:r>
            <a:r>
              <a:rPr kumimoji="0" sz="2000" b="0" i="0" u="none" strike="noStrike" kern="1200" cap="none" spc="185" normalizeH="0" baseline="0" noProof="0" dirty="0">
                <a:ln>
                  <a:noFill/>
                </a:ln>
                <a:solidFill>
                  <a:srgbClr val="FF0000"/>
                </a:solidFill>
                <a:effectLst/>
                <a:uLnTx/>
                <a:uFillTx/>
                <a:latin typeface="Cambria" panose="02040503050406030204" pitchFamily="18" charset="0"/>
                <a:ea typeface="+mn-ea"/>
                <a:cs typeface="Times New Roman"/>
              </a:rPr>
              <a:t> </a:t>
            </a:r>
            <a:r>
              <a:rPr kumimoji="0" sz="2000" b="0" i="0" u="none" strike="noStrike" kern="1200" cap="none" spc="-40" normalizeH="0" baseline="0" noProof="0" dirty="0">
                <a:ln>
                  <a:noFill/>
                </a:ln>
                <a:solidFill>
                  <a:srgbClr val="FF0000"/>
                </a:solidFill>
                <a:effectLst/>
                <a:uLnTx/>
                <a:uFillTx/>
                <a:latin typeface="Cambria" panose="02040503050406030204" pitchFamily="18" charset="0"/>
                <a:ea typeface="+mn-ea"/>
                <a:cs typeface="Times New Roman"/>
              </a:rPr>
              <a:t>VMs</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44599" marR="0" lvl="0" indent="0" algn="just" defTabSz="914400" rtl="0" eaLnBrk="0" fontAlgn="base" latinLnBrk="0" hangingPunct="0">
              <a:lnSpc>
                <a:spcPct val="114000"/>
              </a:lnSpc>
              <a:spcBef>
                <a:spcPct val="0"/>
              </a:spcBef>
              <a:spcAft>
                <a:spcPct val="0"/>
              </a:spcAft>
              <a:buClrTx/>
              <a:buSzTx/>
              <a:buFontTx/>
              <a:buNone/>
              <a:tabLst/>
              <a:defRPr/>
            </a:pPr>
            <a:r>
              <a:rPr kumimoji="0" sz="20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easily, and </a:t>
            </a:r>
            <a:r>
              <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the </a:t>
            </a:r>
            <a:r>
              <a:rPr kumimoji="0" sz="2000" b="0" i="0" u="none" strike="noStrike" kern="1200" cap="none" spc="9" normalizeH="0" baseline="0" noProof="0" dirty="0">
                <a:ln>
                  <a:noFill/>
                </a:ln>
                <a:solidFill>
                  <a:srgbClr val="FF0000"/>
                </a:solidFill>
                <a:effectLst/>
                <a:uLnTx/>
                <a:uFillTx/>
                <a:latin typeface="Cambria" panose="02040503050406030204" pitchFamily="18" charset="0"/>
                <a:ea typeface="+mn-ea"/>
                <a:cs typeface="Times New Roman"/>
              </a:rPr>
              <a:t>management </a:t>
            </a:r>
            <a:r>
              <a:rPr kumimoji="0" sz="2000" b="0" i="0" u="none" strike="noStrike" kern="1200" cap="none" spc="-13" normalizeH="0" baseline="0" noProof="0" dirty="0">
                <a:ln>
                  <a:noFill/>
                </a:ln>
                <a:solidFill>
                  <a:srgbClr val="FF0000"/>
                </a:solidFill>
                <a:effectLst/>
                <a:uLnTx/>
                <a:uFillTx/>
                <a:latin typeface="Cambria" panose="02040503050406030204" pitchFamily="18" charset="0"/>
                <a:ea typeface="+mn-ea"/>
                <a:cs typeface="Times New Roman"/>
              </a:rPr>
              <a:t>of </a:t>
            </a:r>
            <a:r>
              <a:rPr kumimoji="0" sz="2000" b="0" i="0" u="none" strike="noStrike" kern="1200" cap="none" spc="-9" normalizeH="0" baseline="0" noProof="0" dirty="0">
                <a:ln>
                  <a:noFill/>
                </a:ln>
                <a:solidFill>
                  <a:srgbClr val="FF0000"/>
                </a:solidFill>
                <a:effectLst/>
                <a:uLnTx/>
                <a:uFillTx/>
                <a:latin typeface="Cambria" panose="02040503050406030204" pitchFamily="18" charset="0"/>
                <a:ea typeface="+mn-ea"/>
                <a:cs typeface="Times New Roman"/>
              </a:rPr>
              <a:t>databases</a:t>
            </a:r>
            <a:r>
              <a:rPr kumimoji="0" sz="2000" b="0" i="0" u="none" strike="noStrike" kern="1200" cap="none" spc="-150" normalizeH="0" baseline="0" noProof="0" dirty="0">
                <a:ln>
                  <a:noFill/>
                </a:ln>
                <a:solidFill>
                  <a:srgbClr val="FF0000"/>
                </a:solidFill>
                <a:effectLst/>
                <a:uLnTx/>
                <a:uFillTx/>
                <a:latin typeface="Cambria" panose="02040503050406030204" pitchFamily="18" charset="0"/>
                <a:ea typeface="+mn-ea"/>
                <a:cs typeface="Times New Roman"/>
              </a:rPr>
              <a:t> </a:t>
            </a:r>
            <a:r>
              <a:rPr kumimoji="0" sz="2000" b="0" i="0" u="none" strike="noStrike" kern="1200" cap="none" spc="18" normalizeH="0" baseline="0" noProof="0" dirty="0">
                <a:ln>
                  <a:noFill/>
                </a:ln>
                <a:solidFill>
                  <a:srgbClr val="FF0000"/>
                </a:solidFill>
                <a:effectLst/>
                <a:uLnTx/>
                <a:uFillTx/>
                <a:latin typeface="Cambria" panose="02040503050406030204" pitchFamily="18" charset="0"/>
                <a:ea typeface="+mn-ea"/>
                <a:cs typeface="Times New Roman"/>
              </a:rPr>
              <a:t>etc..</a:t>
            </a:r>
            <a:endParaRPr kumimoji="0"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4294967295"/>
          </p:nvPr>
        </p:nvSpPr>
        <p:spPr>
          <a:xfrm>
            <a:off x="8963025" y="6386513"/>
            <a:ext cx="180975" cy="152400"/>
          </a:xfrm>
          <a:prstGeom prst="rect">
            <a:avLst/>
          </a:prstGeom>
        </p:spPr>
        <p:txBody>
          <a:bodyPr vert="horz" wrap="square" lIns="0" tIns="0" rIns="0" bIns="0" rtlCol="0">
            <a:spAutoFit/>
          </a:bodyPr>
          <a:lstStyle>
            <a:defPPr>
              <a:defRPr lang="en-US"/>
            </a:defPPr>
            <a:lvl1pPr marL="0" algn="l" defTabSz="914400" rtl="0" eaLnBrk="1" latinLnBrk="0" hangingPunct="1">
              <a:defRPr sz="1000" b="0" i="0" kern="1200">
                <a:solidFill>
                  <a:srgbClr val="898989"/>
                </a:solidFill>
                <a:latin typeface="Carlito"/>
                <a:ea typeface="+mn-ea"/>
                <a:cs typeface="Carlito"/>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base" latinLnBrk="0" hangingPunct="1">
              <a:lnSpc>
                <a:spcPts val="1045"/>
              </a:lnSpc>
              <a:spcBef>
                <a:spcPct val="0"/>
              </a:spcBef>
              <a:spcAft>
                <a:spcPct val="0"/>
              </a:spcAft>
              <a:buClrTx/>
              <a:buSzTx/>
              <a:buFontTx/>
              <a:buNone/>
              <a:tabLst/>
              <a:defRPr/>
            </a:pPr>
            <a:r>
              <a:rPr kumimoji="0" lang="en-US" sz="1000" b="0" i="0" u="none" strike="noStrike" kern="1200" cap="none" spc="-5" normalizeH="0" baseline="0" noProof="0">
                <a:ln>
                  <a:noFill/>
                </a:ln>
                <a:solidFill>
                  <a:srgbClr val="898989"/>
                </a:solidFill>
                <a:effectLst/>
                <a:uLnTx/>
                <a:uFillTx/>
                <a:latin typeface="Carlito"/>
                <a:ea typeface="+mn-ea"/>
              </a:rPr>
              <a:t>1</a:t>
            </a:r>
            <a:fld id="{81D60167-4931-47E6-BA6A-407CBD079E47}" type="slidenum">
              <a:rPr kumimoji="0" sz="1000" b="0" i="0" u="none" strike="noStrike" kern="1200" cap="none" spc="-5" normalizeH="0" baseline="0" noProof="0" smtClean="0">
                <a:ln>
                  <a:noFill/>
                </a:ln>
                <a:solidFill>
                  <a:srgbClr val="898989"/>
                </a:solidFill>
                <a:effectLst/>
                <a:uLnTx/>
                <a:uFillTx/>
                <a:latin typeface="Carlito"/>
                <a:ea typeface="+mn-ea"/>
              </a:rPr>
              <a:pPr marL="12700" marR="0" lvl="0" indent="0" algn="l" defTabSz="914400" rtl="0" eaLnBrk="1" fontAlgn="base" latinLnBrk="0" hangingPunct="1">
                <a:lnSpc>
                  <a:spcPts val="1045"/>
                </a:lnSpc>
                <a:spcBef>
                  <a:spcPct val="0"/>
                </a:spcBef>
                <a:spcAft>
                  <a:spcPct val="0"/>
                </a:spcAft>
                <a:buClrTx/>
                <a:buSzTx/>
                <a:buFontTx/>
                <a:buNone/>
                <a:tabLst/>
                <a:defRPr/>
              </a:pPr>
              <a:t>114</a:t>
            </a:fld>
            <a:endParaRPr kumimoji="0" sz="1000" b="0" i="0" u="none" strike="noStrike" kern="1200" cap="none" spc="-4" normalizeH="0" baseline="0" noProof="0" dirty="0">
              <a:ln>
                <a:noFill/>
              </a:ln>
              <a:solidFill>
                <a:srgbClr val="898989"/>
              </a:solidFill>
              <a:effectLst/>
              <a:uLnTx/>
              <a:uFillTx/>
              <a:latin typeface="Carlito"/>
              <a:ea typeface="+mn-ea"/>
            </a:endParaRPr>
          </a:p>
        </p:txBody>
      </p:sp>
      <p:sp>
        <p:nvSpPr>
          <p:cNvPr id="2" name="object 2"/>
          <p:cNvSpPr txBox="1">
            <a:spLocks noGrp="1"/>
          </p:cNvSpPr>
          <p:nvPr>
            <p:ph type="title" idx="4294967295"/>
          </p:nvPr>
        </p:nvSpPr>
        <p:spPr>
          <a:xfrm>
            <a:off x="4011" y="609600"/>
            <a:ext cx="6553200" cy="506586"/>
          </a:xfrm>
          <a:prstGeom prst="rect">
            <a:avLst/>
          </a:prstGeom>
        </p:spPr>
        <p:txBody>
          <a:bodyPr vert="horz" wrap="square" lIns="0" tIns="14007" rIns="0" bIns="0" rtlCol="0" anchor="ctr">
            <a:spAutoFit/>
          </a:bodyPr>
          <a:lstStyle/>
          <a:p>
            <a:pPr marL="11206">
              <a:spcBef>
                <a:spcPts val="110"/>
              </a:spcBef>
            </a:pPr>
            <a:r>
              <a:rPr sz="3200" spc="40" dirty="0">
                <a:latin typeface="Cambria" panose="02040503050406030204" pitchFamily="18" charset="0"/>
              </a:rPr>
              <a:t>DevOps– </a:t>
            </a:r>
            <a:r>
              <a:rPr sz="3200" spc="-18" dirty="0">
                <a:latin typeface="Cambria" panose="02040503050406030204" pitchFamily="18" charset="0"/>
              </a:rPr>
              <a:t>Cloud </a:t>
            </a:r>
            <a:r>
              <a:rPr sz="3200" spc="18" dirty="0">
                <a:latin typeface="Cambria" panose="02040503050406030204" pitchFamily="18" charset="0"/>
              </a:rPr>
              <a:t>as </a:t>
            </a:r>
            <a:r>
              <a:rPr sz="3200" spc="-44" dirty="0">
                <a:latin typeface="Cambria" panose="02040503050406030204" pitchFamily="18" charset="0"/>
              </a:rPr>
              <a:t>a</a:t>
            </a:r>
            <a:r>
              <a:rPr sz="3200" spc="-141" dirty="0">
                <a:latin typeface="Cambria" panose="02040503050406030204" pitchFamily="18" charset="0"/>
              </a:rPr>
              <a:t> </a:t>
            </a:r>
            <a:r>
              <a:rPr sz="3200" spc="-18" dirty="0">
                <a:latin typeface="Cambria" panose="02040503050406030204" pitchFamily="18" charset="0"/>
              </a:rPr>
              <a:t>catalyst</a:t>
            </a:r>
            <a:endParaRPr sz="3200" dirty="0">
              <a:latin typeface="Cambria" panose="02040503050406030204" pitchFamily="18" charset="0"/>
            </a:endParaRPr>
          </a:p>
        </p:txBody>
      </p:sp>
      <p:sp>
        <p:nvSpPr>
          <p:cNvPr id="3" name="object 3"/>
          <p:cNvSpPr txBox="1"/>
          <p:nvPr/>
        </p:nvSpPr>
        <p:spPr>
          <a:xfrm>
            <a:off x="235307" y="1600200"/>
            <a:ext cx="8222893" cy="3716893"/>
          </a:xfrm>
          <a:prstGeom prst="rect">
            <a:avLst/>
          </a:prstGeom>
        </p:spPr>
        <p:txBody>
          <a:bodyPr vert="horz" wrap="square" lIns="0" tIns="10646" rIns="0" bIns="0" rtlCol="0">
            <a:spAutoFit/>
          </a:bodyPr>
          <a:lstStyle/>
          <a:p>
            <a:pPr marL="353546" marR="7845" lvl="0" indent="-342900" algn="just" defTabSz="914400" rtl="0" eaLnBrk="0" fontAlgn="base" latinLnBrk="0" hangingPunct="0">
              <a:lnSpc>
                <a:spcPct val="99800"/>
              </a:lnSpc>
              <a:spcBef>
                <a:spcPts val="88"/>
              </a:spcBef>
              <a:spcAft>
                <a:spcPct val="0"/>
              </a:spcAft>
              <a:buClrTx/>
              <a:buSzTx/>
              <a:buFont typeface="Arial" panose="020B0604020202020204" pitchFamily="34" charset="0"/>
              <a:buChar char="•"/>
              <a:tabLst>
                <a:tab pos="345160" algn="l"/>
              </a:tabLst>
              <a:defRPr/>
            </a:pPr>
            <a:r>
              <a:rPr kumimoji="0" lang="en-GB" sz="24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Advent </a:t>
            </a:r>
            <a:r>
              <a:rPr kumimoji="0" lang="en-GB" sz="24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of </a:t>
            </a:r>
            <a:r>
              <a:rPr kumimoji="0" lang="en-GB"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cloud </a:t>
            </a:r>
            <a:r>
              <a:rPr kumimoji="0" lang="en-GB" sz="24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actually </a:t>
            </a:r>
            <a:r>
              <a:rPr kumimoji="0" lang="en-GB" sz="24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facilitates </a:t>
            </a:r>
            <a:r>
              <a:rPr kumimoji="0" lang="en-GB" sz="24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continuous </a:t>
            </a:r>
            <a:r>
              <a:rPr kumimoji="0" lang="en-GB" sz="24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deployment </a:t>
            </a:r>
            <a:r>
              <a:rPr kumimoji="0" lang="en-GB" sz="24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and provides </a:t>
            </a:r>
            <a:r>
              <a:rPr kumimoji="0" lang="en-GB" sz="24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easier  </a:t>
            </a:r>
            <a:r>
              <a:rPr kumimoji="0" lang="en-GB" sz="24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access </a:t>
            </a:r>
            <a:r>
              <a:rPr kumimoji="0" lang="en-GB" sz="24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to </a:t>
            </a:r>
            <a:r>
              <a:rPr kumimoji="0" lang="en-GB" sz="24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production </a:t>
            </a:r>
            <a:r>
              <a:rPr kumimoji="0" lang="en-GB" sz="24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like </a:t>
            </a:r>
            <a:r>
              <a:rPr kumimoji="0" lang="en-GB" sz="24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environments </a:t>
            </a:r>
            <a:r>
              <a:rPr kumimoji="0" lang="en-GB" sz="24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during </a:t>
            </a:r>
            <a:r>
              <a:rPr kumimoji="0" lang="en-GB"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 </a:t>
            </a:r>
            <a:r>
              <a:rPr kumimoji="0" lang="en-GB" sz="24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development </a:t>
            </a:r>
            <a:r>
              <a:rPr kumimoji="0" lang="en-GB" sz="24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and </a:t>
            </a:r>
            <a:r>
              <a:rPr kumimoji="0" lang="en-GB"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testing  </a:t>
            </a:r>
            <a:r>
              <a:rPr kumimoji="0" lang="en-GB" sz="24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stages </a:t>
            </a:r>
            <a:r>
              <a:rPr kumimoji="0" lang="en-GB" sz="24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of </a:t>
            </a:r>
            <a:r>
              <a:rPr kumimoji="0" lang="en-GB"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the </a:t>
            </a:r>
            <a:r>
              <a:rPr kumimoji="0" lang="en-GB" sz="2400" b="0" i="0" u="none" strike="noStrike" kern="1200" cap="none" spc="-35" normalizeH="0" baseline="0" noProof="0" dirty="0">
                <a:ln>
                  <a:noFill/>
                </a:ln>
                <a:solidFill>
                  <a:prstClr val="black"/>
                </a:solidFill>
                <a:effectLst/>
                <a:uLnTx/>
                <a:uFillTx/>
                <a:latin typeface="Cambria" panose="02040503050406030204" pitchFamily="18" charset="0"/>
                <a:ea typeface="+mn-ea"/>
                <a:cs typeface="Times New Roman"/>
              </a:rPr>
              <a:t>delivery</a:t>
            </a:r>
            <a:r>
              <a:rPr kumimoji="0" lang="en-GB" sz="2400" b="0" i="0" u="none" strike="noStrike" kern="1200" cap="none" spc="-180" normalizeH="0" baseline="0" noProof="0" dirty="0">
                <a:ln>
                  <a:noFill/>
                </a:ln>
                <a:solidFill>
                  <a:prstClr val="black"/>
                </a:solidFill>
                <a:effectLst/>
                <a:uLnTx/>
                <a:uFillTx/>
                <a:latin typeface="Cambria" panose="02040503050406030204" pitchFamily="18" charset="0"/>
                <a:ea typeface="+mn-ea"/>
                <a:cs typeface="Times New Roman"/>
              </a:rPr>
              <a:t> </a:t>
            </a:r>
            <a:r>
              <a:rPr kumimoji="0" lang="en-GB"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pipeline.</a:t>
            </a:r>
          </a:p>
          <a:p>
            <a:pPr marL="10646" marR="7845" lvl="0" indent="0" algn="just" defTabSz="914400" rtl="0" eaLnBrk="0" fontAlgn="base" latinLnBrk="0" hangingPunct="0">
              <a:lnSpc>
                <a:spcPct val="99800"/>
              </a:lnSpc>
              <a:spcBef>
                <a:spcPts val="88"/>
              </a:spcBef>
              <a:spcAft>
                <a:spcPct val="0"/>
              </a:spcAft>
              <a:buClrTx/>
              <a:buSzTx/>
              <a:buFontTx/>
              <a:buNone/>
              <a:tabLst>
                <a:tab pos="345160" algn="l"/>
              </a:tabLst>
              <a:defRPr/>
            </a:pPr>
            <a:endParaRPr kumimoji="0" lang="en-GB"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endParaRPr>
          </a:p>
          <a:p>
            <a:pPr marL="353546" marR="4483" lvl="0" indent="-342900" algn="just" defTabSz="914400" rtl="0" eaLnBrk="0" fontAlgn="base" latinLnBrk="0" hangingPunct="0">
              <a:lnSpc>
                <a:spcPct val="99700"/>
              </a:lnSpc>
              <a:spcBef>
                <a:spcPts val="9"/>
              </a:spcBef>
              <a:spcAft>
                <a:spcPct val="0"/>
              </a:spcAft>
              <a:buClrTx/>
              <a:buSzTx/>
              <a:buFont typeface="Arial" panose="020B0604020202020204" pitchFamily="34" charset="0"/>
              <a:buChar char="•"/>
              <a:tabLst>
                <a:tab pos="345160" algn="l"/>
              </a:tabLst>
              <a:defRPr/>
            </a:pPr>
            <a:r>
              <a:rPr kumimoji="0" lang="en-GB"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Developer </a:t>
            </a:r>
            <a:r>
              <a:rPr kumimoji="0" lang="en-GB" sz="24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can </a:t>
            </a:r>
            <a:r>
              <a:rPr kumimoji="0" lang="en-GB"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not </a:t>
            </a:r>
            <a:r>
              <a:rPr kumimoji="0" lang="en-GB" sz="24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only </a:t>
            </a:r>
            <a:r>
              <a:rPr kumimoji="0" lang="en-GB" sz="2400" b="0" i="0" u="none" strike="noStrike" kern="1200" cap="none" spc="-31" normalizeH="0" baseline="0" noProof="0" dirty="0">
                <a:ln>
                  <a:noFill/>
                </a:ln>
                <a:solidFill>
                  <a:prstClr val="black"/>
                </a:solidFill>
                <a:effectLst/>
                <a:uLnTx/>
                <a:uFillTx/>
                <a:latin typeface="Cambria" panose="02040503050406030204" pitchFamily="18" charset="0"/>
                <a:ea typeface="+mn-ea"/>
                <a:cs typeface="Times New Roman"/>
              </a:rPr>
              <a:t>invoke </a:t>
            </a:r>
            <a:r>
              <a:rPr kumimoji="0" lang="en-GB" sz="2400" b="0" i="0" u="none" strike="noStrike" kern="1200" cap="none" spc="-26" normalizeH="0" baseline="0" noProof="0" dirty="0">
                <a:ln>
                  <a:noFill/>
                </a:ln>
                <a:solidFill>
                  <a:prstClr val="black"/>
                </a:solidFill>
                <a:effectLst/>
                <a:uLnTx/>
                <a:uFillTx/>
                <a:latin typeface="Cambria" panose="02040503050406030204" pitchFamily="18" charset="0"/>
                <a:ea typeface="+mn-ea"/>
                <a:cs typeface="Times New Roman"/>
              </a:rPr>
              <a:t>an </a:t>
            </a:r>
            <a:r>
              <a:rPr kumimoji="0" lang="en-GB" sz="24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automated build, </a:t>
            </a:r>
            <a:r>
              <a:rPr kumimoji="0" lang="en-GB" sz="24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but </a:t>
            </a:r>
            <a:r>
              <a:rPr kumimoji="0" lang="en-GB"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also </a:t>
            </a:r>
            <a:r>
              <a:rPr kumimoji="0" lang="en-GB" sz="24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request </a:t>
            </a:r>
            <a:r>
              <a:rPr kumimoji="0" lang="en-GB"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  </a:t>
            </a:r>
            <a:r>
              <a:rPr kumimoji="0" lang="en-GB" sz="24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provisioning </a:t>
            </a:r>
            <a:r>
              <a:rPr kumimoji="0" lang="en-GB" sz="24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and </a:t>
            </a:r>
            <a:r>
              <a:rPr kumimoji="0" lang="en-GB" sz="24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configuration of </a:t>
            </a:r>
            <a:r>
              <a:rPr kumimoji="0" lang="en-GB" sz="2400" b="0" i="0" u="none" strike="noStrike" kern="1200" cap="none" spc="-44" normalizeH="0" baseline="0" noProof="0" dirty="0">
                <a:ln>
                  <a:noFill/>
                </a:ln>
                <a:solidFill>
                  <a:prstClr val="black"/>
                </a:solidFill>
                <a:effectLst/>
                <a:uLnTx/>
                <a:uFillTx/>
                <a:latin typeface="Cambria" panose="02040503050406030204" pitchFamily="18" charset="0"/>
                <a:ea typeface="+mn-ea"/>
                <a:cs typeface="Times New Roman"/>
              </a:rPr>
              <a:t>a </a:t>
            </a:r>
            <a:r>
              <a:rPr kumimoji="0" lang="en-GB" sz="2400" b="0" i="0" u="none" strike="noStrike" kern="1200" cap="none" spc="-18" normalizeH="0" baseline="0" noProof="0" dirty="0">
                <a:ln>
                  <a:noFill/>
                </a:ln>
                <a:solidFill>
                  <a:prstClr val="black"/>
                </a:solidFill>
                <a:effectLst/>
                <a:uLnTx/>
                <a:uFillTx/>
                <a:latin typeface="Cambria" panose="02040503050406030204" pitchFamily="18" charset="0"/>
                <a:ea typeface="+mn-ea"/>
                <a:cs typeface="Times New Roman"/>
              </a:rPr>
              <a:t>production </a:t>
            </a:r>
            <a:r>
              <a:rPr kumimoji="0" lang="en-GB" sz="24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like environment </a:t>
            </a:r>
            <a:r>
              <a:rPr kumimoji="0" lang="en-GB" sz="24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in </a:t>
            </a:r>
            <a:r>
              <a:rPr kumimoji="0" lang="en-GB"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the </a:t>
            </a:r>
            <a:r>
              <a:rPr kumimoji="0" lang="en-GB" sz="24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cloud  </a:t>
            </a:r>
            <a:r>
              <a:rPr kumimoji="0" lang="en-GB" sz="24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and </a:t>
            </a:r>
            <a:r>
              <a:rPr kumimoji="0" lang="en-GB"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then </a:t>
            </a:r>
            <a:r>
              <a:rPr kumimoji="0" lang="en-GB" sz="24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deploy </a:t>
            </a:r>
            <a:r>
              <a:rPr kumimoji="0" lang="en-GB"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the </a:t>
            </a:r>
            <a:r>
              <a:rPr kumimoji="0" lang="en-GB" sz="24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application </a:t>
            </a:r>
            <a:r>
              <a:rPr kumimoji="0" lang="en-GB" sz="24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being </a:t>
            </a:r>
            <a:r>
              <a:rPr kumimoji="0" lang="en-GB" sz="24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built </a:t>
            </a:r>
            <a:r>
              <a:rPr kumimoji="0" lang="en-GB" sz="2400" b="0" i="0" u="none" strike="noStrike" kern="1200" cap="none" spc="-9" normalizeH="0" baseline="0" noProof="0" dirty="0">
                <a:ln>
                  <a:noFill/>
                </a:ln>
                <a:solidFill>
                  <a:prstClr val="black"/>
                </a:solidFill>
                <a:effectLst/>
                <a:uLnTx/>
                <a:uFillTx/>
                <a:latin typeface="Cambria" panose="02040503050406030204" pitchFamily="18" charset="0"/>
                <a:ea typeface="+mn-ea"/>
                <a:cs typeface="Times New Roman"/>
              </a:rPr>
              <a:t>to </a:t>
            </a:r>
            <a:r>
              <a:rPr kumimoji="0" lang="en-GB" sz="24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it </a:t>
            </a:r>
            <a:r>
              <a:rPr kumimoji="0" lang="en-GB" sz="24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without </a:t>
            </a:r>
            <a:r>
              <a:rPr kumimoji="0" lang="en-GB" sz="2400" b="0" i="0" u="none" strike="noStrike" kern="1200" cap="none" spc="-53" normalizeH="0" baseline="0" noProof="0" dirty="0">
                <a:ln>
                  <a:noFill/>
                </a:ln>
                <a:solidFill>
                  <a:prstClr val="black"/>
                </a:solidFill>
                <a:effectLst/>
                <a:uLnTx/>
                <a:uFillTx/>
                <a:latin typeface="Cambria" panose="02040503050406030204" pitchFamily="18" charset="0"/>
                <a:ea typeface="+mn-ea"/>
                <a:cs typeface="Times New Roman"/>
              </a:rPr>
              <a:t>any </a:t>
            </a:r>
            <a:r>
              <a:rPr kumimoji="0" lang="en-GB" sz="24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direct involvement  </a:t>
            </a:r>
            <a:r>
              <a:rPr kumimoji="0" lang="en-GB" sz="2400" b="0" i="0" u="none" strike="noStrike" kern="1200" cap="none" spc="-40" normalizeH="0" baseline="0" noProof="0" dirty="0">
                <a:ln>
                  <a:noFill/>
                </a:ln>
                <a:solidFill>
                  <a:prstClr val="black"/>
                </a:solidFill>
                <a:effectLst/>
                <a:uLnTx/>
                <a:uFillTx/>
                <a:latin typeface="Cambria" panose="02040503050406030204" pitchFamily="18" charset="0"/>
                <a:ea typeface="+mn-ea"/>
                <a:cs typeface="Times New Roman"/>
              </a:rPr>
              <a:t>by </a:t>
            </a:r>
            <a:r>
              <a:rPr kumimoji="0" lang="en-GB"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Times New Roman"/>
              </a:rPr>
              <a:t>the </a:t>
            </a:r>
            <a:r>
              <a:rPr kumimoji="0" lang="en-GB" sz="2400" b="0" i="0" u="none" strike="noStrike" kern="1200" cap="none" spc="-13" normalizeH="0" baseline="0" noProof="0" dirty="0">
                <a:ln>
                  <a:noFill/>
                </a:ln>
                <a:solidFill>
                  <a:prstClr val="black"/>
                </a:solidFill>
                <a:effectLst/>
                <a:uLnTx/>
                <a:uFillTx/>
                <a:latin typeface="Cambria" panose="02040503050406030204" pitchFamily="18" charset="0"/>
                <a:ea typeface="+mn-ea"/>
                <a:cs typeface="Times New Roman"/>
              </a:rPr>
              <a:t>operations</a:t>
            </a:r>
            <a:r>
              <a:rPr kumimoji="0" lang="en-GB" sz="2400" b="0" i="0" u="none" strike="noStrike" kern="1200" cap="none" spc="22" normalizeH="0" baseline="0" noProof="0" dirty="0">
                <a:ln>
                  <a:noFill/>
                </a:ln>
                <a:solidFill>
                  <a:prstClr val="black"/>
                </a:solidFill>
                <a:effectLst/>
                <a:uLnTx/>
                <a:uFillTx/>
                <a:latin typeface="Cambria" panose="02040503050406030204" pitchFamily="18" charset="0"/>
                <a:ea typeface="+mn-ea"/>
                <a:cs typeface="Times New Roman"/>
              </a:rPr>
              <a:t> </a:t>
            </a:r>
            <a:r>
              <a:rPr kumimoji="0" lang="en-GB" sz="2400" b="0" i="0" u="none" strike="noStrike" kern="1200" cap="none" spc="-4" normalizeH="0" baseline="0" noProof="0" dirty="0">
                <a:ln>
                  <a:noFill/>
                </a:ln>
                <a:solidFill>
                  <a:prstClr val="black"/>
                </a:solidFill>
                <a:effectLst/>
                <a:uLnTx/>
                <a:uFillTx/>
                <a:latin typeface="Cambria" panose="02040503050406030204" pitchFamily="18" charset="0"/>
                <a:ea typeface="+mn-ea"/>
                <a:cs typeface="Times New Roman"/>
              </a:rPr>
              <a:t>team</a:t>
            </a:r>
            <a:r>
              <a:rPr kumimoji="0" lang="en-GB" sz="2400" b="0" i="0" u="none" strike="noStrike" kern="1200" cap="none" spc="-4" normalizeH="0" baseline="0" noProof="0" dirty="0">
                <a:ln>
                  <a:noFill/>
                </a:ln>
                <a:solidFill>
                  <a:prstClr val="black"/>
                </a:solidFill>
                <a:effectLst/>
                <a:uLnTx/>
                <a:uFillTx/>
                <a:latin typeface="Cambria" panose="02040503050406030204" pitchFamily="18" charset="0"/>
                <a:ea typeface="+mn-ea"/>
                <a:cs typeface="Carlito"/>
              </a:rPr>
              <a:t>.</a:t>
            </a:r>
            <a:endParaRPr kumimoji="0" lang="en-GB" sz="2400" b="0" i="0" u="none" strike="noStrike" kern="1200" cap="none" spc="0" normalizeH="0" baseline="0" noProof="0" dirty="0">
              <a:ln>
                <a:noFill/>
              </a:ln>
              <a:solidFill>
                <a:prstClr val="black"/>
              </a:solidFill>
              <a:effectLst/>
              <a:uLnTx/>
              <a:uFillTx/>
              <a:latin typeface="Cambria" panose="02040503050406030204" pitchFamily="18" charset="0"/>
              <a:ea typeface="+mn-ea"/>
              <a:cs typeface="Carlito"/>
            </a:endParaRPr>
          </a:p>
        </p:txBody>
      </p:sp>
    </p:spTree>
    <p:extLst>
      <p:ext uri="{BB962C8B-B14F-4D97-AF65-F5344CB8AC3E}">
        <p14:creationId xmlns:p14="http://schemas.microsoft.com/office/powerpoint/2010/main" val="105280850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12"/>
          <p:cNvSpPr txBox="1">
            <a:spLocks/>
          </p:cNvSpPr>
          <p:nvPr/>
        </p:nvSpPr>
        <p:spPr>
          <a:xfrm>
            <a:off x="66238" y="1828800"/>
            <a:ext cx="4905811" cy="4038600"/>
          </a:xfrm>
          <a:prstGeom prst="rect">
            <a:avLst/>
          </a:prstGeom>
        </p:spPr>
        <p:txBody>
          <a:bodyPr vert="horz" lIns="68580" tIns="34290" rIns="68580" bIns="34290" rtlCol="0">
            <a:no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0" lang="en-US" sz="2400" b="0" i="0" u="none" strike="noStrike" kern="1200" cap="none" spc="-4" normalizeH="0" baseline="0" noProof="0" dirty="0">
                <a:ln>
                  <a:noFill/>
                </a:ln>
                <a:solidFill>
                  <a:prstClr val="black"/>
                </a:solidFill>
                <a:effectLst/>
                <a:uLnTx/>
                <a:uFillTx/>
                <a:latin typeface="Arial"/>
                <a:ea typeface="+mn-ea"/>
                <a:cs typeface="Arial"/>
              </a:rPr>
              <a:t>DevOps is </a:t>
            </a:r>
            <a:r>
              <a:rPr kumimoji="0" lang="en-US" sz="2400" b="0" i="0" u="none" strike="noStrike" kern="1200" cap="none" spc="0" normalizeH="0" baseline="0" noProof="0" dirty="0">
                <a:ln>
                  <a:noFill/>
                </a:ln>
                <a:solidFill>
                  <a:prstClr val="black"/>
                </a:solidFill>
                <a:effectLst/>
                <a:uLnTx/>
                <a:uFillTx/>
                <a:latin typeface="Arial"/>
                <a:ea typeface="+mn-ea"/>
                <a:cs typeface="Arial"/>
              </a:rPr>
              <a:t>a software </a:t>
            </a:r>
            <a:r>
              <a:rPr kumimoji="0" lang="en-US" sz="2400" b="0" i="0" u="none" strike="noStrike" kern="1200" cap="none" spc="-4" normalizeH="0" baseline="0" noProof="0" dirty="0">
                <a:ln>
                  <a:noFill/>
                </a:ln>
                <a:solidFill>
                  <a:prstClr val="black"/>
                </a:solidFill>
                <a:effectLst/>
                <a:uLnTx/>
                <a:uFillTx/>
                <a:latin typeface="Arial"/>
                <a:ea typeface="+mn-ea"/>
                <a:cs typeface="Arial"/>
              </a:rPr>
              <a:t>development </a:t>
            </a:r>
            <a:r>
              <a:rPr kumimoji="0" lang="en-US" sz="2400" b="0" i="0" u="none" strike="noStrike" kern="1200" cap="none" spc="0" normalizeH="0" baseline="0" noProof="0" dirty="0">
                <a:ln>
                  <a:noFill/>
                </a:ln>
                <a:solidFill>
                  <a:prstClr val="black"/>
                </a:solidFill>
                <a:effectLst/>
                <a:uLnTx/>
                <a:uFillTx/>
                <a:latin typeface="Arial"/>
                <a:ea typeface="+mn-ea"/>
                <a:cs typeface="Arial"/>
              </a:rPr>
              <a:t>method that stresses communication, collaboration  </a:t>
            </a:r>
            <a:r>
              <a:rPr kumimoji="0" lang="en-US" sz="2400" b="0" i="0" u="none" strike="noStrike" kern="1200" cap="none" spc="-4" normalizeH="0" baseline="0" noProof="0" dirty="0">
                <a:ln>
                  <a:noFill/>
                </a:ln>
                <a:solidFill>
                  <a:prstClr val="black"/>
                </a:solidFill>
                <a:effectLst/>
                <a:uLnTx/>
                <a:uFillTx/>
                <a:latin typeface="Arial"/>
                <a:ea typeface="+mn-ea"/>
                <a:cs typeface="Arial"/>
              </a:rPr>
              <a:t>and integration between </a:t>
            </a:r>
            <a:r>
              <a:rPr kumimoji="0" lang="en-US" sz="2400" b="0" i="0" u="none" strike="noStrike" kern="1200" cap="none" spc="0" normalizeH="0" baseline="0" noProof="0" dirty="0">
                <a:ln>
                  <a:noFill/>
                </a:ln>
                <a:solidFill>
                  <a:prstClr val="black"/>
                </a:solidFill>
                <a:effectLst/>
                <a:uLnTx/>
                <a:uFillTx/>
                <a:latin typeface="Arial"/>
                <a:ea typeface="+mn-ea"/>
                <a:cs typeface="Arial"/>
              </a:rPr>
              <a:t>software </a:t>
            </a:r>
            <a:r>
              <a:rPr kumimoji="0" lang="en-US" sz="2400" b="0" i="0" u="none" strike="noStrike" kern="1200" cap="none" spc="-4" normalizeH="0" baseline="0" noProof="0" dirty="0">
                <a:ln>
                  <a:noFill/>
                </a:ln>
                <a:solidFill>
                  <a:prstClr val="black"/>
                </a:solidFill>
                <a:effectLst/>
                <a:uLnTx/>
                <a:uFillTx/>
                <a:latin typeface="Arial"/>
                <a:ea typeface="+mn-ea"/>
                <a:cs typeface="Arial"/>
              </a:rPr>
              <a:t>developers and information </a:t>
            </a:r>
            <a:r>
              <a:rPr kumimoji="0" lang="en-US" sz="2800" b="0" i="0" u="none" strike="noStrike" kern="1200" cap="none" spc="0" normalizeH="0" baseline="0" noProof="0" dirty="0">
                <a:ln>
                  <a:noFill/>
                </a:ln>
                <a:solidFill>
                  <a:prstClr val="black"/>
                </a:solidFill>
                <a:effectLst/>
                <a:uLnTx/>
                <a:uFillTx/>
                <a:latin typeface="Arial"/>
                <a:ea typeface="+mn-ea"/>
                <a:cs typeface="Arial"/>
              </a:rPr>
              <a:t>technology</a:t>
            </a:r>
            <a:r>
              <a:rPr kumimoji="0" lang="en-US" sz="2400" b="0" i="0" u="none" strike="noStrike" kern="1200" cap="none" spc="0" normalizeH="0" baseline="0" noProof="0" dirty="0">
                <a:ln>
                  <a:noFill/>
                </a:ln>
                <a:solidFill>
                  <a:prstClr val="black"/>
                </a:solidFill>
                <a:effectLst/>
                <a:uLnTx/>
                <a:uFillTx/>
                <a:latin typeface="Arial"/>
                <a:ea typeface="+mn-ea"/>
                <a:cs typeface="Arial"/>
              </a:rPr>
              <a:t> (IT) </a:t>
            </a:r>
            <a:r>
              <a:rPr kumimoji="0" lang="en-US" sz="2400" b="0" i="0" u="none" strike="noStrike" kern="1200" cap="none" spc="-4" normalizeH="0" baseline="0" noProof="0" dirty="0">
                <a:ln>
                  <a:noFill/>
                </a:ln>
                <a:solidFill>
                  <a:prstClr val="black"/>
                </a:solidFill>
                <a:effectLst/>
                <a:uLnTx/>
                <a:uFillTx/>
                <a:latin typeface="Arial"/>
                <a:ea typeface="+mn-ea"/>
                <a:cs typeface="Arial"/>
              </a:rPr>
              <a:t>operation</a:t>
            </a:r>
            <a:r>
              <a:rPr kumimoji="0" lang="en-US" sz="2400" b="0" i="0" u="none" strike="noStrike" kern="1200" cap="none" spc="-11" normalizeH="0" baseline="0" noProof="0" dirty="0">
                <a:ln>
                  <a:noFill/>
                </a:ln>
                <a:solidFill>
                  <a:prstClr val="black"/>
                </a:solidFill>
                <a:effectLst/>
                <a:uLnTx/>
                <a:uFillTx/>
                <a:latin typeface="Arial"/>
                <a:ea typeface="+mn-ea"/>
                <a:cs typeface="Arial"/>
              </a:rPr>
              <a:t> </a:t>
            </a:r>
            <a:r>
              <a:rPr kumimoji="0" lang="en-US" sz="2400" b="0" i="0" u="none" strike="noStrike" kern="1200" cap="none" spc="-4" normalizeH="0" baseline="0" noProof="0" dirty="0">
                <a:ln>
                  <a:noFill/>
                </a:ln>
                <a:solidFill>
                  <a:prstClr val="black"/>
                </a:solidFill>
                <a:effectLst/>
                <a:uLnTx/>
                <a:uFillTx/>
                <a:latin typeface="Arial"/>
                <a:ea typeface="+mn-ea"/>
                <a:cs typeface="Arial"/>
              </a:rPr>
              <a:t>professionals.</a:t>
            </a:r>
            <a:endParaRPr kumimoji="0" lang="en-US" sz="2400" b="0" i="0" u="none" strike="noStrike" kern="1200" cap="none" spc="0" normalizeH="0" baseline="0" noProof="0" dirty="0">
              <a:ln>
                <a:noFill/>
              </a:ln>
              <a:solidFill>
                <a:prstClr val="black"/>
              </a:solidFill>
              <a:effectLst/>
              <a:uLnTx/>
              <a:uFillTx/>
              <a:latin typeface="Arial"/>
              <a:ea typeface="+mn-ea"/>
              <a:cs typeface="Arial"/>
            </a:endParaRPr>
          </a:p>
        </p:txBody>
      </p:sp>
      <p:pic>
        <p:nvPicPr>
          <p:cNvPr id="20" name="Content Placeholder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0600" y="1356852"/>
            <a:ext cx="4316698" cy="4053348"/>
          </a:xfrm>
          <a:prstGeom prst="rect">
            <a:avLst/>
          </a:prstGeom>
        </p:spPr>
      </p:pic>
      <p:sp>
        <p:nvSpPr>
          <p:cNvPr id="6" name="Title 5"/>
          <p:cNvSpPr>
            <a:spLocks noGrp="1"/>
          </p:cNvSpPr>
          <p:nvPr>
            <p:ph type="title" idx="4294967295"/>
          </p:nvPr>
        </p:nvSpPr>
        <p:spPr/>
        <p:txBody>
          <a:bodyPr/>
          <a:lstStyle/>
          <a:p>
            <a:pPr>
              <a:tabLst>
                <a:tab pos="57626" algn="l"/>
              </a:tabLst>
            </a:pPr>
            <a: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What is DevOps?</a:t>
            </a:r>
          </a:p>
        </p:txBody>
      </p:sp>
      <p:sp>
        <p:nvSpPr>
          <p:cNvPr id="2" name="Date Placeholder 1">
            <a:extLst>
              <a:ext uri="{FF2B5EF4-FFF2-40B4-BE49-F238E27FC236}">
                <a16:creationId xmlns:a16="http://schemas.microsoft.com/office/drawing/2014/main" id="{BDBFD2B1-E1E5-822E-067A-48230C8C812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3" name="Footer Placeholder 2">
            <a:extLst>
              <a:ext uri="{FF2B5EF4-FFF2-40B4-BE49-F238E27FC236}">
                <a16:creationId xmlns:a16="http://schemas.microsoft.com/office/drawing/2014/main" id="{AA1381C7-0D7F-2BB0-B5F7-26302B6187F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4" name="Slide Number Placeholder 3">
            <a:extLst>
              <a:ext uri="{FF2B5EF4-FFF2-40B4-BE49-F238E27FC236}">
                <a16:creationId xmlns:a16="http://schemas.microsoft.com/office/drawing/2014/main" id="{FD2C0C31-F690-6D05-C11E-6A99E8B503D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115</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73775386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sz="3200" dirty="0"/>
              <a:t>Team Lead / Project lead / Scrum Master</a:t>
            </a:r>
          </a:p>
          <a:p>
            <a:r>
              <a:rPr lang="en-US" sz="3200" dirty="0"/>
              <a:t>Team Member</a:t>
            </a:r>
          </a:p>
          <a:p>
            <a:r>
              <a:rPr lang="en-US" sz="3200" dirty="0"/>
              <a:t>Scrum Master</a:t>
            </a:r>
          </a:p>
          <a:p>
            <a:r>
              <a:rPr lang="en-US" sz="3200" dirty="0"/>
              <a:t>Additional Roles </a:t>
            </a:r>
          </a:p>
          <a:p>
            <a:pPr lvl="1"/>
            <a:r>
              <a:rPr lang="en-US" sz="3200" dirty="0"/>
              <a:t>Service owner</a:t>
            </a:r>
          </a:p>
          <a:p>
            <a:pPr lvl="1"/>
            <a:r>
              <a:rPr lang="en-US" sz="3200" dirty="0"/>
              <a:t>Reliability engineer</a:t>
            </a:r>
          </a:p>
          <a:p>
            <a:pPr lvl="1"/>
            <a:r>
              <a:rPr lang="en-US" sz="3200" dirty="0"/>
              <a:t>Gatekeeper</a:t>
            </a:r>
          </a:p>
          <a:p>
            <a:pPr lvl="1"/>
            <a:r>
              <a:rPr lang="en-US" sz="3200" dirty="0"/>
              <a:t>And DevOps engineer</a:t>
            </a:r>
          </a:p>
          <a:p>
            <a:endParaRPr lang="en-US" dirty="0"/>
          </a:p>
        </p:txBody>
      </p:sp>
      <p:sp>
        <p:nvSpPr>
          <p:cNvPr id="2" name="Title 1"/>
          <p:cNvSpPr>
            <a:spLocks noGrp="1"/>
          </p:cNvSpPr>
          <p:nvPr>
            <p:ph type="title" idx="4294967295"/>
          </p:nvPr>
        </p:nvSpPr>
        <p:spPr/>
        <p:txBody>
          <a:bodyPr/>
          <a:lstStyle/>
          <a:p>
            <a:r>
              <a:rPr lang="en-US" dirty="0"/>
              <a:t>Roles In DevOps</a:t>
            </a:r>
          </a:p>
        </p:txBody>
      </p:sp>
      <p:sp>
        <p:nvSpPr>
          <p:cNvPr id="3" name="Date Placeholder 2">
            <a:extLst>
              <a:ext uri="{FF2B5EF4-FFF2-40B4-BE49-F238E27FC236}">
                <a16:creationId xmlns:a16="http://schemas.microsoft.com/office/drawing/2014/main" id="{5A740B65-8A01-396E-41C1-D3F721FA7E1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4" name="Footer Placeholder 3">
            <a:extLst>
              <a:ext uri="{FF2B5EF4-FFF2-40B4-BE49-F238E27FC236}">
                <a16:creationId xmlns:a16="http://schemas.microsoft.com/office/drawing/2014/main" id="{2A7073C3-47E1-A4E8-D22B-D9486E2C798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6" name="Slide Number Placeholder 5">
            <a:extLst>
              <a:ext uri="{FF2B5EF4-FFF2-40B4-BE49-F238E27FC236}">
                <a16:creationId xmlns:a16="http://schemas.microsoft.com/office/drawing/2014/main" id="{D48DD19B-D9E9-D310-28D8-E1B629D646D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116</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62821650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25000" lnSpcReduction="20000"/>
          </a:bodyPr>
          <a:lstStyle/>
          <a:p>
            <a:endParaRPr lang="en-US" sz="4800" dirty="0"/>
          </a:p>
          <a:p>
            <a:r>
              <a:rPr lang="en-US" sz="8000" dirty="0"/>
              <a:t>Small teams</a:t>
            </a:r>
          </a:p>
          <a:p>
            <a:pPr lvl="1"/>
            <a:r>
              <a:rPr lang="en-US" sz="8000" dirty="0"/>
              <a:t>The size of the team should be relatively small</a:t>
            </a:r>
          </a:p>
          <a:p>
            <a:pPr lvl="1"/>
            <a:r>
              <a:rPr lang="en-US" sz="8000" dirty="0"/>
              <a:t>Amazon has a “two pizza rule” (2 pizzas should suffice the team)</a:t>
            </a:r>
          </a:p>
          <a:p>
            <a:r>
              <a:rPr lang="en-US" sz="8000" dirty="0"/>
              <a:t>The advantages of small teams are</a:t>
            </a:r>
          </a:p>
          <a:p>
            <a:pPr lvl="1"/>
            <a:r>
              <a:rPr lang="en-US" sz="8000" dirty="0"/>
              <a:t>Quick decision making, allows speaking up </a:t>
            </a:r>
          </a:p>
          <a:p>
            <a:pPr lvl="1"/>
            <a:r>
              <a:rPr lang="en-US" sz="8000" dirty="0"/>
              <a:t>Team members who are to be motivated, take ownership</a:t>
            </a:r>
          </a:p>
          <a:p>
            <a:r>
              <a:rPr lang="en-US" sz="8000" dirty="0"/>
              <a:t>The disadvantage</a:t>
            </a:r>
          </a:p>
          <a:p>
            <a:pPr lvl="1"/>
            <a:r>
              <a:rPr lang="en-US" sz="8000" dirty="0"/>
              <a:t>Large tasks – May have to be accomplished by a small number of resources</a:t>
            </a:r>
          </a:p>
          <a:p>
            <a:pPr lvl="1"/>
            <a:r>
              <a:rPr lang="en-US" sz="8000" dirty="0"/>
              <a:t>Task has to be broken up into smaller pieces</a:t>
            </a:r>
          </a:p>
          <a:p>
            <a:pPr lvl="1"/>
            <a:r>
              <a:rPr lang="en-US" sz="8000" dirty="0"/>
              <a:t>A small team, by necessity, works on a small amount of code</a:t>
            </a:r>
          </a:p>
          <a:p>
            <a:pPr marL="0" indent="0"/>
            <a:r>
              <a:rPr lang="en-US" sz="8000" dirty="0"/>
              <a:t>- Individuals and Interactions as opposed to Processes &amp; tools</a:t>
            </a:r>
          </a:p>
          <a:p>
            <a:pPr marL="0" indent="0"/>
            <a:r>
              <a:rPr lang="en-US" sz="8000" dirty="0"/>
              <a:t>- Working software as opposed to Documentation</a:t>
            </a:r>
          </a:p>
          <a:p>
            <a:pPr marL="0" indent="0"/>
            <a:r>
              <a:rPr lang="en-US" sz="8000" dirty="0"/>
              <a:t>- Customer collaboration as opposed to Contracts </a:t>
            </a:r>
          </a:p>
          <a:p>
            <a:pPr marL="0" indent="0"/>
            <a:r>
              <a:rPr lang="en-US" sz="8000" dirty="0"/>
              <a:t>- Responding to change as opposed to Extensive planning</a:t>
            </a:r>
          </a:p>
          <a:p>
            <a:endParaRPr lang="en-US" dirty="0"/>
          </a:p>
        </p:txBody>
      </p:sp>
      <p:sp>
        <p:nvSpPr>
          <p:cNvPr id="2" name="Title 1"/>
          <p:cNvSpPr>
            <a:spLocks noGrp="1"/>
          </p:cNvSpPr>
          <p:nvPr>
            <p:ph type="title" idx="4294967295"/>
          </p:nvPr>
        </p:nvSpPr>
        <p:spPr/>
        <p:txBody>
          <a:bodyPr>
            <a:normAutofit/>
          </a:bodyPr>
          <a:lstStyle/>
          <a:p>
            <a:r>
              <a:rPr lang="en-US" dirty="0"/>
              <a:t>Focuses on</a:t>
            </a:r>
          </a:p>
        </p:txBody>
      </p:sp>
      <p:sp>
        <p:nvSpPr>
          <p:cNvPr id="3" name="Date Placeholder 2">
            <a:extLst>
              <a:ext uri="{FF2B5EF4-FFF2-40B4-BE49-F238E27FC236}">
                <a16:creationId xmlns:a16="http://schemas.microsoft.com/office/drawing/2014/main" id="{3E616E41-B115-2A64-7D0F-D491DC983C7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4" name="Footer Placeholder 3">
            <a:extLst>
              <a:ext uri="{FF2B5EF4-FFF2-40B4-BE49-F238E27FC236}">
                <a16:creationId xmlns:a16="http://schemas.microsoft.com/office/drawing/2014/main" id="{FAB78E11-533C-6CC6-79BC-BB3E50324E4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6" name="Slide Number Placeholder 5">
            <a:extLst>
              <a:ext uri="{FF2B5EF4-FFF2-40B4-BE49-F238E27FC236}">
                <a16:creationId xmlns:a16="http://schemas.microsoft.com/office/drawing/2014/main" id="{D88715C1-3B06-27B8-97D6-F5F5C3A740AE}"/>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117</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53728917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p:txBody>
          <a:bodyPr>
            <a:normAutofit fontScale="90000"/>
          </a:bodyPr>
          <a:lstStyle/>
          <a:p>
            <a:b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br>
            <a: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Component vs Feature teams</a:t>
            </a:r>
            <a:endParaRPr lang="en-US" dirty="0"/>
          </a:p>
        </p:txBody>
      </p:sp>
      <p:sp>
        <p:nvSpPr>
          <p:cNvPr id="3" name="Rectangle 2"/>
          <p:cNvSpPr/>
          <p:nvPr/>
        </p:nvSpPr>
        <p:spPr>
          <a:xfrm>
            <a:off x="66238" y="1524000"/>
            <a:ext cx="8925361" cy="5755422"/>
          </a:xfrm>
          <a:prstGeom prst="rect">
            <a:avLst/>
          </a:prstGeom>
        </p:spPr>
        <p:txBody>
          <a:bodyPr wrap="square">
            <a:spAutoFit/>
          </a:bodyPr>
          <a:lstStyle/>
          <a:p>
            <a:pPr marL="228600" marR="0" lvl="0" indent="-171450" algn="l" defTabSz="914400" rtl="0" eaLnBrk="0" fontAlgn="base" latinLnBrk="0" hangingPunct="0">
              <a:lnSpc>
                <a:spcPct val="90000"/>
              </a:lnSpc>
              <a:spcBef>
                <a:spcPts val="0"/>
              </a:spcBef>
              <a:spcAft>
                <a:spcPts val="60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Component</a:t>
            </a:r>
          </a:p>
          <a:p>
            <a:pPr marL="571500" marR="0" lvl="1" indent="-171450" algn="l" defTabSz="914400" rtl="0" eaLnBrk="0" fontAlgn="base" latinLnBrk="0" hangingPunct="0">
              <a:lnSpc>
                <a:spcPct val="90000"/>
              </a:lnSpc>
              <a:spcBef>
                <a:spcPct val="0"/>
              </a:spcBef>
              <a:spcAft>
                <a:spcPts val="60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Time elapsed </a:t>
            </a:r>
          </a:p>
          <a:p>
            <a:pPr marL="571500" marR="0" lvl="1" indent="-171450" algn="l" defTabSz="914400" rtl="0" eaLnBrk="0" fontAlgn="base" latinLnBrk="0" hangingPunct="0">
              <a:lnSpc>
                <a:spcPct val="90000"/>
              </a:lnSpc>
              <a:spcBef>
                <a:spcPct val="0"/>
              </a:spcBef>
              <a:spcAft>
                <a:spcPts val="60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Expertize in UI, M/W and DB – Each acting as a silo </a:t>
            </a:r>
          </a:p>
          <a:p>
            <a:pPr marL="228600" marR="0" lvl="0" indent="-171450" algn="l" defTabSz="914400" rtl="0" eaLnBrk="0" fontAlgn="base" latinLnBrk="0" hangingPunct="0">
              <a:lnSpc>
                <a:spcPct val="90000"/>
              </a:lnSpc>
              <a:spcBef>
                <a:spcPct val="0"/>
              </a:spcBef>
              <a:spcAft>
                <a:spcPts val="60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Feature teams</a:t>
            </a:r>
          </a:p>
          <a:p>
            <a:pPr marL="571500" marR="0" lvl="1" indent="-171450" algn="l" defTabSz="914400" rtl="0" eaLnBrk="0" fontAlgn="base" latinLnBrk="0" hangingPunct="0">
              <a:lnSpc>
                <a:spcPct val="90000"/>
              </a:lnSpc>
              <a:spcBef>
                <a:spcPct val="0"/>
              </a:spcBef>
              <a:spcAft>
                <a:spcPts val="60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Multi faceted individuals who can work in any area of system</a:t>
            </a:r>
          </a:p>
          <a:p>
            <a:pPr marL="571500" marR="0" lvl="1" indent="-171450" algn="l" defTabSz="914400" rtl="0" eaLnBrk="0" fontAlgn="base" latinLnBrk="0" hangingPunct="0">
              <a:lnSpc>
                <a:spcPct val="90000"/>
              </a:lnSpc>
              <a:spcBef>
                <a:spcPct val="0"/>
              </a:spcBef>
              <a:spcAft>
                <a:spcPts val="60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least 1 team member who has specialist knowledge for each layer of system</a:t>
            </a:r>
          </a:p>
          <a:p>
            <a:pPr marL="571500" marR="0" lvl="1" indent="-171450" algn="l" defTabSz="914400" rtl="0" eaLnBrk="0" fontAlgn="base" latinLnBrk="0" hangingPunct="0">
              <a:lnSpc>
                <a:spcPct val="90000"/>
              </a:lnSpc>
              <a:spcBef>
                <a:spcPct val="0"/>
              </a:spcBef>
              <a:spcAft>
                <a:spcPts val="60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Allow teams to work on vertical slices of system </a:t>
            </a:r>
          </a:p>
          <a:p>
            <a:pPr marL="57150" marR="0" lvl="0" indent="0" algn="l" defTabSz="914400" rtl="0" eaLnBrk="0" fontAlgn="base" latinLnBrk="0" hangingPunct="0">
              <a:lnSpc>
                <a:spcPct val="90000"/>
              </a:lnSpc>
              <a:spcBef>
                <a:spcPct val="0"/>
              </a:spcBef>
              <a:spcAft>
                <a:spcPts val="60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Date Placeholder 3">
            <a:extLst>
              <a:ext uri="{FF2B5EF4-FFF2-40B4-BE49-F238E27FC236}">
                <a16:creationId xmlns:a16="http://schemas.microsoft.com/office/drawing/2014/main" id="{644C61B9-EFA4-83C5-2AAE-D601EDF1A0F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5" name="Footer Placeholder 4">
            <a:extLst>
              <a:ext uri="{FF2B5EF4-FFF2-40B4-BE49-F238E27FC236}">
                <a16:creationId xmlns:a16="http://schemas.microsoft.com/office/drawing/2014/main" id="{270687F1-AA8B-3DB5-6BE8-1512B31F923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6" name="Slide Number Placeholder 5">
            <a:extLst>
              <a:ext uri="{FF2B5EF4-FFF2-40B4-BE49-F238E27FC236}">
                <a16:creationId xmlns:a16="http://schemas.microsoft.com/office/drawing/2014/main" id="{3738C1B3-2E8C-AD87-9297-736AD26D85F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118</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41010269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p:txBody>
          <a:bodyPr/>
          <a:lstStyle/>
          <a:p>
            <a:r>
              <a:rPr lang="en-US" sz="3200"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Food for thought</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119</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7" name="Rectangle 6"/>
          <p:cNvSpPr/>
          <p:nvPr/>
        </p:nvSpPr>
        <p:spPr>
          <a:xfrm>
            <a:off x="457200" y="1600200"/>
            <a:ext cx="8229600" cy="4524315"/>
          </a:xfrm>
          <a:prstGeom prst="rect">
            <a:avLst/>
          </a:prstGeom>
        </p:spPr>
        <p:txBody>
          <a:bodyPr wrap="square">
            <a:spAutoFit/>
          </a:bodyPr>
          <a:lstStyle/>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Have your developers spend the weekend with operations, watching a production rollout and learning what they go through.</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Likewise, track how many steps or service tickets it takes for a developer to request a new virtual system.</a:t>
            </a:r>
          </a:p>
        </p:txBody>
      </p:sp>
    </p:spTree>
    <p:extLst>
      <p:ext uri="{BB962C8B-B14F-4D97-AF65-F5344CB8AC3E}">
        <p14:creationId xmlns:p14="http://schemas.microsoft.com/office/powerpoint/2010/main" val="249772256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p:cNvSpPr txBox="1">
            <a:spLocks/>
          </p:cNvSpPr>
          <p:nvPr/>
        </p:nvSpPr>
        <p:spPr>
          <a:xfrm>
            <a:off x="533400" y="228600"/>
            <a:ext cx="4800600" cy="990600"/>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9525" marR="0" lvl="0" indent="0" algn="l" defTabSz="914400" rtl="0" eaLnBrk="1" fontAlgn="base" latinLnBrk="0" hangingPunct="1">
              <a:lnSpc>
                <a:spcPct val="100000"/>
              </a:lnSpc>
              <a:spcBef>
                <a:spcPct val="0"/>
              </a:spcBef>
              <a:spcAft>
                <a:spcPct val="0"/>
              </a:spcAft>
              <a:buClrTx/>
              <a:buSzTx/>
              <a:buFontTx/>
              <a:buNone/>
              <a:tabLst>
                <a:tab pos="57626" algn="l"/>
              </a:tabLst>
              <a:defRPr/>
            </a:pPr>
            <a:r>
              <a:rPr kumimoji="0" lang="en-US" sz="3200" b="1" i="0" u="none" strike="noStrike" kern="1200" cap="none" spc="-150" normalizeH="0" baseline="0" noProof="0" dirty="0">
                <a:ln>
                  <a:noFill/>
                </a:ln>
                <a:solidFill>
                  <a:srgbClr val="610B38"/>
                </a:solidFill>
                <a:effectLst/>
                <a:uLnTx/>
                <a:uFillTx/>
                <a:latin typeface="Helvetica" panose="020B0604020202020204" pitchFamily="34" charset="0"/>
                <a:ea typeface="Times New Roman" panose="02020603050405020304" pitchFamily="18" charset="0"/>
                <a:cs typeface="Times New Roman" panose="02020603050405020304" pitchFamily="18" charset="0"/>
              </a:rPr>
              <a:t>7Cs</a:t>
            </a:r>
            <a:r>
              <a:rPr kumimoji="0" lang="en-US" sz="36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a:ea typeface="+mj-ea"/>
                <a:cs typeface="+mj-cs"/>
              </a:rPr>
              <a:t> </a:t>
            </a:r>
            <a:r>
              <a:rPr kumimoji="0" lang="en-US" sz="3200" b="1" i="0" u="none" strike="noStrike" kern="1200" cap="none" spc="-150" normalizeH="0" baseline="0" noProof="0" dirty="0">
                <a:ln>
                  <a:noFill/>
                </a:ln>
                <a:solidFill>
                  <a:srgbClr val="610B38"/>
                </a:solidFill>
                <a:effectLst/>
                <a:uLnTx/>
                <a:uFillTx/>
                <a:latin typeface="Helvetica" panose="020B0604020202020204" pitchFamily="34" charset="0"/>
                <a:ea typeface="Times New Roman" panose="02020603050405020304" pitchFamily="18" charset="0"/>
                <a:cs typeface="Times New Roman" panose="02020603050405020304" pitchFamily="18" charset="0"/>
              </a:rPr>
              <a:t>of DevOps</a:t>
            </a:r>
          </a:p>
        </p:txBody>
      </p:sp>
      <p:sp>
        <p:nvSpPr>
          <p:cNvPr id="19" name="Content Placeholder 12"/>
          <p:cNvSpPr txBox="1">
            <a:spLocks/>
          </p:cNvSpPr>
          <p:nvPr/>
        </p:nvSpPr>
        <p:spPr>
          <a:xfrm>
            <a:off x="533400" y="1447800"/>
            <a:ext cx="7620000" cy="5029200"/>
          </a:xfrm>
          <a:prstGeom prst="rect">
            <a:avLst/>
          </a:prstGeom>
        </p:spPr>
        <p:txBody>
          <a:bodyPr vert="horz" lIns="68580" tIns="34290" rIns="68580" bIns="34290" rtlCol="0">
            <a:no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ts val="465"/>
              </a:spcBef>
              <a:spcAft>
                <a:spcPct val="0"/>
              </a:spcAft>
              <a:buClrTx/>
              <a:buSzTx/>
              <a:buFont typeface="Arial" panose="020B0604020202020204" pitchFamily="34" charset="0"/>
              <a:buChar char="•"/>
              <a:tabLst>
                <a:tab pos="63818" algn="l"/>
              </a:tabLst>
              <a:defRPr/>
            </a:pPr>
            <a:r>
              <a:rPr kumimoji="0" lang="en-US" sz="4000" b="0" i="0" u="none" strike="noStrike" kern="1200" cap="none" spc="-4" normalizeH="0" baseline="0" noProof="0" dirty="0">
                <a:ln>
                  <a:noFill/>
                </a:ln>
                <a:solidFill>
                  <a:srgbClr val="020000"/>
                </a:solidFill>
                <a:effectLst/>
                <a:uLnTx/>
                <a:uFillTx/>
                <a:latin typeface="Arial"/>
                <a:ea typeface="+mn-ea"/>
                <a:cs typeface="Arial"/>
              </a:rPr>
              <a:t>Communication</a:t>
            </a:r>
            <a:endParaRPr kumimoji="0" lang="en-US" sz="4000" b="0" i="0" u="none" strike="noStrike" kern="1200" cap="none" spc="0" normalizeH="0" baseline="0" noProof="0" dirty="0">
              <a:ln>
                <a:noFill/>
              </a:ln>
              <a:solidFill>
                <a:prstClr val="black"/>
              </a:solidFill>
              <a:effectLst/>
              <a:uLnTx/>
              <a:uFillTx/>
              <a:latin typeface="Arial"/>
              <a:ea typeface="+mn-ea"/>
              <a:cs typeface="Arial"/>
            </a:endParaRPr>
          </a:p>
          <a:p>
            <a:pPr marL="342900" marR="0" lvl="0" indent="-342900" algn="l" defTabSz="914400" rtl="0" eaLnBrk="1" fontAlgn="base" latinLnBrk="0" hangingPunct="1">
              <a:lnSpc>
                <a:spcPct val="100000"/>
              </a:lnSpc>
              <a:spcBef>
                <a:spcPts val="465"/>
              </a:spcBef>
              <a:spcAft>
                <a:spcPct val="0"/>
              </a:spcAft>
              <a:buClrTx/>
              <a:buSzTx/>
              <a:buFont typeface="Arial" panose="020B0604020202020204" pitchFamily="34" charset="0"/>
              <a:buChar char="•"/>
              <a:tabLst>
                <a:tab pos="63818" algn="l"/>
              </a:tabLst>
              <a:defRPr/>
            </a:pPr>
            <a:r>
              <a:rPr kumimoji="0" lang="en-US" sz="4000" b="0" i="0" u="none" strike="noStrike" kern="1200" cap="none" spc="-4" normalizeH="0" baseline="0" noProof="0" dirty="0">
                <a:ln>
                  <a:noFill/>
                </a:ln>
                <a:solidFill>
                  <a:srgbClr val="020000"/>
                </a:solidFill>
                <a:effectLst/>
                <a:uLnTx/>
                <a:uFillTx/>
                <a:latin typeface="Arial"/>
                <a:ea typeface="+mn-ea"/>
                <a:cs typeface="Arial"/>
              </a:rPr>
              <a:t>Collaboration</a:t>
            </a:r>
            <a:endParaRPr kumimoji="0" lang="en-US" sz="4000" b="0" i="0" u="none" strike="noStrike" kern="1200" cap="none" spc="0" normalizeH="0" baseline="0" noProof="0" dirty="0">
              <a:ln>
                <a:noFill/>
              </a:ln>
              <a:solidFill>
                <a:prstClr val="black"/>
              </a:solidFill>
              <a:effectLst/>
              <a:uLnTx/>
              <a:uFillTx/>
              <a:latin typeface="Arial"/>
              <a:ea typeface="+mn-ea"/>
              <a:cs typeface="Arial"/>
            </a:endParaRPr>
          </a:p>
          <a:p>
            <a:pPr marL="342900" marR="0" lvl="0" indent="-342900" algn="l" defTabSz="914400" rtl="0" eaLnBrk="1" fontAlgn="base" latinLnBrk="0" hangingPunct="1">
              <a:lnSpc>
                <a:spcPct val="100000"/>
              </a:lnSpc>
              <a:spcBef>
                <a:spcPts val="465"/>
              </a:spcBef>
              <a:spcAft>
                <a:spcPct val="0"/>
              </a:spcAft>
              <a:buClrTx/>
              <a:buSzTx/>
              <a:buFont typeface="Arial" panose="020B0604020202020204" pitchFamily="34" charset="0"/>
              <a:buChar char="•"/>
              <a:tabLst>
                <a:tab pos="63818" algn="l"/>
              </a:tabLst>
              <a:defRPr/>
            </a:pPr>
            <a:r>
              <a:rPr kumimoji="0" lang="en-US" sz="4000" b="0" i="0" u="none" strike="noStrike" kern="1200" cap="none" spc="-4" normalizeH="0" baseline="0" noProof="0" dirty="0">
                <a:ln>
                  <a:noFill/>
                </a:ln>
                <a:solidFill>
                  <a:srgbClr val="020000"/>
                </a:solidFill>
                <a:effectLst/>
                <a:uLnTx/>
                <a:uFillTx/>
                <a:latin typeface="Arial"/>
                <a:ea typeface="+mn-ea"/>
                <a:cs typeface="Arial"/>
              </a:rPr>
              <a:t>Controlled</a:t>
            </a:r>
            <a:r>
              <a:rPr kumimoji="0" lang="en-US" sz="4000" b="0" i="0" u="none" strike="noStrike" kern="1200" cap="none" spc="-11" normalizeH="0" baseline="0" noProof="0" dirty="0">
                <a:ln>
                  <a:noFill/>
                </a:ln>
                <a:solidFill>
                  <a:srgbClr val="020000"/>
                </a:solidFill>
                <a:effectLst/>
                <a:uLnTx/>
                <a:uFillTx/>
                <a:latin typeface="Arial"/>
                <a:ea typeface="+mn-ea"/>
                <a:cs typeface="Arial"/>
              </a:rPr>
              <a:t> </a:t>
            </a:r>
            <a:r>
              <a:rPr kumimoji="0" lang="en-US" sz="4000" b="0" i="0" u="none" strike="noStrike" kern="1200" cap="none" spc="0" normalizeH="0" baseline="0" noProof="0" dirty="0">
                <a:ln>
                  <a:noFill/>
                </a:ln>
                <a:solidFill>
                  <a:srgbClr val="020000"/>
                </a:solidFill>
                <a:effectLst/>
                <a:uLnTx/>
                <a:uFillTx/>
                <a:latin typeface="Arial"/>
                <a:ea typeface="+mn-ea"/>
                <a:cs typeface="Arial"/>
              </a:rPr>
              <a:t>Process</a:t>
            </a:r>
            <a:endParaRPr kumimoji="0" lang="en-US" sz="4000" b="0" i="0" u="none" strike="noStrike" kern="1200" cap="none" spc="0" normalizeH="0" baseline="0" noProof="0" dirty="0">
              <a:ln>
                <a:noFill/>
              </a:ln>
              <a:solidFill>
                <a:prstClr val="black"/>
              </a:solidFill>
              <a:effectLst/>
              <a:uLnTx/>
              <a:uFillTx/>
              <a:latin typeface="Arial"/>
              <a:ea typeface="+mn-ea"/>
              <a:cs typeface="Arial"/>
            </a:endParaRPr>
          </a:p>
          <a:p>
            <a:pPr marL="342900" marR="0" lvl="0" indent="-342900" algn="l" defTabSz="914400" rtl="0" eaLnBrk="1" fontAlgn="base" latinLnBrk="0" hangingPunct="1">
              <a:lnSpc>
                <a:spcPct val="100000"/>
              </a:lnSpc>
              <a:spcBef>
                <a:spcPts val="465"/>
              </a:spcBef>
              <a:spcAft>
                <a:spcPct val="0"/>
              </a:spcAft>
              <a:buClrTx/>
              <a:buSzTx/>
              <a:buFont typeface="Arial" panose="020B0604020202020204" pitchFamily="34" charset="0"/>
              <a:buChar char="•"/>
              <a:tabLst>
                <a:tab pos="63818" algn="l"/>
              </a:tabLst>
              <a:defRPr/>
            </a:pPr>
            <a:r>
              <a:rPr kumimoji="0" lang="en-US" sz="4000" b="0" i="0" u="none" strike="noStrike" kern="1200" cap="none" spc="-4" normalizeH="0" baseline="0" noProof="0" dirty="0">
                <a:ln>
                  <a:noFill/>
                </a:ln>
                <a:solidFill>
                  <a:srgbClr val="020000"/>
                </a:solidFill>
                <a:effectLst/>
                <a:uLnTx/>
                <a:uFillTx/>
                <a:latin typeface="Arial"/>
                <a:ea typeface="+mn-ea"/>
                <a:cs typeface="Arial"/>
              </a:rPr>
              <a:t>Continuous</a:t>
            </a:r>
            <a:r>
              <a:rPr kumimoji="0" lang="en-US" sz="4000" b="0" i="0" u="none" strike="noStrike" kern="1200" cap="none" spc="-23" normalizeH="0" baseline="0" noProof="0" dirty="0">
                <a:ln>
                  <a:noFill/>
                </a:ln>
                <a:solidFill>
                  <a:srgbClr val="020000"/>
                </a:solidFill>
                <a:effectLst/>
                <a:uLnTx/>
                <a:uFillTx/>
                <a:latin typeface="Arial"/>
                <a:ea typeface="+mn-ea"/>
                <a:cs typeface="Arial"/>
              </a:rPr>
              <a:t> </a:t>
            </a:r>
            <a:r>
              <a:rPr kumimoji="0" lang="en-US" sz="4000" b="0" i="0" u="none" strike="noStrike" kern="1200" cap="none" spc="0" normalizeH="0" baseline="0" noProof="0" dirty="0">
                <a:ln>
                  <a:noFill/>
                </a:ln>
                <a:solidFill>
                  <a:srgbClr val="020000"/>
                </a:solidFill>
                <a:effectLst/>
                <a:uLnTx/>
                <a:uFillTx/>
                <a:latin typeface="Arial"/>
                <a:ea typeface="+mn-ea"/>
                <a:cs typeface="Arial"/>
              </a:rPr>
              <a:t>Integration</a:t>
            </a:r>
            <a:endParaRPr kumimoji="0" lang="en-US" sz="4000" b="0" i="0" u="none" strike="noStrike" kern="1200" cap="none" spc="0" normalizeH="0" baseline="0" noProof="0" dirty="0">
              <a:ln>
                <a:noFill/>
              </a:ln>
              <a:solidFill>
                <a:prstClr val="black"/>
              </a:solidFill>
              <a:effectLst/>
              <a:uLnTx/>
              <a:uFillTx/>
              <a:latin typeface="Arial"/>
              <a:ea typeface="+mn-ea"/>
              <a:cs typeface="Arial"/>
            </a:endParaRPr>
          </a:p>
          <a:p>
            <a:pPr marL="342900" marR="0" lvl="0" indent="-342900" algn="l" defTabSz="914400" rtl="0" eaLnBrk="1" fontAlgn="base" latinLnBrk="0" hangingPunct="1">
              <a:lnSpc>
                <a:spcPct val="100000"/>
              </a:lnSpc>
              <a:spcBef>
                <a:spcPts val="465"/>
              </a:spcBef>
              <a:spcAft>
                <a:spcPct val="0"/>
              </a:spcAft>
              <a:buClrTx/>
              <a:buSzTx/>
              <a:buFont typeface="Arial" panose="020B0604020202020204" pitchFamily="34" charset="0"/>
              <a:buChar char="•"/>
              <a:tabLst>
                <a:tab pos="63818" algn="l"/>
              </a:tabLst>
              <a:defRPr/>
            </a:pPr>
            <a:r>
              <a:rPr kumimoji="0" lang="en-US" sz="4000" b="0" i="0" u="none" strike="noStrike" kern="1200" cap="none" spc="-4" normalizeH="0" baseline="0" noProof="0" dirty="0">
                <a:ln>
                  <a:noFill/>
                </a:ln>
                <a:solidFill>
                  <a:srgbClr val="020000"/>
                </a:solidFill>
                <a:effectLst/>
                <a:uLnTx/>
                <a:uFillTx/>
                <a:latin typeface="Arial"/>
                <a:ea typeface="+mn-ea"/>
                <a:cs typeface="Arial"/>
              </a:rPr>
              <a:t>Continuous</a:t>
            </a:r>
            <a:r>
              <a:rPr kumimoji="0" lang="en-US" sz="4000" b="0" i="0" u="none" strike="noStrike" kern="1200" cap="none" spc="-45" normalizeH="0" baseline="0" noProof="0" dirty="0">
                <a:ln>
                  <a:noFill/>
                </a:ln>
                <a:solidFill>
                  <a:srgbClr val="020000"/>
                </a:solidFill>
                <a:effectLst/>
                <a:uLnTx/>
                <a:uFillTx/>
                <a:latin typeface="Arial"/>
                <a:ea typeface="+mn-ea"/>
                <a:cs typeface="Arial"/>
              </a:rPr>
              <a:t> </a:t>
            </a:r>
            <a:r>
              <a:rPr kumimoji="0" lang="en-US" sz="4000" b="0" i="0" u="none" strike="noStrike" kern="1200" cap="none" spc="-4" normalizeH="0" baseline="0" noProof="0" dirty="0">
                <a:ln>
                  <a:noFill/>
                </a:ln>
                <a:solidFill>
                  <a:srgbClr val="020000"/>
                </a:solidFill>
                <a:effectLst/>
                <a:uLnTx/>
                <a:uFillTx/>
                <a:latin typeface="Arial"/>
                <a:ea typeface="+mn-ea"/>
                <a:cs typeface="Arial"/>
              </a:rPr>
              <a:t>Deployment</a:t>
            </a:r>
            <a:endParaRPr kumimoji="0" lang="en-US" sz="4000" b="0" i="0" u="none" strike="noStrike" kern="1200" cap="none" spc="0" normalizeH="0" baseline="0" noProof="0" dirty="0">
              <a:ln>
                <a:noFill/>
              </a:ln>
              <a:solidFill>
                <a:prstClr val="black"/>
              </a:solidFill>
              <a:effectLst/>
              <a:uLnTx/>
              <a:uFillTx/>
              <a:latin typeface="Arial"/>
              <a:ea typeface="+mn-ea"/>
              <a:cs typeface="Arial"/>
            </a:endParaRPr>
          </a:p>
          <a:p>
            <a:pPr marL="342900" marR="0" lvl="0" indent="-342900" algn="l" defTabSz="914400" rtl="0" eaLnBrk="1" fontAlgn="base" latinLnBrk="0" hangingPunct="1">
              <a:lnSpc>
                <a:spcPct val="100000"/>
              </a:lnSpc>
              <a:spcBef>
                <a:spcPts val="465"/>
              </a:spcBef>
              <a:spcAft>
                <a:spcPct val="0"/>
              </a:spcAft>
              <a:buClrTx/>
              <a:buSzTx/>
              <a:buFont typeface="Arial" panose="020B0604020202020204" pitchFamily="34" charset="0"/>
              <a:buChar char="•"/>
              <a:tabLst>
                <a:tab pos="63818" algn="l"/>
              </a:tabLst>
              <a:defRPr/>
            </a:pPr>
            <a:r>
              <a:rPr kumimoji="0" lang="en-US" sz="4000" b="0" i="0" u="none" strike="noStrike" kern="1200" cap="none" spc="-4" normalizeH="0" baseline="0" noProof="0" dirty="0">
                <a:ln>
                  <a:noFill/>
                </a:ln>
                <a:solidFill>
                  <a:srgbClr val="020000"/>
                </a:solidFill>
                <a:effectLst/>
                <a:uLnTx/>
                <a:uFillTx/>
                <a:latin typeface="Arial"/>
                <a:ea typeface="+mn-ea"/>
                <a:cs typeface="Arial"/>
              </a:rPr>
              <a:t>Continuous</a:t>
            </a:r>
            <a:r>
              <a:rPr kumimoji="0" lang="en-US" sz="4000" b="0" i="0" u="none" strike="noStrike" kern="1200" cap="none" spc="-15" normalizeH="0" baseline="0" noProof="0" dirty="0">
                <a:ln>
                  <a:noFill/>
                </a:ln>
                <a:solidFill>
                  <a:srgbClr val="020000"/>
                </a:solidFill>
                <a:effectLst/>
                <a:uLnTx/>
                <a:uFillTx/>
                <a:latin typeface="Arial"/>
                <a:ea typeface="+mn-ea"/>
                <a:cs typeface="Arial"/>
              </a:rPr>
              <a:t> </a:t>
            </a:r>
            <a:r>
              <a:rPr kumimoji="0" lang="en-US" sz="4000" b="0" i="0" u="none" strike="noStrike" kern="1200" cap="none" spc="0" normalizeH="0" baseline="0" noProof="0" dirty="0">
                <a:ln>
                  <a:noFill/>
                </a:ln>
                <a:solidFill>
                  <a:srgbClr val="020000"/>
                </a:solidFill>
                <a:effectLst/>
                <a:uLnTx/>
                <a:uFillTx/>
                <a:latin typeface="Arial"/>
                <a:ea typeface="+mn-ea"/>
                <a:cs typeface="Arial"/>
              </a:rPr>
              <a:t>Testing</a:t>
            </a:r>
            <a:endParaRPr kumimoji="0" lang="en-US" sz="4000" b="0" i="0" u="none" strike="noStrike" kern="1200" cap="none" spc="0" normalizeH="0" baseline="0" noProof="0" dirty="0">
              <a:ln>
                <a:noFill/>
              </a:ln>
              <a:solidFill>
                <a:prstClr val="black"/>
              </a:solidFill>
              <a:effectLst/>
              <a:uLnTx/>
              <a:uFillTx/>
              <a:latin typeface="Arial"/>
              <a:ea typeface="+mn-ea"/>
              <a:cs typeface="Arial"/>
            </a:endParaRPr>
          </a:p>
          <a:p>
            <a:pPr marL="342900" marR="0" lvl="0" indent="-342900" algn="l" defTabSz="914400" rtl="0" eaLnBrk="1" fontAlgn="base" latinLnBrk="0" hangingPunct="1">
              <a:lnSpc>
                <a:spcPct val="100000"/>
              </a:lnSpc>
              <a:spcBef>
                <a:spcPts val="465"/>
              </a:spcBef>
              <a:spcAft>
                <a:spcPct val="0"/>
              </a:spcAft>
              <a:buClrTx/>
              <a:buSzTx/>
              <a:buFont typeface="Arial" panose="020B0604020202020204" pitchFamily="34" charset="0"/>
              <a:buChar char="•"/>
              <a:tabLst>
                <a:tab pos="63818" algn="l"/>
              </a:tabLst>
              <a:defRPr/>
            </a:pPr>
            <a:r>
              <a:rPr kumimoji="0" lang="en-US" sz="4000" b="0" i="0" u="none" strike="noStrike" kern="1200" cap="none" spc="-4" normalizeH="0" baseline="0" noProof="0" dirty="0">
                <a:ln>
                  <a:noFill/>
                </a:ln>
                <a:solidFill>
                  <a:srgbClr val="020000"/>
                </a:solidFill>
                <a:effectLst/>
                <a:uLnTx/>
                <a:uFillTx/>
                <a:latin typeface="Arial"/>
                <a:ea typeface="+mn-ea"/>
                <a:cs typeface="Arial"/>
              </a:rPr>
              <a:t>Continuous</a:t>
            </a:r>
            <a:r>
              <a:rPr kumimoji="0" lang="en-US" sz="4000" b="0" i="0" u="none" strike="noStrike" kern="1200" cap="none" spc="-23" normalizeH="0" baseline="0" noProof="0" dirty="0">
                <a:ln>
                  <a:noFill/>
                </a:ln>
                <a:solidFill>
                  <a:srgbClr val="020000"/>
                </a:solidFill>
                <a:effectLst/>
                <a:uLnTx/>
                <a:uFillTx/>
                <a:latin typeface="Arial"/>
                <a:ea typeface="+mn-ea"/>
                <a:cs typeface="Arial"/>
              </a:rPr>
              <a:t> </a:t>
            </a:r>
            <a:r>
              <a:rPr kumimoji="0" lang="en-US" sz="4000" b="0" i="0" u="none" strike="noStrike" kern="1200" cap="none" spc="0" normalizeH="0" baseline="0" noProof="0" dirty="0">
                <a:ln>
                  <a:noFill/>
                </a:ln>
                <a:solidFill>
                  <a:srgbClr val="020000"/>
                </a:solidFill>
                <a:effectLst/>
                <a:uLnTx/>
                <a:uFillTx/>
                <a:latin typeface="Arial"/>
                <a:ea typeface="+mn-ea"/>
                <a:cs typeface="Arial"/>
              </a:rPr>
              <a:t>Monitoring</a:t>
            </a:r>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Date Placeholder 1">
            <a:extLst>
              <a:ext uri="{FF2B5EF4-FFF2-40B4-BE49-F238E27FC236}">
                <a16:creationId xmlns:a16="http://schemas.microsoft.com/office/drawing/2014/main" id="{B8FC9731-2527-9EF8-D2C0-44BA8505B8D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3" name="Footer Placeholder 2">
            <a:extLst>
              <a:ext uri="{FF2B5EF4-FFF2-40B4-BE49-F238E27FC236}">
                <a16:creationId xmlns:a16="http://schemas.microsoft.com/office/drawing/2014/main" id="{E11AE02F-D811-0512-F34C-8D49CF5A44E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4" name="Slide Number Placeholder 3">
            <a:extLst>
              <a:ext uri="{FF2B5EF4-FFF2-40B4-BE49-F238E27FC236}">
                <a16:creationId xmlns:a16="http://schemas.microsoft.com/office/drawing/2014/main" id="{7B25B7B8-67EF-210D-E467-BC16BCF70AE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120</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3116413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p:txBody>
          <a:bodyPr>
            <a:normAutofit fontScale="90000"/>
          </a:bodyPr>
          <a:lstStyle/>
          <a:p>
            <a:b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br>
            <a: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People Dimension</a:t>
            </a:r>
            <a:endParaRPr lang="en-US" dirty="0"/>
          </a:p>
        </p:txBody>
      </p:sp>
      <p:sp>
        <p:nvSpPr>
          <p:cNvPr id="3" name="Rectangle 2"/>
          <p:cNvSpPr/>
          <p:nvPr/>
        </p:nvSpPr>
        <p:spPr>
          <a:xfrm>
            <a:off x="66238" y="1447801"/>
            <a:ext cx="8925361" cy="5176802"/>
          </a:xfrm>
          <a:prstGeom prst="rect">
            <a:avLst/>
          </a:prstGeom>
        </p:spPr>
        <p:txBody>
          <a:bodyPr wrap="square">
            <a:spAutoFit/>
          </a:bodyPr>
          <a:lstStyle/>
          <a:p>
            <a:pPr marL="400050" marR="0" lvl="0" indent="-342900" algn="l" defTabSz="914400" rtl="0" eaLnBrk="0" fontAlgn="base" latinLnBrk="0" hangingPunct="0">
              <a:lnSpc>
                <a:spcPct val="90000"/>
              </a:lnSpc>
              <a:spcBef>
                <a:spcPts val="0"/>
              </a:spcBef>
              <a:spcAft>
                <a:spcPts val="6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Regular 1 o 1 </a:t>
            </a:r>
          </a:p>
          <a:p>
            <a:pPr marL="400050" marR="0" lvl="0" indent="-342900" algn="l" defTabSz="914400" rtl="0" eaLnBrk="0" fontAlgn="base" latinLnBrk="0" hangingPunct="0">
              <a:lnSpc>
                <a:spcPct val="90000"/>
              </a:lnSpc>
              <a:spcBef>
                <a:spcPts val="0"/>
              </a:spcBef>
              <a:spcAft>
                <a:spcPts val="6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Feedback</a:t>
            </a:r>
          </a:p>
          <a:p>
            <a:pPr marL="400050" marR="0" lvl="0" indent="-342900" algn="l" defTabSz="914400" rtl="0" eaLnBrk="0" fontAlgn="base" latinLnBrk="0" hangingPunct="0">
              <a:lnSpc>
                <a:spcPct val="90000"/>
              </a:lnSpc>
              <a:spcBef>
                <a:spcPts val="0"/>
              </a:spcBef>
              <a:spcAft>
                <a:spcPts val="6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Blameless culture!!</a:t>
            </a:r>
          </a:p>
          <a:p>
            <a:pPr marL="400050" marR="0" lvl="0" indent="-342900" algn="l" defTabSz="914400" rtl="0" eaLnBrk="0" fontAlgn="base" latinLnBrk="0" hangingPunct="0">
              <a:lnSpc>
                <a:spcPct val="90000"/>
              </a:lnSpc>
              <a:spcBef>
                <a:spcPts val="0"/>
              </a:spcBef>
              <a:spcAft>
                <a:spcPts val="6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Can you measure org culture?</a:t>
            </a:r>
          </a:p>
          <a:p>
            <a:pPr marL="400050" marR="0" lvl="0" indent="-342900" algn="l" defTabSz="914400" rtl="0" eaLnBrk="0" fontAlgn="base" latinLnBrk="0" hangingPunct="0">
              <a:lnSpc>
                <a:spcPct val="90000"/>
              </a:lnSpc>
              <a:spcBef>
                <a:spcPts val="0"/>
              </a:spcBef>
              <a:spcAft>
                <a:spcPts val="6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Tools </a:t>
            </a:r>
          </a:p>
          <a:p>
            <a:pPr marL="742950" marR="0" lvl="1" indent="-342900" algn="l" defTabSz="914400" rtl="0" eaLnBrk="0" fontAlgn="base" latinLnBrk="0" hangingPunct="0">
              <a:lnSpc>
                <a:spcPct val="90000"/>
              </a:lnSpc>
              <a:spcBef>
                <a:spcPct val="0"/>
              </a:spcBef>
              <a:spcAft>
                <a:spcPts val="6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Local Dev Environment</a:t>
            </a:r>
          </a:p>
          <a:p>
            <a:pPr marL="742950" marR="0" lvl="1" indent="-342900" algn="l" defTabSz="914400" rtl="0" eaLnBrk="0" fontAlgn="base" latinLnBrk="0" hangingPunct="0">
              <a:lnSpc>
                <a:spcPct val="90000"/>
              </a:lnSpc>
              <a:spcBef>
                <a:spcPct val="0"/>
              </a:spcBef>
              <a:spcAft>
                <a:spcPts val="6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Version Control</a:t>
            </a:r>
          </a:p>
          <a:p>
            <a:pPr marL="742950" marR="0" lvl="1" indent="-342900" algn="l" defTabSz="914400" rtl="0" eaLnBrk="0" fontAlgn="base" latinLnBrk="0" hangingPunct="0">
              <a:lnSpc>
                <a:spcPct val="90000"/>
              </a:lnSpc>
              <a:spcBef>
                <a:spcPct val="0"/>
              </a:spcBef>
              <a:spcAft>
                <a:spcPts val="6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Artifact management</a:t>
            </a:r>
          </a:p>
          <a:p>
            <a:pPr marL="742950" marR="0" lvl="1" indent="-342900" algn="l" defTabSz="914400" rtl="0" eaLnBrk="0" fontAlgn="base" latinLnBrk="0" hangingPunct="0">
              <a:lnSpc>
                <a:spcPct val="90000"/>
              </a:lnSpc>
              <a:spcBef>
                <a:spcPct val="0"/>
              </a:spcBef>
              <a:spcAft>
                <a:spcPts val="6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Automation tools – Server installation, Configuration management</a:t>
            </a:r>
          </a:p>
          <a:p>
            <a:pPr marL="742950" marR="0" lvl="1" indent="-342900" algn="l" defTabSz="914400" rtl="0" eaLnBrk="0" fontAlgn="base" latinLnBrk="0" hangingPunct="0">
              <a:lnSpc>
                <a:spcPct val="90000"/>
              </a:lnSpc>
              <a:spcBef>
                <a:spcPct val="0"/>
              </a:spcBef>
              <a:spcAft>
                <a:spcPts val="6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System provisioning </a:t>
            </a:r>
          </a:p>
          <a:p>
            <a:pPr marL="742950" marR="0" lvl="1" indent="-342900" algn="l" defTabSz="914400" rtl="0" eaLnBrk="0" fontAlgn="base" latinLnBrk="0" hangingPunct="0">
              <a:lnSpc>
                <a:spcPct val="90000"/>
              </a:lnSpc>
              <a:spcBef>
                <a:spcPct val="0"/>
              </a:spcBef>
              <a:spcAft>
                <a:spcPts val="6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Test &amp; build automation</a:t>
            </a:r>
          </a:p>
          <a:p>
            <a:pPr marL="57150" marR="0" lvl="0" indent="0" algn="l" defTabSz="914400" rtl="0" eaLnBrk="0" fontAlgn="base" latinLnBrk="0" hangingPunct="0">
              <a:lnSpc>
                <a:spcPct val="90000"/>
              </a:lnSpc>
              <a:spcBef>
                <a:spcPct val="0"/>
              </a:spcBef>
              <a:spcAft>
                <a:spcPts val="60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Date Placeholder 3">
            <a:extLst>
              <a:ext uri="{FF2B5EF4-FFF2-40B4-BE49-F238E27FC236}">
                <a16:creationId xmlns:a16="http://schemas.microsoft.com/office/drawing/2014/main" id="{A14A23EC-3C5A-78DC-49E5-0A361565BCD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5" name="Footer Placeholder 4">
            <a:extLst>
              <a:ext uri="{FF2B5EF4-FFF2-40B4-BE49-F238E27FC236}">
                <a16:creationId xmlns:a16="http://schemas.microsoft.com/office/drawing/2014/main" id="{8B4CDA1D-6B17-C44D-A407-04F1F2652BF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6" name="Slide Number Placeholder 5">
            <a:extLst>
              <a:ext uri="{FF2B5EF4-FFF2-40B4-BE49-F238E27FC236}">
                <a16:creationId xmlns:a16="http://schemas.microsoft.com/office/drawing/2014/main" id="{3FDDD0F9-97A6-4B7D-7969-120532E0800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121</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86723817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p:txBody>
          <a:bodyPr>
            <a:normAutofit/>
          </a:bodyPr>
          <a:lstStyle/>
          <a:p>
            <a: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DevOps Features</a:t>
            </a:r>
          </a:p>
        </p:txBody>
      </p:sp>
      <p:pic>
        <p:nvPicPr>
          <p:cNvPr id="3" name="Picture 2" descr="DevOps Tutorial 4"/>
          <p:cNvPicPr/>
          <p:nvPr/>
        </p:nvPicPr>
        <p:blipFill>
          <a:blip r:embed="rId3">
            <a:extLst>
              <a:ext uri="{28A0092B-C50C-407E-A947-70E740481C1C}">
                <a14:useLocalDpi xmlns:a14="http://schemas.microsoft.com/office/drawing/2010/main" val="0"/>
              </a:ext>
            </a:extLst>
          </a:blip>
          <a:srcRect/>
          <a:stretch>
            <a:fillRect/>
          </a:stretch>
        </p:blipFill>
        <p:spPr bwMode="auto">
          <a:xfrm>
            <a:off x="1585913" y="1471613"/>
            <a:ext cx="5357813" cy="4429124"/>
          </a:xfrm>
          <a:prstGeom prst="rect">
            <a:avLst/>
          </a:prstGeom>
          <a:noFill/>
          <a:ln>
            <a:noFill/>
          </a:ln>
        </p:spPr>
      </p:pic>
      <p:sp>
        <p:nvSpPr>
          <p:cNvPr id="4" name="Date Placeholder 3">
            <a:extLst>
              <a:ext uri="{FF2B5EF4-FFF2-40B4-BE49-F238E27FC236}">
                <a16:creationId xmlns:a16="http://schemas.microsoft.com/office/drawing/2014/main" id="{11AE75C0-807E-1625-8214-1C2DACB53D4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5" name="Footer Placeholder 4">
            <a:extLst>
              <a:ext uri="{FF2B5EF4-FFF2-40B4-BE49-F238E27FC236}">
                <a16:creationId xmlns:a16="http://schemas.microsoft.com/office/drawing/2014/main" id="{9787365F-7BFE-D876-DD4A-A89F90C0A5E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6" name="Slide Number Placeholder 5">
            <a:extLst>
              <a:ext uri="{FF2B5EF4-FFF2-40B4-BE49-F238E27FC236}">
                <a16:creationId xmlns:a16="http://schemas.microsoft.com/office/drawing/2014/main" id="{E00B7FA8-13EC-D2F6-85B1-486CBA2A807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122</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5206669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p:txBody>
          <a:bodyPr>
            <a:normAutofit/>
          </a:bodyPr>
          <a:lstStyle/>
          <a:p>
            <a: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DevOps Phases</a:t>
            </a:r>
          </a:p>
        </p:txBody>
      </p:sp>
      <p:pic>
        <p:nvPicPr>
          <p:cNvPr id="4100" name="Picture 4" descr="The DevOps lifecycle: A quick and easy walkthrough | Nula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905000"/>
            <a:ext cx="7439025" cy="3714751"/>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16196F79-2D6E-4619-E810-7E59DD45086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4" name="Footer Placeholder 3">
            <a:extLst>
              <a:ext uri="{FF2B5EF4-FFF2-40B4-BE49-F238E27FC236}">
                <a16:creationId xmlns:a16="http://schemas.microsoft.com/office/drawing/2014/main" id="{F5A6DC83-8AD8-0630-C2B3-565E538F8E1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5" name="Slide Number Placeholder 4">
            <a:extLst>
              <a:ext uri="{FF2B5EF4-FFF2-40B4-BE49-F238E27FC236}">
                <a16:creationId xmlns:a16="http://schemas.microsoft.com/office/drawing/2014/main" id="{0708C09F-FB59-CCEF-D365-C310B07D22C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123</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62695469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p:txBody>
          <a:bodyPr/>
          <a:lstStyle/>
          <a:p>
            <a: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DevOps Lifecycle Components</a:t>
            </a:r>
          </a:p>
        </p:txBody>
      </p:sp>
      <p:pic>
        <p:nvPicPr>
          <p:cNvPr id="3" name="Picture 2" descr="DevOps Architecture"/>
          <p:cNvPicPr/>
          <p:nvPr/>
        </p:nvPicPr>
        <p:blipFill>
          <a:blip r:embed="rId3">
            <a:extLst>
              <a:ext uri="{28A0092B-C50C-407E-A947-70E740481C1C}">
                <a14:useLocalDpi xmlns:a14="http://schemas.microsoft.com/office/drawing/2010/main" val="0"/>
              </a:ext>
            </a:extLst>
          </a:blip>
          <a:srcRect/>
          <a:stretch>
            <a:fillRect/>
          </a:stretch>
        </p:blipFill>
        <p:spPr bwMode="auto">
          <a:xfrm>
            <a:off x="304800" y="1600200"/>
            <a:ext cx="8610599" cy="4495800"/>
          </a:xfrm>
          <a:prstGeom prst="rect">
            <a:avLst/>
          </a:prstGeom>
          <a:noFill/>
          <a:ln>
            <a:noFill/>
          </a:ln>
        </p:spPr>
      </p:pic>
      <p:sp>
        <p:nvSpPr>
          <p:cNvPr id="4" name="Date Placeholder 3">
            <a:extLst>
              <a:ext uri="{FF2B5EF4-FFF2-40B4-BE49-F238E27FC236}">
                <a16:creationId xmlns:a16="http://schemas.microsoft.com/office/drawing/2014/main" id="{7828CBF2-F9FD-5ED6-4840-EC01EBBB359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5" name="Footer Placeholder 4">
            <a:extLst>
              <a:ext uri="{FF2B5EF4-FFF2-40B4-BE49-F238E27FC236}">
                <a16:creationId xmlns:a16="http://schemas.microsoft.com/office/drawing/2014/main" id="{C8F0EED9-2221-FFF3-D30E-5E641AA1ECD5}"/>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6" name="Slide Number Placeholder 5">
            <a:extLst>
              <a:ext uri="{FF2B5EF4-FFF2-40B4-BE49-F238E27FC236}">
                <a16:creationId xmlns:a16="http://schemas.microsoft.com/office/drawing/2014/main" id="{026169DC-B030-DD80-AE50-8AEC54E335E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124</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21304335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Plan </a:t>
            </a:r>
          </a:p>
          <a:p>
            <a:pPr lvl="1"/>
            <a:r>
              <a:rPr lang="en-US" dirty="0"/>
              <a:t>DevOps use Agile methodology to plan the development  With the operations and development team in sync, it helps in organizing the work to plan accordingly to increase productivity</a:t>
            </a:r>
          </a:p>
          <a:p>
            <a:r>
              <a:rPr lang="en-US" dirty="0"/>
              <a:t>Build</a:t>
            </a:r>
          </a:p>
          <a:p>
            <a:pPr lvl="1"/>
            <a:r>
              <a:rPr lang="en-US" dirty="0"/>
              <a:t>DevOps, the usage of cloud, sharing of resources comes into the picture, and the build is dependent upon the user's need, which is a mechanism to control the usage of resources or capacity.</a:t>
            </a:r>
          </a:p>
          <a:p>
            <a:r>
              <a:rPr lang="en-US" dirty="0"/>
              <a:t>Code</a:t>
            </a:r>
          </a:p>
          <a:p>
            <a:pPr lvl="1"/>
            <a:r>
              <a:rPr lang="en-US" dirty="0"/>
              <a:t>Many good practices such as </a:t>
            </a:r>
            <a:r>
              <a:rPr lang="en-US" dirty="0" err="1"/>
              <a:t>Git</a:t>
            </a:r>
            <a:r>
              <a:rPr lang="en-US" dirty="0"/>
              <a:t> enables the code to be used, which ensures writing the code for business, helps to track changes, getting notified about the reason behind the difference in the actual and the expected output, and if necessary reverting to the original code developed. The code can be appropriately arranged in </a:t>
            </a:r>
            <a:r>
              <a:rPr lang="en-US" b="1" dirty="0"/>
              <a:t>files, folders</a:t>
            </a:r>
            <a:r>
              <a:rPr lang="en-US" dirty="0"/>
              <a:t>, etc. And they can be reused</a:t>
            </a:r>
          </a:p>
          <a:p>
            <a:pPr lvl="1"/>
            <a:endParaRPr lang="en-US" dirty="0"/>
          </a:p>
        </p:txBody>
      </p:sp>
      <p:sp>
        <p:nvSpPr>
          <p:cNvPr id="2" name="Title 1"/>
          <p:cNvSpPr>
            <a:spLocks noGrp="1"/>
          </p:cNvSpPr>
          <p:nvPr>
            <p:ph type="title" idx="4294967295"/>
          </p:nvPr>
        </p:nvSpPr>
        <p:spPr/>
        <p:txBody>
          <a:bodyPr/>
          <a:lstStyle/>
          <a:p>
            <a: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DevOps Components</a:t>
            </a:r>
          </a:p>
        </p:txBody>
      </p:sp>
      <p:sp>
        <p:nvSpPr>
          <p:cNvPr id="4" name="Date Placeholder 3">
            <a:extLst>
              <a:ext uri="{FF2B5EF4-FFF2-40B4-BE49-F238E27FC236}">
                <a16:creationId xmlns:a16="http://schemas.microsoft.com/office/drawing/2014/main" id="{E65179E9-9E57-5275-3454-E6606F2F322B}"/>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5" name="Footer Placeholder 4">
            <a:extLst>
              <a:ext uri="{FF2B5EF4-FFF2-40B4-BE49-F238E27FC236}">
                <a16:creationId xmlns:a16="http://schemas.microsoft.com/office/drawing/2014/main" id="{F76448CC-9245-7802-0BBB-279755D2D1A5}"/>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6" name="Slide Number Placeholder 5">
            <a:extLst>
              <a:ext uri="{FF2B5EF4-FFF2-40B4-BE49-F238E27FC236}">
                <a16:creationId xmlns:a16="http://schemas.microsoft.com/office/drawing/2014/main" id="{5E0ED5BE-657C-0CEE-FF20-2445161BFD4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125</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80156130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8600" y="417195"/>
            <a:ext cx="7886700" cy="771525"/>
          </a:xfrm>
        </p:spPr>
        <p:txBody>
          <a:bodyPr>
            <a:normAutofit/>
          </a:bodyPr>
          <a:lstStyle/>
          <a:p>
            <a:r>
              <a:rPr lang="en-US" sz="3600"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DevOps Components</a:t>
            </a:r>
          </a:p>
        </p:txBody>
      </p:sp>
      <p:sp>
        <p:nvSpPr>
          <p:cNvPr id="3" name="Content Placeholder 2"/>
          <p:cNvSpPr>
            <a:spLocks noGrp="1"/>
          </p:cNvSpPr>
          <p:nvPr>
            <p:ph idx="4294967295"/>
          </p:nvPr>
        </p:nvSpPr>
        <p:spPr>
          <a:xfrm>
            <a:off x="0" y="1219200"/>
            <a:ext cx="9144000" cy="5257799"/>
          </a:xfrm>
        </p:spPr>
        <p:txBody>
          <a:bodyPr>
            <a:noAutofit/>
          </a:bodyPr>
          <a:lstStyle/>
          <a:p>
            <a:r>
              <a:rPr lang="en-US" sz="2400" dirty="0"/>
              <a:t>Test</a:t>
            </a:r>
          </a:p>
          <a:p>
            <a:pPr lvl="1"/>
            <a:r>
              <a:rPr lang="en-US" sz="2400" dirty="0"/>
              <a:t>The testing can be automated, which decreases the time for testing so that the time to deploy the code to production can be reduced as automating the running of the scripts will remove many manual steps. </a:t>
            </a:r>
          </a:p>
          <a:p>
            <a:r>
              <a:rPr lang="en-US" sz="2400" dirty="0"/>
              <a:t>Monitor</a:t>
            </a:r>
          </a:p>
          <a:p>
            <a:pPr lvl="1"/>
            <a:r>
              <a:rPr lang="en-US" sz="2400" dirty="0"/>
              <a:t>Continuous monitoring is used to identify any risk of failure. Also, it helps in tracking the system accurately so that the health of the application can be checked. The monitoring becomes more comfortable with services where the log data may get monitored through many third-party tools such as </a:t>
            </a:r>
            <a:r>
              <a:rPr lang="en-US" sz="2400" dirty="0" err="1"/>
              <a:t>Splunk</a:t>
            </a:r>
            <a:r>
              <a:rPr lang="en-US" sz="2400" dirty="0"/>
              <a:t>.</a:t>
            </a:r>
          </a:p>
        </p:txBody>
      </p:sp>
      <p:sp>
        <p:nvSpPr>
          <p:cNvPr id="4" name="Date Placeholder 3">
            <a:extLst>
              <a:ext uri="{FF2B5EF4-FFF2-40B4-BE49-F238E27FC236}">
                <a16:creationId xmlns:a16="http://schemas.microsoft.com/office/drawing/2014/main" id="{B0DDAC09-F77D-0E4A-0D2A-CA941E55CC80}"/>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5" name="Footer Placeholder 4">
            <a:extLst>
              <a:ext uri="{FF2B5EF4-FFF2-40B4-BE49-F238E27FC236}">
                <a16:creationId xmlns:a16="http://schemas.microsoft.com/office/drawing/2014/main" id="{71A0ACDF-3EC7-5C52-A10D-92D44640797F}"/>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6" name="Slide Number Placeholder 5">
            <a:extLst>
              <a:ext uri="{FF2B5EF4-FFF2-40B4-BE49-F238E27FC236}">
                <a16:creationId xmlns:a16="http://schemas.microsoft.com/office/drawing/2014/main" id="{39B0D992-906C-616D-B27D-96294228C3B3}"/>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126</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73318120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DevOps Components</a:t>
            </a:r>
          </a:p>
        </p:txBody>
      </p:sp>
      <p:sp>
        <p:nvSpPr>
          <p:cNvPr id="4" name="Date Placeholder 3"/>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5" name="Footer Placeholder 4"/>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6" name="Slide Number Placeholder 5"/>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127</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7" name="Rectangle 6"/>
          <p:cNvSpPr/>
          <p:nvPr/>
        </p:nvSpPr>
        <p:spPr>
          <a:xfrm>
            <a:off x="304800" y="1458496"/>
            <a:ext cx="8382000" cy="5262979"/>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Deploy</a:t>
            </a: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Many systems can support the scheduler for automated deployment. The cloud management platform enables users to capture accurate insights and view the optimization scenario, analytics on trends by the deployment of dashboards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Operate</a:t>
            </a: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DevOps changes the way traditional approach of developing and testing separately. The teams operate in a collaborative way where both the teams actively participate throughout the service lifecycle. The operation team interacts with developers, and they come up with a monitoring plan which serves the IT and business requirements</a:t>
            </a:r>
          </a:p>
        </p:txBody>
      </p:sp>
    </p:spTree>
    <p:extLst>
      <p:ext uri="{BB962C8B-B14F-4D97-AF65-F5344CB8AC3E}">
        <p14:creationId xmlns:p14="http://schemas.microsoft.com/office/powerpoint/2010/main" val="27779723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Arial" panose="020B0604020202020204" pitchFamily="34" charset="0"/>
              <a:buChar char="•"/>
            </a:pPr>
            <a:r>
              <a:rPr lang="en-US" sz="3200" dirty="0"/>
              <a:t>The intent is to transform the way solutions are being delivered today and to do it faster, cheaper and better</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The techniques of Agile and DevOps have been successfully implemented in many large and small organizations to enable those outcomes</a:t>
            </a:r>
          </a:p>
          <a:p>
            <a:endParaRPr lang="en-US" dirty="0"/>
          </a:p>
        </p:txBody>
      </p:sp>
      <p:sp>
        <p:nvSpPr>
          <p:cNvPr id="3" name="Content Placeholder 2"/>
          <p:cNvSpPr>
            <a:spLocks noGrp="1"/>
          </p:cNvSpPr>
          <p:nvPr>
            <p:ph sz="quarter" idx="10"/>
          </p:nvPr>
        </p:nvSpPr>
        <p:spPr/>
        <p:txBody>
          <a:bodyPr>
            <a:normAutofit/>
          </a:bodyPr>
          <a:lstStyle/>
          <a:p>
            <a: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Why do you want to transform?</a:t>
            </a:r>
          </a:p>
        </p:txBody>
      </p:sp>
      <p:sp>
        <p:nvSpPr>
          <p:cNvPr id="4" name="Date Placeholder 3"/>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5" name="Footer Placeholder 4"/>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6" name="Slide Number Placeholder 5"/>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128</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5439648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3600" dirty="0"/>
              <a:t>Gartner defines: A business driven approach to deliver customer value by using Agile Methods, collaboration and automation</a:t>
            </a:r>
          </a:p>
          <a:p>
            <a:r>
              <a:rPr lang="en-US" sz="3600" dirty="0"/>
              <a:t>Eco system of Agile methodology, DevOps, increased focus on collaboration = Customer Experience</a:t>
            </a:r>
          </a:p>
          <a:p>
            <a:endParaRPr lang="en-US" dirty="0"/>
          </a:p>
        </p:txBody>
      </p:sp>
      <p:sp>
        <p:nvSpPr>
          <p:cNvPr id="4" name="Date Placeholder 3"/>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5" name="Footer Placeholder 4"/>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6" name="Slide Number Placeholder 5"/>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129</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7" name="Title 1"/>
          <p:cNvSpPr>
            <a:spLocks noGrp="1"/>
          </p:cNvSpPr>
          <p:nvPr>
            <p:ph sz="quarter" idx="10"/>
          </p:nvPr>
        </p:nvSpPr>
        <p:spPr/>
        <p:txBody>
          <a:bodyPr>
            <a:normAutofit/>
          </a:bodyPr>
          <a:lstStyle/>
          <a:p>
            <a:r>
              <a:rPr lang="en-US" dirty="0" err="1">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Devops</a:t>
            </a:r>
            <a: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 – As an Agile enabler</a:t>
            </a:r>
          </a:p>
        </p:txBody>
      </p:sp>
    </p:spTree>
    <p:extLst>
      <p:ext uri="{BB962C8B-B14F-4D97-AF65-F5344CB8AC3E}">
        <p14:creationId xmlns:p14="http://schemas.microsoft.com/office/powerpoint/2010/main" val="157942722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normAutofit/>
          </a:bodyPr>
          <a:lstStyle/>
          <a:p>
            <a: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Transforming the Enterprise - DevOps</a:t>
            </a:r>
          </a:p>
        </p:txBody>
      </p:sp>
      <p:sp>
        <p:nvSpPr>
          <p:cNvPr id="3" name="Date Placeholder 2"/>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4" name="Footer Placeholder 3"/>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5" name="Slide Number Placeholder 4"/>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130</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6" name="Rectangle 5"/>
          <p:cNvSpPr/>
          <p:nvPr/>
        </p:nvSpPr>
        <p:spPr>
          <a:xfrm>
            <a:off x="0" y="1447800"/>
            <a:ext cx="8991600" cy="5016758"/>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sz="3200" b="0" i="0" u="none" strike="noStrike" kern="1200" cap="none" spc="0" normalizeH="0" baseline="0" noProof="0" dirty="0">
                <a:ln>
                  <a:noFill/>
                </a:ln>
                <a:solidFill>
                  <a:srgbClr val="00201A"/>
                </a:solidFill>
                <a:effectLst/>
                <a:uLnTx/>
                <a:uFillTx/>
                <a:latin typeface="Google Sans"/>
                <a:ea typeface="+mn-ea"/>
                <a:cs typeface="Arial" panose="020B0604020202020204" pitchFamily="34" charset="0"/>
              </a:rPr>
              <a:t>Current state of DevOps maturity</a:t>
            </a:r>
          </a:p>
          <a:p>
            <a:pPr marL="457200" marR="0" lvl="1" indent="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sz="3200" b="0" i="0" u="none" strike="noStrike" kern="1200" cap="none" spc="0" normalizeH="0" baseline="0" noProof="0" dirty="0">
                <a:ln>
                  <a:noFill/>
                </a:ln>
                <a:solidFill>
                  <a:srgbClr val="00201A"/>
                </a:solidFill>
                <a:effectLst/>
                <a:uLnTx/>
                <a:uFillTx/>
                <a:latin typeface="Google Sans"/>
                <a:ea typeface="+mn-ea"/>
                <a:cs typeface="Arial" panose="020B0604020202020204" pitchFamily="34" charset="0"/>
              </a:rPr>
              <a:t>Assess </a:t>
            </a:r>
          </a:p>
          <a:p>
            <a:pPr marL="457200" marR="0" lvl="1" indent="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sz="3200" b="0" i="0" u="none" strike="noStrike" kern="1200" cap="none" spc="0" normalizeH="0" baseline="0" noProof="0" dirty="0">
                <a:ln>
                  <a:noFill/>
                </a:ln>
                <a:solidFill>
                  <a:srgbClr val="00201A"/>
                </a:solidFill>
                <a:effectLst/>
                <a:uLnTx/>
                <a:uFillTx/>
                <a:latin typeface="Google Sans"/>
                <a:ea typeface="+mn-ea"/>
                <a:cs typeface="Arial" panose="020B0604020202020204" pitchFamily="34" charset="0"/>
              </a:rPr>
              <a:t>Define the Desired State </a:t>
            </a:r>
          </a:p>
          <a:p>
            <a:pPr marL="0" marR="0" lvl="0" indent="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sz="3200" b="0" i="0" u="none" strike="noStrike" kern="1200" cap="none" spc="0" normalizeH="0" baseline="0" noProof="0" dirty="0">
                <a:ln>
                  <a:noFill/>
                </a:ln>
                <a:solidFill>
                  <a:srgbClr val="00201A"/>
                </a:solidFill>
                <a:effectLst/>
                <a:uLnTx/>
                <a:uFillTx/>
                <a:latin typeface="Google Sans"/>
                <a:ea typeface="+mn-ea"/>
                <a:cs typeface="Arial" panose="020B0604020202020204" pitchFamily="34" charset="0"/>
              </a:rPr>
              <a:t>Develop a transformation plan</a:t>
            </a:r>
          </a:p>
          <a:p>
            <a:pPr marL="0" marR="0" lvl="0" indent="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sz="3200" b="0" i="0" u="none" strike="noStrike" kern="1200" cap="none" spc="0" normalizeH="0" baseline="0" noProof="0" dirty="0">
                <a:ln>
                  <a:noFill/>
                </a:ln>
                <a:solidFill>
                  <a:srgbClr val="00201A"/>
                </a:solidFill>
                <a:effectLst/>
                <a:uLnTx/>
                <a:uFillTx/>
                <a:latin typeface="Google Sans"/>
                <a:ea typeface="+mn-ea"/>
                <a:cs typeface="Arial" panose="020B0604020202020204" pitchFamily="34" charset="0"/>
              </a:rPr>
              <a:t>Implement the transformation plan</a:t>
            </a:r>
          </a:p>
          <a:p>
            <a:pPr marL="0" marR="0" lvl="0" indent="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sz="3200" b="0" i="0" u="none" strike="noStrike" kern="1200" cap="none" spc="0" normalizeH="0" baseline="0" noProof="0" dirty="0">
                <a:ln>
                  <a:noFill/>
                </a:ln>
                <a:solidFill>
                  <a:srgbClr val="00201A"/>
                </a:solidFill>
                <a:effectLst/>
                <a:uLnTx/>
                <a:uFillTx/>
                <a:latin typeface="Google Sans"/>
                <a:ea typeface="+mn-ea"/>
                <a:cs typeface="Arial" panose="020B0604020202020204" pitchFamily="34" charset="0"/>
              </a:rPr>
              <a:t>Measure and monitor progress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rgbClr val="00201A"/>
                </a:solidFill>
                <a:effectLst/>
                <a:uLnTx/>
                <a:uFillTx/>
                <a:latin typeface="Google Sans"/>
                <a:ea typeface="+mn-ea"/>
                <a:cs typeface="Arial" panose="020B0604020202020204" pitchFamily="34" charset="0"/>
              </a:rPr>
              <a:t>Key challenges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sz="3200" b="0" i="0" u="none" strike="noStrike" kern="1200" cap="none" spc="0" normalizeH="0" baseline="0" noProof="0" dirty="0">
                <a:ln>
                  <a:noFill/>
                </a:ln>
                <a:solidFill>
                  <a:srgbClr val="00201A"/>
                </a:solidFill>
                <a:effectLst/>
                <a:uLnTx/>
                <a:uFillTx/>
                <a:latin typeface="Google Sans"/>
                <a:ea typeface="+mn-ea"/>
                <a:cs typeface="Arial" panose="020B0604020202020204" pitchFamily="34" charset="0"/>
              </a:rPr>
              <a:t>Cultural change</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sz="3200" b="0" i="0" u="none" strike="noStrike" kern="1200" cap="none" spc="0" normalizeH="0" baseline="0" noProof="0" dirty="0">
                <a:ln>
                  <a:noFill/>
                </a:ln>
                <a:solidFill>
                  <a:srgbClr val="00201A"/>
                </a:solidFill>
                <a:effectLst/>
                <a:uLnTx/>
                <a:uFillTx/>
                <a:latin typeface="Google Sans"/>
                <a:ea typeface="+mn-ea"/>
                <a:cs typeface="Arial" panose="020B0604020202020204" pitchFamily="34" charset="0"/>
              </a:rPr>
              <a:t>Process change Technology change: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sz="3200" b="0" i="0" u="none" strike="noStrike" kern="1200" cap="none" spc="0" normalizeH="0" baseline="0" noProof="0" dirty="0">
                <a:ln>
                  <a:noFill/>
                </a:ln>
                <a:solidFill>
                  <a:srgbClr val="00201A"/>
                </a:solidFill>
                <a:effectLst/>
                <a:uLnTx/>
                <a:uFillTx/>
                <a:latin typeface="Google Sans"/>
                <a:ea typeface="+mn-ea"/>
                <a:cs typeface="Arial" panose="020B0604020202020204" pitchFamily="34" charset="0"/>
              </a:rPr>
              <a:t>investment in new tools and technologies</a:t>
            </a:r>
            <a:r>
              <a:rPr kumimoji="0" lang="en-US" sz="2800" b="0" i="0" u="none" strike="noStrike" kern="1200" cap="none" spc="0" normalizeH="0" baseline="0" noProof="0" dirty="0">
                <a:ln>
                  <a:noFill/>
                </a:ln>
                <a:solidFill>
                  <a:srgbClr val="00201A"/>
                </a:solidFill>
                <a:effectLst/>
                <a:uLnTx/>
                <a:uFillTx/>
                <a:latin typeface="Google Sans"/>
                <a:ea typeface="+mn-ea"/>
                <a:cs typeface="Arial" panose="020B0604020202020204" pitchFamily="34" charset="0"/>
              </a:rPr>
              <a:t>.</a:t>
            </a:r>
          </a:p>
        </p:txBody>
      </p:sp>
    </p:spTree>
    <p:extLst>
      <p:ext uri="{BB962C8B-B14F-4D97-AF65-F5344CB8AC3E}">
        <p14:creationId xmlns:p14="http://schemas.microsoft.com/office/powerpoint/2010/main" val="308949887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304800" y="1295400"/>
            <a:ext cx="8686800" cy="5060949"/>
          </a:xfrm>
        </p:spPr>
        <p:txBody>
          <a:bodyPr/>
          <a:lstStyle/>
          <a:p>
            <a:endParaRPr lang="en-US" dirty="0"/>
          </a:p>
          <a:p>
            <a:pPr marL="457200" indent="-457200">
              <a:buFont typeface="Arial" panose="020B0604020202020204" pitchFamily="34" charset="0"/>
              <a:buChar char="•"/>
            </a:pPr>
            <a:r>
              <a:rPr lang="en-US" sz="3600" dirty="0"/>
              <a:t>IT Departments have been busy providing IT solutions for their customers, but they forgot their own backyard</a:t>
            </a:r>
          </a:p>
          <a:p>
            <a:pPr marL="457200" indent="-457200">
              <a:buFont typeface="Arial" panose="020B0604020202020204" pitchFamily="34" charset="0"/>
              <a:buChar char="•"/>
            </a:pPr>
            <a:r>
              <a:rPr lang="en-US" sz="3600" dirty="0"/>
              <a:t>IT departments themselves became bottlenecks</a:t>
            </a:r>
          </a:p>
          <a:p>
            <a:pPr marL="457200" indent="-457200">
              <a:buFont typeface="Arial" panose="020B0604020202020204" pitchFamily="34" charset="0"/>
              <a:buChar char="•"/>
            </a:pPr>
            <a:r>
              <a:rPr lang="en-US" sz="3600" dirty="0"/>
              <a:t>No one was trying to automate the IT Environment itself</a:t>
            </a:r>
          </a:p>
          <a:p>
            <a:pPr marL="457200" indent="-457200">
              <a:buFont typeface="Arial" panose="020B0604020202020204" pitchFamily="34" charset="0"/>
              <a:buChar char="•"/>
            </a:pPr>
            <a:endParaRPr lang="en-US" sz="2800" dirty="0"/>
          </a:p>
          <a:p>
            <a:r>
              <a:rPr lang="en-US" sz="4400" dirty="0"/>
              <a:t> </a:t>
            </a:r>
          </a:p>
        </p:txBody>
      </p:sp>
      <p:sp>
        <p:nvSpPr>
          <p:cNvPr id="2" name="Content Placeholder 1"/>
          <p:cNvSpPr>
            <a:spLocks noGrp="1"/>
          </p:cNvSpPr>
          <p:nvPr>
            <p:ph sz="quarter" idx="10"/>
          </p:nvPr>
        </p:nvSpPr>
        <p:spPr/>
        <p:txBody>
          <a:bodyPr>
            <a:normAutofit/>
          </a:bodyPr>
          <a:lstStyle/>
          <a:p>
            <a: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Infrastructure as Code</a:t>
            </a:r>
          </a:p>
        </p:txBody>
      </p:sp>
      <p:sp>
        <p:nvSpPr>
          <p:cNvPr id="3" name="Date Placeholder 2"/>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4" name="Footer Placeholder 3"/>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5" name="Slide Number Placeholder 4"/>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131</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5663652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304800" y="1493837"/>
            <a:ext cx="8686800" cy="4525963"/>
          </a:xfrm>
        </p:spPr>
        <p:txBody>
          <a:bodyPr/>
          <a:lstStyle/>
          <a:p>
            <a:endParaRPr lang="en-US" dirty="0"/>
          </a:p>
          <a:p>
            <a:r>
              <a:rPr lang="en-US" sz="4400" dirty="0"/>
              <a:t>“Infrastructure as code represents the idea that everything that needs to run as infrastructure can be considered as software”</a:t>
            </a:r>
          </a:p>
        </p:txBody>
      </p:sp>
      <p:sp>
        <p:nvSpPr>
          <p:cNvPr id="2" name="Content Placeholder 1"/>
          <p:cNvSpPr>
            <a:spLocks noGrp="1"/>
          </p:cNvSpPr>
          <p:nvPr>
            <p:ph sz="quarter" idx="10"/>
          </p:nvPr>
        </p:nvSpPr>
        <p:spPr/>
        <p:txBody>
          <a:bodyPr>
            <a:normAutofit/>
          </a:bodyPr>
          <a:lstStyle/>
          <a:p>
            <a: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Infrastructure as Code</a:t>
            </a:r>
          </a:p>
        </p:txBody>
      </p:sp>
      <p:sp>
        <p:nvSpPr>
          <p:cNvPr id="3" name="Date Placeholder 2"/>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4" name="Footer Placeholder 3"/>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5" name="Slide Number Placeholder 4"/>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132</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15924604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normAutofit/>
          </a:bodyPr>
          <a:lstStyle/>
          <a:p>
            <a: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Infrastructure as Code</a:t>
            </a:r>
          </a:p>
        </p:txBody>
      </p:sp>
      <p:sp>
        <p:nvSpPr>
          <p:cNvPr id="3" name="Date Placeholder 2"/>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4" name="Footer Placeholder 3"/>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5" name="Slide Number Placeholder 4"/>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133</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pic>
        <p:nvPicPr>
          <p:cNvPr id="10" name="Picture 9"/>
          <p:cNvPicPr>
            <a:picLocks noChangeAspect="1"/>
          </p:cNvPicPr>
          <p:nvPr/>
        </p:nvPicPr>
        <p:blipFill>
          <a:blip r:embed="rId3"/>
          <a:stretch>
            <a:fillRect/>
          </a:stretch>
        </p:blipFill>
        <p:spPr>
          <a:xfrm>
            <a:off x="304800" y="1447801"/>
            <a:ext cx="4181611" cy="3200400"/>
          </a:xfrm>
          <a:prstGeom prst="rect">
            <a:avLst/>
          </a:prstGeom>
        </p:spPr>
      </p:pic>
      <p:sp>
        <p:nvSpPr>
          <p:cNvPr id="11" name="Equal 10"/>
          <p:cNvSpPr/>
          <p:nvPr/>
        </p:nvSpPr>
        <p:spPr>
          <a:xfrm>
            <a:off x="4476751" y="2698749"/>
            <a:ext cx="1009650" cy="609600"/>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2" name="Picture 11"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86401" y="1630682"/>
            <a:ext cx="3505200" cy="3017519"/>
          </a:xfrm>
          <a:prstGeom prst="rect">
            <a:avLst/>
          </a:prstGeom>
        </p:spPr>
      </p:pic>
      <p:pic>
        <p:nvPicPr>
          <p:cNvPr id="13" name="Picture 12"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09671" y="4913122"/>
            <a:ext cx="3919729" cy="1300232"/>
          </a:xfrm>
          <a:prstGeom prst="rect">
            <a:avLst/>
          </a:prstGeom>
        </p:spPr>
      </p:pic>
    </p:spTree>
    <p:extLst>
      <p:ext uri="{BB962C8B-B14F-4D97-AF65-F5344CB8AC3E}">
        <p14:creationId xmlns:p14="http://schemas.microsoft.com/office/powerpoint/2010/main" val="17871178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228600" y="228600"/>
            <a:ext cx="6324600" cy="1143000"/>
          </a:xfrm>
        </p:spPr>
        <p:txBody>
          <a:bodyPr>
            <a:normAutofit/>
          </a:bodyPr>
          <a:lstStyle/>
          <a:p>
            <a: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Infrastructure as Code</a:t>
            </a:r>
          </a:p>
        </p:txBody>
      </p:sp>
      <p:sp>
        <p:nvSpPr>
          <p:cNvPr id="4" name="Date Placeholder 3"/>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5" name="Footer Placeholder 4"/>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6" name="Slide Number Placeholder 5"/>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134</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9" name="Rectangle 8"/>
          <p:cNvSpPr/>
          <p:nvPr/>
        </p:nvSpPr>
        <p:spPr>
          <a:xfrm>
            <a:off x="304800" y="1524000"/>
            <a:ext cx="8229600" cy="4401205"/>
          </a:xfrm>
          <a:prstGeom prst="rect">
            <a:avLst/>
          </a:prstGeom>
        </p:spPr>
        <p:txBody>
          <a:bodyPr wrap="square">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Infrastructure as code (</a:t>
            </a:r>
            <a:r>
              <a:rPr kumimoji="0" lang="en-US" sz="2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IaC</a:t>
            </a: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is an IT practice that uses programming languages and machine-readable code to manage and configure computing infrastructure</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Minimize manual configuration</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IaC</a:t>
            </a: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helps developers and operations teams automatically manage, monitor, and provision resources, and improve infrastructure consistency, security, automation, and performance</a:t>
            </a:r>
          </a:p>
        </p:txBody>
      </p:sp>
    </p:spTree>
    <p:extLst>
      <p:ext uri="{BB962C8B-B14F-4D97-AF65-F5344CB8AC3E}">
        <p14:creationId xmlns:p14="http://schemas.microsoft.com/office/powerpoint/2010/main" val="246304891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dirty="0"/>
              <a:t>What is the impact? </a:t>
            </a:r>
          </a:p>
        </p:txBody>
      </p:sp>
      <p:sp>
        <p:nvSpPr>
          <p:cNvPr id="4" name="Date Placeholder 3"/>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5" name="Footer Placeholder 4"/>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Arial" pitchFamily="34" charset="0"/>
                <a:ea typeface="+mn-ea"/>
                <a:cs typeface="Arial" pitchFamily="34" charset="0"/>
              </a:rPr>
              <a:t>DevOps</a:t>
            </a:r>
          </a:p>
        </p:txBody>
      </p:sp>
      <p:sp>
        <p:nvSpPr>
          <p:cNvPr id="6" name="Slide Number Placeholder 5"/>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135</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pic>
        <p:nvPicPr>
          <p:cNvPr id="7" name="Content Placeholder 6"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8144" y="1981200"/>
            <a:ext cx="8312924" cy="3581400"/>
          </a:xfrm>
          <a:prstGeom prst="rect">
            <a:avLst/>
          </a:prstGeom>
        </p:spPr>
      </p:pic>
    </p:spTree>
    <p:extLst>
      <p:ext uri="{BB962C8B-B14F-4D97-AF65-F5344CB8AC3E}">
        <p14:creationId xmlns:p14="http://schemas.microsoft.com/office/powerpoint/2010/main" val="215124437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DevOps stack</a:t>
            </a:r>
          </a:p>
        </p:txBody>
      </p:sp>
      <p:sp>
        <p:nvSpPr>
          <p:cNvPr id="4" name="Date Placeholder 3"/>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5" name="Footer Placeholder 4"/>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6" name="Slide Number Placeholder 5"/>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136</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pic>
        <p:nvPicPr>
          <p:cNvPr id="7" name="Content Placeholder 6" descr="DevOps Tutorial 5"/>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7200" y="1493838"/>
            <a:ext cx="8229600" cy="4525962"/>
          </a:xfrm>
          <a:prstGeom prst="rect">
            <a:avLst/>
          </a:prstGeom>
          <a:noFill/>
          <a:ln>
            <a:noFill/>
          </a:ln>
        </p:spPr>
      </p:pic>
    </p:spTree>
    <p:extLst>
      <p:ext uri="{BB962C8B-B14F-4D97-AF65-F5344CB8AC3E}">
        <p14:creationId xmlns:p14="http://schemas.microsoft.com/office/powerpoint/2010/main" val="378975353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1394"/>
        <p:cNvGrpSpPr/>
        <p:nvPr/>
      </p:nvGrpSpPr>
      <p:grpSpPr>
        <a:xfrm>
          <a:off x="0" y="0"/>
          <a:ext cx="0" cy="0"/>
          <a:chOff x="0" y="0"/>
          <a:chExt cx="0" cy="0"/>
        </a:xfrm>
      </p:grpSpPr>
      <p:sp>
        <p:nvSpPr>
          <p:cNvPr id="1395" name="Google Shape;1395;p90"/>
          <p:cNvSpPr/>
          <p:nvPr/>
        </p:nvSpPr>
        <p:spPr>
          <a:xfrm>
            <a:off x="1" y="2616594"/>
            <a:ext cx="9143999" cy="1405777"/>
          </a:xfrm>
          <a:prstGeom prst="rect">
            <a:avLst/>
          </a:prstGeom>
          <a:solidFill>
            <a:srgbClr val="5C2D91"/>
          </a:solidFill>
          <a:ln>
            <a:noFill/>
          </a:ln>
        </p:spPr>
        <p:txBody>
          <a:bodyPr spcFirstLastPara="1" wrap="square" lIns="68475" tIns="47050" rIns="136975" bIns="0" anchor="t" anchorCtr="0">
            <a:noAutofit/>
          </a:bodyPr>
          <a:lstStyle/>
          <a:p>
            <a:pPr marL="0" marR="0" lvl="0" indent="0" algn="ctr" defTabSz="914400" rtl="0" eaLnBrk="0" fontAlgn="base" latinLnBrk="0" hangingPunct="0">
              <a:lnSpc>
                <a:spcPct val="90000"/>
              </a:lnSpc>
              <a:spcBef>
                <a:spcPts val="0"/>
              </a:spcBef>
              <a:spcAft>
                <a:spcPts val="0"/>
              </a:spcAft>
              <a:buClrTx/>
              <a:buSzTx/>
              <a:buFontTx/>
              <a:buNone/>
              <a:tabLst/>
              <a:defRPr/>
            </a:pPr>
            <a:r>
              <a:rPr kumimoji="0" lang="en-US" sz="2353" b="0" i="0" u="none" strike="noStrike" kern="1200" cap="none" spc="0" normalizeH="0" baseline="0" noProof="0">
                <a:ln>
                  <a:noFill/>
                </a:ln>
                <a:solidFill>
                  <a:srgbClr val="FFFFFF"/>
                </a:solidFill>
                <a:effectLst/>
                <a:uLnTx/>
                <a:uFillTx/>
                <a:latin typeface="Quattrocento Sans"/>
                <a:ea typeface="Quattrocento Sans"/>
                <a:cs typeface="Quattrocento Sans"/>
                <a:sym typeface="Quattrocento Sans"/>
              </a:rPr>
              <a:t>Visual Studio Partners and Extensions</a:t>
            </a: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96" name="Google Shape;1396;p90"/>
          <p:cNvSpPr/>
          <p:nvPr/>
        </p:nvSpPr>
        <p:spPr>
          <a:xfrm>
            <a:off x="83598" y="3015922"/>
            <a:ext cx="2228150" cy="979499"/>
          </a:xfrm>
          <a:prstGeom prst="rect">
            <a:avLst/>
          </a:prstGeom>
          <a:noFill/>
          <a:ln>
            <a:noFill/>
          </a:ln>
        </p:spPr>
        <p:txBody>
          <a:bodyPr spcFirstLastPara="1" wrap="square" lIns="91425" tIns="45700" rIns="91425" bIns="45700" anchor="t" anchorCtr="0">
            <a:noAutofit/>
          </a:bodyPr>
          <a:lstStyle/>
          <a:p>
            <a:pPr marL="0" marR="0" lvl="0" indent="0" algn="ctr" defTabSz="914400" rtl="0" eaLnBrk="0" fontAlgn="base" latinLnBrk="0" hangingPunct="0">
              <a:lnSpc>
                <a:spcPct val="100000"/>
              </a:lnSpc>
              <a:spcBef>
                <a:spcPts val="0"/>
              </a:spcBef>
              <a:spcAft>
                <a:spcPts val="0"/>
              </a:spcAft>
              <a:buClrTx/>
              <a:buSzTx/>
              <a:buFontTx/>
              <a:buNone/>
              <a:tabLst/>
              <a:defRPr/>
            </a:pPr>
            <a:r>
              <a:rPr kumimoji="0" lang="en-US" sz="2941" b="1" i="0" u="none" strike="noStrike" kern="1200" cap="none" spc="0" normalizeH="0" baseline="0" noProof="0">
                <a:ln>
                  <a:noFill/>
                </a:ln>
                <a:solidFill>
                  <a:srgbClr val="FFFFFF"/>
                </a:solidFill>
                <a:effectLst/>
                <a:uLnTx/>
                <a:uFillTx/>
                <a:latin typeface="Quattrocento Sans"/>
                <a:ea typeface="Quattrocento Sans"/>
                <a:cs typeface="Quattrocento Sans"/>
                <a:sym typeface="Quattrocento Sans"/>
              </a:rPr>
              <a:t>65</a:t>
            </a:r>
            <a:endParaRPr kumimoji="0" sz="3296" b="1" i="0" u="none" strike="noStrike" kern="1200" cap="none" spc="0" normalizeH="0" baseline="0" noProof="0">
              <a:ln>
                <a:noFill/>
              </a:ln>
              <a:solidFill>
                <a:srgbClr val="FFFFFF"/>
              </a:solidFill>
              <a:effectLst/>
              <a:uLnTx/>
              <a:uFillTx/>
              <a:latin typeface="Quattrocento Sans"/>
              <a:ea typeface="Quattrocento Sans"/>
              <a:cs typeface="Quattrocento Sans"/>
              <a:sym typeface="Quattrocento Sans"/>
            </a:endParaRPr>
          </a:p>
          <a:p>
            <a:pPr marL="0" marR="0" lvl="0" indent="0" algn="ctr" defTabSz="914400" rtl="0" eaLnBrk="0" fontAlgn="base" latinLnBrk="0" hangingPunct="0">
              <a:lnSpc>
                <a:spcPct val="80000"/>
              </a:lnSpc>
              <a:spcBef>
                <a:spcPts val="0"/>
              </a:spcBef>
              <a:spcAft>
                <a:spcPts val="0"/>
              </a:spcAft>
              <a:buClrTx/>
              <a:buSzTx/>
              <a:buFontTx/>
              <a:buNone/>
              <a:tabLst/>
              <a:defRPr/>
            </a:pPr>
            <a:r>
              <a:rPr kumimoji="0" lang="en-US" sz="1765" b="0" i="0" u="none" strike="noStrike" kern="1200" cap="none" spc="0" normalizeH="0" baseline="0" noProof="0">
                <a:ln>
                  <a:noFill/>
                </a:ln>
                <a:solidFill>
                  <a:srgbClr val="FFFFFF"/>
                </a:solidFill>
                <a:effectLst/>
                <a:uLnTx/>
                <a:uFillTx/>
                <a:latin typeface="Quattrocento Sans"/>
                <a:ea typeface="Quattrocento Sans"/>
                <a:cs typeface="Quattrocento Sans"/>
                <a:sym typeface="Quattrocento Sans"/>
              </a:rPr>
              <a:t>Visual Studio Code Extensions</a:t>
            </a: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97" name="Google Shape;1397;p90"/>
          <p:cNvSpPr/>
          <p:nvPr/>
        </p:nvSpPr>
        <p:spPr>
          <a:xfrm>
            <a:off x="2447692" y="3015922"/>
            <a:ext cx="2192869" cy="979499"/>
          </a:xfrm>
          <a:prstGeom prst="rect">
            <a:avLst/>
          </a:prstGeom>
          <a:noFill/>
          <a:ln>
            <a:noFill/>
          </a:ln>
        </p:spPr>
        <p:txBody>
          <a:bodyPr spcFirstLastPara="1" wrap="square" lIns="91425" tIns="45700" rIns="91425" bIns="45700" anchor="t" anchorCtr="0">
            <a:noAutofit/>
          </a:bodyPr>
          <a:lstStyle/>
          <a:p>
            <a:pPr marL="0" marR="0" lvl="0" indent="0" algn="ctr" defTabSz="914400" rtl="0" eaLnBrk="0" fontAlgn="base" latinLnBrk="0" hangingPunct="0">
              <a:lnSpc>
                <a:spcPct val="100000"/>
              </a:lnSpc>
              <a:spcBef>
                <a:spcPts val="0"/>
              </a:spcBef>
              <a:spcAft>
                <a:spcPts val="0"/>
              </a:spcAft>
              <a:buClrTx/>
              <a:buSzTx/>
              <a:buFontTx/>
              <a:buNone/>
              <a:tabLst/>
              <a:defRPr/>
            </a:pPr>
            <a:r>
              <a:rPr kumimoji="0" lang="en-US" sz="2941" b="1" i="0" u="none" strike="noStrike" kern="1200" cap="none" spc="0" normalizeH="0" baseline="0" noProof="0">
                <a:ln>
                  <a:noFill/>
                </a:ln>
                <a:solidFill>
                  <a:srgbClr val="FFFFFF"/>
                </a:solidFill>
                <a:effectLst/>
                <a:uLnTx/>
                <a:uFillTx/>
                <a:latin typeface="Quattrocento Sans"/>
                <a:ea typeface="Quattrocento Sans"/>
                <a:cs typeface="Quattrocento Sans"/>
                <a:sym typeface="Quattrocento Sans"/>
              </a:rPr>
              <a:t>5,910</a:t>
            </a:r>
            <a:endParaRPr kumimoji="0" sz="3296" b="1" i="0" u="none" strike="noStrike" kern="1200" cap="none" spc="0" normalizeH="0" baseline="0" noProof="0">
              <a:ln>
                <a:noFill/>
              </a:ln>
              <a:solidFill>
                <a:srgbClr val="FFFFFF"/>
              </a:solidFill>
              <a:effectLst/>
              <a:uLnTx/>
              <a:uFillTx/>
              <a:latin typeface="Quattrocento Sans"/>
              <a:ea typeface="Quattrocento Sans"/>
              <a:cs typeface="Quattrocento Sans"/>
              <a:sym typeface="Quattrocento Sans"/>
            </a:endParaRPr>
          </a:p>
          <a:p>
            <a:pPr marL="0" marR="0" lvl="0" indent="0" algn="ctr" defTabSz="914400" rtl="0" eaLnBrk="0" fontAlgn="base" latinLnBrk="0" hangingPunct="0">
              <a:lnSpc>
                <a:spcPct val="80000"/>
              </a:lnSpc>
              <a:spcBef>
                <a:spcPts val="0"/>
              </a:spcBef>
              <a:spcAft>
                <a:spcPts val="0"/>
              </a:spcAft>
              <a:buClrTx/>
              <a:buSzTx/>
              <a:buFontTx/>
              <a:buNone/>
              <a:tabLst/>
              <a:defRPr/>
            </a:pPr>
            <a:r>
              <a:rPr kumimoji="0" lang="en-US" sz="1765" b="0" i="0" u="none" strike="noStrike" kern="1200" cap="none" spc="0" normalizeH="0" baseline="0" noProof="0">
                <a:ln>
                  <a:noFill/>
                </a:ln>
                <a:solidFill>
                  <a:srgbClr val="FFFFFF"/>
                </a:solidFill>
                <a:effectLst/>
                <a:uLnTx/>
                <a:uFillTx/>
                <a:latin typeface="Quattrocento Sans"/>
                <a:ea typeface="Quattrocento Sans"/>
                <a:cs typeface="Quattrocento Sans"/>
                <a:sym typeface="Quattrocento Sans"/>
              </a:rPr>
              <a:t>Visual Studio</a:t>
            </a:r>
            <a:br>
              <a:rPr kumimoji="0" lang="en-US" sz="1765" b="0" i="0" u="none" strike="noStrike" kern="1200" cap="none" spc="0" normalizeH="0" baseline="0" noProof="0">
                <a:ln>
                  <a:noFill/>
                </a:ln>
                <a:solidFill>
                  <a:srgbClr val="FFFFFF"/>
                </a:solidFill>
                <a:effectLst/>
                <a:uLnTx/>
                <a:uFillTx/>
                <a:latin typeface="Quattrocento Sans"/>
                <a:ea typeface="Quattrocento Sans"/>
                <a:cs typeface="Quattrocento Sans"/>
                <a:sym typeface="Quattrocento Sans"/>
              </a:rPr>
            </a:br>
            <a:r>
              <a:rPr kumimoji="0" lang="en-US" sz="1765" b="0" i="0" u="none" strike="noStrike" kern="1200" cap="none" spc="0" normalizeH="0" baseline="0" noProof="0">
                <a:ln>
                  <a:noFill/>
                </a:ln>
                <a:solidFill>
                  <a:srgbClr val="FFFFFF"/>
                </a:solidFill>
                <a:effectLst/>
                <a:uLnTx/>
                <a:uFillTx/>
                <a:latin typeface="Quattrocento Sans"/>
                <a:ea typeface="Quattrocento Sans"/>
                <a:cs typeface="Quattrocento Sans"/>
                <a:sym typeface="Quattrocento Sans"/>
              </a:rPr>
              <a:t>Gallery Extensions</a:t>
            </a: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98" name="Google Shape;1398;p90"/>
          <p:cNvSpPr/>
          <p:nvPr/>
        </p:nvSpPr>
        <p:spPr>
          <a:xfrm>
            <a:off x="4824610" y="3015922"/>
            <a:ext cx="2213045" cy="979499"/>
          </a:xfrm>
          <a:prstGeom prst="rect">
            <a:avLst/>
          </a:prstGeom>
          <a:noFill/>
          <a:ln>
            <a:noFill/>
          </a:ln>
        </p:spPr>
        <p:txBody>
          <a:bodyPr spcFirstLastPara="1" wrap="square" lIns="91425" tIns="45700" rIns="91425" bIns="45700" anchor="t" anchorCtr="0">
            <a:noAutofit/>
          </a:bodyPr>
          <a:lstStyle/>
          <a:p>
            <a:pPr marL="0" marR="0" lvl="0" indent="0" algn="ctr" defTabSz="914400" rtl="0" eaLnBrk="0" fontAlgn="base" latinLnBrk="0" hangingPunct="0">
              <a:lnSpc>
                <a:spcPct val="100000"/>
              </a:lnSpc>
              <a:spcBef>
                <a:spcPts val="0"/>
              </a:spcBef>
              <a:spcAft>
                <a:spcPts val="0"/>
              </a:spcAft>
              <a:buClrTx/>
              <a:buSzTx/>
              <a:buFontTx/>
              <a:buNone/>
              <a:tabLst/>
              <a:defRPr/>
            </a:pPr>
            <a:r>
              <a:rPr kumimoji="0" lang="en-US" sz="2941" b="1" i="0" u="none" strike="noStrike" kern="1200" cap="none" spc="0" normalizeH="0" baseline="0" noProof="0">
                <a:ln>
                  <a:noFill/>
                </a:ln>
                <a:solidFill>
                  <a:srgbClr val="FFFFFF"/>
                </a:solidFill>
                <a:effectLst/>
                <a:uLnTx/>
                <a:uFillTx/>
                <a:latin typeface="Quattrocento Sans"/>
                <a:ea typeface="Quattrocento Sans"/>
                <a:cs typeface="Quattrocento Sans"/>
                <a:sym typeface="Quattrocento Sans"/>
              </a:rPr>
              <a:t>90</a:t>
            </a: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0" fontAlgn="base" latinLnBrk="0" hangingPunct="0">
              <a:lnSpc>
                <a:spcPct val="80000"/>
              </a:lnSpc>
              <a:spcBef>
                <a:spcPts val="0"/>
              </a:spcBef>
              <a:spcAft>
                <a:spcPts val="0"/>
              </a:spcAft>
              <a:buClrTx/>
              <a:buSzTx/>
              <a:buFontTx/>
              <a:buNone/>
              <a:tabLst/>
              <a:defRPr/>
            </a:pPr>
            <a:r>
              <a:rPr kumimoji="0" lang="en-US" sz="1765" b="0" i="0" u="none" strike="noStrike" kern="1200" cap="none" spc="0" normalizeH="0" baseline="0" noProof="0">
                <a:ln>
                  <a:noFill/>
                </a:ln>
                <a:solidFill>
                  <a:srgbClr val="FFFFFF"/>
                </a:solidFill>
                <a:effectLst/>
                <a:uLnTx/>
                <a:uFillTx/>
                <a:latin typeface="Quattrocento Sans"/>
                <a:ea typeface="Quattrocento Sans"/>
                <a:cs typeface="Quattrocento Sans"/>
                <a:sym typeface="Quattrocento Sans"/>
              </a:rPr>
              <a:t>Visual Studio</a:t>
            </a:r>
            <a:br>
              <a:rPr kumimoji="0" lang="en-US" sz="1765" b="0" i="0" u="none" strike="noStrike" kern="1200" cap="none" spc="0" normalizeH="0" baseline="0" noProof="0">
                <a:ln>
                  <a:noFill/>
                </a:ln>
                <a:solidFill>
                  <a:srgbClr val="FFFFFF"/>
                </a:solidFill>
                <a:effectLst/>
                <a:uLnTx/>
                <a:uFillTx/>
                <a:latin typeface="Quattrocento Sans"/>
                <a:ea typeface="Quattrocento Sans"/>
                <a:cs typeface="Quattrocento Sans"/>
                <a:sym typeface="Quattrocento Sans"/>
              </a:rPr>
            </a:br>
            <a:r>
              <a:rPr kumimoji="0" lang="en-US" sz="1765" b="0" i="0" u="none" strike="noStrike" kern="1200" cap="none" spc="0" normalizeH="0" baseline="0" noProof="0">
                <a:ln>
                  <a:noFill/>
                </a:ln>
                <a:solidFill>
                  <a:srgbClr val="FFFFFF"/>
                </a:solidFill>
                <a:effectLst/>
                <a:uLnTx/>
                <a:uFillTx/>
                <a:latin typeface="Quattrocento Sans"/>
                <a:ea typeface="Quattrocento Sans"/>
                <a:cs typeface="Quattrocento Sans"/>
                <a:sym typeface="Quattrocento Sans"/>
              </a:rPr>
              <a:t>Sim-Ship Partners</a:t>
            </a: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99" name="Google Shape;1399;p90"/>
          <p:cNvSpPr/>
          <p:nvPr/>
        </p:nvSpPr>
        <p:spPr>
          <a:xfrm>
            <a:off x="7204569" y="3015922"/>
            <a:ext cx="1746133" cy="979499"/>
          </a:xfrm>
          <a:prstGeom prst="rect">
            <a:avLst/>
          </a:prstGeom>
          <a:noFill/>
          <a:ln>
            <a:noFill/>
          </a:ln>
        </p:spPr>
        <p:txBody>
          <a:bodyPr spcFirstLastPara="1" wrap="square" lIns="91425" tIns="45700" rIns="91425" bIns="45700" anchor="t" anchorCtr="0">
            <a:noAutofit/>
          </a:bodyPr>
          <a:lstStyle/>
          <a:p>
            <a:pPr marL="0" marR="0" lvl="0" indent="0" algn="ctr" defTabSz="914400" rtl="0" eaLnBrk="0" fontAlgn="base" latinLnBrk="0" hangingPunct="0">
              <a:lnSpc>
                <a:spcPct val="100000"/>
              </a:lnSpc>
              <a:spcBef>
                <a:spcPts val="0"/>
              </a:spcBef>
              <a:spcAft>
                <a:spcPts val="0"/>
              </a:spcAft>
              <a:buClrTx/>
              <a:buSzTx/>
              <a:buFontTx/>
              <a:buNone/>
              <a:tabLst/>
              <a:defRPr/>
            </a:pPr>
            <a:r>
              <a:rPr kumimoji="0" lang="en-US" sz="2941" b="1" i="0" u="none" strike="noStrike" kern="1200" cap="none" spc="0" normalizeH="0" baseline="0" noProof="0">
                <a:ln>
                  <a:noFill/>
                </a:ln>
                <a:solidFill>
                  <a:srgbClr val="FFFFFF"/>
                </a:solidFill>
                <a:effectLst/>
                <a:uLnTx/>
                <a:uFillTx/>
                <a:latin typeface="Quattrocento Sans"/>
                <a:ea typeface="Quattrocento Sans"/>
                <a:cs typeface="Quattrocento Sans"/>
                <a:sym typeface="Quattrocento Sans"/>
              </a:rPr>
              <a:t>48</a:t>
            </a: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0" fontAlgn="base" latinLnBrk="0" hangingPunct="0">
              <a:lnSpc>
                <a:spcPct val="80000"/>
              </a:lnSpc>
              <a:spcBef>
                <a:spcPts val="0"/>
              </a:spcBef>
              <a:spcAft>
                <a:spcPts val="0"/>
              </a:spcAft>
              <a:buClrTx/>
              <a:buSzTx/>
              <a:buFontTx/>
              <a:buNone/>
              <a:tabLst/>
              <a:defRPr/>
            </a:pPr>
            <a:r>
              <a:rPr kumimoji="0" lang="en-US" sz="1765" b="0" i="0" u="none" strike="noStrike" kern="1200" cap="none" spc="0" normalizeH="0" baseline="0" noProof="0">
                <a:ln>
                  <a:noFill/>
                </a:ln>
                <a:solidFill>
                  <a:srgbClr val="FFFFFF"/>
                </a:solidFill>
                <a:effectLst/>
                <a:uLnTx/>
                <a:uFillTx/>
                <a:latin typeface="Quattrocento Sans"/>
                <a:ea typeface="Quattrocento Sans"/>
                <a:cs typeface="Quattrocento Sans"/>
                <a:sym typeface="Quattrocento Sans"/>
              </a:rPr>
              <a:t>VS Team Services Extensions</a:t>
            </a:r>
            <a:endParaRPr kumimoji="0"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1400" name="Google Shape;1400;p90"/>
          <p:cNvPicPr preferRelativeResize="0"/>
          <p:nvPr/>
        </p:nvPicPr>
        <p:blipFill rotWithShape="1">
          <a:blip r:embed="rId3">
            <a:alphaModFix/>
          </a:blip>
          <a:srcRect/>
          <a:stretch/>
        </p:blipFill>
        <p:spPr>
          <a:xfrm>
            <a:off x="6128186" y="5060068"/>
            <a:ext cx="1570295" cy="336159"/>
          </a:xfrm>
          <a:prstGeom prst="rect">
            <a:avLst/>
          </a:prstGeom>
          <a:noFill/>
          <a:ln>
            <a:noFill/>
          </a:ln>
        </p:spPr>
      </p:pic>
      <p:pic>
        <p:nvPicPr>
          <p:cNvPr id="1401" name="Google Shape;1401;p90"/>
          <p:cNvPicPr preferRelativeResize="0"/>
          <p:nvPr/>
        </p:nvPicPr>
        <p:blipFill rotWithShape="1">
          <a:blip r:embed="rId4">
            <a:alphaModFix/>
          </a:blip>
          <a:srcRect/>
          <a:stretch/>
        </p:blipFill>
        <p:spPr>
          <a:xfrm>
            <a:off x="194285" y="2099060"/>
            <a:ext cx="1411869" cy="364262"/>
          </a:xfrm>
          <a:prstGeom prst="rect">
            <a:avLst/>
          </a:prstGeom>
          <a:noFill/>
          <a:ln>
            <a:noFill/>
          </a:ln>
        </p:spPr>
      </p:pic>
      <p:pic>
        <p:nvPicPr>
          <p:cNvPr id="1402" name="Google Shape;1402;p90"/>
          <p:cNvPicPr preferRelativeResize="0"/>
          <p:nvPr/>
        </p:nvPicPr>
        <p:blipFill rotWithShape="1">
          <a:blip r:embed="rId5">
            <a:alphaModFix/>
          </a:blip>
          <a:srcRect/>
          <a:stretch/>
        </p:blipFill>
        <p:spPr>
          <a:xfrm>
            <a:off x="2683306" y="1110617"/>
            <a:ext cx="1197243" cy="337624"/>
          </a:xfrm>
          <a:prstGeom prst="rect">
            <a:avLst/>
          </a:prstGeom>
          <a:noFill/>
          <a:ln>
            <a:noFill/>
          </a:ln>
        </p:spPr>
      </p:pic>
      <p:pic>
        <p:nvPicPr>
          <p:cNvPr id="1403" name="Google Shape;1403;p90"/>
          <p:cNvPicPr preferRelativeResize="0"/>
          <p:nvPr/>
        </p:nvPicPr>
        <p:blipFill rotWithShape="1">
          <a:blip r:embed="rId6">
            <a:alphaModFix/>
          </a:blip>
          <a:srcRect/>
          <a:stretch/>
        </p:blipFill>
        <p:spPr>
          <a:xfrm>
            <a:off x="7600913" y="5239295"/>
            <a:ext cx="1188137" cy="484760"/>
          </a:xfrm>
          <a:prstGeom prst="rect">
            <a:avLst/>
          </a:prstGeom>
          <a:noFill/>
          <a:ln>
            <a:noFill/>
          </a:ln>
        </p:spPr>
      </p:pic>
      <p:pic>
        <p:nvPicPr>
          <p:cNvPr id="1404" name="Google Shape;1404;p90"/>
          <p:cNvPicPr preferRelativeResize="0"/>
          <p:nvPr/>
        </p:nvPicPr>
        <p:blipFill rotWithShape="1">
          <a:blip r:embed="rId7">
            <a:alphaModFix/>
          </a:blip>
          <a:srcRect/>
          <a:stretch/>
        </p:blipFill>
        <p:spPr>
          <a:xfrm>
            <a:off x="1445520" y="5396227"/>
            <a:ext cx="1366051" cy="265016"/>
          </a:xfrm>
          <a:prstGeom prst="rect">
            <a:avLst/>
          </a:prstGeom>
          <a:noFill/>
          <a:ln>
            <a:noFill/>
          </a:ln>
        </p:spPr>
      </p:pic>
      <p:pic>
        <p:nvPicPr>
          <p:cNvPr id="1405" name="Google Shape;1405;p90"/>
          <p:cNvPicPr preferRelativeResize="0"/>
          <p:nvPr/>
        </p:nvPicPr>
        <p:blipFill rotWithShape="1">
          <a:blip r:embed="rId8">
            <a:alphaModFix/>
          </a:blip>
          <a:srcRect/>
          <a:stretch/>
        </p:blipFill>
        <p:spPr>
          <a:xfrm>
            <a:off x="4336554" y="4061351"/>
            <a:ext cx="1411869" cy="352967"/>
          </a:xfrm>
          <a:prstGeom prst="rect">
            <a:avLst/>
          </a:prstGeom>
          <a:noFill/>
          <a:ln>
            <a:noFill/>
          </a:ln>
        </p:spPr>
      </p:pic>
      <p:pic>
        <p:nvPicPr>
          <p:cNvPr id="1406" name="Google Shape;1406;p90"/>
          <p:cNvPicPr preferRelativeResize="0"/>
          <p:nvPr/>
        </p:nvPicPr>
        <p:blipFill rotWithShape="1">
          <a:blip r:embed="rId9">
            <a:alphaModFix/>
          </a:blip>
          <a:srcRect/>
          <a:stretch/>
        </p:blipFill>
        <p:spPr>
          <a:xfrm>
            <a:off x="144439" y="4682897"/>
            <a:ext cx="1613565" cy="332393"/>
          </a:xfrm>
          <a:prstGeom prst="rect">
            <a:avLst/>
          </a:prstGeom>
          <a:noFill/>
          <a:ln>
            <a:noFill/>
          </a:ln>
        </p:spPr>
      </p:pic>
      <p:pic>
        <p:nvPicPr>
          <p:cNvPr id="1407" name="Google Shape;1407;p90"/>
          <p:cNvPicPr preferRelativeResize="0"/>
          <p:nvPr/>
        </p:nvPicPr>
        <p:blipFill rotWithShape="1">
          <a:blip r:embed="rId10">
            <a:alphaModFix/>
          </a:blip>
          <a:srcRect/>
          <a:stretch/>
        </p:blipFill>
        <p:spPr>
          <a:xfrm>
            <a:off x="1984180" y="4666853"/>
            <a:ext cx="1344637" cy="325403"/>
          </a:xfrm>
          <a:prstGeom prst="rect">
            <a:avLst/>
          </a:prstGeom>
          <a:noFill/>
          <a:ln>
            <a:noFill/>
          </a:ln>
        </p:spPr>
      </p:pic>
      <p:pic>
        <p:nvPicPr>
          <p:cNvPr id="1408" name="Google Shape;1408;p90"/>
          <p:cNvPicPr preferRelativeResize="0"/>
          <p:nvPr/>
        </p:nvPicPr>
        <p:blipFill rotWithShape="1">
          <a:blip r:embed="rId11">
            <a:alphaModFix/>
          </a:blip>
          <a:srcRect/>
          <a:stretch/>
        </p:blipFill>
        <p:spPr>
          <a:xfrm>
            <a:off x="1845914" y="2161492"/>
            <a:ext cx="1031878" cy="239397"/>
          </a:xfrm>
          <a:prstGeom prst="rect">
            <a:avLst/>
          </a:prstGeom>
          <a:noFill/>
          <a:ln>
            <a:noFill/>
          </a:ln>
        </p:spPr>
      </p:pic>
      <p:pic>
        <p:nvPicPr>
          <p:cNvPr id="1409" name="Google Shape;1409;p90"/>
          <p:cNvPicPr preferRelativeResize="0"/>
          <p:nvPr/>
        </p:nvPicPr>
        <p:blipFill rotWithShape="1">
          <a:blip r:embed="rId12">
            <a:alphaModFix/>
          </a:blip>
          <a:srcRect/>
          <a:stretch/>
        </p:blipFill>
        <p:spPr>
          <a:xfrm>
            <a:off x="167695" y="1465733"/>
            <a:ext cx="1411869" cy="402558"/>
          </a:xfrm>
          <a:prstGeom prst="rect">
            <a:avLst/>
          </a:prstGeom>
          <a:noFill/>
          <a:ln>
            <a:noFill/>
          </a:ln>
        </p:spPr>
      </p:pic>
      <p:pic>
        <p:nvPicPr>
          <p:cNvPr id="1410" name="Google Shape;1410;p90"/>
          <p:cNvPicPr preferRelativeResize="0"/>
          <p:nvPr/>
        </p:nvPicPr>
        <p:blipFill rotWithShape="1">
          <a:blip r:embed="rId13">
            <a:alphaModFix/>
          </a:blip>
          <a:srcRect/>
          <a:stretch/>
        </p:blipFill>
        <p:spPr>
          <a:xfrm>
            <a:off x="4014093" y="987250"/>
            <a:ext cx="1708572" cy="415418"/>
          </a:xfrm>
          <a:prstGeom prst="rect">
            <a:avLst/>
          </a:prstGeom>
          <a:noFill/>
          <a:ln>
            <a:noFill/>
          </a:ln>
        </p:spPr>
      </p:pic>
      <p:pic>
        <p:nvPicPr>
          <p:cNvPr id="1411" name="Google Shape;1411;p90"/>
          <p:cNvPicPr preferRelativeResize="0"/>
          <p:nvPr/>
        </p:nvPicPr>
        <p:blipFill rotWithShape="1">
          <a:blip r:embed="rId14">
            <a:alphaModFix/>
          </a:blip>
          <a:srcRect/>
          <a:stretch/>
        </p:blipFill>
        <p:spPr>
          <a:xfrm>
            <a:off x="4014092" y="5318487"/>
            <a:ext cx="1610763" cy="700332"/>
          </a:xfrm>
          <a:prstGeom prst="rect">
            <a:avLst/>
          </a:prstGeom>
          <a:noFill/>
          <a:ln>
            <a:noFill/>
          </a:ln>
        </p:spPr>
      </p:pic>
      <p:pic>
        <p:nvPicPr>
          <p:cNvPr id="1412" name="Google Shape;1412;p90"/>
          <p:cNvPicPr preferRelativeResize="0"/>
          <p:nvPr/>
        </p:nvPicPr>
        <p:blipFill rotWithShape="1">
          <a:blip r:embed="rId15">
            <a:alphaModFix/>
          </a:blip>
          <a:srcRect/>
          <a:stretch/>
        </p:blipFill>
        <p:spPr>
          <a:xfrm>
            <a:off x="7474094" y="1495967"/>
            <a:ext cx="1344637" cy="466967"/>
          </a:xfrm>
          <a:prstGeom prst="rect">
            <a:avLst/>
          </a:prstGeom>
          <a:noFill/>
          <a:ln>
            <a:noFill/>
          </a:ln>
        </p:spPr>
      </p:pic>
      <p:pic>
        <p:nvPicPr>
          <p:cNvPr id="1413" name="Google Shape;1413;p90"/>
          <p:cNvPicPr preferRelativeResize="0"/>
          <p:nvPr/>
        </p:nvPicPr>
        <p:blipFill rotWithShape="1">
          <a:blip r:embed="rId16">
            <a:alphaModFix/>
          </a:blip>
          <a:srcRect/>
          <a:stretch/>
        </p:blipFill>
        <p:spPr>
          <a:xfrm>
            <a:off x="6040864" y="5550997"/>
            <a:ext cx="1247155" cy="235312"/>
          </a:xfrm>
          <a:prstGeom prst="rect">
            <a:avLst/>
          </a:prstGeom>
          <a:noFill/>
          <a:ln>
            <a:noFill/>
          </a:ln>
        </p:spPr>
      </p:pic>
      <p:pic>
        <p:nvPicPr>
          <p:cNvPr id="1414" name="Google Shape;1414;p90"/>
          <p:cNvPicPr preferRelativeResize="0"/>
          <p:nvPr/>
        </p:nvPicPr>
        <p:blipFill rotWithShape="1">
          <a:blip r:embed="rId17">
            <a:alphaModFix/>
          </a:blip>
          <a:srcRect/>
          <a:stretch/>
        </p:blipFill>
        <p:spPr>
          <a:xfrm>
            <a:off x="3722830" y="4820173"/>
            <a:ext cx="1613565" cy="314842"/>
          </a:xfrm>
          <a:prstGeom prst="rect">
            <a:avLst/>
          </a:prstGeom>
          <a:noFill/>
          <a:ln>
            <a:noFill/>
          </a:ln>
        </p:spPr>
      </p:pic>
      <p:pic>
        <p:nvPicPr>
          <p:cNvPr id="1415" name="Google Shape;1415;p90"/>
          <p:cNvPicPr preferRelativeResize="0"/>
          <p:nvPr/>
        </p:nvPicPr>
        <p:blipFill rotWithShape="1">
          <a:blip r:embed="rId18">
            <a:alphaModFix/>
          </a:blip>
          <a:srcRect/>
          <a:stretch/>
        </p:blipFill>
        <p:spPr>
          <a:xfrm>
            <a:off x="4262184" y="2167123"/>
            <a:ext cx="1142942" cy="350326"/>
          </a:xfrm>
          <a:prstGeom prst="rect">
            <a:avLst/>
          </a:prstGeom>
          <a:noFill/>
          <a:ln>
            <a:noFill/>
          </a:ln>
        </p:spPr>
      </p:pic>
      <p:pic>
        <p:nvPicPr>
          <p:cNvPr id="1416" name="Google Shape;1416;p90"/>
          <p:cNvPicPr preferRelativeResize="0"/>
          <p:nvPr/>
        </p:nvPicPr>
        <p:blipFill rotWithShape="1">
          <a:blip r:embed="rId19">
            <a:alphaModFix/>
          </a:blip>
          <a:srcRect/>
          <a:stretch/>
        </p:blipFill>
        <p:spPr>
          <a:xfrm>
            <a:off x="7299969" y="2078560"/>
            <a:ext cx="1479101" cy="342356"/>
          </a:xfrm>
          <a:prstGeom prst="rect">
            <a:avLst/>
          </a:prstGeom>
          <a:noFill/>
          <a:ln>
            <a:noFill/>
          </a:ln>
        </p:spPr>
      </p:pic>
      <p:pic>
        <p:nvPicPr>
          <p:cNvPr id="1417" name="Google Shape;1417;p90"/>
          <p:cNvPicPr preferRelativeResize="0"/>
          <p:nvPr/>
        </p:nvPicPr>
        <p:blipFill rotWithShape="1">
          <a:blip r:embed="rId20">
            <a:alphaModFix/>
          </a:blip>
          <a:srcRect/>
          <a:stretch/>
        </p:blipFill>
        <p:spPr>
          <a:xfrm>
            <a:off x="3159177" y="2166056"/>
            <a:ext cx="672319" cy="268927"/>
          </a:xfrm>
          <a:prstGeom prst="rect">
            <a:avLst/>
          </a:prstGeom>
          <a:noFill/>
          <a:ln>
            <a:noFill/>
          </a:ln>
        </p:spPr>
      </p:pic>
      <p:pic>
        <p:nvPicPr>
          <p:cNvPr id="1418" name="Google Shape;1418;p90"/>
          <p:cNvPicPr preferRelativeResize="0"/>
          <p:nvPr/>
        </p:nvPicPr>
        <p:blipFill rotWithShape="1">
          <a:blip r:embed="rId21">
            <a:alphaModFix/>
          </a:blip>
          <a:srcRect/>
          <a:stretch/>
        </p:blipFill>
        <p:spPr>
          <a:xfrm>
            <a:off x="194285" y="1083513"/>
            <a:ext cx="874014" cy="235982"/>
          </a:xfrm>
          <a:prstGeom prst="rect">
            <a:avLst/>
          </a:prstGeom>
          <a:noFill/>
          <a:ln>
            <a:noFill/>
          </a:ln>
        </p:spPr>
      </p:pic>
      <p:pic>
        <p:nvPicPr>
          <p:cNvPr id="1419" name="Google Shape;1419;p90"/>
          <p:cNvPicPr preferRelativeResize="0"/>
          <p:nvPr/>
        </p:nvPicPr>
        <p:blipFill rotWithShape="1">
          <a:blip r:embed="rId22">
            <a:alphaModFix/>
          </a:blip>
          <a:srcRect/>
          <a:stretch/>
        </p:blipFill>
        <p:spPr>
          <a:xfrm>
            <a:off x="5978737" y="1003135"/>
            <a:ext cx="941246" cy="470623"/>
          </a:xfrm>
          <a:prstGeom prst="rect">
            <a:avLst/>
          </a:prstGeom>
          <a:noFill/>
          <a:ln>
            <a:noFill/>
          </a:ln>
        </p:spPr>
      </p:pic>
      <p:pic>
        <p:nvPicPr>
          <p:cNvPr id="1420" name="Google Shape;1420;p90"/>
          <p:cNvPicPr preferRelativeResize="0"/>
          <p:nvPr/>
        </p:nvPicPr>
        <p:blipFill rotWithShape="1">
          <a:blip r:embed="rId23">
            <a:alphaModFix/>
          </a:blip>
          <a:srcRect/>
          <a:stretch/>
        </p:blipFill>
        <p:spPr>
          <a:xfrm>
            <a:off x="3144168" y="4006346"/>
            <a:ext cx="941246" cy="486718"/>
          </a:xfrm>
          <a:prstGeom prst="rect">
            <a:avLst/>
          </a:prstGeom>
          <a:noFill/>
          <a:ln>
            <a:noFill/>
          </a:ln>
        </p:spPr>
      </p:pic>
      <p:pic>
        <p:nvPicPr>
          <p:cNvPr id="1421" name="Google Shape;1421;p90"/>
          <p:cNvPicPr preferRelativeResize="0"/>
          <p:nvPr/>
        </p:nvPicPr>
        <p:blipFill rotWithShape="1">
          <a:blip r:embed="rId24">
            <a:alphaModFix/>
          </a:blip>
          <a:srcRect/>
          <a:stretch/>
        </p:blipFill>
        <p:spPr>
          <a:xfrm>
            <a:off x="1406199" y="975007"/>
            <a:ext cx="1027153" cy="369775"/>
          </a:xfrm>
          <a:prstGeom prst="rect">
            <a:avLst/>
          </a:prstGeom>
          <a:noFill/>
          <a:ln>
            <a:noFill/>
          </a:ln>
        </p:spPr>
      </p:pic>
      <p:pic>
        <p:nvPicPr>
          <p:cNvPr id="1422" name="Google Shape;1422;p90"/>
          <p:cNvPicPr preferRelativeResize="0"/>
          <p:nvPr/>
        </p:nvPicPr>
        <p:blipFill rotWithShape="1">
          <a:blip r:embed="rId25">
            <a:alphaModFix/>
          </a:blip>
          <a:srcRect/>
          <a:stretch/>
        </p:blipFill>
        <p:spPr>
          <a:xfrm>
            <a:off x="4872157" y="5116974"/>
            <a:ext cx="1142942" cy="342882"/>
          </a:xfrm>
          <a:prstGeom prst="rect">
            <a:avLst/>
          </a:prstGeom>
          <a:noFill/>
          <a:ln>
            <a:noFill/>
          </a:ln>
        </p:spPr>
      </p:pic>
      <p:pic>
        <p:nvPicPr>
          <p:cNvPr id="1423" name="Google Shape;1423;p90"/>
          <p:cNvPicPr preferRelativeResize="0"/>
          <p:nvPr/>
        </p:nvPicPr>
        <p:blipFill rotWithShape="1">
          <a:blip r:embed="rId26">
            <a:alphaModFix/>
          </a:blip>
          <a:srcRect/>
          <a:stretch/>
        </p:blipFill>
        <p:spPr>
          <a:xfrm>
            <a:off x="5701585" y="4666851"/>
            <a:ext cx="1546333" cy="241616"/>
          </a:xfrm>
          <a:prstGeom prst="rect">
            <a:avLst/>
          </a:prstGeom>
          <a:noFill/>
          <a:ln>
            <a:noFill/>
          </a:ln>
        </p:spPr>
      </p:pic>
      <p:grpSp>
        <p:nvGrpSpPr>
          <p:cNvPr id="1424" name="Google Shape;1424;p90"/>
          <p:cNvGrpSpPr/>
          <p:nvPr/>
        </p:nvGrpSpPr>
        <p:grpSpPr>
          <a:xfrm>
            <a:off x="194286" y="4093077"/>
            <a:ext cx="1563719" cy="474074"/>
            <a:chOff x="3410097" y="7695335"/>
            <a:chExt cx="2126767" cy="644774"/>
          </a:xfrm>
        </p:grpSpPr>
        <p:pic>
          <p:nvPicPr>
            <p:cNvPr id="1425" name="Google Shape;1425;p90"/>
            <p:cNvPicPr preferRelativeResize="0"/>
            <p:nvPr/>
          </p:nvPicPr>
          <p:blipFill rotWithShape="1">
            <a:blip r:embed="rId27">
              <a:alphaModFix/>
            </a:blip>
            <a:srcRect/>
            <a:stretch/>
          </p:blipFill>
          <p:spPr>
            <a:xfrm>
              <a:off x="3410097" y="7695335"/>
              <a:ext cx="640080" cy="644774"/>
            </a:xfrm>
            <a:prstGeom prst="rect">
              <a:avLst/>
            </a:prstGeom>
            <a:noFill/>
            <a:ln>
              <a:noFill/>
            </a:ln>
          </p:spPr>
        </p:pic>
        <p:pic>
          <p:nvPicPr>
            <p:cNvPr id="1426" name="Google Shape;1426;p90"/>
            <p:cNvPicPr preferRelativeResize="0"/>
            <p:nvPr/>
          </p:nvPicPr>
          <p:blipFill rotWithShape="1">
            <a:blip r:embed="rId28">
              <a:alphaModFix/>
            </a:blip>
            <a:srcRect/>
            <a:stretch/>
          </p:blipFill>
          <p:spPr>
            <a:xfrm>
              <a:off x="3890944" y="7844589"/>
              <a:ext cx="1645920" cy="431352"/>
            </a:xfrm>
            <a:prstGeom prst="rect">
              <a:avLst/>
            </a:prstGeom>
            <a:noFill/>
            <a:ln>
              <a:noFill/>
            </a:ln>
          </p:spPr>
        </p:pic>
      </p:grpSp>
      <p:pic>
        <p:nvPicPr>
          <p:cNvPr id="1427" name="Google Shape;1427;p90"/>
          <p:cNvPicPr preferRelativeResize="0"/>
          <p:nvPr/>
        </p:nvPicPr>
        <p:blipFill rotWithShape="1">
          <a:blip r:embed="rId29">
            <a:alphaModFix/>
          </a:blip>
          <a:srcRect/>
          <a:stretch/>
        </p:blipFill>
        <p:spPr>
          <a:xfrm>
            <a:off x="5952725" y="4212340"/>
            <a:ext cx="1142942" cy="216016"/>
          </a:xfrm>
          <a:prstGeom prst="rect">
            <a:avLst/>
          </a:prstGeom>
          <a:noFill/>
          <a:ln>
            <a:noFill/>
          </a:ln>
        </p:spPr>
      </p:pic>
      <p:pic>
        <p:nvPicPr>
          <p:cNvPr id="1428" name="Google Shape;1428;p90"/>
          <p:cNvPicPr preferRelativeResize="0"/>
          <p:nvPr/>
        </p:nvPicPr>
        <p:blipFill rotWithShape="1">
          <a:blip r:embed="rId30">
            <a:alphaModFix/>
          </a:blip>
          <a:srcRect/>
          <a:stretch/>
        </p:blipFill>
        <p:spPr>
          <a:xfrm>
            <a:off x="1988540" y="4085904"/>
            <a:ext cx="954828" cy="405954"/>
          </a:xfrm>
          <a:prstGeom prst="rect">
            <a:avLst/>
          </a:prstGeom>
          <a:noFill/>
          <a:ln>
            <a:noFill/>
          </a:ln>
        </p:spPr>
      </p:pic>
      <p:pic>
        <p:nvPicPr>
          <p:cNvPr id="1429" name="Google Shape;1429;p90"/>
          <p:cNvPicPr preferRelativeResize="0"/>
          <p:nvPr/>
        </p:nvPicPr>
        <p:blipFill rotWithShape="1">
          <a:blip r:embed="rId31">
            <a:alphaModFix/>
          </a:blip>
          <a:srcRect/>
          <a:stretch/>
        </p:blipFill>
        <p:spPr>
          <a:xfrm>
            <a:off x="4754690" y="1499928"/>
            <a:ext cx="1651448" cy="530941"/>
          </a:xfrm>
          <a:prstGeom prst="rect">
            <a:avLst/>
          </a:prstGeom>
          <a:noFill/>
          <a:ln>
            <a:noFill/>
          </a:ln>
        </p:spPr>
      </p:pic>
      <p:pic>
        <p:nvPicPr>
          <p:cNvPr id="1430" name="Google Shape;1430;p90"/>
          <p:cNvPicPr preferRelativeResize="0"/>
          <p:nvPr/>
        </p:nvPicPr>
        <p:blipFill rotWithShape="1">
          <a:blip r:embed="rId32">
            <a:alphaModFix/>
          </a:blip>
          <a:srcRect/>
          <a:stretch/>
        </p:blipFill>
        <p:spPr>
          <a:xfrm>
            <a:off x="1758004" y="1628399"/>
            <a:ext cx="1207697" cy="375826"/>
          </a:xfrm>
          <a:prstGeom prst="rect">
            <a:avLst/>
          </a:prstGeom>
          <a:noFill/>
          <a:ln>
            <a:noFill/>
          </a:ln>
        </p:spPr>
      </p:pic>
      <p:pic>
        <p:nvPicPr>
          <p:cNvPr id="1431" name="Google Shape;1431;p90"/>
          <p:cNvPicPr preferRelativeResize="0"/>
          <p:nvPr/>
        </p:nvPicPr>
        <p:blipFill rotWithShape="1">
          <a:blip r:embed="rId33">
            <a:alphaModFix/>
          </a:blip>
          <a:srcRect/>
          <a:stretch/>
        </p:blipFill>
        <p:spPr>
          <a:xfrm>
            <a:off x="7026226" y="1002339"/>
            <a:ext cx="1812118" cy="398331"/>
          </a:xfrm>
          <a:prstGeom prst="rect">
            <a:avLst/>
          </a:prstGeom>
          <a:noFill/>
          <a:ln>
            <a:noFill/>
          </a:ln>
        </p:spPr>
      </p:pic>
      <p:pic>
        <p:nvPicPr>
          <p:cNvPr id="1432" name="Google Shape;1432;p90"/>
          <p:cNvPicPr preferRelativeResize="0"/>
          <p:nvPr/>
        </p:nvPicPr>
        <p:blipFill rotWithShape="1">
          <a:blip r:embed="rId34">
            <a:alphaModFix/>
          </a:blip>
          <a:srcRect/>
          <a:stretch/>
        </p:blipFill>
        <p:spPr>
          <a:xfrm>
            <a:off x="6615701" y="1527954"/>
            <a:ext cx="672319" cy="488232"/>
          </a:xfrm>
          <a:prstGeom prst="rect">
            <a:avLst/>
          </a:prstGeom>
          <a:noFill/>
          <a:ln>
            <a:noFill/>
          </a:ln>
        </p:spPr>
      </p:pic>
      <p:pic>
        <p:nvPicPr>
          <p:cNvPr id="1433" name="Google Shape;1433;p90"/>
          <p:cNvPicPr preferRelativeResize="0"/>
          <p:nvPr/>
        </p:nvPicPr>
        <p:blipFill rotWithShape="1">
          <a:blip r:embed="rId35">
            <a:alphaModFix/>
          </a:blip>
          <a:srcRect/>
          <a:stretch/>
        </p:blipFill>
        <p:spPr>
          <a:xfrm>
            <a:off x="7299969" y="4084170"/>
            <a:ext cx="1479101" cy="383077"/>
          </a:xfrm>
          <a:prstGeom prst="rect">
            <a:avLst/>
          </a:prstGeom>
          <a:noFill/>
          <a:ln>
            <a:noFill/>
          </a:ln>
        </p:spPr>
      </p:pic>
      <p:pic>
        <p:nvPicPr>
          <p:cNvPr id="1434" name="Google Shape;1434;p90"/>
          <p:cNvPicPr preferRelativeResize="0"/>
          <p:nvPr/>
        </p:nvPicPr>
        <p:blipFill rotWithShape="1">
          <a:blip r:embed="rId36">
            <a:alphaModFix/>
          </a:blip>
          <a:srcRect/>
          <a:stretch/>
        </p:blipFill>
        <p:spPr>
          <a:xfrm>
            <a:off x="2958801" y="4955101"/>
            <a:ext cx="859386" cy="939974"/>
          </a:xfrm>
          <a:prstGeom prst="rect">
            <a:avLst/>
          </a:prstGeom>
          <a:noFill/>
          <a:ln>
            <a:noFill/>
          </a:ln>
        </p:spPr>
      </p:pic>
      <p:pic>
        <p:nvPicPr>
          <p:cNvPr id="1435" name="Google Shape;1435;p90"/>
          <p:cNvPicPr preferRelativeResize="0"/>
          <p:nvPr/>
        </p:nvPicPr>
        <p:blipFill rotWithShape="1">
          <a:blip r:embed="rId37">
            <a:alphaModFix/>
          </a:blip>
          <a:srcRect/>
          <a:stretch/>
        </p:blipFill>
        <p:spPr>
          <a:xfrm>
            <a:off x="7474094" y="4543404"/>
            <a:ext cx="1277405" cy="673599"/>
          </a:xfrm>
          <a:prstGeom prst="rect">
            <a:avLst/>
          </a:prstGeom>
          <a:noFill/>
          <a:ln>
            <a:noFill/>
          </a:ln>
        </p:spPr>
      </p:pic>
      <p:pic>
        <p:nvPicPr>
          <p:cNvPr id="1436" name="Google Shape;1436;p90"/>
          <p:cNvPicPr preferRelativeResize="0"/>
          <p:nvPr/>
        </p:nvPicPr>
        <p:blipFill rotWithShape="1">
          <a:blip r:embed="rId38">
            <a:alphaModFix/>
          </a:blip>
          <a:srcRect/>
          <a:stretch/>
        </p:blipFill>
        <p:spPr>
          <a:xfrm>
            <a:off x="5580415" y="2199219"/>
            <a:ext cx="1570563" cy="292125"/>
          </a:xfrm>
          <a:prstGeom prst="rect">
            <a:avLst/>
          </a:prstGeom>
          <a:noFill/>
          <a:ln>
            <a:noFill/>
          </a:ln>
        </p:spPr>
      </p:pic>
      <p:pic>
        <p:nvPicPr>
          <p:cNvPr id="1437" name="Google Shape;1437;p90"/>
          <p:cNvPicPr preferRelativeResize="0"/>
          <p:nvPr/>
        </p:nvPicPr>
        <p:blipFill rotWithShape="1">
          <a:blip r:embed="rId39">
            <a:alphaModFix/>
          </a:blip>
          <a:srcRect/>
          <a:stretch/>
        </p:blipFill>
        <p:spPr>
          <a:xfrm>
            <a:off x="3109153" y="1760569"/>
            <a:ext cx="1479101" cy="238372"/>
          </a:xfrm>
          <a:prstGeom prst="rect">
            <a:avLst/>
          </a:prstGeom>
          <a:noFill/>
          <a:ln>
            <a:noFill/>
          </a:ln>
        </p:spPr>
      </p:pic>
      <p:pic>
        <p:nvPicPr>
          <p:cNvPr id="1438" name="Google Shape;1438;p90"/>
          <p:cNvPicPr preferRelativeResize="0"/>
          <p:nvPr/>
        </p:nvPicPr>
        <p:blipFill rotWithShape="1">
          <a:blip r:embed="rId40">
            <a:alphaModFix/>
          </a:blip>
          <a:srcRect/>
          <a:stretch/>
        </p:blipFill>
        <p:spPr>
          <a:xfrm>
            <a:off x="211949" y="5242398"/>
            <a:ext cx="954172" cy="474123"/>
          </a:xfrm>
          <a:prstGeom prst="rect">
            <a:avLst/>
          </a:prstGeom>
          <a:noFill/>
          <a:ln>
            <a:noFill/>
          </a:ln>
        </p:spPr>
      </p:pic>
      <p:pic>
        <p:nvPicPr>
          <p:cNvPr id="1439" name="Google Shape;1439;p90"/>
          <p:cNvPicPr preferRelativeResize="0"/>
          <p:nvPr/>
        </p:nvPicPr>
        <p:blipFill rotWithShape="1">
          <a:blip r:embed="rId41">
            <a:alphaModFix/>
          </a:blip>
          <a:srcRect/>
          <a:stretch/>
        </p:blipFill>
        <p:spPr>
          <a:xfrm>
            <a:off x="4092109" y="4477807"/>
            <a:ext cx="1337634" cy="238113"/>
          </a:xfrm>
          <a:prstGeom prst="rect">
            <a:avLst/>
          </a:prstGeom>
          <a:noFill/>
          <a:ln>
            <a:noFill/>
          </a:ln>
        </p:spPr>
      </p:pic>
    </p:spTree>
    <p:extLst>
      <p:ext uri="{BB962C8B-B14F-4D97-AF65-F5344CB8AC3E}">
        <p14:creationId xmlns:p14="http://schemas.microsoft.com/office/powerpoint/2010/main" val="28128456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396"/>
                                        </p:tgtEl>
                                        <p:attrNameLst>
                                          <p:attrName>style.visibility</p:attrName>
                                        </p:attrNameLst>
                                      </p:cBhvr>
                                      <p:to>
                                        <p:strVal val="visible"/>
                                      </p:to>
                                    </p:set>
                                    <p:anim calcmode="lin" valueType="num">
                                      <p:cBhvr additive="base">
                                        <p:cTn id="7" dur="500"/>
                                        <p:tgtEl>
                                          <p:spTgt spid="1396"/>
                                        </p:tgtEl>
                                        <p:attrNameLst>
                                          <p:attrName>ppt_x</p:attrName>
                                        </p:attrNameLst>
                                      </p:cBhvr>
                                      <p:tavLst>
                                        <p:tav tm="0">
                                          <p:val>
                                            <p:strVal val="#ppt_x+1"/>
                                          </p:val>
                                        </p:tav>
                                        <p:tav tm="100000">
                                          <p:val>
                                            <p:strVal val="#ppt_x"/>
                                          </p:val>
                                        </p:tav>
                                      </p:tavLst>
                                    </p:anim>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1397"/>
                                        </p:tgtEl>
                                        <p:attrNameLst>
                                          <p:attrName>style.visibility</p:attrName>
                                        </p:attrNameLst>
                                      </p:cBhvr>
                                      <p:to>
                                        <p:strVal val="visible"/>
                                      </p:to>
                                    </p:set>
                                    <p:anim calcmode="lin" valueType="num">
                                      <p:cBhvr additive="base">
                                        <p:cTn id="11" dur="500"/>
                                        <p:tgtEl>
                                          <p:spTgt spid="1397"/>
                                        </p:tgtEl>
                                        <p:attrNameLst>
                                          <p:attrName>ppt_x</p:attrName>
                                        </p:attrNameLst>
                                      </p:cBhvr>
                                      <p:tavLst>
                                        <p:tav tm="0">
                                          <p:val>
                                            <p:strVal val="#ppt_x+1"/>
                                          </p:val>
                                        </p:tav>
                                        <p:tav tm="100000">
                                          <p:val>
                                            <p:strVal val="#ppt_x"/>
                                          </p:val>
                                        </p:tav>
                                      </p:tavLst>
                                    </p:anim>
                                  </p:childTnLst>
                                </p:cTn>
                              </p:par>
                            </p:childTnLst>
                          </p:cTn>
                        </p:par>
                        <p:par>
                          <p:cTn id="12" fill="hold">
                            <p:stCondLst>
                              <p:cond delay="1000"/>
                            </p:stCondLst>
                            <p:childTnLst>
                              <p:par>
                                <p:cTn id="13" presetID="2" presetClass="entr" presetSubtype="2" fill="hold" nodeType="afterEffect">
                                  <p:stCondLst>
                                    <p:cond delay="0"/>
                                  </p:stCondLst>
                                  <p:childTnLst>
                                    <p:set>
                                      <p:cBhvr>
                                        <p:cTn id="14" dur="1" fill="hold">
                                          <p:stCondLst>
                                            <p:cond delay="0"/>
                                          </p:stCondLst>
                                        </p:cTn>
                                        <p:tgtEl>
                                          <p:spTgt spid="1398"/>
                                        </p:tgtEl>
                                        <p:attrNameLst>
                                          <p:attrName>style.visibility</p:attrName>
                                        </p:attrNameLst>
                                      </p:cBhvr>
                                      <p:to>
                                        <p:strVal val="visible"/>
                                      </p:to>
                                    </p:set>
                                    <p:anim calcmode="lin" valueType="num">
                                      <p:cBhvr additive="base">
                                        <p:cTn id="15" dur="500"/>
                                        <p:tgtEl>
                                          <p:spTgt spid="1398"/>
                                        </p:tgtEl>
                                        <p:attrNameLst>
                                          <p:attrName>ppt_x</p:attrName>
                                        </p:attrNameLst>
                                      </p:cBhvr>
                                      <p:tavLst>
                                        <p:tav tm="0">
                                          <p:val>
                                            <p:strVal val="#ppt_x+1"/>
                                          </p:val>
                                        </p:tav>
                                        <p:tav tm="100000">
                                          <p:val>
                                            <p:strVal val="#ppt_x"/>
                                          </p:val>
                                        </p:tav>
                                      </p:tavLst>
                                    </p:anim>
                                  </p:childTnLst>
                                </p:cTn>
                              </p:par>
                            </p:childTnLst>
                          </p:cTn>
                        </p:par>
                        <p:par>
                          <p:cTn id="16" fill="hold">
                            <p:stCondLst>
                              <p:cond delay="1500"/>
                            </p:stCondLst>
                            <p:childTnLst>
                              <p:par>
                                <p:cTn id="17" presetID="2" presetClass="entr" presetSubtype="2" fill="hold" nodeType="afterEffect">
                                  <p:stCondLst>
                                    <p:cond delay="0"/>
                                  </p:stCondLst>
                                  <p:childTnLst>
                                    <p:set>
                                      <p:cBhvr>
                                        <p:cTn id="18" dur="1" fill="hold">
                                          <p:stCondLst>
                                            <p:cond delay="0"/>
                                          </p:stCondLst>
                                        </p:cTn>
                                        <p:tgtEl>
                                          <p:spTgt spid="1399"/>
                                        </p:tgtEl>
                                        <p:attrNameLst>
                                          <p:attrName>style.visibility</p:attrName>
                                        </p:attrNameLst>
                                      </p:cBhvr>
                                      <p:to>
                                        <p:strVal val="visible"/>
                                      </p:to>
                                    </p:set>
                                    <p:anim calcmode="lin" valueType="num">
                                      <p:cBhvr additive="base">
                                        <p:cTn id="19" dur="500"/>
                                        <p:tgtEl>
                                          <p:spTgt spid="1399"/>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pPr>
              <a:buFont typeface="Arial" panose="020B0604020202020204" pitchFamily="34" charset="0"/>
              <a:buChar char="•"/>
            </a:pPr>
            <a:r>
              <a:rPr lang="en-US" sz="2800" dirty="0"/>
              <a:t>The purpose of a pipeline is to transport some resource from point A to point B effectively with minimum upkeep or attention required once built </a:t>
            </a:r>
          </a:p>
          <a:p>
            <a:pPr>
              <a:buFont typeface="Arial" panose="020B0604020202020204" pitchFamily="34" charset="0"/>
              <a:buChar char="•"/>
            </a:pPr>
            <a:endParaRPr lang="en-US" sz="2800" dirty="0"/>
          </a:p>
          <a:p>
            <a:pPr>
              <a:buFont typeface="Arial" panose="020B0604020202020204" pitchFamily="34" charset="0"/>
              <a:buChar char="•"/>
            </a:pPr>
            <a:r>
              <a:rPr lang="en-US" sz="2800" i="1" dirty="0"/>
              <a:t>The purpose of a build pipeline is to transport the code from a developer machine or environment to an environment quickly and effectively with minimum upkeep or attention required once built </a:t>
            </a:r>
          </a:p>
          <a:p>
            <a:endParaRPr lang="en-US" sz="2800" dirty="0"/>
          </a:p>
        </p:txBody>
      </p:sp>
      <p:sp>
        <p:nvSpPr>
          <p:cNvPr id="2" name="Content Placeholder 1"/>
          <p:cNvSpPr>
            <a:spLocks noGrp="1"/>
          </p:cNvSpPr>
          <p:nvPr>
            <p:ph sz="quarter" idx="4294967295"/>
          </p:nvPr>
        </p:nvSpPr>
        <p:spPr>
          <a:xfrm>
            <a:off x="152400" y="0"/>
            <a:ext cx="6172200" cy="1219200"/>
          </a:xfrm>
        </p:spPr>
        <p:txBody>
          <a:bodyPr/>
          <a:lstStyle/>
          <a:p>
            <a:pPr marL="0" indent="0">
              <a:buNone/>
            </a:pPr>
            <a:endParaRPr lang="en-US" dirty="0"/>
          </a:p>
          <a:p>
            <a:pPr marL="0" indent="0">
              <a:buNone/>
            </a:pPr>
            <a:r>
              <a:rPr lang="en-US" sz="3600" b="1" spc="-150"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Deployment Pipeline</a:t>
            </a:r>
          </a:p>
        </p:txBody>
      </p:sp>
      <p:sp>
        <p:nvSpPr>
          <p:cNvPr id="3" name="Date Placeholder 2"/>
          <p:cNvSpPr>
            <a:spLocks noGrp="1"/>
          </p:cNvSpPr>
          <p:nvPr>
            <p:ph type="dt" sz="half" idx="4294967295"/>
          </p:nvPr>
        </p:nvSpPr>
        <p:spPr>
          <a:xfrm>
            <a:off x="0" y="6356350"/>
            <a:ext cx="21336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4" name="Footer Placeholder 3"/>
          <p:cNvSpPr>
            <a:spLocks noGrp="1"/>
          </p:cNvSpPr>
          <p:nvPr>
            <p:ph type="ftr" sz="quarter" idx="4294967295"/>
          </p:nvPr>
        </p:nvSpPr>
        <p:spPr>
          <a:xfrm>
            <a:off x="0" y="6356350"/>
            <a:ext cx="2895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5" name="Slide Number Placeholder 4"/>
          <p:cNvSpPr>
            <a:spLocks noGrp="1"/>
          </p:cNvSpPr>
          <p:nvPr>
            <p:ph type="sldNum" sz="quarter" idx="4294967295"/>
          </p:nvPr>
        </p:nvSpPr>
        <p:spPr>
          <a:xfrm>
            <a:off x="7010400" y="6356350"/>
            <a:ext cx="2133600" cy="365125"/>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138</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11968865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981200"/>
            <a:ext cx="7500938" cy="4517473"/>
          </a:xfrm>
          <a:prstGeom prst="rect">
            <a:avLst/>
          </a:prstGeom>
        </p:spPr>
      </p:pic>
      <p:sp>
        <p:nvSpPr>
          <p:cNvPr id="2" name="Content Placeholder 1"/>
          <p:cNvSpPr>
            <a:spLocks noGrp="1"/>
          </p:cNvSpPr>
          <p:nvPr>
            <p:ph sz="quarter" idx="10"/>
          </p:nvPr>
        </p:nvSpPr>
        <p:spPr/>
        <p:txBody>
          <a:bodyPr>
            <a:normAutofit/>
          </a:bodyPr>
          <a:lstStyle/>
          <a:p>
            <a: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Deployment Pipeline</a:t>
            </a:r>
          </a:p>
        </p:txBody>
      </p:sp>
      <p:sp>
        <p:nvSpPr>
          <p:cNvPr id="3" name="Date Placeholder 2">
            <a:extLst>
              <a:ext uri="{FF2B5EF4-FFF2-40B4-BE49-F238E27FC236}">
                <a16:creationId xmlns:a16="http://schemas.microsoft.com/office/drawing/2014/main" id="{068CFC01-1ED2-0227-A28F-976F2DB6358B}"/>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4" name="Footer Placeholder 3">
            <a:extLst>
              <a:ext uri="{FF2B5EF4-FFF2-40B4-BE49-F238E27FC236}">
                <a16:creationId xmlns:a16="http://schemas.microsoft.com/office/drawing/2014/main" id="{0D93393A-4899-1244-2B3C-3038844E804A}"/>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5" name="Slide Number Placeholder 4">
            <a:extLst>
              <a:ext uri="{FF2B5EF4-FFF2-40B4-BE49-F238E27FC236}">
                <a16:creationId xmlns:a16="http://schemas.microsoft.com/office/drawing/2014/main" id="{0FF25CC8-B7DA-808C-3360-5830EF8F484E}"/>
              </a:ext>
            </a:extLst>
          </p:cNvPr>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139</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58665397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pPr>
              <a:buFont typeface="Arial" panose="020B0604020202020204" pitchFamily="34" charset="0"/>
              <a:buChar char="•"/>
            </a:pPr>
            <a:endParaRPr lang="en-US" sz="2800" dirty="0"/>
          </a:p>
          <a:p>
            <a:pPr>
              <a:buFont typeface="Arial" panose="020B0604020202020204" pitchFamily="34" charset="0"/>
              <a:buChar char="•"/>
            </a:pPr>
            <a:r>
              <a:rPr lang="en-US" sz="2800" dirty="0"/>
              <a:t>Build pipelines require measurements and verification to ensure </a:t>
            </a:r>
          </a:p>
          <a:p>
            <a:pPr lvl="1">
              <a:buFont typeface="Arial" panose="020B0604020202020204" pitchFamily="34" charset="0"/>
              <a:buChar char="•"/>
            </a:pPr>
            <a:r>
              <a:rPr lang="en-US" sz="2800" dirty="0"/>
              <a:t>The Product is high quality </a:t>
            </a:r>
          </a:p>
          <a:p>
            <a:pPr lvl="1">
              <a:buFont typeface="Arial" panose="020B0604020202020204" pitchFamily="34" charset="0"/>
              <a:buChar char="•"/>
            </a:pPr>
            <a:r>
              <a:rPr lang="en-US" sz="2800" dirty="0"/>
              <a:t>Meets the Standards</a:t>
            </a:r>
          </a:p>
          <a:p>
            <a:pPr>
              <a:buFont typeface="Arial" panose="020B0604020202020204" pitchFamily="34" charset="0"/>
              <a:buChar char="•"/>
            </a:pPr>
            <a:r>
              <a:rPr lang="en-US" sz="2800" dirty="0"/>
              <a:t>Promotion pipeline</a:t>
            </a:r>
          </a:p>
          <a:p>
            <a:pPr lvl="1">
              <a:buFont typeface="Arial" panose="020B0604020202020204" pitchFamily="34" charset="0"/>
              <a:buChar char="•"/>
            </a:pPr>
            <a:r>
              <a:rPr lang="en-US" sz="2800" dirty="0"/>
              <a:t>The promotion pipeline promotes inventory entries from one environment to another and creates a promotion pull/merge request.</a:t>
            </a:r>
          </a:p>
          <a:p>
            <a:pPr>
              <a:buFont typeface="Arial" panose="020B0604020202020204" pitchFamily="34" charset="0"/>
              <a:buChar char="•"/>
            </a:pPr>
            <a:endParaRPr lang="en-US" sz="2800" dirty="0"/>
          </a:p>
          <a:p>
            <a:pPr lvl="1">
              <a:buFont typeface="Arial" panose="020B0604020202020204" pitchFamily="34" charset="0"/>
              <a:buChar char="•"/>
            </a:pPr>
            <a:endParaRPr lang="en-US" sz="2800" dirty="0"/>
          </a:p>
          <a:p>
            <a:pPr lvl="1">
              <a:buFont typeface="Arial" panose="020B0604020202020204" pitchFamily="34" charset="0"/>
              <a:buChar char="•"/>
            </a:pPr>
            <a:endParaRPr lang="en-US" sz="2800" dirty="0"/>
          </a:p>
          <a:p>
            <a:endParaRPr lang="en-US" sz="2800" dirty="0"/>
          </a:p>
        </p:txBody>
      </p:sp>
      <p:sp>
        <p:nvSpPr>
          <p:cNvPr id="2" name="Content Placeholder 1"/>
          <p:cNvSpPr>
            <a:spLocks noGrp="1"/>
          </p:cNvSpPr>
          <p:nvPr>
            <p:ph sz="quarter" idx="4294967295"/>
          </p:nvPr>
        </p:nvSpPr>
        <p:spPr>
          <a:xfrm>
            <a:off x="152400" y="0"/>
            <a:ext cx="6172200" cy="1219200"/>
          </a:xfrm>
        </p:spPr>
        <p:txBody>
          <a:bodyPr/>
          <a:lstStyle/>
          <a:p>
            <a:pPr marL="0" indent="0">
              <a:buNone/>
            </a:pPr>
            <a:endParaRPr lang="en-US" dirty="0"/>
          </a:p>
          <a:p>
            <a:pPr marL="0" indent="0">
              <a:buNone/>
            </a:pPr>
            <a:r>
              <a:rPr lang="en-US" sz="3600" b="1" spc="-150"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Deployment Pipeline</a:t>
            </a:r>
          </a:p>
        </p:txBody>
      </p:sp>
      <p:sp>
        <p:nvSpPr>
          <p:cNvPr id="3" name="Date Placeholder 2"/>
          <p:cNvSpPr>
            <a:spLocks noGrp="1"/>
          </p:cNvSpPr>
          <p:nvPr>
            <p:ph type="dt" sz="half" idx="4294967295"/>
          </p:nvPr>
        </p:nvSpPr>
        <p:spPr>
          <a:xfrm>
            <a:off x="0" y="6356350"/>
            <a:ext cx="21336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4" name="Footer Placeholder 3"/>
          <p:cNvSpPr>
            <a:spLocks noGrp="1"/>
          </p:cNvSpPr>
          <p:nvPr>
            <p:ph type="ftr" sz="quarter" idx="4294967295"/>
          </p:nvPr>
        </p:nvSpPr>
        <p:spPr>
          <a:xfrm>
            <a:off x="0" y="6356350"/>
            <a:ext cx="2895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5" name="Slide Number Placeholder 4"/>
          <p:cNvSpPr>
            <a:spLocks noGrp="1"/>
          </p:cNvSpPr>
          <p:nvPr>
            <p:ph type="sldNum" sz="quarter" idx="4294967295"/>
          </p:nvPr>
        </p:nvSpPr>
        <p:spPr>
          <a:xfrm>
            <a:off x="7010400" y="6356350"/>
            <a:ext cx="2133600" cy="365125"/>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140</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43213175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4" name="Footer Placeholder 3"/>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5" name="Slide Number Placeholder 4"/>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141</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6" name="Title 1"/>
          <p:cNvSpPr>
            <a:spLocks noGrp="1"/>
          </p:cNvSpPr>
          <p:nvPr>
            <p:ph sz="quarter" idx="10"/>
          </p:nvPr>
        </p:nvSpPr>
        <p:spPr/>
        <p:txBody>
          <a:bodyPr>
            <a:normAutofit/>
          </a:bodyPr>
          <a:lstStyle/>
          <a:p>
            <a: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Deployment Pipeline benefits</a:t>
            </a:r>
          </a:p>
        </p:txBody>
      </p:sp>
      <p:graphicFrame>
        <p:nvGraphicFramePr>
          <p:cNvPr id="7" name="Object 6"/>
          <p:cNvGraphicFramePr>
            <a:graphicFrameLocks noChangeAspect="1"/>
          </p:cNvGraphicFramePr>
          <p:nvPr/>
        </p:nvGraphicFramePr>
        <p:xfrm>
          <a:off x="4960620" y="1619251"/>
          <a:ext cx="3672840" cy="4363094"/>
        </p:xfrm>
        <a:graphic>
          <a:graphicData uri="http://schemas.openxmlformats.org/presentationml/2006/ole">
            <mc:AlternateContent xmlns:mc="http://schemas.openxmlformats.org/markup-compatibility/2006">
              <mc:Choice xmlns:v="urn:schemas-microsoft-com:vml" Requires="v">
                <p:oleObj name="Visio" r:id="rId3" imgW="4714943" imgH="5600700" progId="Visio.Drawing.15">
                  <p:embed/>
                </p:oleObj>
              </mc:Choice>
              <mc:Fallback>
                <p:oleObj name="Visio" r:id="rId3" imgW="4714943" imgH="5600700" progId="Visio.Drawing.15">
                  <p:embed/>
                  <p:pic>
                    <p:nvPicPr>
                      <p:cNvPr id="7" name="Object 6"/>
                      <p:cNvPicPr/>
                      <p:nvPr/>
                    </p:nvPicPr>
                    <p:blipFill>
                      <a:blip r:embed="rId4"/>
                      <a:stretch>
                        <a:fillRect/>
                      </a:stretch>
                    </p:blipFill>
                    <p:spPr>
                      <a:xfrm>
                        <a:off x="4960620" y="1619251"/>
                        <a:ext cx="3672840" cy="4363094"/>
                      </a:xfrm>
                      <a:prstGeom prst="rect">
                        <a:avLst/>
                      </a:prstGeom>
                    </p:spPr>
                  </p:pic>
                </p:oleObj>
              </mc:Fallback>
            </mc:AlternateContent>
          </a:graphicData>
        </a:graphic>
      </p:graphicFrame>
      <p:sp>
        <p:nvSpPr>
          <p:cNvPr id="11" name="Rectangle 10"/>
          <p:cNvSpPr/>
          <p:nvPr/>
        </p:nvSpPr>
        <p:spPr>
          <a:xfrm>
            <a:off x="152400" y="1619251"/>
            <a:ext cx="4572000" cy="3970318"/>
          </a:xfrm>
          <a:prstGeom prst="rect">
            <a:avLst/>
          </a:prstGeom>
        </p:spPr>
        <p:txBody>
          <a:bodyPr>
            <a:spAutoFit/>
          </a:bodyPr>
          <a:lstStyle/>
          <a:p>
            <a:pPr marL="285743" marR="0" lvl="0" indent="-285743"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Improved Developer Experience</a:t>
            </a:r>
          </a:p>
          <a:p>
            <a:pPr marL="285743" marR="0" lvl="0" indent="-285743"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Delivering Software At An Agile Pace</a:t>
            </a:r>
          </a:p>
          <a:p>
            <a:pPr marL="285743" marR="0" lvl="0" indent="-285743"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Continuous/Fast Feedback</a:t>
            </a:r>
          </a:p>
          <a:p>
            <a:pPr marL="285743" marR="0" lvl="0" indent="-285743"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Approvals To Audit</a:t>
            </a:r>
          </a:p>
          <a:p>
            <a:pPr marL="285743" marR="0" lvl="0" indent="-285743"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Secure At The Start</a:t>
            </a:r>
          </a:p>
          <a:p>
            <a:pPr marL="285743" marR="0" lvl="0" indent="-285743"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Automated testing</a:t>
            </a:r>
          </a:p>
          <a:p>
            <a:pPr marL="285743" marR="0" lvl="0" indent="-285743"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Industry Standard Best Practices</a:t>
            </a:r>
          </a:p>
          <a:p>
            <a:pPr marL="285743" marR="0" lvl="0" indent="-285743"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Improved time to value through code enabled deployments</a:t>
            </a:r>
          </a:p>
          <a:p>
            <a:pPr marL="285743" marR="0" lvl="0" indent="-285743"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Reduced support footprint due to consistent deployments</a:t>
            </a:r>
          </a:p>
          <a:p>
            <a:pPr marL="285743" marR="0" lvl="0" indent="-285743"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Simple automated deployments to any target zone</a:t>
            </a:r>
          </a:p>
          <a:p>
            <a:pPr marL="285743" marR="0" lvl="0" indent="-285743"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Automation, Automation, Automation</a:t>
            </a:r>
          </a:p>
        </p:txBody>
      </p:sp>
    </p:spTree>
    <p:extLst>
      <p:ext uri="{BB962C8B-B14F-4D97-AF65-F5344CB8AC3E}">
        <p14:creationId xmlns:p14="http://schemas.microsoft.com/office/powerpoint/2010/main" val="132094920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839200" cy="4862513"/>
          </a:xfrm>
        </p:spPr>
        <p:txBody>
          <a:bodyPr/>
          <a:lstStyle/>
          <a:p>
            <a:pPr>
              <a:buFont typeface="Arial" panose="020B0604020202020204" pitchFamily="34" charset="0"/>
              <a:buChar char="•"/>
            </a:pPr>
            <a:r>
              <a:rPr lang="en-US" dirty="0"/>
              <a:t>Not quite!!</a:t>
            </a:r>
          </a:p>
          <a:p>
            <a:pPr lvl="1"/>
            <a:r>
              <a:rPr lang="en-US" dirty="0"/>
              <a:t>Not the concept of the cloud but why they are not seeing the benefits that were promised to them</a:t>
            </a:r>
          </a:p>
          <a:p>
            <a:pPr lvl="1"/>
            <a:r>
              <a:rPr lang="en-US" dirty="0"/>
              <a:t>The focus  is on adopting cloud-based infrastructure and managing it</a:t>
            </a:r>
          </a:p>
          <a:p>
            <a:pPr lvl="1"/>
            <a:r>
              <a:rPr lang="en-US" dirty="0"/>
              <a:t>While we will discuss cost benefits primarily,  one should not forget the other benefits and risks of the cloud</a:t>
            </a:r>
          </a:p>
          <a:p>
            <a:r>
              <a:rPr lang="en-US" dirty="0"/>
              <a:t>Benefits:</a:t>
            </a:r>
          </a:p>
          <a:p>
            <a:pPr lvl="1"/>
            <a:r>
              <a:rPr lang="en-US" dirty="0"/>
              <a:t>Redundancy for resilience</a:t>
            </a:r>
          </a:p>
          <a:p>
            <a:pPr lvl="1"/>
            <a:r>
              <a:rPr lang="en-US" dirty="0"/>
              <a:t>The scalability of resources</a:t>
            </a:r>
          </a:p>
          <a:p>
            <a:pPr lvl="1"/>
            <a:r>
              <a:rPr lang="en-US" dirty="0"/>
              <a:t>The strong ecosystem of related</a:t>
            </a:r>
          </a:p>
          <a:p>
            <a:r>
              <a:rPr lang="en-US" dirty="0"/>
              <a:t>Risks:</a:t>
            </a:r>
          </a:p>
          <a:p>
            <a:pPr lvl="1"/>
            <a:r>
              <a:rPr lang="en-US" dirty="0"/>
              <a:t>The dependency on a third-party provider</a:t>
            </a:r>
          </a:p>
          <a:p>
            <a:pPr lvl="1"/>
            <a:r>
              <a:rPr lang="en-US" dirty="0"/>
              <a:t>The challenges with data sovereignty</a:t>
            </a:r>
          </a:p>
          <a:p>
            <a:pPr lvl="1"/>
            <a:r>
              <a:rPr lang="en-US" dirty="0"/>
              <a:t>Risk of being attacked because you are on a popular platform</a:t>
            </a:r>
          </a:p>
          <a:p>
            <a:endParaRPr lang="en-US" dirty="0"/>
          </a:p>
        </p:txBody>
      </p:sp>
      <p:sp>
        <p:nvSpPr>
          <p:cNvPr id="3" name="Content Placeholder 2"/>
          <p:cNvSpPr>
            <a:spLocks noGrp="1"/>
          </p:cNvSpPr>
          <p:nvPr>
            <p:ph sz="quarter" idx="10"/>
          </p:nvPr>
        </p:nvSpPr>
        <p:spPr/>
        <p:txBody>
          <a:bodyPr>
            <a:normAutofit/>
          </a:bodyPr>
          <a:lstStyle/>
          <a:p>
            <a: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Cloud is no longer a mystery</a:t>
            </a:r>
          </a:p>
        </p:txBody>
      </p:sp>
      <p:sp>
        <p:nvSpPr>
          <p:cNvPr id="4" name="Date Placeholder 3"/>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5" name="Footer Placeholder 4"/>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6" name="Slide Number Placeholder 5"/>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142</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10674889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28600" y="439994"/>
            <a:ext cx="6324600" cy="838200"/>
          </a:xfrm>
        </p:spPr>
        <p:txBody>
          <a:bodyPr>
            <a:normAutofit/>
          </a:bodyPr>
          <a:lstStyle/>
          <a:p>
            <a: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Cloud is no longer a mystery</a:t>
            </a:r>
          </a:p>
          <a:p>
            <a:endPar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4" name="Footer Placeholder 3"/>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5" name="Slide Number Placeholder 4"/>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143</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2665" y="1278194"/>
            <a:ext cx="6286499" cy="3704474"/>
          </a:xfrm>
          <a:prstGeom prst="rect">
            <a:avLst/>
          </a:prstGeom>
        </p:spPr>
      </p:pic>
      <p:sp>
        <p:nvSpPr>
          <p:cNvPr id="7" name="Content Placeholder 12"/>
          <p:cNvSpPr txBox="1">
            <a:spLocks/>
          </p:cNvSpPr>
          <p:nvPr/>
        </p:nvSpPr>
        <p:spPr>
          <a:xfrm>
            <a:off x="1147917" y="4945797"/>
            <a:ext cx="7239000" cy="1752600"/>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marL="9525" marR="0" lvl="0" indent="0" algn="l" defTabSz="914400" rtl="0" eaLnBrk="1" fontAlgn="base" latinLnBrk="0" hangingPunct="1">
              <a:lnSpc>
                <a:spcPct val="100000"/>
              </a:lnSpc>
              <a:spcBef>
                <a:spcPts val="465"/>
              </a:spcBef>
              <a:spcAft>
                <a:spcPct val="0"/>
              </a:spcAft>
              <a:buClrTx/>
              <a:buSzTx/>
              <a:buFont typeface="Arial" panose="020B0604020202020204" pitchFamily="34" charset="0"/>
              <a:buNone/>
              <a:tabLst>
                <a:tab pos="63818" algn="l"/>
              </a:tabLst>
              <a:defRPr/>
            </a:pPr>
            <a:endParaRPr kumimoji="0" lang="en-US" sz="1350" b="1" i="0" u="none" strike="noStrike" kern="1200" cap="none" spc="0" normalizeH="0" baseline="0" noProof="0" dirty="0">
              <a:ln>
                <a:noFill/>
              </a:ln>
              <a:solidFill>
                <a:prstClr val="black"/>
              </a:solidFill>
              <a:effectLst/>
              <a:uLnTx/>
              <a:uFillTx/>
              <a:latin typeface="Calibri"/>
              <a:ea typeface="+mn-ea"/>
              <a:cs typeface="+mn-cs"/>
            </a:endParaRPr>
          </a:p>
          <a:p>
            <a:pPr marL="9525" marR="0" lvl="0" indent="0" algn="l" defTabSz="914400" rtl="0" eaLnBrk="1" fontAlgn="base" latinLnBrk="0" hangingPunct="1">
              <a:lnSpc>
                <a:spcPct val="100000"/>
              </a:lnSpc>
              <a:spcBef>
                <a:spcPts val="465"/>
              </a:spcBef>
              <a:spcAft>
                <a:spcPct val="0"/>
              </a:spcAft>
              <a:buClrTx/>
              <a:buSzTx/>
              <a:buFont typeface="Arial" panose="020B0604020202020204" pitchFamily="34" charset="0"/>
              <a:buNone/>
              <a:tabLst>
                <a:tab pos="63818" algn="l"/>
              </a:tabLst>
              <a:defRPr/>
            </a:pPr>
            <a:r>
              <a:rPr kumimoji="0" lang="en-US" sz="1600" b="1" i="1" u="none" strike="noStrike" kern="1200" cap="none" spc="0" normalizeH="0" baseline="0" noProof="0" dirty="0">
                <a:ln>
                  <a:noFill/>
                </a:ln>
                <a:solidFill>
                  <a:prstClr val="black"/>
                </a:solidFill>
                <a:effectLst/>
                <a:uLnTx/>
                <a:uFillTx/>
                <a:latin typeface="Calibri"/>
                <a:ea typeface="+mn-ea"/>
                <a:cs typeface="+mn-cs"/>
              </a:rPr>
              <a:t>Cloud computing metaphor: the group of networked elements providing services need not be individually addressed or managed by users; instead, the entire provider-managed suite of hardware and software can be thought of as an amorphous cloud.</a:t>
            </a:r>
            <a:endParaRPr kumimoji="0" lang="en-US" sz="1600" b="1" i="1" u="none" strike="noStrike" kern="1200" cap="none" spc="0" normalizeH="0" baseline="0" noProof="0" dirty="0">
              <a:ln>
                <a:noFill/>
              </a:ln>
              <a:solidFill>
                <a:prstClr val="black"/>
              </a:solidFill>
              <a:effectLst/>
              <a:uLnTx/>
              <a:uFillTx/>
              <a:latin typeface="Arial"/>
              <a:ea typeface="+mn-ea"/>
              <a:cs typeface="Arial"/>
            </a:endParaRPr>
          </a:p>
        </p:txBody>
      </p:sp>
    </p:spTree>
    <p:extLst>
      <p:ext uri="{BB962C8B-B14F-4D97-AF65-F5344CB8AC3E}">
        <p14:creationId xmlns:p14="http://schemas.microsoft.com/office/powerpoint/2010/main" val="105836487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normAutofit/>
          </a:bodyPr>
          <a:lstStyle/>
          <a:p>
            <a:r>
              <a:rPr lang="en-US" dirty="0">
                <a:solidFill>
                  <a:srgbClr val="610B38"/>
                </a:solidFill>
                <a:latin typeface="Helvetica" panose="020B0604020202020204" pitchFamily="34" charset="0"/>
                <a:ea typeface="Times New Roman" panose="02020603050405020304" pitchFamily="18" charset="0"/>
                <a:cs typeface="Times New Roman" panose="02020603050405020304" pitchFamily="18" charset="0"/>
              </a:rPr>
              <a:t>Cloud – Providing IT capabilities as a service</a:t>
            </a:r>
          </a:p>
        </p:txBody>
      </p:sp>
      <p:sp>
        <p:nvSpPr>
          <p:cNvPr id="3" name="Date Placeholder 2"/>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11-12-13, 2025</a:t>
            </a:r>
          </a:p>
        </p:txBody>
      </p:sp>
      <p:sp>
        <p:nvSpPr>
          <p:cNvPr id="4" name="Footer Placeholder 3"/>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5" name="Slide Number Placeholder 4"/>
          <p:cNvSpPr>
            <a:spLocks noGrp="1"/>
          </p:cNvSpPr>
          <p:nvPr>
            <p:ph type="sldNum" sz="quarter" idx="13"/>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F71B28-9D07-487C-99CF-53688178DC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144</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pic>
        <p:nvPicPr>
          <p:cNvPr id="6" name="Picture 5"/>
          <p:cNvPicPr>
            <a:picLocks noChangeAspect="1"/>
          </p:cNvPicPr>
          <p:nvPr/>
        </p:nvPicPr>
        <p:blipFill>
          <a:blip r:embed="rId3"/>
          <a:stretch>
            <a:fillRect/>
          </a:stretch>
        </p:blipFill>
        <p:spPr>
          <a:xfrm>
            <a:off x="412708" y="1219200"/>
            <a:ext cx="8579966" cy="5333999"/>
          </a:xfrm>
          <a:prstGeom prst="rect">
            <a:avLst/>
          </a:prstGeom>
        </p:spPr>
      </p:pic>
    </p:spTree>
    <p:extLst>
      <p:ext uri="{BB962C8B-B14F-4D97-AF65-F5344CB8AC3E}">
        <p14:creationId xmlns:p14="http://schemas.microsoft.com/office/powerpoint/2010/main" val="65163523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1">
            <a:extLst>
              <a:ext uri="{FF2B5EF4-FFF2-40B4-BE49-F238E27FC236}">
                <a16:creationId xmlns:a16="http://schemas.microsoft.com/office/drawing/2014/main" id="{AC62141A-5C4A-7B1F-E695-82C38A9E29F3}"/>
              </a:ext>
            </a:extLst>
          </p:cNvPr>
          <p:cNvSpPr>
            <a:spLocks noGrp="1"/>
          </p:cNvSpPr>
          <p:nvPr>
            <p:ph idx="1"/>
          </p:nvPr>
        </p:nvSpPr>
        <p:spPr>
          <a:xfrm>
            <a:off x="304800" y="1493838"/>
            <a:ext cx="8229600" cy="4525962"/>
          </a:xfrm>
        </p:spPr>
        <p:txBody>
          <a:bodyPr/>
          <a:lstStyle/>
          <a:p>
            <a:pPr algn="just" fontAlgn="base">
              <a:spcAft>
                <a:spcPct val="0"/>
              </a:spcAft>
              <a:buFont typeface="Wingdings" panose="05000000000000000000" pitchFamily="2" charset="2"/>
              <a:buChar char="v"/>
            </a:pPr>
            <a:r>
              <a:rPr lang="en-US" altLang="en-US" sz="2000">
                <a:solidFill>
                  <a:srgbClr val="171321"/>
                </a:solidFill>
                <a:latin typeface="Inter"/>
              </a:rPr>
              <a:t>A centralized version control system offers software development teams a way to collaborate using a central server.</a:t>
            </a:r>
            <a:r>
              <a:rPr lang="en-US" altLang="en-US" sz="2000">
                <a:solidFill>
                  <a:srgbClr val="1B2733"/>
                </a:solidFill>
                <a:latin typeface="Rubik"/>
              </a:rPr>
              <a:t> </a:t>
            </a:r>
          </a:p>
          <a:p>
            <a:pPr fontAlgn="base">
              <a:spcAft>
                <a:spcPct val="0"/>
              </a:spcAft>
              <a:buFont typeface="Wingdings" panose="05000000000000000000" pitchFamily="2" charset="2"/>
              <a:buChar char="v"/>
            </a:pPr>
            <a:r>
              <a:rPr lang="en-US" altLang="en-US" sz="2000">
                <a:solidFill>
                  <a:srgbClr val="171321"/>
                </a:solidFill>
                <a:latin typeface="Inter"/>
              </a:rPr>
              <a:t>A server acts as the main centralized repository which stores every version of code.</a:t>
            </a:r>
          </a:p>
          <a:p>
            <a:pPr fontAlgn="base">
              <a:spcAft>
                <a:spcPct val="0"/>
              </a:spcAft>
              <a:buFont typeface="Wingdings" panose="05000000000000000000" pitchFamily="2" charset="2"/>
              <a:buChar char="v"/>
            </a:pPr>
            <a:r>
              <a:rPr lang="en-US" altLang="en-US" sz="2000">
                <a:solidFill>
                  <a:srgbClr val="171321"/>
                </a:solidFill>
                <a:latin typeface="Inter"/>
              </a:rPr>
              <a:t>Using centralized source control, every user commits directly to the  main branch, so this type of version control often works well for small teams, because team members have the ability to communicate quickly so that no two</a:t>
            </a:r>
            <a:br>
              <a:rPr lang="en-US" altLang="en-US" sz="2000"/>
            </a:br>
            <a:r>
              <a:rPr lang="en-US" altLang="en-US" sz="2000">
                <a:solidFill>
                  <a:srgbClr val="171321"/>
                </a:solidFill>
                <a:latin typeface="Inter"/>
              </a:rPr>
              <a:t>developers want to work on the same piece of code simultaneously</a:t>
            </a:r>
            <a:endParaRPr lang="en-US" altLang="en-US" sz="2000">
              <a:solidFill>
                <a:srgbClr val="1B2733"/>
              </a:solidFill>
              <a:latin typeface="Rubik"/>
            </a:endParaRPr>
          </a:p>
          <a:p>
            <a:pPr algn="just" fontAlgn="base">
              <a:spcAft>
                <a:spcPct val="0"/>
              </a:spcAft>
              <a:buFont typeface="Wingdings" panose="05000000000000000000" pitchFamily="2" charset="2"/>
              <a:buChar char="v"/>
            </a:pPr>
            <a:r>
              <a:rPr lang="en-US" altLang="en-US" sz="2000">
                <a:solidFill>
                  <a:srgbClr val="171321"/>
                </a:solidFill>
                <a:latin typeface="Inter"/>
              </a:rPr>
              <a:t>As a client-server model, a centralized workflow enables file locking so that any piece of the code that's currently checked out will not be accessible to others, ensuring that only one developer can contribute to the code at a time. Team members use branches to contribute to the central repository, and the server will unlock files after merges.</a:t>
            </a:r>
            <a:endParaRPr lang="en-IN" altLang="en-US" sz="2000"/>
          </a:p>
        </p:txBody>
      </p:sp>
      <p:sp>
        <p:nvSpPr>
          <p:cNvPr id="3" name="Content Placeholder 2">
            <a:extLst>
              <a:ext uri="{FF2B5EF4-FFF2-40B4-BE49-F238E27FC236}">
                <a16:creationId xmlns:a16="http://schemas.microsoft.com/office/drawing/2014/main" id="{D46CD3E3-0FD5-66D9-FEFA-D9AE36848C00}"/>
              </a:ext>
            </a:extLst>
          </p:cNvPr>
          <p:cNvSpPr>
            <a:spLocks noGrp="1"/>
          </p:cNvSpPr>
          <p:nvPr>
            <p:ph sz="quarter" idx="10"/>
          </p:nvPr>
        </p:nvSpPr>
        <p:spPr/>
        <p:txBody>
          <a:bodyPr/>
          <a:lstStyle/>
          <a:p>
            <a:pPr indent="0" algn="just">
              <a:defRPr/>
            </a:pPr>
            <a:r>
              <a:rPr lang="en-IN" dirty="0">
                <a:latin typeface="Times New Roman" panose="02020603050405020304" pitchFamily="18" charset="0"/>
                <a:ea typeface="Ubuntu" panose="020F0502020204030204" pitchFamily="34" charset="0"/>
                <a:cs typeface="Times New Roman" panose="02020603050405020304" pitchFamily="18" charset="0"/>
              </a:rPr>
              <a:t>Centralized Version Control Systems</a:t>
            </a:r>
            <a:endParaRPr lang="en-IN" dirty="0">
              <a:latin typeface="Calibri" panose="020F0502020204030204" pitchFamily="34" charset="0"/>
              <a:ea typeface="Calibri" panose="020F0502020204030204" pitchFamily="34" charset="0"/>
              <a:cs typeface="Times New Roman" panose="02020603050405020304" pitchFamily="18" charset="0"/>
            </a:endParaRPr>
          </a:p>
        </p:txBody>
      </p:sp>
      <p:sp>
        <p:nvSpPr>
          <p:cNvPr id="2" name="Date Placeholder 1">
            <a:extLst>
              <a:ext uri="{FF2B5EF4-FFF2-40B4-BE49-F238E27FC236}">
                <a16:creationId xmlns:a16="http://schemas.microsoft.com/office/drawing/2014/main" id="{9D3DFBC1-3AA4-EFE6-B907-B74F03E968C3}"/>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762BDBEA-8ACB-B8F7-50E5-7CF577996969}"/>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22534" name="Slide Number Placeholder 4">
            <a:extLst>
              <a:ext uri="{FF2B5EF4-FFF2-40B4-BE49-F238E27FC236}">
                <a16:creationId xmlns:a16="http://schemas.microsoft.com/office/drawing/2014/main" id="{44FB576B-79EA-7E8F-B62A-6859266F7553}"/>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F95D3FF-4372-4D1E-828C-38F1BAC5A448}"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145</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1">
            <a:extLst>
              <a:ext uri="{FF2B5EF4-FFF2-40B4-BE49-F238E27FC236}">
                <a16:creationId xmlns:a16="http://schemas.microsoft.com/office/drawing/2014/main" id="{932799D8-2189-9647-EAAB-7AF7AD6E25DC}"/>
              </a:ext>
            </a:extLst>
          </p:cNvPr>
          <p:cNvSpPr>
            <a:spLocks noGrp="1"/>
          </p:cNvSpPr>
          <p:nvPr>
            <p:ph idx="1"/>
          </p:nvPr>
        </p:nvSpPr>
        <p:spPr>
          <a:xfrm>
            <a:off x="304800" y="1493838"/>
            <a:ext cx="8229600" cy="4525962"/>
          </a:xfrm>
        </p:spPr>
        <p:txBody>
          <a:bodyPr/>
          <a:lstStyle/>
          <a:p>
            <a:pPr algn="just" fontAlgn="base">
              <a:spcAft>
                <a:spcPct val="0"/>
              </a:spcAft>
              <a:buFont typeface="Wingdings" panose="05000000000000000000" pitchFamily="2" charset="2"/>
              <a:buChar char="v"/>
            </a:pPr>
            <a:r>
              <a:rPr lang="en-US" altLang="en-US" sz="1800">
                <a:solidFill>
                  <a:srgbClr val="171321"/>
                </a:solidFill>
                <a:latin typeface="Inter"/>
              </a:rPr>
              <a:t>A distributed version control system (DVCS) brings a local copy of the complete repository to every team member’s computer, so they can commit, branch, and merge locally. The server doesn’t have to store a physical file for each branch — it just needs the differences between each commit.</a:t>
            </a:r>
          </a:p>
          <a:p>
            <a:pPr fontAlgn="base">
              <a:spcAft>
                <a:spcPct val="0"/>
              </a:spcAft>
              <a:buFont typeface="Wingdings" panose="05000000000000000000" pitchFamily="2" charset="2"/>
              <a:buChar char="v"/>
            </a:pPr>
            <a:r>
              <a:rPr lang="en-US" altLang="en-US" sz="1800">
                <a:solidFill>
                  <a:srgbClr val="171321"/>
                </a:solidFill>
                <a:latin typeface="Inter"/>
              </a:rPr>
              <a:t>Distributed source code management systems, such as Git, Mercurial, and Bazaar, mirror the repository and its entire history as a local copy on individual hard drives.</a:t>
            </a:r>
          </a:p>
          <a:p>
            <a:pPr fontAlgn="base">
              <a:spcAft>
                <a:spcPct val="0"/>
              </a:spcAft>
              <a:buFont typeface="Wingdings" panose="05000000000000000000" pitchFamily="2" charset="2"/>
              <a:buChar char="v"/>
            </a:pPr>
            <a:r>
              <a:rPr lang="en-US" altLang="en-US" sz="1800">
                <a:solidFill>
                  <a:srgbClr val="171321"/>
                </a:solidFill>
                <a:latin typeface="Inter"/>
              </a:rPr>
              <a:t>Distributed version control systems help software development teams create strong workflows and hierarchies, with each developer pushing code changes to their own repository and maintainers setting a code review process to ensure only quality code merges into the main repository.</a:t>
            </a:r>
          </a:p>
          <a:p>
            <a:pPr fontAlgn="base">
              <a:spcAft>
                <a:spcPct val="0"/>
              </a:spcAft>
              <a:buFont typeface="Wingdings" panose="05000000000000000000" pitchFamily="2" charset="2"/>
              <a:buChar char="v"/>
            </a:pPr>
            <a:r>
              <a:rPr lang="en-US" altLang="en-US" sz="1800">
                <a:solidFill>
                  <a:srgbClr val="171321"/>
                </a:solidFill>
                <a:latin typeface="Inter"/>
              </a:rPr>
              <a:t>A contributor can no longer rely on a server to resolve conflicts when merging and has to resolve them locally, which can result in confusing merge commits. However, despite the initial discomfort, a distributed source control system can ensure stable code development when multiple developers contribute to software development projects.</a:t>
            </a:r>
            <a:endParaRPr lang="en-IN" altLang="en-US" sz="1800">
              <a:solidFill>
                <a:srgbClr val="171321"/>
              </a:solidFill>
              <a:latin typeface="Inter"/>
            </a:endParaRPr>
          </a:p>
        </p:txBody>
      </p:sp>
      <p:sp>
        <p:nvSpPr>
          <p:cNvPr id="3" name="Content Placeholder 2">
            <a:extLst>
              <a:ext uri="{FF2B5EF4-FFF2-40B4-BE49-F238E27FC236}">
                <a16:creationId xmlns:a16="http://schemas.microsoft.com/office/drawing/2014/main" id="{E1679FE1-98D9-5765-7325-87D9F9CAA27F}"/>
              </a:ext>
            </a:extLst>
          </p:cNvPr>
          <p:cNvSpPr>
            <a:spLocks noGrp="1"/>
          </p:cNvSpPr>
          <p:nvPr>
            <p:ph sz="quarter" idx="10"/>
          </p:nvPr>
        </p:nvSpPr>
        <p:spPr/>
        <p:txBody>
          <a:bodyPr/>
          <a:lstStyle/>
          <a:p>
            <a:pPr indent="0" algn="just">
              <a:defRPr/>
            </a:pPr>
            <a:r>
              <a:rPr lang="en-IN" dirty="0">
                <a:latin typeface="Times New Roman" panose="02020603050405020304" pitchFamily="18" charset="0"/>
                <a:ea typeface="Ubuntu" panose="020F0502020204030204" pitchFamily="34" charset="0"/>
                <a:cs typeface="Times New Roman" panose="02020603050405020304" pitchFamily="18" charset="0"/>
              </a:rPr>
              <a:t>Distributed Version Control Systems </a:t>
            </a:r>
            <a:endParaRPr lang="en-IN" dirty="0">
              <a:latin typeface="Calibri" panose="020F0502020204030204" pitchFamily="34" charset="0"/>
              <a:ea typeface="Calibri" panose="020F0502020204030204" pitchFamily="34"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F9BD10F-D8B2-2035-4A2A-BA3FF2439142}"/>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26C213F2-1259-2278-5A0B-7B93EE6D49D1}"/>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23558" name="Slide Number Placeholder 4">
            <a:extLst>
              <a:ext uri="{FF2B5EF4-FFF2-40B4-BE49-F238E27FC236}">
                <a16:creationId xmlns:a16="http://schemas.microsoft.com/office/drawing/2014/main" id="{631457ED-0EF0-F2CF-AF78-779C69B0FC95}"/>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D369F5B-A9C6-4B7D-82B3-FD5F30EBC5D4}"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146</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1">
            <a:extLst>
              <a:ext uri="{FF2B5EF4-FFF2-40B4-BE49-F238E27FC236}">
                <a16:creationId xmlns:a16="http://schemas.microsoft.com/office/drawing/2014/main" id="{BCC81975-2A0E-2DA7-F0C6-27A6FDD8CB76}"/>
              </a:ext>
            </a:extLst>
          </p:cNvPr>
          <p:cNvSpPr>
            <a:spLocks noGrp="1"/>
          </p:cNvSpPr>
          <p:nvPr>
            <p:ph idx="1"/>
          </p:nvPr>
        </p:nvSpPr>
        <p:spPr>
          <a:xfrm>
            <a:off x="304800" y="1493838"/>
            <a:ext cx="8229600" cy="4525962"/>
          </a:xfrm>
        </p:spPr>
        <p:txBody>
          <a:bodyPr/>
          <a:lstStyle/>
          <a:p>
            <a:pPr algn="just" fontAlgn="base">
              <a:spcAft>
                <a:spcPct val="0"/>
              </a:spcAft>
              <a:buFont typeface="Wingdings" panose="05000000000000000000" pitchFamily="2" charset="2"/>
              <a:buChar char="v"/>
            </a:pPr>
            <a:r>
              <a:rPr lang="en-US" altLang="en-US">
                <a:solidFill>
                  <a:srgbClr val="1B2733"/>
                </a:solidFill>
                <a:latin typeface="Rubik"/>
              </a:rPr>
              <a:t>A web-based hosting and collaboration platform used by professional programmers to develop new software. </a:t>
            </a:r>
          </a:p>
          <a:p>
            <a:pPr algn="just" fontAlgn="base">
              <a:spcAft>
                <a:spcPct val="0"/>
              </a:spcAft>
              <a:buFont typeface="Wingdings" panose="05000000000000000000" pitchFamily="2" charset="2"/>
              <a:buChar char="v"/>
            </a:pPr>
            <a:r>
              <a:rPr lang="en-US" altLang="en-US">
                <a:solidFill>
                  <a:srgbClr val="1B2733"/>
                </a:solidFill>
                <a:latin typeface="Rubik"/>
              </a:rPr>
              <a:t>Professional who uses GitHub can create and manage software with the advanced platform.</a:t>
            </a:r>
          </a:p>
          <a:p>
            <a:pPr algn="just" fontAlgn="base">
              <a:spcAft>
                <a:spcPct val="0"/>
              </a:spcAft>
            </a:pPr>
            <a:endParaRPr lang="en-US" altLang="en-US">
              <a:solidFill>
                <a:srgbClr val="1B2733"/>
              </a:solidFill>
              <a:latin typeface="Rubik"/>
            </a:endParaRPr>
          </a:p>
          <a:p>
            <a:pPr algn="just" fontAlgn="base">
              <a:spcAft>
                <a:spcPct val="0"/>
              </a:spcAft>
              <a:buFont typeface="Wingdings" panose="05000000000000000000" pitchFamily="2" charset="2"/>
              <a:buChar char="v"/>
            </a:pPr>
            <a:r>
              <a:rPr lang="en-US" altLang="en-US">
                <a:solidFill>
                  <a:srgbClr val="1B2733"/>
                </a:solidFill>
                <a:latin typeface="Rubik"/>
              </a:rPr>
              <a:t>The largest and most advanced global collaboration</a:t>
            </a:r>
          </a:p>
          <a:p>
            <a:pPr algn="just" fontAlgn="base">
              <a:spcAft>
                <a:spcPct val="0"/>
              </a:spcAft>
            </a:pPr>
            <a:r>
              <a:rPr lang="en-US" altLang="en-US">
                <a:solidFill>
                  <a:srgbClr val="1B2733"/>
                </a:solidFill>
                <a:latin typeface="Rubik"/>
              </a:rPr>
              <a:t>     platform where developers and companies build and maintain </a:t>
            </a:r>
          </a:p>
          <a:p>
            <a:pPr algn="just" fontAlgn="base">
              <a:spcAft>
                <a:spcPct val="0"/>
              </a:spcAft>
            </a:pPr>
            <a:r>
              <a:rPr lang="en-US" altLang="en-US">
                <a:solidFill>
                  <a:srgbClr val="1B2733"/>
                </a:solidFill>
                <a:latin typeface="Rubik"/>
              </a:rPr>
              <a:t>    their software using the Git version control tool.</a:t>
            </a:r>
          </a:p>
          <a:p>
            <a:pPr algn="just" fontAlgn="base">
              <a:spcAft>
                <a:spcPct val="0"/>
              </a:spcAft>
            </a:pPr>
            <a:endParaRPr lang="en-US" altLang="en-US">
              <a:solidFill>
                <a:srgbClr val="1B2733"/>
              </a:solidFill>
              <a:latin typeface="Rubik"/>
            </a:endParaRPr>
          </a:p>
          <a:p>
            <a:pPr algn="just" fontAlgn="base">
              <a:spcAft>
                <a:spcPct val="0"/>
              </a:spcAft>
              <a:buFont typeface="Wingdings" panose="05000000000000000000" pitchFamily="2" charset="2"/>
              <a:buChar char="v"/>
            </a:pPr>
            <a:r>
              <a:rPr lang="en-US" altLang="en-US">
                <a:solidFill>
                  <a:srgbClr val="1B2733"/>
                </a:solidFill>
                <a:latin typeface="Rubik"/>
              </a:rPr>
              <a:t>Used by software engineers, programmers, developers, instructors, and coding students to build unique code.</a:t>
            </a:r>
            <a:endParaRPr lang="en-IN" altLang="en-US"/>
          </a:p>
        </p:txBody>
      </p:sp>
      <p:sp>
        <p:nvSpPr>
          <p:cNvPr id="3" name="Content Placeholder 2">
            <a:extLst>
              <a:ext uri="{FF2B5EF4-FFF2-40B4-BE49-F238E27FC236}">
                <a16:creationId xmlns:a16="http://schemas.microsoft.com/office/drawing/2014/main" id="{62CA2688-8A63-1E1F-5958-F9DE0E22D160}"/>
              </a:ext>
            </a:extLst>
          </p:cNvPr>
          <p:cNvSpPr>
            <a:spLocks noGrp="1"/>
          </p:cNvSpPr>
          <p:nvPr>
            <p:ph sz="quarter" idx="10"/>
          </p:nvPr>
        </p:nvSpPr>
        <p:spPr/>
        <p:txBody>
          <a:bodyPr/>
          <a:lstStyle/>
          <a:p>
            <a:pPr>
              <a:defRPr/>
            </a:pPr>
            <a:r>
              <a:rPr lang="en-US" dirty="0"/>
              <a:t>Introducing GitHub</a:t>
            </a:r>
            <a:endParaRPr lang="en-IN" dirty="0"/>
          </a:p>
        </p:txBody>
      </p:sp>
      <p:sp>
        <p:nvSpPr>
          <p:cNvPr id="2" name="Date Placeholder 1">
            <a:extLst>
              <a:ext uri="{FF2B5EF4-FFF2-40B4-BE49-F238E27FC236}">
                <a16:creationId xmlns:a16="http://schemas.microsoft.com/office/drawing/2014/main" id="{D8F616C2-F28C-8825-D3B3-00DFCC425D44}"/>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C591BDEC-A452-6904-19C9-85CF6C0FBEAD}"/>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24582" name="Slide Number Placeholder 4">
            <a:extLst>
              <a:ext uri="{FF2B5EF4-FFF2-40B4-BE49-F238E27FC236}">
                <a16:creationId xmlns:a16="http://schemas.microsoft.com/office/drawing/2014/main" id="{7DE404D6-9F88-00BF-5887-0F1AD3C87A58}"/>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6753FE7-27F9-4C8E-8EBE-B9D5E9E8C933}"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147</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1">
            <a:extLst>
              <a:ext uri="{FF2B5EF4-FFF2-40B4-BE49-F238E27FC236}">
                <a16:creationId xmlns:a16="http://schemas.microsoft.com/office/drawing/2014/main" id="{8587471B-381B-9F76-2029-B164DBDC5115}"/>
              </a:ext>
            </a:extLst>
          </p:cNvPr>
          <p:cNvSpPr>
            <a:spLocks noGrp="1"/>
          </p:cNvSpPr>
          <p:nvPr>
            <p:ph idx="1"/>
          </p:nvPr>
        </p:nvSpPr>
        <p:spPr>
          <a:xfrm>
            <a:off x="304800" y="1493838"/>
            <a:ext cx="8229600" cy="4525962"/>
          </a:xfrm>
        </p:spPr>
        <p:txBody>
          <a:bodyPr/>
          <a:lstStyle/>
          <a:p>
            <a:pPr fontAlgn="base">
              <a:spcAft>
                <a:spcPct val="0"/>
              </a:spcAft>
              <a:buFont typeface="Wingdings" panose="05000000000000000000" pitchFamily="2" charset="2"/>
              <a:buChar char="v"/>
            </a:pPr>
            <a:r>
              <a:rPr lang="en-US" altLang="en-US">
                <a:solidFill>
                  <a:srgbClr val="1B2733"/>
                </a:solidFill>
                <a:latin typeface="Rubik"/>
              </a:rPr>
              <a:t>The biggest source code host with over 200 million repositories.</a:t>
            </a:r>
          </a:p>
          <a:p>
            <a:pPr fontAlgn="base">
              <a:spcAft>
                <a:spcPct val="0"/>
              </a:spcAft>
              <a:buFont typeface="Wingdings" panose="05000000000000000000" pitchFamily="2" charset="2"/>
              <a:buChar char="v"/>
            </a:pPr>
            <a:r>
              <a:rPr lang="en-US" altLang="en-US">
                <a:solidFill>
                  <a:srgbClr val="1B2733"/>
                </a:solidFill>
                <a:latin typeface="Rubik"/>
              </a:rPr>
              <a:t>Storage space where your projects are stored.</a:t>
            </a:r>
          </a:p>
          <a:p>
            <a:pPr fontAlgn="base">
              <a:spcAft>
                <a:spcPct val="0"/>
              </a:spcAft>
              <a:buFont typeface="Wingdings" panose="05000000000000000000" pitchFamily="2" charset="2"/>
              <a:buChar char="v"/>
            </a:pPr>
            <a:r>
              <a:rPr lang="en-US" altLang="en-US">
                <a:solidFill>
                  <a:srgbClr val="1B2733"/>
                </a:solidFill>
                <a:latin typeface="Rubik"/>
              </a:rPr>
              <a:t>Companies and professionals host, store and record their code in the Github cloud.</a:t>
            </a:r>
          </a:p>
          <a:p>
            <a:pPr fontAlgn="base">
              <a:spcAft>
                <a:spcPct val="0"/>
              </a:spcAft>
              <a:buFont typeface="Wingdings" panose="05000000000000000000" pitchFamily="2" charset="2"/>
              <a:buChar char="v"/>
            </a:pPr>
            <a:r>
              <a:rPr lang="en-US" altLang="en-US">
                <a:solidFill>
                  <a:srgbClr val="1B2733"/>
                </a:solidFill>
                <a:latin typeface="Rubik"/>
              </a:rPr>
              <a:t>Hosting is free with an unlimited private and public remote repository.</a:t>
            </a:r>
          </a:p>
          <a:p>
            <a:pPr fontAlgn="base">
              <a:spcAft>
                <a:spcPct val="0"/>
              </a:spcAft>
              <a:buFont typeface="Wingdings" panose="05000000000000000000" pitchFamily="2" charset="2"/>
              <a:buChar char="v"/>
            </a:pPr>
            <a:r>
              <a:rPr lang="en-US" altLang="en-US">
                <a:solidFill>
                  <a:srgbClr val="1B2733"/>
                </a:solidFill>
                <a:latin typeface="Rubik"/>
              </a:rPr>
              <a:t>Users can take advantage of the benefits of version history with revision control. This feature, along with pull requests, make collaboration on code files transparent and easier to trace.</a:t>
            </a:r>
          </a:p>
          <a:p>
            <a:pPr fontAlgn="base">
              <a:spcAft>
                <a:spcPct val="0"/>
              </a:spcAft>
              <a:buFont typeface="Wingdings" panose="05000000000000000000" pitchFamily="2" charset="2"/>
              <a:buChar char="v"/>
            </a:pPr>
            <a:endParaRPr lang="en-US" altLang="en-US">
              <a:solidFill>
                <a:srgbClr val="1B2733"/>
              </a:solidFill>
              <a:latin typeface="Rubik"/>
            </a:endParaRPr>
          </a:p>
          <a:p>
            <a:pPr fontAlgn="base">
              <a:spcAft>
                <a:spcPct val="0"/>
              </a:spcAft>
              <a:buFont typeface="Wingdings" panose="05000000000000000000" pitchFamily="2" charset="2"/>
              <a:buChar char="v"/>
            </a:pPr>
            <a:endParaRPr lang="en-IN" altLang="en-US"/>
          </a:p>
        </p:txBody>
      </p:sp>
      <p:sp>
        <p:nvSpPr>
          <p:cNvPr id="3" name="Content Placeholder 2">
            <a:extLst>
              <a:ext uri="{FF2B5EF4-FFF2-40B4-BE49-F238E27FC236}">
                <a16:creationId xmlns:a16="http://schemas.microsoft.com/office/drawing/2014/main" id="{FA41E2E3-6389-6B5C-C4A1-3EA54A0512EA}"/>
              </a:ext>
            </a:extLst>
          </p:cNvPr>
          <p:cNvSpPr>
            <a:spLocks noGrp="1"/>
          </p:cNvSpPr>
          <p:nvPr>
            <p:ph sz="quarter" idx="10"/>
          </p:nvPr>
        </p:nvSpPr>
        <p:spPr/>
        <p:txBody>
          <a:bodyPr/>
          <a:lstStyle/>
          <a:p>
            <a:pPr>
              <a:defRPr/>
            </a:pPr>
            <a:r>
              <a:rPr lang="en-US" dirty="0"/>
              <a:t>Continue-GitHub Intro</a:t>
            </a:r>
            <a:endParaRPr lang="en-IN" dirty="0"/>
          </a:p>
        </p:txBody>
      </p:sp>
      <p:sp>
        <p:nvSpPr>
          <p:cNvPr id="2" name="Date Placeholder 1">
            <a:extLst>
              <a:ext uri="{FF2B5EF4-FFF2-40B4-BE49-F238E27FC236}">
                <a16:creationId xmlns:a16="http://schemas.microsoft.com/office/drawing/2014/main" id="{D6CFBCC4-0F1F-AD9E-39C8-44BABF358972}"/>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8E63947F-309F-81CE-1FD8-1B9AB9ACB316}"/>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25606" name="Slide Number Placeholder 4">
            <a:extLst>
              <a:ext uri="{FF2B5EF4-FFF2-40B4-BE49-F238E27FC236}">
                <a16:creationId xmlns:a16="http://schemas.microsoft.com/office/drawing/2014/main" id="{710C1C92-FE4D-239E-A2B1-50C7199338E4}"/>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BE82F89-F8AE-4891-9278-F4DEED51293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148</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1">
            <a:extLst>
              <a:ext uri="{FF2B5EF4-FFF2-40B4-BE49-F238E27FC236}">
                <a16:creationId xmlns:a16="http://schemas.microsoft.com/office/drawing/2014/main" id="{AEC48E1F-69B0-CDE5-D0DC-6CE8D207105F}"/>
              </a:ext>
            </a:extLst>
          </p:cNvPr>
          <p:cNvSpPr>
            <a:spLocks noGrp="1"/>
          </p:cNvSpPr>
          <p:nvPr>
            <p:ph idx="1"/>
          </p:nvPr>
        </p:nvSpPr>
        <p:spPr>
          <a:xfrm>
            <a:off x="304800" y="1493838"/>
            <a:ext cx="8229600" cy="4525962"/>
          </a:xfrm>
        </p:spPr>
        <p:txBody>
          <a:bodyPr/>
          <a:lstStyle/>
          <a:p>
            <a:pPr algn="just" fontAlgn="base">
              <a:spcAft>
                <a:spcPct val="0"/>
              </a:spcAft>
              <a:buFont typeface="Wingdings" panose="05000000000000000000" pitchFamily="2" charset="2"/>
              <a:buChar char="v"/>
            </a:pPr>
            <a:r>
              <a:rPr lang="en-US" altLang="en-US">
                <a:solidFill>
                  <a:srgbClr val="1B2733"/>
                </a:solidFill>
                <a:latin typeface="Rubik"/>
              </a:rPr>
              <a:t>Github started as a small startup company in 2008 and made it to </a:t>
            </a:r>
            <a:r>
              <a:rPr lang="en-US" altLang="en-US" b="1">
                <a:solidFill>
                  <a:srgbClr val="000000"/>
                </a:solidFill>
                <a:latin typeface="Rubik"/>
                <a:hlinkClick r:id="rId2"/>
              </a:rPr>
              <a:t>Forbe’s Unicorn List of companies </a:t>
            </a:r>
            <a:r>
              <a:rPr lang="en-US" altLang="en-US">
                <a:solidFill>
                  <a:srgbClr val="1B2733"/>
                </a:solidFill>
                <a:latin typeface="Rubik"/>
              </a:rPr>
              <a:t>, valued at more than $1 billion in a little over ten years.</a:t>
            </a:r>
          </a:p>
          <a:p>
            <a:pPr algn="just" fontAlgn="base">
              <a:spcAft>
                <a:spcPct val="0"/>
              </a:spcAft>
              <a:buFont typeface="Wingdings" panose="05000000000000000000" pitchFamily="2" charset="2"/>
              <a:buChar char="v"/>
            </a:pPr>
            <a:r>
              <a:rPr lang="en-US" altLang="en-US"/>
              <a:t>Some facts that support Github’s surge in popularity over the years.</a:t>
            </a:r>
          </a:p>
          <a:p>
            <a:pPr algn="just" fontAlgn="base">
              <a:spcAft>
                <a:spcPct val="0"/>
              </a:spcAft>
              <a:buFont typeface="Wingdings" panose="05000000000000000000" pitchFamily="2" charset="2"/>
              <a:buChar char="Ø"/>
            </a:pPr>
            <a:r>
              <a:rPr lang="en-US" altLang="en-US" b="1">
                <a:solidFill>
                  <a:srgbClr val="1B2733"/>
                </a:solidFill>
                <a:latin typeface="Rubik"/>
                <a:hlinkClick r:id="rId3"/>
              </a:rPr>
              <a:t>Second leading traffic referrers to LinkedIn worldwide 2021 </a:t>
            </a:r>
            <a:r>
              <a:rPr lang="en-US" altLang="en-US" b="1">
                <a:solidFill>
                  <a:srgbClr val="1B2733"/>
                </a:solidFill>
                <a:latin typeface="Rubik"/>
              </a:rPr>
              <a:t>. </a:t>
            </a:r>
            <a:r>
              <a:rPr lang="en-US" altLang="en-US">
                <a:solidFill>
                  <a:srgbClr val="1B2733"/>
                </a:solidFill>
                <a:latin typeface="Rubik"/>
              </a:rPr>
              <a:t>As of June 2021, Github generated more than 5.09% of the referral traffic to LinkedIn.</a:t>
            </a:r>
          </a:p>
          <a:p>
            <a:pPr algn="just" fontAlgn="base">
              <a:spcAft>
                <a:spcPct val="0"/>
              </a:spcAft>
              <a:buFont typeface="Wingdings" panose="05000000000000000000" pitchFamily="2" charset="2"/>
              <a:buChar char="Ø"/>
            </a:pPr>
            <a:r>
              <a:rPr lang="en-US" altLang="en-US" b="1">
                <a:solidFill>
                  <a:srgbClr val="1B2733"/>
                </a:solidFill>
                <a:latin typeface="Rubik"/>
                <a:hlinkClick r:id="rId4"/>
              </a:rPr>
              <a:t>84% of Fortune 100 companies use Github Enterprise </a:t>
            </a:r>
            <a:r>
              <a:rPr lang="en-US" altLang="en-US" b="1">
                <a:solidFill>
                  <a:srgbClr val="1B2733"/>
                </a:solidFill>
                <a:latin typeface="Rubik"/>
              </a:rPr>
              <a:t>. </a:t>
            </a:r>
            <a:r>
              <a:rPr lang="en-US" altLang="en-US">
                <a:solidFill>
                  <a:srgbClr val="1B2733"/>
                </a:solidFill>
                <a:latin typeface="Rubik"/>
              </a:rPr>
              <a:t>Many big companies have seen the advantages of using Github Enterprise to help streamline their security, administration, and collaboration efforts.</a:t>
            </a:r>
          </a:p>
          <a:p>
            <a:pPr fontAlgn="base">
              <a:spcAft>
                <a:spcPct val="0"/>
              </a:spcAft>
              <a:buFont typeface="Wingdings" panose="05000000000000000000" pitchFamily="2" charset="2"/>
              <a:buChar char="v"/>
            </a:pPr>
            <a:endParaRPr lang="en-IN" altLang="en-US"/>
          </a:p>
        </p:txBody>
      </p:sp>
      <p:sp>
        <p:nvSpPr>
          <p:cNvPr id="3" name="Content Placeholder 2">
            <a:extLst>
              <a:ext uri="{FF2B5EF4-FFF2-40B4-BE49-F238E27FC236}">
                <a16:creationId xmlns:a16="http://schemas.microsoft.com/office/drawing/2014/main" id="{461B1D8A-85CA-475B-B53C-EB3B2085F733}"/>
              </a:ext>
            </a:extLst>
          </p:cNvPr>
          <p:cNvSpPr>
            <a:spLocks noGrp="1"/>
          </p:cNvSpPr>
          <p:nvPr>
            <p:ph sz="quarter" idx="10"/>
          </p:nvPr>
        </p:nvSpPr>
        <p:spPr/>
        <p:txBody>
          <a:bodyPr/>
          <a:lstStyle/>
          <a:p>
            <a:pPr>
              <a:defRPr/>
            </a:pPr>
            <a:r>
              <a:rPr lang="en-US" dirty="0"/>
              <a:t>Why Gut Hub Is popular</a:t>
            </a:r>
            <a:endParaRPr lang="en-IN" dirty="0"/>
          </a:p>
        </p:txBody>
      </p:sp>
      <p:sp>
        <p:nvSpPr>
          <p:cNvPr id="2" name="Date Placeholder 1">
            <a:extLst>
              <a:ext uri="{FF2B5EF4-FFF2-40B4-BE49-F238E27FC236}">
                <a16:creationId xmlns:a16="http://schemas.microsoft.com/office/drawing/2014/main" id="{A3E73770-D0DB-DEF3-55FE-7F4338138E6A}"/>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E49F613A-7199-D56E-1E2E-C7922CFFD533}"/>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26630" name="Slide Number Placeholder 4">
            <a:extLst>
              <a:ext uri="{FF2B5EF4-FFF2-40B4-BE49-F238E27FC236}">
                <a16:creationId xmlns:a16="http://schemas.microsoft.com/office/drawing/2014/main" id="{0E39C7E0-ECE7-AA74-356A-B59603E32078}"/>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78B1054-EDCB-41E9-A21C-928D29D1D48C}"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149</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a:extLst>
              <a:ext uri="{FF2B5EF4-FFF2-40B4-BE49-F238E27FC236}">
                <a16:creationId xmlns:a16="http://schemas.microsoft.com/office/drawing/2014/main" id="{A2988AFD-2CDD-E31E-6243-EA9D8D73441C}"/>
              </a:ext>
            </a:extLst>
          </p:cNvPr>
          <p:cNvSpPr>
            <a:spLocks noGrp="1"/>
          </p:cNvSpPr>
          <p:nvPr>
            <p:ph idx="1"/>
          </p:nvPr>
        </p:nvSpPr>
        <p:spPr>
          <a:xfrm>
            <a:off x="304800" y="1493838"/>
            <a:ext cx="8229600" cy="4525962"/>
          </a:xfrm>
        </p:spPr>
        <p:txBody>
          <a:bodyPr/>
          <a:lstStyle/>
          <a:p>
            <a:pPr algn="just" fontAlgn="base">
              <a:spcAft>
                <a:spcPct val="0"/>
              </a:spcAft>
              <a:buFont typeface="Wingdings" panose="05000000000000000000" pitchFamily="2" charset="2"/>
              <a:buChar char="Ø"/>
            </a:pPr>
            <a:r>
              <a:rPr lang="en-US" altLang="en-US" b="1">
                <a:solidFill>
                  <a:srgbClr val="1B2733"/>
                </a:solidFill>
                <a:latin typeface="Rubik"/>
              </a:rPr>
              <a:t>73 </a:t>
            </a:r>
            <a:r>
              <a:rPr lang="en-US" altLang="en-US" b="1">
                <a:solidFill>
                  <a:srgbClr val="1B2733"/>
                </a:solidFill>
                <a:latin typeface="Rubik"/>
                <a:hlinkClick r:id="rId2"/>
              </a:rPr>
              <a:t>million software developers are using Github </a:t>
            </a:r>
            <a:r>
              <a:rPr lang="en-US" altLang="en-US" b="1">
                <a:solidFill>
                  <a:srgbClr val="1B2733"/>
                </a:solidFill>
                <a:latin typeface="Rubik"/>
              </a:rPr>
              <a:t>. </a:t>
            </a:r>
            <a:r>
              <a:rPr lang="en-US" altLang="en-US">
                <a:solidFill>
                  <a:srgbClr val="1B2733"/>
                </a:solidFill>
                <a:latin typeface="Rubik"/>
              </a:rPr>
              <a:t>The company had 56 million users in December 2020, but the community just keeps growing. The running count as of 2021 is 73 million users. Github projects an increase to 100 million developers in the next five years.</a:t>
            </a:r>
          </a:p>
          <a:p>
            <a:pPr fontAlgn="base">
              <a:spcAft>
                <a:spcPct val="0"/>
              </a:spcAft>
            </a:pPr>
            <a:endParaRPr lang="en-IN" altLang="en-US"/>
          </a:p>
        </p:txBody>
      </p:sp>
      <p:sp>
        <p:nvSpPr>
          <p:cNvPr id="3" name="Content Placeholder 2">
            <a:extLst>
              <a:ext uri="{FF2B5EF4-FFF2-40B4-BE49-F238E27FC236}">
                <a16:creationId xmlns:a16="http://schemas.microsoft.com/office/drawing/2014/main" id="{03E5F4BE-F171-E5E4-C199-2797EBBAC9AE}"/>
              </a:ext>
            </a:extLst>
          </p:cNvPr>
          <p:cNvSpPr>
            <a:spLocks noGrp="1"/>
          </p:cNvSpPr>
          <p:nvPr>
            <p:ph sz="quarter" idx="10"/>
          </p:nvPr>
        </p:nvSpPr>
        <p:spPr/>
        <p:txBody>
          <a:bodyPr/>
          <a:lstStyle/>
          <a:p>
            <a:pPr>
              <a:defRPr/>
            </a:pPr>
            <a:r>
              <a:rPr lang="en-US" dirty="0"/>
              <a:t>Why Gut Hub Is popular</a:t>
            </a:r>
            <a:endParaRPr lang="en-IN" dirty="0"/>
          </a:p>
        </p:txBody>
      </p:sp>
      <p:sp>
        <p:nvSpPr>
          <p:cNvPr id="2" name="Date Placeholder 1">
            <a:extLst>
              <a:ext uri="{FF2B5EF4-FFF2-40B4-BE49-F238E27FC236}">
                <a16:creationId xmlns:a16="http://schemas.microsoft.com/office/drawing/2014/main" id="{ABA404C9-2D69-3039-50DC-D5E8C731191F}"/>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3F71178E-0F42-E80B-97D9-B9F556D492A3}"/>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27654" name="Slide Number Placeholder 4">
            <a:extLst>
              <a:ext uri="{FF2B5EF4-FFF2-40B4-BE49-F238E27FC236}">
                <a16:creationId xmlns:a16="http://schemas.microsoft.com/office/drawing/2014/main" id="{40FFBC7F-2695-AD73-5C41-B60657152E28}"/>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C5F7748-342E-4D79-9820-1F2F2118010B}"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150</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1">
            <a:extLst>
              <a:ext uri="{FF2B5EF4-FFF2-40B4-BE49-F238E27FC236}">
                <a16:creationId xmlns:a16="http://schemas.microsoft.com/office/drawing/2014/main" id="{CD363D16-AACC-9FA7-EC12-37FC4C3716F8}"/>
              </a:ext>
            </a:extLst>
          </p:cNvPr>
          <p:cNvSpPr>
            <a:spLocks noGrp="1"/>
          </p:cNvSpPr>
          <p:nvPr>
            <p:ph idx="1"/>
          </p:nvPr>
        </p:nvSpPr>
        <p:spPr>
          <a:xfrm>
            <a:off x="304800" y="1493838"/>
            <a:ext cx="8229600" cy="4525962"/>
          </a:xfrm>
        </p:spPr>
        <p:txBody>
          <a:bodyPr/>
          <a:lstStyle/>
          <a:p>
            <a:pPr algn="just" fontAlgn="base">
              <a:spcAft>
                <a:spcPct val="0"/>
              </a:spcAft>
              <a:buFont typeface="Wingdings" panose="05000000000000000000" pitchFamily="2" charset="2"/>
              <a:buChar char="v"/>
            </a:pPr>
            <a:r>
              <a:rPr lang="en-US" altLang="en-US"/>
              <a:t>Github is used by developers, programming instructors, students, and enterprises worldwide to create millions of open source projects and enable organized collaboration in one platform. </a:t>
            </a:r>
          </a:p>
          <a:p>
            <a:pPr algn="just" fontAlgn="base">
              <a:spcAft>
                <a:spcPct val="0"/>
              </a:spcAft>
              <a:buFont typeface="Wingdings" panose="05000000000000000000" pitchFamily="2" charset="2"/>
              <a:buChar char="v"/>
            </a:pPr>
            <a:endParaRPr lang="en-US" altLang="en-US"/>
          </a:p>
          <a:p>
            <a:pPr algn="just" fontAlgn="base">
              <a:spcAft>
                <a:spcPct val="0"/>
              </a:spcAft>
              <a:buFont typeface="Wingdings" panose="05000000000000000000" pitchFamily="2" charset="2"/>
              <a:buChar char="v"/>
            </a:pPr>
            <a:r>
              <a:rPr lang="en-US" altLang="en-US"/>
              <a:t>It is a collaborative web-based platform with version control systems that offers a more efficient way to build excellent software</a:t>
            </a:r>
            <a:endParaRPr lang="en-IN" altLang="en-US"/>
          </a:p>
        </p:txBody>
      </p:sp>
      <p:sp>
        <p:nvSpPr>
          <p:cNvPr id="3" name="Content Placeholder 2">
            <a:extLst>
              <a:ext uri="{FF2B5EF4-FFF2-40B4-BE49-F238E27FC236}">
                <a16:creationId xmlns:a16="http://schemas.microsoft.com/office/drawing/2014/main" id="{B3F4ADE6-6469-C055-DE5E-4650E27DEE93}"/>
              </a:ext>
            </a:extLst>
          </p:cNvPr>
          <p:cNvSpPr>
            <a:spLocks noGrp="1"/>
          </p:cNvSpPr>
          <p:nvPr>
            <p:ph sz="quarter" idx="10"/>
          </p:nvPr>
        </p:nvSpPr>
        <p:spPr/>
        <p:txBody>
          <a:bodyPr/>
          <a:lstStyle/>
          <a:p>
            <a:pPr>
              <a:defRPr/>
            </a:pPr>
            <a:r>
              <a:rPr lang="en-IN" dirty="0">
                <a:solidFill>
                  <a:srgbClr val="1B2733"/>
                </a:solidFill>
                <a:latin typeface="Rubik"/>
              </a:rPr>
              <a:t>Purpose of </a:t>
            </a:r>
            <a:r>
              <a:rPr lang="en-IN" dirty="0" err="1">
                <a:solidFill>
                  <a:srgbClr val="1B2733"/>
                </a:solidFill>
                <a:latin typeface="Rubik"/>
              </a:rPr>
              <a:t>Github</a:t>
            </a:r>
            <a:r>
              <a:rPr lang="en-IN" dirty="0">
                <a:solidFill>
                  <a:srgbClr val="1B2733"/>
                </a:solidFill>
                <a:latin typeface="Rubik"/>
              </a:rPr>
              <a:t> </a:t>
            </a:r>
          </a:p>
        </p:txBody>
      </p:sp>
      <p:sp>
        <p:nvSpPr>
          <p:cNvPr id="2" name="Date Placeholder 1">
            <a:extLst>
              <a:ext uri="{FF2B5EF4-FFF2-40B4-BE49-F238E27FC236}">
                <a16:creationId xmlns:a16="http://schemas.microsoft.com/office/drawing/2014/main" id="{10941228-851B-C442-C472-2307AFFFFF52}"/>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16F39BB1-F883-68CC-EE6C-E40E8F79F3B2}"/>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28678" name="Slide Number Placeholder 4">
            <a:extLst>
              <a:ext uri="{FF2B5EF4-FFF2-40B4-BE49-F238E27FC236}">
                <a16:creationId xmlns:a16="http://schemas.microsoft.com/office/drawing/2014/main" id="{FB358DD9-FD7C-4325-F3EA-B9D6C790DD08}"/>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D172DBD-2C4A-48EF-B8D1-9B64B45A9817}"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151</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1">
            <a:extLst>
              <a:ext uri="{FF2B5EF4-FFF2-40B4-BE49-F238E27FC236}">
                <a16:creationId xmlns:a16="http://schemas.microsoft.com/office/drawing/2014/main" id="{5ACEDC5A-B00A-6C5F-472D-F54C69CD3000}"/>
              </a:ext>
            </a:extLst>
          </p:cNvPr>
          <p:cNvSpPr>
            <a:spLocks noGrp="1"/>
          </p:cNvSpPr>
          <p:nvPr>
            <p:ph idx="1"/>
          </p:nvPr>
        </p:nvSpPr>
        <p:spPr>
          <a:xfrm>
            <a:off x="304800" y="1493838"/>
            <a:ext cx="8229600" cy="4525962"/>
          </a:xfrm>
        </p:spPr>
        <p:txBody>
          <a:bodyPr/>
          <a:lstStyle/>
          <a:p>
            <a:pPr fontAlgn="base">
              <a:spcAft>
                <a:spcPct val="0"/>
              </a:spcAft>
            </a:pPr>
            <a:r>
              <a:rPr lang="en-US" altLang="en-US" b="1"/>
              <a:t>Stores Your Code in the Cloud</a:t>
            </a:r>
          </a:p>
          <a:p>
            <a:pPr algn="just" fontAlgn="base">
              <a:spcAft>
                <a:spcPct val="0"/>
              </a:spcAft>
              <a:buFont typeface="Wingdings" panose="05000000000000000000" pitchFamily="2" charset="2"/>
              <a:buChar char="Ø"/>
            </a:pPr>
            <a:r>
              <a:rPr lang="en-US" altLang="en-US">
                <a:solidFill>
                  <a:srgbClr val="1B2733"/>
                </a:solidFill>
                <a:latin typeface="Rubik"/>
              </a:rPr>
              <a:t>gives your code a home in the cloud</a:t>
            </a:r>
            <a:endParaRPr lang="en-US" altLang="en-US" b="1">
              <a:solidFill>
                <a:srgbClr val="1B2733"/>
              </a:solidFill>
              <a:latin typeface="Rubik"/>
            </a:endParaRPr>
          </a:p>
          <a:p>
            <a:pPr algn="just" fontAlgn="base">
              <a:spcAft>
                <a:spcPct val="0"/>
              </a:spcAft>
              <a:buFont typeface="Wingdings" panose="05000000000000000000" pitchFamily="2" charset="2"/>
              <a:buChar char="Ø"/>
            </a:pPr>
            <a:r>
              <a:rPr lang="en-US" altLang="en-US">
                <a:solidFill>
                  <a:srgbClr val="1B2733"/>
                </a:solidFill>
                <a:latin typeface="Rubik"/>
              </a:rPr>
              <a:t>can record all coding changes in the platform, making it easier to review, trace, and retract changes if necessary.</a:t>
            </a:r>
          </a:p>
          <a:p>
            <a:pPr algn="just" fontAlgn="base">
              <a:spcAft>
                <a:spcPct val="0"/>
              </a:spcAft>
              <a:buFont typeface="Wingdings" panose="05000000000000000000" pitchFamily="2" charset="2"/>
              <a:buChar char="Ø"/>
            </a:pPr>
            <a:r>
              <a:rPr lang="en-US" altLang="en-US">
                <a:solidFill>
                  <a:srgbClr val="1B2733"/>
                </a:solidFill>
                <a:latin typeface="Rubik"/>
              </a:rPr>
              <a:t>Hosting code is free, and you can start creating repositories for free, even with a basic personal account</a:t>
            </a:r>
            <a:endParaRPr lang="en-US" altLang="en-US" b="1"/>
          </a:p>
          <a:p>
            <a:pPr fontAlgn="base">
              <a:spcAft>
                <a:spcPct val="0"/>
              </a:spcAft>
            </a:pPr>
            <a:endParaRPr lang="en-IN" altLang="en-US" b="1">
              <a:solidFill>
                <a:srgbClr val="1B2733"/>
              </a:solidFill>
              <a:latin typeface="Rubik"/>
            </a:endParaRPr>
          </a:p>
          <a:p>
            <a:pPr fontAlgn="base">
              <a:spcAft>
                <a:spcPct val="0"/>
              </a:spcAft>
            </a:pPr>
            <a:r>
              <a:rPr lang="en-IN" altLang="en-US" b="1">
                <a:solidFill>
                  <a:srgbClr val="1B2733"/>
                </a:solidFill>
                <a:latin typeface="Rubik"/>
              </a:rPr>
              <a:t>Collaboration Tool </a:t>
            </a:r>
          </a:p>
          <a:p>
            <a:pPr algn="just" fontAlgn="base">
              <a:spcAft>
                <a:spcPct val="0"/>
              </a:spcAft>
              <a:buFont typeface="Wingdings" panose="05000000000000000000" pitchFamily="2" charset="2"/>
              <a:buChar char="Ø"/>
            </a:pPr>
            <a:r>
              <a:rPr lang="en-IN" altLang="en-US">
                <a:solidFill>
                  <a:srgbClr val="1B2733"/>
                </a:solidFill>
                <a:latin typeface="Rubik"/>
              </a:rPr>
              <a:t>makes project management easier</a:t>
            </a:r>
            <a:r>
              <a:rPr lang="en-IN" altLang="en-US" b="1">
                <a:solidFill>
                  <a:srgbClr val="1B2733"/>
                </a:solidFill>
                <a:latin typeface="Rubik"/>
              </a:rPr>
              <a:t> </a:t>
            </a:r>
          </a:p>
          <a:p>
            <a:pPr algn="just" fontAlgn="base">
              <a:spcAft>
                <a:spcPct val="0"/>
              </a:spcAft>
              <a:buFont typeface="Wingdings" panose="05000000000000000000" pitchFamily="2" charset="2"/>
              <a:buChar char="Ø"/>
            </a:pPr>
            <a:r>
              <a:rPr lang="en-US" altLang="en-US">
                <a:solidFill>
                  <a:srgbClr val="1B2733"/>
                </a:solidFill>
                <a:latin typeface="Rubik"/>
              </a:rPr>
              <a:t>Let’s your colleagues work individually on separate branches on the platform.</a:t>
            </a:r>
            <a:endParaRPr lang="en-IN" altLang="en-US" b="1">
              <a:solidFill>
                <a:srgbClr val="1B2733"/>
              </a:solidFill>
              <a:latin typeface="Rubik"/>
            </a:endParaRPr>
          </a:p>
          <a:p>
            <a:pPr fontAlgn="base">
              <a:spcAft>
                <a:spcPct val="0"/>
              </a:spcAft>
            </a:pPr>
            <a:endParaRPr lang="en-IN" altLang="en-US" b="1"/>
          </a:p>
        </p:txBody>
      </p:sp>
      <p:sp>
        <p:nvSpPr>
          <p:cNvPr id="3" name="Content Placeholder 2">
            <a:extLst>
              <a:ext uri="{FF2B5EF4-FFF2-40B4-BE49-F238E27FC236}">
                <a16:creationId xmlns:a16="http://schemas.microsoft.com/office/drawing/2014/main" id="{8BDEC830-B778-EBFD-9587-B93B82A223A1}"/>
              </a:ext>
            </a:extLst>
          </p:cNvPr>
          <p:cNvSpPr>
            <a:spLocks noGrp="1"/>
          </p:cNvSpPr>
          <p:nvPr>
            <p:ph sz="quarter" idx="10"/>
          </p:nvPr>
        </p:nvSpPr>
        <p:spPr/>
        <p:txBody>
          <a:bodyPr/>
          <a:lstStyle/>
          <a:p>
            <a:pPr>
              <a:defRPr/>
            </a:pPr>
            <a:r>
              <a:rPr lang="en-US" dirty="0"/>
              <a:t>GitHub Features</a:t>
            </a:r>
            <a:endParaRPr lang="en-IN" dirty="0"/>
          </a:p>
        </p:txBody>
      </p:sp>
      <p:sp>
        <p:nvSpPr>
          <p:cNvPr id="2" name="Date Placeholder 1">
            <a:extLst>
              <a:ext uri="{FF2B5EF4-FFF2-40B4-BE49-F238E27FC236}">
                <a16:creationId xmlns:a16="http://schemas.microsoft.com/office/drawing/2014/main" id="{A74E772F-21DE-753B-B02F-5FD6BC027F86}"/>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6BF22061-0175-C610-80CF-22EF72E0AF2B}"/>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29702" name="Slide Number Placeholder 4">
            <a:extLst>
              <a:ext uri="{FF2B5EF4-FFF2-40B4-BE49-F238E27FC236}">
                <a16:creationId xmlns:a16="http://schemas.microsoft.com/office/drawing/2014/main" id="{3DA44AD8-2F14-B50F-5A7A-88500AEA96A6}"/>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F555408-F69D-41A2-BA0D-1807AFFC0DEA}"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152</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1">
            <a:extLst>
              <a:ext uri="{FF2B5EF4-FFF2-40B4-BE49-F238E27FC236}">
                <a16:creationId xmlns:a16="http://schemas.microsoft.com/office/drawing/2014/main" id="{DD205A33-E1DF-07A2-F412-72AD5EEBFE6C}"/>
              </a:ext>
            </a:extLst>
          </p:cNvPr>
          <p:cNvSpPr>
            <a:spLocks noGrp="1"/>
          </p:cNvSpPr>
          <p:nvPr>
            <p:ph idx="1"/>
          </p:nvPr>
        </p:nvSpPr>
        <p:spPr>
          <a:xfrm>
            <a:off x="304800" y="1493838"/>
            <a:ext cx="8229600" cy="4525962"/>
          </a:xfrm>
        </p:spPr>
        <p:txBody>
          <a:bodyPr/>
          <a:lstStyle/>
          <a:p>
            <a:pPr fontAlgn="base">
              <a:spcAft>
                <a:spcPct val="0"/>
              </a:spcAft>
              <a:buFont typeface="Wingdings" panose="05000000000000000000" pitchFamily="2" charset="2"/>
              <a:buChar char="Ø"/>
            </a:pPr>
            <a:r>
              <a:rPr lang="en-US" altLang="en-US"/>
              <a:t>allows you to merge the code in a definitive branch called the mast.er branch</a:t>
            </a:r>
            <a:endParaRPr lang="en-IN" altLang="en-US"/>
          </a:p>
        </p:txBody>
      </p:sp>
      <p:sp>
        <p:nvSpPr>
          <p:cNvPr id="3" name="Content Placeholder 2">
            <a:extLst>
              <a:ext uri="{FF2B5EF4-FFF2-40B4-BE49-F238E27FC236}">
                <a16:creationId xmlns:a16="http://schemas.microsoft.com/office/drawing/2014/main" id="{7F627382-4640-5329-F7E7-8D802CF032EA}"/>
              </a:ext>
            </a:extLst>
          </p:cNvPr>
          <p:cNvSpPr>
            <a:spLocks noGrp="1"/>
          </p:cNvSpPr>
          <p:nvPr>
            <p:ph sz="quarter" idx="10"/>
          </p:nvPr>
        </p:nvSpPr>
        <p:spPr/>
        <p:txBody>
          <a:bodyPr/>
          <a:lstStyle/>
          <a:p>
            <a:pPr>
              <a:defRPr/>
            </a:pPr>
            <a:r>
              <a:rPr lang="en-US" dirty="0"/>
              <a:t>GitHub Features</a:t>
            </a:r>
            <a:endParaRPr lang="en-IN" dirty="0"/>
          </a:p>
        </p:txBody>
      </p:sp>
      <p:sp>
        <p:nvSpPr>
          <p:cNvPr id="2" name="Date Placeholder 1">
            <a:extLst>
              <a:ext uri="{FF2B5EF4-FFF2-40B4-BE49-F238E27FC236}">
                <a16:creationId xmlns:a16="http://schemas.microsoft.com/office/drawing/2014/main" id="{4E7B977E-EA23-2ECC-D6E7-EE032255530C}"/>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CDFEF555-8DB1-E306-4D24-5EB41AD85D97}"/>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30726" name="Slide Number Placeholder 4">
            <a:extLst>
              <a:ext uri="{FF2B5EF4-FFF2-40B4-BE49-F238E27FC236}">
                <a16:creationId xmlns:a16="http://schemas.microsoft.com/office/drawing/2014/main" id="{B0026FB9-129A-D539-0877-E4C822621159}"/>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6A7B64A-9BFD-4559-970E-A12E232D5B09}"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153</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1">
            <a:extLst>
              <a:ext uri="{FF2B5EF4-FFF2-40B4-BE49-F238E27FC236}">
                <a16:creationId xmlns:a16="http://schemas.microsoft.com/office/drawing/2014/main" id="{E3DC2743-C83A-2212-1D10-6BE2CA6CFB1E}"/>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solidFill>
                  <a:srgbClr val="000000"/>
                </a:solidFill>
                <a:latin typeface="inter-regular"/>
              </a:rPr>
              <a:t>Repositories</a:t>
            </a:r>
          </a:p>
          <a:p>
            <a:pPr algn="just" fontAlgn="base">
              <a:spcAft>
                <a:spcPct val="0"/>
              </a:spcAft>
              <a:buFont typeface="Arial" pitchFamily="34" charset="0"/>
              <a:buChar char="•"/>
            </a:pPr>
            <a:r>
              <a:rPr lang="en-US" altLang="en-US">
                <a:solidFill>
                  <a:srgbClr val="000000"/>
                </a:solidFill>
                <a:latin typeface="inter-regular"/>
              </a:rPr>
              <a:t>Branches</a:t>
            </a:r>
          </a:p>
          <a:p>
            <a:pPr algn="just" fontAlgn="base">
              <a:spcAft>
                <a:spcPct val="0"/>
              </a:spcAft>
              <a:buFont typeface="Arial" pitchFamily="34" charset="0"/>
              <a:buChar char="•"/>
            </a:pPr>
            <a:r>
              <a:rPr lang="en-US" altLang="en-US">
                <a:solidFill>
                  <a:srgbClr val="000000"/>
                </a:solidFill>
                <a:latin typeface="inter-regular"/>
              </a:rPr>
              <a:t>Commits</a:t>
            </a:r>
          </a:p>
          <a:p>
            <a:pPr algn="just" fontAlgn="base">
              <a:spcAft>
                <a:spcPct val="0"/>
              </a:spcAft>
              <a:buFont typeface="Arial" pitchFamily="34" charset="0"/>
              <a:buChar char="•"/>
            </a:pPr>
            <a:r>
              <a:rPr lang="en-US" altLang="en-US">
                <a:solidFill>
                  <a:srgbClr val="000000"/>
                </a:solidFill>
                <a:latin typeface="inter-regular"/>
              </a:rPr>
              <a:t>Pull Requests</a:t>
            </a:r>
          </a:p>
          <a:p>
            <a:pPr algn="just" fontAlgn="base">
              <a:spcAft>
                <a:spcPct val="0"/>
              </a:spcAft>
              <a:buFont typeface="Arial" pitchFamily="34" charset="0"/>
              <a:buChar char="•"/>
            </a:pPr>
            <a:r>
              <a:rPr lang="en-US" altLang="en-US">
                <a:solidFill>
                  <a:srgbClr val="000000"/>
                </a:solidFill>
                <a:latin typeface="inter-regular"/>
              </a:rPr>
              <a:t>Git (the version control tool GitHub is built on)</a:t>
            </a:r>
          </a:p>
          <a:p>
            <a:pPr fontAlgn="base">
              <a:spcAft>
                <a:spcPct val="0"/>
              </a:spcAft>
            </a:pPr>
            <a:endParaRPr lang="en-IN" altLang="en-US"/>
          </a:p>
        </p:txBody>
      </p:sp>
      <p:sp>
        <p:nvSpPr>
          <p:cNvPr id="3" name="Content Placeholder 2">
            <a:extLst>
              <a:ext uri="{FF2B5EF4-FFF2-40B4-BE49-F238E27FC236}">
                <a16:creationId xmlns:a16="http://schemas.microsoft.com/office/drawing/2014/main" id="{63F2CE42-B4BB-0986-3143-7683BD01B98A}"/>
              </a:ext>
            </a:extLst>
          </p:cNvPr>
          <p:cNvSpPr>
            <a:spLocks noGrp="1"/>
          </p:cNvSpPr>
          <p:nvPr>
            <p:ph sz="quarter" idx="10"/>
          </p:nvPr>
        </p:nvSpPr>
        <p:spPr/>
        <p:txBody>
          <a:bodyPr/>
          <a:lstStyle/>
          <a:p>
            <a:pPr>
              <a:defRPr/>
            </a:pPr>
            <a:r>
              <a:rPr lang="en-IN" dirty="0"/>
              <a:t>Components</a:t>
            </a:r>
          </a:p>
        </p:txBody>
      </p:sp>
      <p:sp>
        <p:nvSpPr>
          <p:cNvPr id="2" name="Date Placeholder 1">
            <a:extLst>
              <a:ext uri="{FF2B5EF4-FFF2-40B4-BE49-F238E27FC236}">
                <a16:creationId xmlns:a16="http://schemas.microsoft.com/office/drawing/2014/main" id="{01460F4E-272E-BA05-B730-69F2D18BEC84}"/>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D9759CED-46AF-76A8-50B0-B7548D9EDBA4}"/>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31750" name="Slide Number Placeholder 4">
            <a:extLst>
              <a:ext uri="{FF2B5EF4-FFF2-40B4-BE49-F238E27FC236}">
                <a16:creationId xmlns:a16="http://schemas.microsoft.com/office/drawing/2014/main" id="{9CEBAD30-75FE-D74E-61F8-A23147B954AA}"/>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99D0231-32A0-45F1-962B-0A41D8676C96}"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154</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Content Placeholder 4">
            <a:extLst>
              <a:ext uri="{FF2B5EF4-FFF2-40B4-BE49-F238E27FC236}">
                <a16:creationId xmlns:a16="http://schemas.microsoft.com/office/drawing/2014/main" id="{2AA06CF0-489E-EC78-61EF-898F1D7D164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953000" y="1493838"/>
            <a:ext cx="3506788" cy="4525962"/>
          </a:xfrm>
        </p:spPr>
      </p:pic>
      <p:sp>
        <p:nvSpPr>
          <p:cNvPr id="3" name="Content Placeholder 2">
            <a:extLst>
              <a:ext uri="{FF2B5EF4-FFF2-40B4-BE49-F238E27FC236}">
                <a16:creationId xmlns:a16="http://schemas.microsoft.com/office/drawing/2014/main" id="{28462C39-D5D0-182D-DFAE-92F5B1BB7D3B}"/>
              </a:ext>
            </a:extLst>
          </p:cNvPr>
          <p:cNvSpPr>
            <a:spLocks noGrp="1"/>
          </p:cNvSpPr>
          <p:nvPr>
            <p:ph sz="quarter" idx="10"/>
          </p:nvPr>
        </p:nvSpPr>
        <p:spPr/>
        <p:txBody>
          <a:bodyPr/>
          <a:lstStyle/>
          <a:p>
            <a:pPr>
              <a:defRPr/>
            </a:pPr>
            <a:r>
              <a:rPr lang="en-IN" dirty="0"/>
              <a:t>Repository</a:t>
            </a:r>
          </a:p>
        </p:txBody>
      </p:sp>
      <p:sp>
        <p:nvSpPr>
          <p:cNvPr id="32772" name="TextBox 5">
            <a:extLst>
              <a:ext uri="{FF2B5EF4-FFF2-40B4-BE49-F238E27FC236}">
                <a16:creationId xmlns:a16="http://schemas.microsoft.com/office/drawing/2014/main" id="{AD7D8961-A6E1-B33F-AB6E-62F1E66F4A92}"/>
              </a:ext>
            </a:extLst>
          </p:cNvPr>
          <p:cNvSpPr txBox="1">
            <a:spLocks noChangeArrowheads="1"/>
          </p:cNvSpPr>
          <p:nvPr/>
        </p:nvSpPr>
        <p:spPr bwMode="auto">
          <a:xfrm>
            <a:off x="304800" y="1600200"/>
            <a:ext cx="44196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285750" marR="0" lvl="0" indent="-285750" algn="just"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altLang="en-US" sz="1800" b="1" i="0" u="none" strike="noStrike" kern="1200" cap="none" spc="0" normalizeH="0" baseline="0" noProof="0">
                <a:ln>
                  <a:noFill/>
                </a:ln>
                <a:solidFill>
                  <a:srgbClr val="202124"/>
                </a:solidFill>
                <a:effectLst/>
                <a:uLnTx/>
                <a:uFillTx/>
                <a:latin typeface="Arial" panose="020B0604020202020204" pitchFamily="34" charset="0"/>
                <a:ea typeface="+mn-ea"/>
                <a:cs typeface="Arial" panose="020B0604020202020204" pitchFamily="34" charset="0"/>
              </a:rPr>
              <a:t>a repository stores everything pertinent to a specific project including files, images, spreadsheets, data sets, and videos, often sorted into files.</a:t>
            </a:r>
          </a:p>
          <a:p>
            <a:pPr marL="285750" marR="0" lvl="0" indent="-285750" algn="just"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altLang="en-US" sz="1800" b="1" i="0" u="none" strike="noStrike" kern="1200" cap="none" spc="0" normalizeH="0" baseline="0" noProof="0">
              <a:ln>
                <a:noFill/>
              </a:ln>
              <a:solidFill>
                <a:srgbClr val="202124"/>
              </a:solidFill>
              <a:effectLst/>
              <a:uLnTx/>
              <a:uFillTx/>
              <a:latin typeface="Arial" panose="020B0604020202020204" pitchFamily="34" charset="0"/>
              <a:ea typeface="+mn-ea"/>
              <a:cs typeface="Arial" panose="020B0604020202020204" pitchFamily="34" charset="0"/>
            </a:endParaRPr>
          </a:p>
          <a:p>
            <a:pPr marL="285750" marR="0" lvl="0" indent="-285750" algn="just"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altLang="en-US" sz="1800" b="1" i="0" u="none" strike="noStrike" kern="1200" cap="none" spc="0" normalizeH="0" baseline="0" noProof="0">
                <a:ln>
                  <a:noFill/>
                </a:ln>
                <a:solidFill>
                  <a:srgbClr val="202124"/>
                </a:solidFill>
                <a:effectLst/>
                <a:uLnTx/>
                <a:uFillTx/>
                <a:latin typeface="Arial" panose="020B0604020202020204" pitchFamily="34" charset="0"/>
                <a:ea typeface="+mn-ea"/>
                <a:cs typeface="Arial" panose="020B0604020202020204" pitchFamily="34" charset="0"/>
              </a:rPr>
              <a:t>.</a:t>
            </a:r>
            <a:r>
              <a:rPr kumimoji="0" lang="en-US" altLang="en-US" sz="1800" b="0" i="0" u="none" strike="noStrike" kern="1200" cap="none" spc="0" normalizeH="0" baseline="0" noProof="0">
                <a:ln>
                  <a:noFill/>
                </a:ln>
                <a:solidFill>
                  <a:srgbClr val="202124"/>
                </a:solidFill>
                <a:effectLst/>
                <a:uLnTx/>
                <a:uFillTx/>
                <a:latin typeface="Arial" panose="020B0604020202020204" pitchFamily="34" charset="0"/>
                <a:ea typeface="+mn-ea"/>
                <a:cs typeface="Arial" panose="020B0604020202020204" pitchFamily="34" charset="0"/>
              </a:rPr>
              <a:t> </a:t>
            </a:r>
            <a:r>
              <a:rPr kumimoji="0" lang="en-US" altLang="en-US" sz="1800" b="1" i="0" u="none" strike="noStrike" kern="1200" cap="none" spc="0" normalizeH="0" baseline="0" noProof="0">
                <a:ln>
                  <a:noFill/>
                </a:ln>
                <a:solidFill>
                  <a:srgbClr val="202124"/>
                </a:solidFill>
                <a:effectLst/>
                <a:uLnTx/>
                <a:uFillTx/>
                <a:latin typeface="Arial" panose="020B0604020202020204" pitchFamily="34" charset="0"/>
                <a:ea typeface="+mn-ea"/>
                <a:cs typeface="Arial" panose="020B0604020202020204" pitchFamily="34" charset="0"/>
              </a:rPr>
              <a:t>git/ folder inside a project</a:t>
            </a:r>
            <a:r>
              <a:rPr kumimoji="0" lang="en-US" altLang="en-US" sz="1800" b="0" i="0" u="none" strike="noStrike" kern="1200" cap="none" spc="0" normalizeH="0" baseline="0" noProof="0">
                <a:ln>
                  <a:noFill/>
                </a:ln>
                <a:solidFill>
                  <a:srgbClr val="202124"/>
                </a:solidFill>
                <a:effectLst/>
                <a:uLnTx/>
                <a:uFillTx/>
                <a:latin typeface="Arial" panose="020B0604020202020204" pitchFamily="34" charset="0"/>
                <a:ea typeface="+mn-ea"/>
                <a:cs typeface="Arial" panose="020B0604020202020204" pitchFamily="34" charset="0"/>
              </a:rPr>
              <a:t>. This repository tracks all changes made to files in your project, building a history over time.</a:t>
            </a:r>
            <a:endParaRPr kumimoji="0" lang="en-US" altLang="en-US" sz="1800" b="1" i="0" u="none" strike="noStrike" kern="1200" cap="none" spc="0" normalizeH="0" baseline="0" noProof="0">
              <a:ln>
                <a:noFill/>
              </a:ln>
              <a:solidFill>
                <a:srgbClr val="202124"/>
              </a:solidFill>
              <a:effectLst/>
              <a:uLnTx/>
              <a:uFillTx/>
              <a:latin typeface="Arial" panose="020B0604020202020204" pitchFamily="34" charset="0"/>
              <a:ea typeface="+mn-ea"/>
              <a:cs typeface="Arial" panose="020B0604020202020204" pitchFamily="34" charset="0"/>
            </a:endParaRPr>
          </a:p>
          <a:p>
            <a:pPr marL="285750" marR="0" lvl="0" indent="-285750" algn="just"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altLang="en-US" sz="1800" b="1" i="0" u="none" strike="noStrike" kern="1200" cap="none" spc="0" normalizeH="0" baseline="0" noProof="0">
              <a:ln>
                <a:noFill/>
              </a:ln>
              <a:solidFill>
                <a:srgbClr val="202124"/>
              </a:solidFill>
              <a:effectLst/>
              <a:uLnTx/>
              <a:uFillTx/>
              <a:latin typeface="Arial" panose="020B0604020202020204" pitchFamily="34" charset="0"/>
              <a:ea typeface="+mn-ea"/>
              <a:cs typeface="Arial" panose="020B0604020202020204" pitchFamily="34" charset="0"/>
            </a:endParaRPr>
          </a:p>
          <a:p>
            <a:pPr marL="285750" marR="0" lvl="0" indent="-285750" algn="just"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altLang="en-US" sz="1800" b="1" i="0" u="none" strike="noStrike" kern="1200" cap="none" spc="0" normalizeH="0" baseline="0" noProof="0">
                <a:ln>
                  <a:noFill/>
                </a:ln>
                <a:solidFill>
                  <a:srgbClr val="202124"/>
                </a:solidFill>
                <a:effectLst/>
                <a:uLnTx/>
                <a:uFillTx/>
                <a:latin typeface="Arial" panose="020B0604020202020204" pitchFamily="34" charset="0"/>
                <a:ea typeface="+mn-ea"/>
                <a:cs typeface="Arial" panose="020B0604020202020204" pitchFamily="34" charset="0"/>
              </a:rPr>
              <a:t>each file's revision history</a:t>
            </a:r>
            <a:r>
              <a:rPr kumimoji="0" lang="en-US" altLang="en-US" sz="1800" b="0" i="0" u="none" strike="noStrike" kern="1200" cap="none" spc="0" normalizeH="0" baseline="0" noProof="0">
                <a:ln>
                  <a:noFill/>
                </a:ln>
                <a:solidFill>
                  <a:srgbClr val="202124"/>
                </a:solidFill>
                <a:effectLst/>
                <a:uLnTx/>
                <a:uFillTx/>
                <a:latin typeface="Arial" panose="020B0604020202020204" pitchFamily="34" charset="0"/>
                <a:ea typeface="+mn-ea"/>
                <a:cs typeface="Arial" panose="020B0604020202020204" pitchFamily="34" charset="0"/>
              </a:rPr>
              <a:t>. </a:t>
            </a:r>
          </a:p>
          <a:p>
            <a:pPr marL="285750" marR="0" lvl="0" indent="-285750" algn="just"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altLang="en-US" sz="1800" b="0" i="0" u="none" strike="noStrike" kern="1200" cap="none" spc="0" normalizeH="0" baseline="0" noProof="0">
                <a:ln>
                  <a:noFill/>
                </a:ln>
                <a:solidFill>
                  <a:srgbClr val="202124"/>
                </a:solidFill>
                <a:effectLst/>
                <a:uLnTx/>
                <a:uFillTx/>
                <a:latin typeface="Arial" panose="020B0604020202020204" pitchFamily="34" charset="0"/>
                <a:ea typeface="+mn-ea"/>
                <a:cs typeface="Arial" panose="020B0604020202020204" pitchFamily="34" charset="0"/>
              </a:rPr>
              <a:t>manage your project's work within the repository.</a:t>
            </a:r>
          </a:p>
          <a:p>
            <a:pPr marL="285750" marR="0" lvl="0" indent="-285750" algn="just"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altLang="en-US" sz="1800" b="1" i="0" u="none" strike="noStrike" kern="1200" cap="none" spc="0" normalizeH="0" baseline="0" noProof="0">
                <a:ln>
                  <a:noFill/>
                </a:ln>
                <a:solidFill>
                  <a:srgbClr val="202124"/>
                </a:solidFill>
                <a:effectLst/>
                <a:uLnTx/>
                <a:uFillTx/>
                <a:latin typeface="Arial" panose="020B0604020202020204" pitchFamily="34" charset="0"/>
                <a:ea typeface="+mn-ea"/>
                <a:cs typeface="Arial" panose="020B0604020202020204" pitchFamily="34" charset="0"/>
              </a:rPr>
              <a:t>lets you and others work together on projects from anywhere</a:t>
            </a:r>
            <a:r>
              <a:rPr kumimoji="0" lang="en-US" altLang="en-US" sz="1800" b="0" i="0" u="none" strike="noStrike" kern="1200" cap="none" spc="0" normalizeH="0" baseline="0" noProof="0">
                <a:ln>
                  <a:noFill/>
                </a:ln>
                <a:solidFill>
                  <a:srgbClr val="202124"/>
                </a:solidFill>
                <a:effectLst/>
                <a:uLnTx/>
                <a:uFillTx/>
                <a:latin typeface="Arial" panose="020B0604020202020204" pitchFamily="34" charset="0"/>
                <a:ea typeface="+mn-ea"/>
                <a:cs typeface="Arial" panose="020B0604020202020204" pitchFamily="34" charset="0"/>
              </a:rPr>
              <a:t>.</a:t>
            </a: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Date Placeholder 1">
            <a:extLst>
              <a:ext uri="{FF2B5EF4-FFF2-40B4-BE49-F238E27FC236}">
                <a16:creationId xmlns:a16="http://schemas.microsoft.com/office/drawing/2014/main" id="{E93EDE90-A762-642F-005C-DA8E9B314801}"/>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A195ED9E-7396-0097-1345-A87F9445223E}"/>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32775" name="Slide Number Placeholder 4">
            <a:extLst>
              <a:ext uri="{FF2B5EF4-FFF2-40B4-BE49-F238E27FC236}">
                <a16:creationId xmlns:a16="http://schemas.microsoft.com/office/drawing/2014/main" id="{D8C7D5B1-4228-3F09-4740-2C8EF45A662F}"/>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FE3DAE6-40F7-4799-B4EA-F173BB2DBF87}"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155</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1">
            <a:extLst>
              <a:ext uri="{FF2B5EF4-FFF2-40B4-BE49-F238E27FC236}">
                <a16:creationId xmlns:a16="http://schemas.microsoft.com/office/drawing/2014/main" id="{FD7D8C84-A5C1-50F8-A878-0BE2060BA10E}"/>
              </a:ext>
            </a:extLst>
          </p:cNvPr>
          <p:cNvSpPr>
            <a:spLocks noGrp="1"/>
          </p:cNvSpPr>
          <p:nvPr>
            <p:ph idx="1"/>
          </p:nvPr>
        </p:nvSpPr>
        <p:spPr>
          <a:xfrm>
            <a:off x="304800" y="1493838"/>
            <a:ext cx="4876800" cy="4525962"/>
          </a:xfrm>
        </p:spPr>
        <p:txBody>
          <a:bodyPr/>
          <a:lstStyle/>
          <a:p>
            <a:pPr algn="just" fontAlgn="base">
              <a:spcAft>
                <a:spcPct val="0"/>
              </a:spcAft>
              <a:buFont typeface="Wingdings" panose="05000000000000000000" pitchFamily="2" charset="2"/>
              <a:buChar char="ü"/>
            </a:pPr>
            <a:r>
              <a:rPr lang="en-US" altLang="en-US"/>
              <a:t>way to work on a new feature without affecting the main codebase.</a:t>
            </a:r>
          </a:p>
          <a:p>
            <a:pPr algn="just" fontAlgn="base">
              <a:spcAft>
                <a:spcPct val="0"/>
              </a:spcAft>
              <a:buFont typeface="Wingdings" panose="05000000000000000000" pitchFamily="2" charset="2"/>
              <a:buChar char="ü"/>
            </a:pPr>
            <a:r>
              <a:rPr lang="en-US" altLang="en-US" b="1">
                <a:solidFill>
                  <a:srgbClr val="202124"/>
                </a:solidFill>
              </a:rPr>
              <a:t>is a feature of version control systems</a:t>
            </a:r>
            <a:r>
              <a:rPr lang="en-US" altLang="en-US">
                <a:solidFill>
                  <a:srgbClr val="202124"/>
                </a:solidFill>
              </a:rPr>
              <a:t>, which means that Git tracks at which point in the version history you created it.</a:t>
            </a:r>
          </a:p>
          <a:p>
            <a:pPr algn="just" fontAlgn="base">
              <a:spcAft>
                <a:spcPct val="0"/>
              </a:spcAft>
              <a:buFont typeface="Wingdings" panose="05000000000000000000" pitchFamily="2" charset="2"/>
              <a:buChar char="ü"/>
            </a:pPr>
            <a:r>
              <a:rPr lang="en-US" altLang="en-US">
                <a:solidFill>
                  <a:srgbClr val="202124"/>
                </a:solidFill>
              </a:rPr>
              <a:t>Git lets you merge a branch back into mainline, merging them.</a:t>
            </a:r>
            <a:endParaRPr lang="en-IN" altLang="en-US"/>
          </a:p>
        </p:txBody>
      </p:sp>
      <p:sp>
        <p:nvSpPr>
          <p:cNvPr id="3" name="Content Placeholder 2">
            <a:extLst>
              <a:ext uri="{FF2B5EF4-FFF2-40B4-BE49-F238E27FC236}">
                <a16:creationId xmlns:a16="http://schemas.microsoft.com/office/drawing/2014/main" id="{4B8464BF-598F-1599-EA45-349090361BB4}"/>
              </a:ext>
            </a:extLst>
          </p:cNvPr>
          <p:cNvSpPr>
            <a:spLocks noGrp="1"/>
          </p:cNvSpPr>
          <p:nvPr>
            <p:ph sz="quarter" idx="10"/>
          </p:nvPr>
        </p:nvSpPr>
        <p:spPr/>
        <p:txBody>
          <a:bodyPr/>
          <a:lstStyle/>
          <a:p>
            <a:pPr>
              <a:defRPr/>
            </a:pPr>
            <a:r>
              <a:rPr lang="en-IN" dirty="0"/>
              <a:t>Branches</a:t>
            </a:r>
          </a:p>
        </p:txBody>
      </p:sp>
      <p:pic>
        <p:nvPicPr>
          <p:cNvPr id="33796" name="Picture 4">
            <a:extLst>
              <a:ext uri="{FF2B5EF4-FFF2-40B4-BE49-F238E27FC236}">
                <a16:creationId xmlns:a16="http://schemas.microsoft.com/office/drawing/2014/main" id="{FB099861-F593-E23A-14B8-6EB32415C3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857250"/>
            <a:ext cx="36576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857861BC-16F8-D186-A483-BA2D12F37289}"/>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A387C12F-EE4E-449A-08E7-B1978756DFD2}"/>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33799" name="Slide Number Placeholder 4">
            <a:extLst>
              <a:ext uri="{FF2B5EF4-FFF2-40B4-BE49-F238E27FC236}">
                <a16:creationId xmlns:a16="http://schemas.microsoft.com/office/drawing/2014/main" id="{A9ADE972-8CDE-D7DC-091F-A10E6DA044EC}"/>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C3C88AD-EB4D-4C62-B665-ED696E870CF7}"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156</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1">
            <a:extLst>
              <a:ext uri="{FF2B5EF4-FFF2-40B4-BE49-F238E27FC236}">
                <a16:creationId xmlns:a16="http://schemas.microsoft.com/office/drawing/2014/main" id="{878E8BDA-4F4A-6745-8E89-5DFDCC4D2C93}"/>
              </a:ext>
            </a:extLst>
          </p:cNvPr>
          <p:cNvSpPr>
            <a:spLocks noGrp="1"/>
          </p:cNvSpPr>
          <p:nvPr>
            <p:ph idx="1"/>
          </p:nvPr>
        </p:nvSpPr>
        <p:spPr>
          <a:xfrm>
            <a:off x="304800" y="1493838"/>
            <a:ext cx="8229600" cy="4525962"/>
          </a:xfrm>
        </p:spPr>
        <p:txBody>
          <a:bodyPr/>
          <a:lstStyle/>
          <a:p>
            <a:pPr fontAlgn="base">
              <a:spcAft>
                <a:spcPct val="0"/>
              </a:spcAft>
            </a:pPr>
            <a:endParaRPr lang="en-IN" altLang="en-US"/>
          </a:p>
        </p:txBody>
      </p:sp>
      <p:sp>
        <p:nvSpPr>
          <p:cNvPr id="3" name="Content Placeholder 2">
            <a:extLst>
              <a:ext uri="{FF2B5EF4-FFF2-40B4-BE49-F238E27FC236}">
                <a16:creationId xmlns:a16="http://schemas.microsoft.com/office/drawing/2014/main" id="{9811B68A-D0B5-4D37-1311-DA43B13A5915}"/>
              </a:ext>
            </a:extLst>
          </p:cNvPr>
          <p:cNvSpPr>
            <a:spLocks noGrp="1"/>
          </p:cNvSpPr>
          <p:nvPr>
            <p:ph sz="quarter" idx="10"/>
          </p:nvPr>
        </p:nvSpPr>
        <p:spPr/>
        <p:txBody>
          <a:bodyPr/>
          <a:lstStyle/>
          <a:p>
            <a:pPr>
              <a:defRPr/>
            </a:pPr>
            <a:r>
              <a:rPr lang="en-US" dirty="0"/>
              <a:t>Git</a:t>
            </a:r>
            <a:endParaRPr lang="en-IN" dirty="0"/>
          </a:p>
        </p:txBody>
      </p:sp>
      <p:pic>
        <p:nvPicPr>
          <p:cNvPr id="34820" name="Picture 4">
            <a:extLst>
              <a:ext uri="{FF2B5EF4-FFF2-40B4-BE49-F238E27FC236}">
                <a16:creationId xmlns:a16="http://schemas.microsoft.com/office/drawing/2014/main" id="{E7457318-1F73-4A84-7A13-350F34E5C4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493838"/>
            <a:ext cx="8315325"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74594643-C974-5F4B-783A-5DAB018D8028}"/>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193D58BD-07E9-2D9E-26E6-7CABCFF2FA8C}"/>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34823" name="Slide Number Placeholder 4">
            <a:extLst>
              <a:ext uri="{FF2B5EF4-FFF2-40B4-BE49-F238E27FC236}">
                <a16:creationId xmlns:a16="http://schemas.microsoft.com/office/drawing/2014/main" id="{90D72B2C-8392-C285-3CDF-523FA3F70A56}"/>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0B44EB6-86DA-44C4-A8DF-EB60DF7467E0}"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157</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1">
            <a:extLst>
              <a:ext uri="{FF2B5EF4-FFF2-40B4-BE49-F238E27FC236}">
                <a16:creationId xmlns:a16="http://schemas.microsoft.com/office/drawing/2014/main" id="{7677E961-5A69-E13D-B7AD-2778F0308909}"/>
              </a:ext>
            </a:extLst>
          </p:cNvPr>
          <p:cNvSpPr>
            <a:spLocks noGrp="1"/>
          </p:cNvSpPr>
          <p:nvPr>
            <p:ph idx="1"/>
          </p:nvPr>
        </p:nvSpPr>
        <p:spPr>
          <a:xfrm>
            <a:off x="304800" y="1493838"/>
            <a:ext cx="8229600" cy="4525962"/>
          </a:xfrm>
        </p:spPr>
        <p:txBody>
          <a:bodyPr/>
          <a:lstStyle/>
          <a:p>
            <a:pPr fontAlgn="base">
              <a:spcAft>
                <a:spcPct val="0"/>
              </a:spcAft>
            </a:pPr>
            <a:endParaRPr lang="en-IN" altLang="en-US"/>
          </a:p>
        </p:txBody>
      </p:sp>
      <p:sp>
        <p:nvSpPr>
          <p:cNvPr id="3" name="Content Placeholder 2">
            <a:extLst>
              <a:ext uri="{FF2B5EF4-FFF2-40B4-BE49-F238E27FC236}">
                <a16:creationId xmlns:a16="http://schemas.microsoft.com/office/drawing/2014/main" id="{0526B1FF-A4CB-D597-FD45-1134FE960A29}"/>
              </a:ext>
            </a:extLst>
          </p:cNvPr>
          <p:cNvSpPr>
            <a:spLocks noGrp="1"/>
          </p:cNvSpPr>
          <p:nvPr>
            <p:ph sz="quarter" idx="10"/>
          </p:nvPr>
        </p:nvSpPr>
        <p:spPr/>
        <p:txBody>
          <a:bodyPr/>
          <a:lstStyle/>
          <a:p>
            <a:pPr>
              <a:defRPr/>
            </a:pPr>
            <a:r>
              <a:rPr lang="en-US" dirty="0"/>
              <a:t>Git vs GitHub</a:t>
            </a:r>
            <a:endParaRPr lang="en-IN" dirty="0"/>
          </a:p>
        </p:txBody>
      </p:sp>
      <p:pic>
        <p:nvPicPr>
          <p:cNvPr id="35844" name="Picture 2" descr="Difference Between Git and GitHub | Difference Between">
            <a:extLst>
              <a:ext uri="{FF2B5EF4-FFF2-40B4-BE49-F238E27FC236}">
                <a16:creationId xmlns:a16="http://schemas.microsoft.com/office/drawing/2014/main" id="{4D716116-A33F-CB7D-1F63-2D797D0509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371600"/>
            <a:ext cx="82296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DB7FF92F-9719-C9B1-8FB5-85111AE930C4}"/>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87969F38-133F-63E7-36DE-EAD0721DCA98}"/>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35847" name="Slide Number Placeholder 4">
            <a:extLst>
              <a:ext uri="{FF2B5EF4-FFF2-40B4-BE49-F238E27FC236}">
                <a16:creationId xmlns:a16="http://schemas.microsoft.com/office/drawing/2014/main" id="{20E84C7B-761E-1D7A-F76D-1409E31E2A30}"/>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379183-B28B-4965-BD8C-5B0D3D4FFC92}"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158</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1">
            <a:extLst>
              <a:ext uri="{FF2B5EF4-FFF2-40B4-BE49-F238E27FC236}">
                <a16:creationId xmlns:a16="http://schemas.microsoft.com/office/drawing/2014/main" id="{5EBAA625-0524-0606-7C62-1E5AC51FBB89}"/>
              </a:ext>
            </a:extLst>
          </p:cNvPr>
          <p:cNvSpPr>
            <a:spLocks noGrp="1"/>
          </p:cNvSpPr>
          <p:nvPr>
            <p:ph idx="1"/>
          </p:nvPr>
        </p:nvSpPr>
        <p:spPr>
          <a:xfrm>
            <a:off x="304800" y="1493838"/>
            <a:ext cx="8229600" cy="4525962"/>
          </a:xfrm>
        </p:spPr>
        <p:txBody>
          <a:bodyPr/>
          <a:lstStyle/>
          <a:p>
            <a:pPr fontAlgn="base">
              <a:spcAft>
                <a:spcPct val="0"/>
              </a:spcAft>
            </a:pPr>
            <a:endParaRPr lang="en-IN" altLang="en-US"/>
          </a:p>
        </p:txBody>
      </p:sp>
      <p:sp>
        <p:nvSpPr>
          <p:cNvPr id="3" name="Content Placeholder 2">
            <a:extLst>
              <a:ext uri="{FF2B5EF4-FFF2-40B4-BE49-F238E27FC236}">
                <a16:creationId xmlns:a16="http://schemas.microsoft.com/office/drawing/2014/main" id="{0419A0FD-BA51-2F2C-70D8-DD057EAF441F}"/>
              </a:ext>
            </a:extLst>
          </p:cNvPr>
          <p:cNvSpPr>
            <a:spLocks noGrp="1"/>
          </p:cNvSpPr>
          <p:nvPr>
            <p:ph sz="quarter" idx="10"/>
          </p:nvPr>
        </p:nvSpPr>
        <p:spPr/>
        <p:txBody>
          <a:bodyPr/>
          <a:lstStyle/>
          <a:p>
            <a:pPr>
              <a:defRPr/>
            </a:pPr>
            <a:r>
              <a:rPr lang="en-US" dirty="0"/>
              <a:t>Git Commands</a:t>
            </a:r>
            <a:endParaRPr lang="en-IN" dirty="0"/>
          </a:p>
        </p:txBody>
      </p:sp>
      <p:pic>
        <p:nvPicPr>
          <p:cNvPr id="36868" name="Picture 4">
            <a:extLst>
              <a:ext uri="{FF2B5EF4-FFF2-40B4-BE49-F238E27FC236}">
                <a16:creationId xmlns:a16="http://schemas.microsoft.com/office/drawing/2014/main" id="{B010F22A-D032-EF8E-F086-EFF537C7EB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295400"/>
            <a:ext cx="8229600"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3E2C1FED-B61A-335F-B65E-EFA330F30864}"/>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70DB3B7F-4F43-C9D0-3D40-9DCB4F941A48}"/>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36871" name="Slide Number Placeholder 4">
            <a:extLst>
              <a:ext uri="{FF2B5EF4-FFF2-40B4-BE49-F238E27FC236}">
                <a16:creationId xmlns:a16="http://schemas.microsoft.com/office/drawing/2014/main" id="{33150352-30B6-A491-07B2-D216BA963512}"/>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87E8D40-EFF1-42BC-9C9E-07A9CFF93AC8}"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159</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1">
            <a:extLst>
              <a:ext uri="{FF2B5EF4-FFF2-40B4-BE49-F238E27FC236}">
                <a16:creationId xmlns:a16="http://schemas.microsoft.com/office/drawing/2014/main" id="{8C8941D6-709F-5B49-D5FB-A8EC5DD666AA}"/>
              </a:ext>
            </a:extLst>
          </p:cNvPr>
          <p:cNvSpPr>
            <a:spLocks noGrp="1"/>
          </p:cNvSpPr>
          <p:nvPr>
            <p:ph idx="1"/>
          </p:nvPr>
        </p:nvSpPr>
        <p:spPr>
          <a:xfrm>
            <a:off x="304800" y="1493838"/>
            <a:ext cx="8229600" cy="4525962"/>
          </a:xfrm>
        </p:spPr>
        <p:txBody>
          <a:bodyPr/>
          <a:lstStyle/>
          <a:p>
            <a:pPr fontAlgn="base">
              <a:spcAft>
                <a:spcPct val="0"/>
              </a:spcAft>
            </a:pPr>
            <a:endParaRPr lang="en-IN" altLang="en-US"/>
          </a:p>
        </p:txBody>
      </p:sp>
      <p:sp>
        <p:nvSpPr>
          <p:cNvPr id="3" name="Content Placeholder 2">
            <a:extLst>
              <a:ext uri="{FF2B5EF4-FFF2-40B4-BE49-F238E27FC236}">
                <a16:creationId xmlns:a16="http://schemas.microsoft.com/office/drawing/2014/main" id="{BC4A51D0-4477-57B6-F35E-29A79914EA9F}"/>
              </a:ext>
            </a:extLst>
          </p:cNvPr>
          <p:cNvSpPr>
            <a:spLocks noGrp="1"/>
          </p:cNvSpPr>
          <p:nvPr>
            <p:ph sz="quarter" idx="10"/>
          </p:nvPr>
        </p:nvSpPr>
        <p:spPr/>
        <p:txBody>
          <a:bodyPr/>
          <a:lstStyle/>
          <a:p>
            <a:pPr>
              <a:defRPr/>
            </a:pPr>
            <a:r>
              <a:rPr lang="en-US" dirty="0"/>
              <a:t>Git Commands</a:t>
            </a:r>
            <a:endParaRPr lang="en-IN" dirty="0"/>
          </a:p>
        </p:txBody>
      </p:sp>
      <p:pic>
        <p:nvPicPr>
          <p:cNvPr id="37892" name="Picture 4">
            <a:extLst>
              <a:ext uri="{FF2B5EF4-FFF2-40B4-BE49-F238E27FC236}">
                <a16:creationId xmlns:a16="http://schemas.microsoft.com/office/drawing/2014/main" id="{604D8238-AA7F-EC10-820F-BC87817E2D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473200"/>
            <a:ext cx="8229600" cy="485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6D2CE5B9-033F-A752-BCBD-B756882A682D}"/>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EF312E7D-4545-D455-BDC7-A6D65AE83BA1}"/>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37895" name="Slide Number Placeholder 4">
            <a:extLst>
              <a:ext uri="{FF2B5EF4-FFF2-40B4-BE49-F238E27FC236}">
                <a16:creationId xmlns:a16="http://schemas.microsoft.com/office/drawing/2014/main" id="{56EE28C9-F3DF-F382-67ED-242D9D73BE84}"/>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6584D6B-4F1F-427D-A18E-810F579CF650}"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160</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ntent Placeholder 1">
            <a:extLst>
              <a:ext uri="{FF2B5EF4-FFF2-40B4-BE49-F238E27FC236}">
                <a16:creationId xmlns:a16="http://schemas.microsoft.com/office/drawing/2014/main" id="{21C4FA14-9629-0403-61A5-9FA9195EC5B7}"/>
              </a:ext>
            </a:extLst>
          </p:cNvPr>
          <p:cNvSpPr>
            <a:spLocks noGrp="1"/>
          </p:cNvSpPr>
          <p:nvPr>
            <p:ph idx="1"/>
          </p:nvPr>
        </p:nvSpPr>
        <p:spPr>
          <a:xfrm>
            <a:off x="304800" y="1493838"/>
            <a:ext cx="8382000" cy="4525962"/>
          </a:xfrm>
        </p:spPr>
        <p:txBody>
          <a:bodyPr/>
          <a:lstStyle/>
          <a:p>
            <a:pPr fontAlgn="base">
              <a:spcAft>
                <a:spcPct val="0"/>
              </a:spcAft>
            </a:pPr>
            <a:endParaRPr lang="en-IN" altLang="en-US"/>
          </a:p>
        </p:txBody>
      </p:sp>
      <p:sp>
        <p:nvSpPr>
          <p:cNvPr id="3" name="Content Placeholder 2">
            <a:extLst>
              <a:ext uri="{FF2B5EF4-FFF2-40B4-BE49-F238E27FC236}">
                <a16:creationId xmlns:a16="http://schemas.microsoft.com/office/drawing/2014/main" id="{345D570F-F578-F305-978B-E368E6FDA37B}"/>
              </a:ext>
            </a:extLst>
          </p:cNvPr>
          <p:cNvSpPr>
            <a:spLocks noGrp="1"/>
          </p:cNvSpPr>
          <p:nvPr>
            <p:ph sz="quarter" idx="10"/>
          </p:nvPr>
        </p:nvSpPr>
        <p:spPr/>
        <p:txBody>
          <a:bodyPr/>
          <a:lstStyle/>
          <a:p>
            <a:pPr>
              <a:defRPr/>
            </a:pPr>
            <a:r>
              <a:rPr lang="en-IN" dirty="0"/>
              <a:t>LAB SESSION</a:t>
            </a:r>
          </a:p>
        </p:txBody>
      </p:sp>
      <p:pic>
        <p:nvPicPr>
          <p:cNvPr id="38916" name="Picture 4">
            <a:extLst>
              <a:ext uri="{FF2B5EF4-FFF2-40B4-BE49-F238E27FC236}">
                <a16:creationId xmlns:a16="http://schemas.microsoft.com/office/drawing/2014/main" id="{D29585EB-85B4-6421-6F84-8036513AA4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493838"/>
            <a:ext cx="8610600" cy="487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A4CD8821-0790-E60E-DCFD-1AA8BD89F1D6}"/>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F80045F4-1FE7-1291-5333-6D95E56A060F}"/>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38919" name="Slide Number Placeholder 4">
            <a:extLst>
              <a:ext uri="{FF2B5EF4-FFF2-40B4-BE49-F238E27FC236}">
                <a16:creationId xmlns:a16="http://schemas.microsoft.com/office/drawing/2014/main" id="{B563042B-0E55-63F0-BAC9-E2793449A8EF}"/>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997E3D3-9ED6-4A06-8212-6504C33FEF7F}"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161</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Content Placeholder 2" descr="Timeline&#10;&#10;Description automatically generated with medium confidence">
            <a:extLst>
              <a:ext uri="{FF2B5EF4-FFF2-40B4-BE49-F238E27FC236}">
                <a16:creationId xmlns:a16="http://schemas.microsoft.com/office/drawing/2014/main" id="{669B9469-5870-366A-C1D5-336C7B7294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04800" y="1447800"/>
            <a:ext cx="8153400" cy="4724400"/>
          </a:xfrm>
        </p:spPr>
      </p:pic>
      <p:sp>
        <p:nvSpPr>
          <p:cNvPr id="4" name="Content Placeholder 3">
            <a:extLst>
              <a:ext uri="{FF2B5EF4-FFF2-40B4-BE49-F238E27FC236}">
                <a16:creationId xmlns:a16="http://schemas.microsoft.com/office/drawing/2014/main" id="{2FF77AC2-CEF3-287F-A522-C9E5CA078781}"/>
              </a:ext>
            </a:extLst>
          </p:cNvPr>
          <p:cNvSpPr>
            <a:spLocks noGrp="1"/>
          </p:cNvSpPr>
          <p:nvPr>
            <p:ph sz="quarter" idx="10"/>
          </p:nvPr>
        </p:nvSpPr>
        <p:spPr/>
        <p:txBody>
          <a:bodyPr rtlCol="0"/>
          <a:lstStyle/>
          <a:p>
            <a:pPr eaLnBrk="1" fontAlgn="auto" hangingPunct="1">
              <a:spcAft>
                <a:spcPts val="0"/>
              </a:spcAft>
              <a:defRPr/>
            </a:pPr>
            <a:r>
              <a:rPr lang="en-US" dirty="0"/>
              <a:t>Commands</a:t>
            </a:r>
          </a:p>
        </p:txBody>
      </p:sp>
      <p:sp>
        <p:nvSpPr>
          <p:cNvPr id="2" name="Date Placeholder 1">
            <a:extLst>
              <a:ext uri="{FF2B5EF4-FFF2-40B4-BE49-F238E27FC236}">
                <a16:creationId xmlns:a16="http://schemas.microsoft.com/office/drawing/2014/main" id="{B75343AA-1F7E-41D2-841D-1D81F55E7054}"/>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3" name="Footer Placeholder 2">
            <a:extLst>
              <a:ext uri="{FF2B5EF4-FFF2-40B4-BE49-F238E27FC236}">
                <a16:creationId xmlns:a16="http://schemas.microsoft.com/office/drawing/2014/main" id="{C27E2C90-CADF-2484-6D8A-8F8786EDC6CB}"/>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39942" name="Slide Number Placeholder 4">
            <a:extLst>
              <a:ext uri="{FF2B5EF4-FFF2-40B4-BE49-F238E27FC236}">
                <a16:creationId xmlns:a16="http://schemas.microsoft.com/office/drawing/2014/main" id="{3336B632-51B6-3A41-CCE4-4A3641B5CFB1}"/>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E9B7FFE-BF65-4B4C-881E-62ED6F8CD8F0}"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162</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50DCA94-5400-7478-2193-10A0D5007471}"/>
              </a:ext>
            </a:extLst>
          </p:cNvPr>
          <p:cNvSpPr>
            <a:spLocks noGrp="1"/>
          </p:cNvSpPr>
          <p:nvPr>
            <p:ph sz="quarter" idx="10"/>
          </p:nvPr>
        </p:nvSpPr>
        <p:spPr/>
        <p:txBody>
          <a:bodyPr rtlCol="0"/>
          <a:lstStyle/>
          <a:p>
            <a:pPr eaLnBrk="1" fontAlgn="auto" hangingPunct="1">
              <a:spcAft>
                <a:spcPts val="0"/>
              </a:spcAft>
              <a:defRPr/>
            </a:pPr>
            <a:r>
              <a:rPr lang="en-US" dirty="0"/>
              <a:t>Branching Strategy</a:t>
            </a:r>
          </a:p>
        </p:txBody>
      </p:sp>
      <p:sp>
        <p:nvSpPr>
          <p:cNvPr id="40963" name="Content Placeholder 9">
            <a:extLst>
              <a:ext uri="{FF2B5EF4-FFF2-40B4-BE49-F238E27FC236}">
                <a16:creationId xmlns:a16="http://schemas.microsoft.com/office/drawing/2014/main" id="{1788C9F3-BB45-AA59-3884-F56029751C15}"/>
              </a:ext>
            </a:extLst>
          </p:cNvPr>
          <p:cNvSpPr>
            <a:spLocks noGrp="1"/>
          </p:cNvSpPr>
          <p:nvPr>
            <p:ph idx="1"/>
          </p:nvPr>
        </p:nvSpPr>
        <p:spPr>
          <a:xfrm>
            <a:off x="304800" y="1493838"/>
            <a:ext cx="8229600" cy="4525962"/>
          </a:xfrm>
        </p:spPr>
        <p:txBody>
          <a:bodyPr/>
          <a:lstStyle/>
          <a:p>
            <a:pPr fontAlgn="base">
              <a:spcAft>
                <a:spcPct val="0"/>
              </a:spcAft>
            </a:pPr>
            <a:endParaRPr lang="en-IN" altLang="en-US"/>
          </a:p>
        </p:txBody>
      </p:sp>
      <p:pic>
        <p:nvPicPr>
          <p:cNvPr id="40964" name="Picture 11">
            <a:extLst>
              <a:ext uri="{FF2B5EF4-FFF2-40B4-BE49-F238E27FC236}">
                <a16:creationId xmlns:a16="http://schemas.microsoft.com/office/drawing/2014/main" id="{826EE039-33C8-1224-221D-3EB325036A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447800"/>
            <a:ext cx="8229600" cy="475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64F0892E-EFCD-BED8-EEB5-2CE52823E64B}"/>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3" name="Footer Placeholder 2">
            <a:extLst>
              <a:ext uri="{FF2B5EF4-FFF2-40B4-BE49-F238E27FC236}">
                <a16:creationId xmlns:a16="http://schemas.microsoft.com/office/drawing/2014/main" id="{9EA6074B-747C-639A-0D3C-2774F63BA6B1}"/>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40967" name="Slide Number Placeholder 4">
            <a:extLst>
              <a:ext uri="{FF2B5EF4-FFF2-40B4-BE49-F238E27FC236}">
                <a16:creationId xmlns:a16="http://schemas.microsoft.com/office/drawing/2014/main" id="{164B608F-1A66-BD44-70C6-5D965C8DC6E5}"/>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7218654-F755-4C31-B539-F5017D8D7BD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163</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506C5A-BA91-2B71-389C-E8AB57815610}"/>
              </a:ext>
            </a:extLst>
          </p:cNvPr>
          <p:cNvSpPr>
            <a:spLocks noGrp="1"/>
          </p:cNvSpPr>
          <p:nvPr>
            <p:ph sz="quarter" idx="10"/>
          </p:nvPr>
        </p:nvSpPr>
        <p:spPr/>
        <p:txBody>
          <a:bodyPr/>
          <a:lstStyle/>
          <a:p>
            <a:pPr>
              <a:defRPr/>
            </a:pPr>
            <a:r>
              <a:rPr lang="en-US" dirty="0"/>
              <a:t>Branching Example-2</a:t>
            </a:r>
            <a:endParaRPr lang="en-IN" dirty="0"/>
          </a:p>
        </p:txBody>
      </p:sp>
      <p:pic>
        <p:nvPicPr>
          <p:cNvPr id="41987" name="Picture 2" descr="Chapter 6 - Git Branching Strategies">
            <a:extLst>
              <a:ext uri="{FF2B5EF4-FFF2-40B4-BE49-F238E27FC236}">
                <a16:creationId xmlns:a16="http://schemas.microsoft.com/office/drawing/2014/main" id="{6C4CBC21-F455-AF4A-84DE-8A9BB33AE57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04800" y="1758950"/>
            <a:ext cx="8229600" cy="3995738"/>
          </a:xfrm>
          <a:noFill/>
        </p:spPr>
      </p:pic>
      <p:sp>
        <p:nvSpPr>
          <p:cNvPr id="2" name="Date Placeholder 1">
            <a:extLst>
              <a:ext uri="{FF2B5EF4-FFF2-40B4-BE49-F238E27FC236}">
                <a16:creationId xmlns:a16="http://schemas.microsoft.com/office/drawing/2014/main" id="{3333EF35-D6FC-957C-4B6B-E839C6E9FC49}"/>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D9327032-F0BC-25E9-16BE-2DB5DD4BAC61}"/>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41990" name="Slide Number Placeholder 4">
            <a:extLst>
              <a:ext uri="{FF2B5EF4-FFF2-40B4-BE49-F238E27FC236}">
                <a16:creationId xmlns:a16="http://schemas.microsoft.com/office/drawing/2014/main" id="{010016CA-D2CA-8533-EA9A-DD4A20AAE111}"/>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2CD2C42-FBF4-431C-8A06-AF5257AB93C4}"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164</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1">
            <a:extLst>
              <a:ext uri="{FF2B5EF4-FFF2-40B4-BE49-F238E27FC236}">
                <a16:creationId xmlns:a16="http://schemas.microsoft.com/office/drawing/2014/main" id="{7E4597E1-FFA2-9532-7D04-731767F1FC6E}"/>
              </a:ext>
            </a:extLst>
          </p:cNvPr>
          <p:cNvSpPr>
            <a:spLocks noGrp="1"/>
          </p:cNvSpPr>
          <p:nvPr>
            <p:ph idx="1"/>
          </p:nvPr>
        </p:nvSpPr>
        <p:spPr>
          <a:xfrm>
            <a:off x="304800" y="1493838"/>
            <a:ext cx="8229600" cy="4525962"/>
          </a:xfrm>
        </p:spPr>
        <p:txBody>
          <a:bodyPr/>
          <a:lstStyle/>
          <a:p>
            <a:pPr fontAlgn="base">
              <a:spcAft>
                <a:spcPct val="0"/>
              </a:spcAft>
            </a:pPr>
            <a:r>
              <a:rPr lang="en-US" altLang="en-US"/>
              <a:t>Git Pull </a:t>
            </a:r>
            <a:endParaRPr lang="en-IN" altLang="en-US"/>
          </a:p>
        </p:txBody>
      </p:sp>
      <p:sp>
        <p:nvSpPr>
          <p:cNvPr id="3" name="Content Placeholder 2">
            <a:extLst>
              <a:ext uri="{FF2B5EF4-FFF2-40B4-BE49-F238E27FC236}">
                <a16:creationId xmlns:a16="http://schemas.microsoft.com/office/drawing/2014/main" id="{9615CDCE-A758-7D2B-FFC1-A363A78D6F08}"/>
              </a:ext>
            </a:extLst>
          </p:cNvPr>
          <p:cNvSpPr>
            <a:spLocks noGrp="1"/>
          </p:cNvSpPr>
          <p:nvPr>
            <p:ph sz="quarter" idx="10"/>
          </p:nvPr>
        </p:nvSpPr>
        <p:spPr/>
        <p:txBody>
          <a:bodyPr/>
          <a:lstStyle/>
          <a:p>
            <a:pPr>
              <a:defRPr/>
            </a:pPr>
            <a:r>
              <a:rPr lang="en-US" dirty="0"/>
              <a:t>Pull Example</a:t>
            </a:r>
            <a:endParaRPr lang="en-IN" dirty="0"/>
          </a:p>
        </p:txBody>
      </p:sp>
      <p:pic>
        <p:nvPicPr>
          <p:cNvPr id="43012" name="Picture 2" descr="Git Pull | GitHub Tutorial In 2021 - W3cschoool.COM">
            <a:extLst>
              <a:ext uri="{FF2B5EF4-FFF2-40B4-BE49-F238E27FC236}">
                <a16:creationId xmlns:a16="http://schemas.microsoft.com/office/drawing/2014/main" id="{9FEE384B-5102-3B7E-A27F-6711BB72FF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300288"/>
            <a:ext cx="8153400" cy="371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5A24436F-0773-C9B4-D3B5-434F6D57C8CA}"/>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A236E706-C2A0-5212-7409-5104BA718013}"/>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43015" name="Slide Number Placeholder 4">
            <a:extLst>
              <a:ext uri="{FF2B5EF4-FFF2-40B4-BE49-F238E27FC236}">
                <a16:creationId xmlns:a16="http://schemas.microsoft.com/office/drawing/2014/main" id="{C4FB4265-3C51-319E-444B-2B8A10A547FA}"/>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7E2D7D4-96A3-4393-8C57-726BF593A408}"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165</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1">
            <a:extLst>
              <a:ext uri="{FF2B5EF4-FFF2-40B4-BE49-F238E27FC236}">
                <a16:creationId xmlns:a16="http://schemas.microsoft.com/office/drawing/2014/main" id="{DDF50172-B03E-ECB6-5B01-1B7B60C0E212}"/>
              </a:ext>
            </a:extLst>
          </p:cNvPr>
          <p:cNvSpPr>
            <a:spLocks noGrp="1"/>
          </p:cNvSpPr>
          <p:nvPr>
            <p:ph idx="1"/>
          </p:nvPr>
        </p:nvSpPr>
        <p:spPr>
          <a:xfrm>
            <a:off x="304800" y="1493838"/>
            <a:ext cx="8229600" cy="4525962"/>
          </a:xfrm>
        </p:spPr>
        <p:txBody>
          <a:bodyPr/>
          <a:lstStyle/>
          <a:p>
            <a:pPr fontAlgn="base">
              <a:spcAft>
                <a:spcPct val="0"/>
              </a:spcAft>
            </a:pPr>
            <a:r>
              <a:rPr lang="en-US" altLang="en-US"/>
              <a:t>Git Push</a:t>
            </a:r>
            <a:endParaRPr lang="en-IN" altLang="en-US"/>
          </a:p>
        </p:txBody>
      </p:sp>
      <p:sp>
        <p:nvSpPr>
          <p:cNvPr id="3" name="Content Placeholder 2">
            <a:extLst>
              <a:ext uri="{FF2B5EF4-FFF2-40B4-BE49-F238E27FC236}">
                <a16:creationId xmlns:a16="http://schemas.microsoft.com/office/drawing/2014/main" id="{82D19D16-0137-948F-7495-4C8BC4EBA8F4}"/>
              </a:ext>
            </a:extLst>
          </p:cNvPr>
          <p:cNvSpPr>
            <a:spLocks noGrp="1"/>
          </p:cNvSpPr>
          <p:nvPr>
            <p:ph sz="quarter" idx="10"/>
          </p:nvPr>
        </p:nvSpPr>
        <p:spPr/>
        <p:txBody>
          <a:bodyPr/>
          <a:lstStyle/>
          <a:p>
            <a:pPr>
              <a:defRPr/>
            </a:pPr>
            <a:r>
              <a:rPr lang="en-US" dirty="0"/>
              <a:t>Git Push Example</a:t>
            </a:r>
            <a:endParaRPr lang="en-IN" dirty="0"/>
          </a:p>
        </p:txBody>
      </p:sp>
      <p:pic>
        <p:nvPicPr>
          <p:cNvPr id="44036" name="Picture 2">
            <a:extLst>
              <a:ext uri="{FF2B5EF4-FFF2-40B4-BE49-F238E27FC236}">
                <a16:creationId xmlns:a16="http://schemas.microsoft.com/office/drawing/2014/main" id="{DB9025F1-701C-BD9F-E9AE-62AFA5AB2C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438400"/>
            <a:ext cx="82296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7A3E0A72-5A62-26ED-CB19-624CF3A59CFE}"/>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A0AC3982-88A4-86A0-6C4E-365762B47138}"/>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44039" name="Slide Number Placeholder 4">
            <a:extLst>
              <a:ext uri="{FF2B5EF4-FFF2-40B4-BE49-F238E27FC236}">
                <a16:creationId xmlns:a16="http://schemas.microsoft.com/office/drawing/2014/main" id="{4D43C268-3C8F-F663-1241-0908C55CF5B0}"/>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1EE3363-4AE0-45B2-BD9B-A8410FC27A94}"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166</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1">
            <a:extLst>
              <a:ext uri="{FF2B5EF4-FFF2-40B4-BE49-F238E27FC236}">
                <a16:creationId xmlns:a16="http://schemas.microsoft.com/office/drawing/2014/main" id="{C1B99DA1-0518-62C0-50C3-1895313D1B49}"/>
              </a:ext>
            </a:extLst>
          </p:cNvPr>
          <p:cNvSpPr>
            <a:spLocks noGrp="1"/>
          </p:cNvSpPr>
          <p:nvPr>
            <p:ph idx="1"/>
          </p:nvPr>
        </p:nvSpPr>
        <p:spPr>
          <a:xfrm>
            <a:off x="304800" y="1493838"/>
            <a:ext cx="8229600" cy="4525962"/>
          </a:xfrm>
        </p:spPr>
        <p:txBody>
          <a:bodyPr/>
          <a:lstStyle/>
          <a:p>
            <a:pPr fontAlgn="base">
              <a:spcAft>
                <a:spcPct val="0"/>
              </a:spcAft>
            </a:pPr>
            <a:endParaRPr lang="en-IN" altLang="en-US"/>
          </a:p>
        </p:txBody>
      </p:sp>
      <p:sp>
        <p:nvSpPr>
          <p:cNvPr id="3" name="Content Placeholder 2">
            <a:extLst>
              <a:ext uri="{FF2B5EF4-FFF2-40B4-BE49-F238E27FC236}">
                <a16:creationId xmlns:a16="http://schemas.microsoft.com/office/drawing/2014/main" id="{94E45EAE-5CA3-F05A-C4B9-7B3AAB5E5C4F}"/>
              </a:ext>
            </a:extLst>
          </p:cNvPr>
          <p:cNvSpPr>
            <a:spLocks noGrp="1"/>
          </p:cNvSpPr>
          <p:nvPr>
            <p:ph sz="quarter" idx="10"/>
          </p:nvPr>
        </p:nvSpPr>
        <p:spPr/>
        <p:txBody>
          <a:bodyPr/>
          <a:lstStyle/>
          <a:p>
            <a:pPr>
              <a:defRPr/>
            </a:pPr>
            <a:r>
              <a:rPr lang="en-US" dirty="0" err="1"/>
              <a:t>OverAll</a:t>
            </a:r>
            <a:r>
              <a:rPr lang="en-US" dirty="0"/>
              <a:t> Workflow</a:t>
            </a:r>
            <a:endParaRPr lang="en-IN" dirty="0"/>
          </a:p>
        </p:txBody>
      </p:sp>
      <p:pic>
        <p:nvPicPr>
          <p:cNvPr id="45060" name="Picture 4">
            <a:extLst>
              <a:ext uri="{FF2B5EF4-FFF2-40B4-BE49-F238E27FC236}">
                <a16:creationId xmlns:a16="http://schemas.microsoft.com/office/drawing/2014/main" id="{F9B99DDE-7519-4050-B737-AA516CF974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425" y="1573213"/>
            <a:ext cx="869315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B6228776-2F3D-9989-ED35-E26DFD201F55}"/>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CD30747E-63E1-2D88-4D8C-67D1C642A595}"/>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45063" name="Slide Number Placeholder 4">
            <a:extLst>
              <a:ext uri="{FF2B5EF4-FFF2-40B4-BE49-F238E27FC236}">
                <a16:creationId xmlns:a16="http://schemas.microsoft.com/office/drawing/2014/main" id="{627C7EFA-1C2C-4072-2BA4-FE1F21D7CD41}"/>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0116104-218C-4ADC-A80A-24D7697B9A06}"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167</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1">
            <a:extLst>
              <a:ext uri="{FF2B5EF4-FFF2-40B4-BE49-F238E27FC236}">
                <a16:creationId xmlns:a16="http://schemas.microsoft.com/office/drawing/2014/main" id="{3E4039F4-8188-223B-909E-573A3B50B618}"/>
              </a:ext>
            </a:extLst>
          </p:cNvPr>
          <p:cNvSpPr>
            <a:spLocks noGrp="1"/>
          </p:cNvSpPr>
          <p:nvPr>
            <p:ph idx="1"/>
          </p:nvPr>
        </p:nvSpPr>
        <p:spPr>
          <a:xfrm>
            <a:off x="304800" y="1493838"/>
            <a:ext cx="8229600" cy="4525962"/>
          </a:xfrm>
        </p:spPr>
        <p:txBody>
          <a:bodyPr/>
          <a:lstStyle/>
          <a:p>
            <a:pPr fontAlgn="base">
              <a:spcAft>
                <a:spcPct val="0"/>
              </a:spcAft>
            </a:pPr>
            <a:endParaRPr lang="en-IN" altLang="en-US"/>
          </a:p>
        </p:txBody>
      </p:sp>
      <p:sp>
        <p:nvSpPr>
          <p:cNvPr id="3" name="Content Placeholder 2">
            <a:extLst>
              <a:ext uri="{FF2B5EF4-FFF2-40B4-BE49-F238E27FC236}">
                <a16:creationId xmlns:a16="http://schemas.microsoft.com/office/drawing/2014/main" id="{7CEBB7FB-4D62-FB7C-D44D-89EC4A25A4BF}"/>
              </a:ext>
            </a:extLst>
          </p:cNvPr>
          <p:cNvSpPr>
            <a:spLocks noGrp="1"/>
          </p:cNvSpPr>
          <p:nvPr>
            <p:ph sz="quarter" idx="10"/>
          </p:nvPr>
        </p:nvSpPr>
        <p:spPr/>
        <p:txBody>
          <a:bodyPr/>
          <a:lstStyle/>
          <a:p>
            <a:pPr>
              <a:defRPr/>
            </a:pPr>
            <a:r>
              <a:rPr lang="en-US" dirty="0"/>
              <a:t>Git Data Transport Command</a:t>
            </a:r>
            <a:endParaRPr lang="en-IN" dirty="0"/>
          </a:p>
        </p:txBody>
      </p:sp>
      <p:pic>
        <p:nvPicPr>
          <p:cNvPr id="46084" name="Picture 4">
            <a:extLst>
              <a:ext uri="{FF2B5EF4-FFF2-40B4-BE49-F238E27FC236}">
                <a16:creationId xmlns:a16="http://schemas.microsoft.com/office/drawing/2014/main" id="{665CFCFE-4246-7B72-0B01-7B8D3CF78E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493838"/>
            <a:ext cx="8229600" cy="457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E5B07F4D-94F1-1CC7-4A6A-8B0C1E157E6B}"/>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C2C23046-84F9-9404-144D-D068A009E7D3}"/>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46087" name="Slide Number Placeholder 4">
            <a:extLst>
              <a:ext uri="{FF2B5EF4-FFF2-40B4-BE49-F238E27FC236}">
                <a16:creationId xmlns:a16="http://schemas.microsoft.com/office/drawing/2014/main" id="{6A1A1CCD-C22D-DEFC-463D-1215D5EC3B4F}"/>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EEC3557-3B94-44AC-8787-0FAD8EE0B4BB}"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168</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Content Placeholder 4">
            <a:extLst>
              <a:ext uri="{FF2B5EF4-FFF2-40B4-BE49-F238E27FC236}">
                <a16:creationId xmlns:a16="http://schemas.microsoft.com/office/drawing/2014/main" id="{060DE4DC-54DF-7EC3-F5E9-DCB5B851142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04800" y="1612900"/>
            <a:ext cx="8001000" cy="4287838"/>
          </a:xfrm>
        </p:spPr>
      </p:pic>
      <p:sp>
        <p:nvSpPr>
          <p:cNvPr id="3" name="Content Placeholder 2">
            <a:extLst>
              <a:ext uri="{FF2B5EF4-FFF2-40B4-BE49-F238E27FC236}">
                <a16:creationId xmlns:a16="http://schemas.microsoft.com/office/drawing/2014/main" id="{DA1F07E5-2922-06FE-3334-A49A65589D58}"/>
              </a:ext>
            </a:extLst>
          </p:cNvPr>
          <p:cNvSpPr>
            <a:spLocks noGrp="1"/>
          </p:cNvSpPr>
          <p:nvPr>
            <p:ph sz="quarter" idx="10"/>
          </p:nvPr>
        </p:nvSpPr>
        <p:spPr/>
        <p:txBody>
          <a:bodyPr/>
          <a:lstStyle/>
          <a:p>
            <a:pPr>
              <a:defRPr/>
            </a:pPr>
            <a:r>
              <a:rPr lang="en-IN" dirty="0"/>
              <a:t>Cooperate usage</a:t>
            </a:r>
          </a:p>
        </p:txBody>
      </p:sp>
      <p:sp>
        <p:nvSpPr>
          <p:cNvPr id="2" name="Date Placeholder 1">
            <a:extLst>
              <a:ext uri="{FF2B5EF4-FFF2-40B4-BE49-F238E27FC236}">
                <a16:creationId xmlns:a16="http://schemas.microsoft.com/office/drawing/2014/main" id="{04281FD2-E201-3B9E-0619-2156B7AB2987}"/>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310BCBA7-1CA4-E5CC-2267-AE7B133F756A}"/>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47110" name="Slide Number Placeholder 4">
            <a:extLst>
              <a:ext uri="{FF2B5EF4-FFF2-40B4-BE49-F238E27FC236}">
                <a16:creationId xmlns:a16="http://schemas.microsoft.com/office/drawing/2014/main" id="{4BF26731-A5BF-1F97-45FE-314289D65192}"/>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6FB345C-84D8-4926-B8A3-FCA0888D14AE}"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169</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Content Placeholder 4">
            <a:extLst>
              <a:ext uri="{FF2B5EF4-FFF2-40B4-BE49-F238E27FC236}">
                <a16:creationId xmlns:a16="http://schemas.microsoft.com/office/drawing/2014/main" id="{CC95733C-6F63-0982-C8A2-22BF7D6FB49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28600" y="1524000"/>
            <a:ext cx="8001000" cy="4419600"/>
          </a:xfrm>
        </p:spPr>
      </p:pic>
      <p:sp>
        <p:nvSpPr>
          <p:cNvPr id="3" name="Content Placeholder 2">
            <a:extLst>
              <a:ext uri="{FF2B5EF4-FFF2-40B4-BE49-F238E27FC236}">
                <a16:creationId xmlns:a16="http://schemas.microsoft.com/office/drawing/2014/main" id="{ADB6E68D-28E0-59C0-B1EF-E8A9FCC36831}"/>
              </a:ext>
            </a:extLst>
          </p:cNvPr>
          <p:cNvSpPr>
            <a:spLocks noGrp="1"/>
          </p:cNvSpPr>
          <p:nvPr>
            <p:ph sz="quarter" idx="10"/>
          </p:nvPr>
        </p:nvSpPr>
        <p:spPr/>
        <p:txBody>
          <a:bodyPr/>
          <a:lstStyle/>
          <a:p>
            <a:pPr>
              <a:defRPr/>
            </a:pPr>
            <a:r>
              <a:rPr lang="en-IN" dirty="0"/>
              <a:t>Cooperate usage</a:t>
            </a:r>
          </a:p>
        </p:txBody>
      </p:sp>
      <p:sp>
        <p:nvSpPr>
          <p:cNvPr id="2" name="Date Placeholder 1">
            <a:extLst>
              <a:ext uri="{FF2B5EF4-FFF2-40B4-BE49-F238E27FC236}">
                <a16:creationId xmlns:a16="http://schemas.microsoft.com/office/drawing/2014/main" id="{DCFB9D30-5B72-6C47-E14C-C4813D9DCDF4}"/>
              </a:ext>
            </a:extLst>
          </p:cNvPr>
          <p:cNvSpPr>
            <a:spLocks noGrp="1"/>
          </p:cNvSpPr>
          <p:nvPr>
            <p:ph type="dt"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April 18-19-20, 2025</a:t>
            </a:r>
          </a:p>
        </p:txBody>
      </p:sp>
      <p:sp>
        <p:nvSpPr>
          <p:cNvPr id="4" name="Footer Placeholder 3">
            <a:extLst>
              <a:ext uri="{FF2B5EF4-FFF2-40B4-BE49-F238E27FC236}">
                <a16:creationId xmlns:a16="http://schemas.microsoft.com/office/drawing/2014/main" id="{977108BB-955B-95B3-6DEC-0BEC2C2938A5}"/>
              </a:ext>
            </a:extLst>
          </p:cNvPr>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DevOps</a:t>
            </a:r>
          </a:p>
        </p:txBody>
      </p:sp>
      <p:sp>
        <p:nvSpPr>
          <p:cNvPr id="48134" name="Slide Number Placeholder 4">
            <a:extLst>
              <a:ext uri="{FF2B5EF4-FFF2-40B4-BE49-F238E27FC236}">
                <a16:creationId xmlns:a16="http://schemas.microsoft.com/office/drawing/2014/main" id="{207E220B-2B59-7278-1F18-5CE38D5F01A7}"/>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BBDC25A-C80E-45EF-BE5C-74A9A17F8555}" type="slidenum">
              <a:rPr kumimoji="0" lang="en-US" alt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170</a:t>
            </a:fld>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theme/theme1.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9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1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1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10443</Words>
  <Application>Microsoft Office PowerPoint</Application>
  <PresentationFormat>On-screen Show (4:3)</PresentationFormat>
  <Paragraphs>1308</Paragraphs>
  <Slides>170</Slides>
  <Notes>86</Notes>
  <HiddenSlides>0</HiddenSlides>
  <MMClips>0</MMClips>
  <ScaleCrop>false</ScaleCrop>
  <HeadingPairs>
    <vt:vector size="8" baseType="variant">
      <vt:variant>
        <vt:lpstr>Fonts Used</vt:lpstr>
      </vt:variant>
      <vt:variant>
        <vt:i4>19</vt:i4>
      </vt:variant>
      <vt:variant>
        <vt:lpstr>Theme</vt:lpstr>
      </vt:variant>
      <vt:variant>
        <vt:i4>15</vt:i4>
      </vt:variant>
      <vt:variant>
        <vt:lpstr>Embedded OLE Servers</vt:lpstr>
      </vt:variant>
      <vt:variant>
        <vt:i4>1</vt:i4>
      </vt:variant>
      <vt:variant>
        <vt:lpstr>Slide Titles</vt:lpstr>
      </vt:variant>
      <vt:variant>
        <vt:i4>170</vt:i4>
      </vt:variant>
    </vt:vector>
  </HeadingPairs>
  <TitlesOfParts>
    <vt:vector size="205" baseType="lpstr">
      <vt:lpstr>Arial</vt:lpstr>
      <vt:lpstr>inter-regular</vt:lpstr>
      <vt:lpstr>Franklin Gothic Medium</vt:lpstr>
      <vt:lpstr>Cambria</vt:lpstr>
      <vt:lpstr>Wingdings</vt:lpstr>
      <vt:lpstr>Quattrocento Sans</vt:lpstr>
      <vt:lpstr>Google Sans</vt:lpstr>
      <vt:lpstr>Garamond</vt:lpstr>
      <vt:lpstr>Palatino</vt:lpstr>
      <vt:lpstr>Calibri</vt:lpstr>
      <vt:lpstr>Century Gothic</vt:lpstr>
      <vt:lpstr>Helvetica Neue</vt:lpstr>
      <vt:lpstr>Times New Roman</vt:lpstr>
      <vt:lpstr>Rubik</vt:lpstr>
      <vt:lpstr>Franklin Gothic Demi</vt:lpstr>
      <vt:lpstr>Noto Sans Symbols</vt:lpstr>
      <vt:lpstr>Carlito</vt:lpstr>
      <vt:lpstr>Helvetica</vt:lpstr>
      <vt:lpstr>Inter</vt:lpstr>
      <vt:lpstr>4_Office Theme</vt:lpstr>
      <vt:lpstr>13_Office Theme</vt:lpstr>
      <vt:lpstr>Office Theme</vt:lpstr>
      <vt:lpstr>1_Office Theme</vt:lpstr>
      <vt:lpstr>5_Office Theme</vt:lpstr>
      <vt:lpstr>6_Office Theme</vt:lpstr>
      <vt:lpstr>7_Office Theme</vt:lpstr>
      <vt:lpstr>8_Office Theme</vt:lpstr>
      <vt:lpstr>9_Office Theme</vt:lpstr>
      <vt:lpstr>10_Office Theme</vt:lpstr>
      <vt:lpstr>11_Office Theme</vt:lpstr>
      <vt:lpstr>2_Office Theme</vt:lpstr>
      <vt:lpstr>3_Office Theme</vt:lpstr>
      <vt:lpstr>12_Office Theme</vt:lpstr>
      <vt:lpstr>14_Office Theme</vt:lpstr>
      <vt:lpstr>Visio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Traditional Software Development and Operations Issues   </vt:lpstr>
      <vt:lpstr>PowerPoint Presentation</vt:lpstr>
      <vt:lpstr>  Problems of Delivering </vt:lpstr>
      <vt:lpstr>  Problems of Delivering Software   </vt:lpstr>
      <vt:lpstr>  Delivering Software- Best pattern to be followed   </vt:lpstr>
      <vt:lpstr>PowerPoint Presentation</vt:lpstr>
      <vt:lpstr>  DevOps – Development + Operations   </vt:lpstr>
      <vt:lpstr>PowerPoint Presentation</vt:lpstr>
      <vt:lpstr>  DevOps – Life Cycle   </vt:lpstr>
      <vt:lpstr>  Stages of a DevOps evolution   </vt:lpstr>
      <vt:lpstr>  Stages of a DevOps evolution   </vt:lpstr>
      <vt:lpstr>  Stages of a DevOps evolution   </vt:lpstr>
      <vt:lpstr>PowerPoint Presentation</vt:lpstr>
      <vt:lpstr>PowerPoint Presentation</vt:lpstr>
      <vt:lpstr>  DevOps-  Model &amp; Practices   </vt:lpstr>
      <vt:lpstr>PowerPoint Presentation</vt:lpstr>
      <vt:lpstr>PowerPoint Presentation</vt:lpstr>
      <vt:lpstr>PowerPoint Presentation</vt:lpstr>
      <vt:lpstr>  DevOps &amp; Agile   </vt:lpstr>
      <vt:lpstr>PowerPoint Presentation</vt:lpstr>
      <vt:lpstr>PowerPoint Presentation</vt:lpstr>
      <vt:lpstr>  Continuous Integration   </vt:lpstr>
      <vt:lpstr>  Continuous Inspection   </vt:lpstr>
      <vt:lpstr>PowerPoint Presentation</vt:lpstr>
      <vt:lpstr>PowerPoint Presentation</vt:lpstr>
      <vt:lpstr>  Continuous Delivery   </vt:lpstr>
      <vt:lpstr>  Continuous Deployment   </vt:lpstr>
      <vt:lpstr>PowerPoint Presentation</vt:lpstr>
      <vt:lpstr>  Continuous Monitoring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DevOps –AWS Example   </vt:lpstr>
      <vt:lpstr>PowerPoint Presentation</vt:lpstr>
      <vt:lpstr>PowerPoint Presentation</vt:lpstr>
      <vt:lpstr>PowerPoint Presentation</vt:lpstr>
      <vt:lpstr>The Three Ways: The Principles Underpinning DevOps</vt:lpstr>
      <vt:lpstr>PowerPoint Presentation</vt:lpstr>
      <vt:lpstr>PowerPoint Presentation</vt:lpstr>
      <vt:lpstr>Tools</vt:lpstr>
      <vt:lpstr>Tools</vt:lpstr>
      <vt:lpstr> Dispelling DevOps Myths </vt:lpstr>
      <vt:lpstr> Dispelling DevOps Myths </vt:lpstr>
      <vt:lpstr>PowerPoint Presentation</vt:lpstr>
      <vt:lpstr>PowerPoint Presentation</vt:lpstr>
      <vt:lpstr>PowerPoint Presentation</vt:lpstr>
      <vt:lpstr>PowerPoint Presentation</vt:lpstr>
      <vt:lpstr>PowerPoint Presentation</vt:lpstr>
      <vt:lpstr>Food for Thought - </vt:lpstr>
      <vt:lpstr>ITIL (Information Technology Infrastructure Library)</vt:lpstr>
      <vt:lpstr>DevOps System</vt:lpstr>
      <vt:lpstr>PowerPoint Presentation</vt:lpstr>
      <vt:lpstr>Test Driven Development</vt:lpstr>
      <vt:lpstr>PowerPoint Presentation</vt:lpstr>
      <vt:lpstr>DevOps– Process</vt:lpstr>
      <vt:lpstr>DevOps– Process</vt:lpstr>
      <vt:lpstr>Agile methodologies for effective DevOps</vt:lpstr>
      <vt:lpstr>PowerPoint Presentation</vt:lpstr>
      <vt:lpstr>PowerPoint Presentation</vt:lpstr>
      <vt:lpstr>Scrum</vt:lpstr>
      <vt:lpstr>Test Driven Development</vt:lpstr>
      <vt:lpstr>Scrum vs Kanban (Non flow vs flow based)</vt:lpstr>
      <vt:lpstr>Iteration- and Flow-Based Agile</vt:lpstr>
      <vt:lpstr>Enterprise Agile Frameworks</vt:lpstr>
      <vt:lpstr>TDD, FDD, BDD</vt:lpstr>
      <vt:lpstr>TDD, FDD, BDD</vt:lpstr>
      <vt:lpstr>PowerPoint Presentation</vt:lpstr>
      <vt:lpstr>PowerPoint Presentation</vt:lpstr>
      <vt:lpstr>FDD - Feature Driven Development</vt:lpstr>
      <vt:lpstr>PowerPoint Presentation</vt:lpstr>
      <vt:lpstr>PowerPoint Presentation</vt:lpstr>
      <vt:lpstr>PowerPoint Presentation</vt:lpstr>
      <vt:lpstr>DevOps– Practices</vt:lpstr>
      <vt:lpstr>DevOps– Practices</vt:lpstr>
      <vt:lpstr>PowerPoint Presentation</vt:lpstr>
      <vt:lpstr>PowerPoint Presentation</vt:lpstr>
      <vt:lpstr>PowerPoint Presentation</vt:lpstr>
      <vt:lpstr>PowerPoint Presentation</vt:lpstr>
      <vt:lpstr>DevOps– Tools</vt:lpstr>
      <vt:lpstr>DevOps– Cloud as a catalyst</vt:lpstr>
      <vt:lpstr>DevOps– Cloud as a catalyst</vt:lpstr>
      <vt:lpstr>What is DevOps?</vt:lpstr>
      <vt:lpstr>Roles In DevOps</vt:lpstr>
      <vt:lpstr>Focuses on</vt:lpstr>
      <vt:lpstr> Component vs Feature teams</vt:lpstr>
      <vt:lpstr>Food for thought</vt:lpstr>
      <vt:lpstr>PowerPoint Presentation</vt:lpstr>
      <vt:lpstr> People Dimension</vt:lpstr>
      <vt:lpstr>DevOps Features</vt:lpstr>
      <vt:lpstr>DevOps Phases</vt:lpstr>
      <vt:lpstr>DevOps Lifecycle Components</vt:lpstr>
      <vt:lpstr>DevOps Components</vt:lpstr>
      <vt:lpstr>DevOps Components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Abid AK</cp:lastModifiedBy>
  <cp:revision>1</cp:revision>
  <dcterms:created xsi:type="dcterms:W3CDTF">2011-09-14T09:42:05Z</dcterms:created>
  <dcterms:modified xsi:type="dcterms:W3CDTF">2025-04-22T10:54:44Z</dcterms:modified>
</cp:coreProperties>
</file>