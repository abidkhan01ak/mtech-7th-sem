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notesMasterIdLst>
    <p:notesMasterId r:id="rId44"/>
  </p:notesMasterIdLst>
  <p:sldIdLst>
    <p:sldId id="265" r:id="rId2"/>
    <p:sldId id="269" r:id="rId3"/>
    <p:sldId id="270" r:id="rId4"/>
    <p:sldId id="271" r:id="rId5"/>
    <p:sldId id="272" r:id="rId6"/>
    <p:sldId id="273" r:id="rId7"/>
    <p:sldId id="274" r:id="rId8"/>
    <p:sldId id="276" r:id="rId9"/>
    <p:sldId id="277" r:id="rId10"/>
    <p:sldId id="278" r:id="rId11"/>
    <p:sldId id="279" r:id="rId12"/>
    <p:sldId id="280" r:id="rId13"/>
    <p:sldId id="282" r:id="rId14"/>
    <p:sldId id="283" r:id="rId15"/>
    <p:sldId id="284" r:id="rId16"/>
    <p:sldId id="285" r:id="rId17"/>
    <p:sldId id="286" r:id="rId18"/>
    <p:sldId id="287" r:id="rId19"/>
    <p:sldId id="288" r:id="rId20"/>
    <p:sldId id="289" r:id="rId21"/>
    <p:sldId id="290" r:id="rId22"/>
    <p:sldId id="291" r:id="rId23"/>
    <p:sldId id="292" r:id="rId24"/>
    <p:sldId id="293" r:id="rId25"/>
    <p:sldId id="275" r:id="rId26"/>
    <p:sldId id="294" r:id="rId27"/>
    <p:sldId id="295" r:id="rId28"/>
    <p:sldId id="296" r:id="rId29"/>
    <p:sldId id="297" r:id="rId30"/>
    <p:sldId id="298" r:id="rId31"/>
    <p:sldId id="299" r:id="rId32"/>
    <p:sldId id="300" r:id="rId33"/>
    <p:sldId id="301" r:id="rId34"/>
    <p:sldId id="302" r:id="rId35"/>
    <p:sldId id="303" r:id="rId36"/>
    <p:sldId id="304" r:id="rId37"/>
    <p:sldId id="305" r:id="rId38"/>
    <p:sldId id="306" r:id="rId39"/>
    <p:sldId id="307" r:id="rId40"/>
    <p:sldId id="308" r:id="rId41"/>
    <p:sldId id="309" r:id="rId42"/>
    <p:sldId id="310"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0860"/>
    <a:srgbClr val="1C1573"/>
    <a:srgbClr val="283E84"/>
    <a:srgbClr val="211D71"/>
    <a:srgbClr val="000099"/>
    <a:srgbClr val="1E2F6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6305" autoAdjust="0"/>
  </p:normalViewPr>
  <p:slideViewPr>
    <p:cSldViewPr>
      <p:cViewPr varScale="1">
        <p:scale>
          <a:sx n="78" d="100"/>
          <a:sy n="78" d="100"/>
        </p:scale>
        <p:origin x="878" y="62"/>
      </p:cViewPr>
      <p:guideLst>
        <p:guide orient="horz" pos="2208"/>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67CC652-12A7-4BB5-8831-3899F7E7CA08}"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US"/>
        </a:p>
      </dgm:t>
    </dgm:pt>
    <dgm:pt modelId="{2A9E7BCF-9DD6-46FC-BA65-91E3F41A9356}">
      <dgm:prSet phldrT="[Text]"/>
      <dgm:spPr/>
      <dgm:t>
        <a:bodyPr/>
        <a:lstStyle/>
        <a:p>
          <a:r>
            <a:rPr lang="en-US" dirty="0">
              <a:latin typeface="Helvetica" panose="020B0604020202020204" pitchFamily="34" charset="0"/>
              <a:cs typeface="Helvetica" panose="020B0604020202020204" pitchFamily="34" charset="0"/>
            </a:rPr>
            <a:t>Requirement Analysis</a:t>
          </a:r>
        </a:p>
      </dgm:t>
    </dgm:pt>
    <dgm:pt modelId="{5C16F513-4B0E-4CD2-9BA2-EAF18D4A0398}" type="parTrans" cxnId="{FE0CE0A0-9DFA-400A-B51F-FA87A0D05C5C}">
      <dgm:prSet/>
      <dgm:spPr/>
      <dgm:t>
        <a:bodyPr/>
        <a:lstStyle/>
        <a:p>
          <a:endParaRPr lang="en-US"/>
        </a:p>
      </dgm:t>
    </dgm:pt>
    <dgm:pt modelId="{F60BEF50-31AC-4A28-B41A-E5D1480BB57C}" type="sibTrans" cxnId="{FE0CE0A0-9DFA-400A-B51F-FA87A0D05C5C}">
      <dgm:prSet/>
      <dgm:spPr/>
      <dgm:t>
        <a:bodyPr/>
        <a:lstStyle/>
        <a:p>
          <a:endParaRPr lang="en-US"/>
        </a:p>
      </dgm:t>
    </dgm:pt>
    <dgm:pt modelId="{356C6D75-F260-400E-9595-ABB1FF2ACC06}">
      <dgm:prSet phldrT="[Text]" custT="1"/>
      <dgm:spPr/>
      <dgm:t>
        <a:bodyPr spcFirstLastPara="0" vert="horz" wrap="square" lIns="45720" tIns="45720" rIns="45720" bIns="45720" numCol="1" spcCol="1270" anchor="ctr" anchorCtr="0"/>
        <a:lstStyle/>
        <a:p>
          <a:r>
            <a:rPr lang="en-US" sz="1200" kern="1200">
              <a:latin typeface="Helvetica" panose="020B0604020202020204" pitchFamily="34" charset="0"/>
              <a:ea typeface="+mn-ea"/>
              <a:cs typeface="Helvetica" panose="020B0604020202020204" pitchFamily="34" charset="0"/>
            </a:rPr>
            <a:t>Design</a:t>
          </a:r>
          <a:endParaRPr lang="en-US" sz="1200" kern="1200" dirty="0">
            <a:latin typeface="Helvetica" panose="020B0604020202020204" pitchFamily="34" charset="0"/>
            <a:ea typeface="+mn-ea"/>
            <a:cs typeface="Helvetica" panose="020B0604020202020204" pitchFamily="34" charset="0"/>
          </a:endParaRPr>
        </a:p>
      </dgm:t>
    </dgm:pt>
    <dgm:pt modelId="{A068C6BB-126C-4306-86EA-5DA29E575814}" type="parTrans" cxnId="{300D7090-6810-4FD5-A2D3-935EC20361E0}">
      <dgm:prSet/>
      <dgm:spPr/>
      <dgm:t>
        <a:bodyPr/>
        <a:lstStyle/>
        <a:p>
          <a:endParaRPr lang="en-US"/>
        </a:p>
      </dgm:t>
    </dgm:pt>
    <dgm:pt modelId="{E4DCD988-8CF7-42C5-A2BC-AF46A44F8DC0}" type="sibTrans" cxnId="{300D7090-6810-4FD5-A2D3-935EC20361E0}">
      <dgm:prSet/>
      <dgm:spPr/>
      <dgm:t>
        <a:bodyPr/>
        <a:lstStyle/>
        <a:p>
          <a:endParaRPr lang="en-US"/>
        </a:p>
      </dgm:t>
    </dgm:pt>
    <dgm:pt modelId="{57407A42-368B-407D-8681-6B52D5D7CDB8}">
      <dgm:prSet phldrT="[Text]" custT="1"/>
      <dgm:spPr/>
      <dgm:t>
        <a:bodyPr spcFirstLastPara="0" vert="horz" wrap="square" lIns="45720" tIns="45720" rIns="45720" bIns="45720" numCol="1" spcCol="1270" anchor="ctr" anchorCtr="0"/>
        <a:lstStyle/>
        <a:p>
          <a:pPr marL="0" lvl="0" indent="0" algn="ctr" defTabSz="533400">
            <a:lnSpc>
              <a:spcPct val="90000"/>
            </a:lnSpc>
            <a:spcBef>
              <a:spcPct val="0"/>
            </a:spcBef>
            <a:spcAft>
              <a:spcPct val="35000"/>
            </a:spcAft>
            <a:buNone/>
          </a:pPr>
          <a:r>
            <a:rPr lang="en-US" sz="1200" kern="1200">
              <a:latin typeface="Helvetica" panose="020B0604020202020204" pitchFamily="34" charset="0"/>
              <a:ea typeface="+mn-ea"/>
              <a:cs typeface="Helvetica" panose="020B0604020202020204" pitchFamily="34" charset="0"/>
            </a:rPr>
            <a:t>Development</a:t>
          </a:r>
          <a:endParaRPr lang="en-US" sz="1200" kern="1200" dirty="0">
            <a:latin typeface="Helvetica" panose="020B0604020202020204" pitchFamily="34" charset="0"/>
            <a:ea typeface="+mn-ea"/>
            <a:cs typeface="Helvetica" panose="020B0604020202020204" pitchFamily="34" charset="0"/>
          </a:endParaRPr>
        </a:p>
      </dgm:t>
    </dgm:pt>
    <dgm:pt modelId="{7AD6C1B1-E061-4AAD-AE5C-BF132F5BBA8B}" type="parTrans" cxnId="{BD16F0B9-EEFB-4865-9DA2-6C2B138C5323}">
      <dgm:prSet/>
      <dgm:spPr/>
      <dgm:t>
        <a:bodyPr/>
        <a:lstStyle/>
        <a:p>
          <a:endParaRPr lang="en-US"/>
        </a:p>
      </dgm:t>
    </dgm:pt>
    <dgm:pt modelId="{BB786A01-5803-4F0C-9F0B-B7E0FE302A4E}" type="sibTrans" cxnId="{BD16F0B9-EEFB-4865-9DA2-6C2B138C5323}">
      <dgm:prSet/>
      <dgm:spPr/>
      <dgm:t>
        <a:bodyPr/>
        <a:lstStyle/>
        <a:p>
          <a:endParaRPr lang="en-US"/>
        </a:p>
      </dgm:t>
    </dgm:pt>
    <dgm:pt modelId="{B66D66D6-61C2-450A-9283-3914D72091F1}">
      <dgm:prSet custT="1"/>
      <dgm:spPr/>
      <dgm:t>
        <a:bodyPr spcFirstLastPara="0" vert="horz" wrap="square" lIns="45720" tIns="45720" rIns="45720" bIns="45720" numCol="1" spcCol="1270" anchor="ctr" anchorCtr="0"/>
        <a:lstStyle/>
        <a:p>
          <a:r>
            <a:rPr lang="en-US" sz="1200" kern="1200">
              <a:latin typeface="Helvetica" panose="020B0604020202020204" pitchFamily="34" charset="0"/>
              <a:ea typeface="+mn-ea"/>
              <a:cs typeface="Helvetica" panose="020B0604020202020204" pitchFamily="34" charset="0"/>
            </a:rPr>
            <a:t>Testing</a:t>
          </a:r>
          <a:endParaRPr lang="en-US" sz="1200" kern="1200" dirty="0">
            <a:latin typeface="Helvetica" panose="020B0604020202020204" pitchFamily="34" charset="0"/>
            <a:ea typeface="+mn-ea"/>
            <a:cs typeface="Helvetica" panose="020B0604020202020204" pitchFamily="34" charset="0"/>
          </a:endParaRPr>
        </a:p>
      </dgm:t>
    </dgm:pt>
    <dgm:pt modelId="{63B3176D-E2E5-4751-A53C-62F5049FA6B0}" type="parTrans" cxnId="{90BBC253-A3F5-47B0-BFB3-0C465D08B867}">
      <dgm:prSet/>
      <dgm:spPr/>
      <dgm:t>
        <a:bodyPr/>
        <a:lstStyle/>
        <a:p>
          <a:endParaRPr lang="en-US"/>
        </a:p>
      </dgm:t>
    </dgm:pt>
    <dgm:pt modelId="{E7D262FA-19DB-4B3A-99E0-4E3E9F119AD4}" type="sibTrans" cxnId="{90BBC253-A3F5-47B0-BFB3-0C465D08B867}">
      <dgm:prSet/>
      <dgm:spPr/>
      <dgm:t>
        <a:bodyPr/>
        <a:lstStyle/>
        <a:p>
          <a:endParaRPr lang="en-US"/>
        </a:p>
      </dgm:t>
    </dgm:pt>
    <dgm:pt modelId="{AEBE95A8-8D75-43F1-873A-2C7DB2A1A473}">
      <dgm:prSet custT="1"/>
      <dgm:spPr/>
      <dgm:t>
        <a:bodyPr spcFirstLastPara="0" vert="horz" wrap="square" lIns="45720" tIns="45720" rIns="45720" bIns="45720" numCol="1" spcCol="1270" anchor="ctr" anchorCtr="0"/>
        <a:lstStyle/>
        <a:p>
          <a:r>
            <a:rPr lang="en-US" sz="1200" kern="1200">
              <a:latin typeface="Helvetica" panose="020B0604020202020204" pitchFamily="34" charset="0"/>
              <a:ea typeface="+mn-ea"/>
              <a:cs typeface="Helvetica" panose="020B0604020202020204" pitchFamily="34" charset="0"/>
            </a:rPr>
            <a:t>Release</a:t>
          </a:r>
          <a:endParaRPr lang="en-US" sz="1200" kern="1200" dirty="0">
            <a:latin typeface="Helvetica" panose="020B0604020202020204" pitchFamily="34" charset="0"/>
            <a:ea typeface="+mn-ea"/>
            <a:cs typeface="Helvetica" panose="020B0604020202020204" pitchFamily="34" charset="0"/>
          </a:endParaRPr>
        </a:p>
      </dgm:t>
    </dgm:pt>
    <dgm:pt modelId="{E089CBC0-E232-4BC1-AA35-4FD725190B76}" type="parTrans" cxnId="{DEFDAB59-F0E3-4F4B-B3B1-4C4DE7F3E0F7}">
      <dgm:prSet/>
      <dgm:spPr/>
      <dgm:t>
        <a:bodyPr/>
        <a:lstStyle/>
        <a:p>
          <a:endParaRPr lang="en-US"/>
        </a:p>
      </dgm:t>
    </dgm:pt>
    <dgm:pt modelId="{D3AB83E4-760B-422F-BAB0-FCCF0CB7E527}" type="sibTrans" cxnId="{DEFDAB59-F0E3-4F4B-B3B1-4C4DE7F3E0F7}">
      <dgm:prSet/>
      <dgm:spPr/>
      <dgm:t>
        <a:bodyPr/>
        <a:lstStyle/>
        <a:p>
          <a:endParaRPr lang="en-US"/>
        </a:p>
      </dgm:t>
    </dgm:pt>
    <dgm:pt modelId="{BF4544EC-5C98-418B-977F-33B8A0F0CE20}">
      <dgm:prSet custT="1"/>
      <dgm:spPr/>
      <dgm:t>
        <a:bodyPr/>
        <a:lstStyle/>
        <a:p>
          <a:r>
            <a:rPr lang="en-US" sz="1200" kern="1200">
              <a:latin typeface="Helvetica" panose="020B0604020202020204" pitchFamily="34" charset="0"/>
              <a:ea typeface="+mn-ea"/>
              <a:cs typeface="Helvetica" panose="020B0604020202020204" pitchFamily="34" charset="0"/>
            </a:rPr>
            <a:t>Maintenance</a:t>
          </a:r>
          <a:endParaRPr lang="en-US" sz="1200" kern="1200" dirty="0">
            <a:latin typeface="Helvetica" panose="020B0604020202020204" pitchFamily="34" charset="0"/>
            <a:ea typeface="+mn-ea"/>
            <a:cs typeface="Helvetica" panose="020B0604020202020204" pitchFamily="34" charset="0"/>
          </a:endParaRPr>
        </a:p>
      </dgm:t>
    </dgm:pt>
    <dgm:pt modelId="{F9DD6080-4676-4431-97D4-63A9B84FEA93}" type="parTrans" cxnId="{6E5A0466-9CBB-4816-8C12-9541355E6D07}">
      <dgm:prSet/>
      <dgm:spPr/>
      <dgm:t>
        <a:bodyPr/>
        <a:lstStyle/>
        <a:p>
          <a:endParaRPr lang="en-US"/>
        </a:p>
      </dgm:t>
    </dgm:pt>
    <dgm:pt modelId="{D2E9F41E-6A72-4680-9B17-83C34909E17F}" type="sibTrans" cxnId="{6E5A0466-9CBB-4816-8C12-9541355E6D07}">
      <dgm:prSet/>
      <dgm:spPr/>
      <dgm:t>
        <a:bodyPr/>
        <a:lstStyle/>
        <a:p>
          <a:endParaRPr lang="en-US"/>
        </a:p>
      </dgm:t>
    </dgm:pt>
    <dgm:pt modelId="{AF9FA924-45A7-4475-8D46-9FCF7627BC21}" type="pres">
      <dgm:prSet presAssocID="{D67CC652-12A7-4BB5-8831-3899F7E7CA08}" presName="rootnode" presStyleCnt="0">
        <dgm:presLayoutVars>
          <dgm:chMax/>
          <dgm:chPref/>
          <dgm:dir/>
          <dgm:animLvl val="lvl"/>
        </dgm:presLayoutVars>
      </dgm:prSet>
      <dgm:spPr/>
    </dgm:pt>
    <dgm:pt modelId="{6D8C519E-947E-44AB-92ED-2CD11F1707DC}" type="pres">
      <dgm:prSet presAssocID="{2A9E7BCF-9DD6-46FC-BA65-91E3F41A9356}" presName="composite" presStyleCnt="0"/>
      <dgm:spPr/>
    </dgm:pt>
    <dgm:pt modelId="{CC2B785C-5F37-4267-9CC8-A1912F13A6BE}" type="pres">
      <dgm:prSet presAssocID="{2A9E7BCF-9DD6-46FC-BA65-91E3F41A9356}" presName="bentUpArrow1" presStyleLbl="alignImgPlace1" presStyleIdx="0" presStyleCnt="5"/>
      <dgm:spPr/>
    </dgm:pt>
    <dgm:pt modelId="{E9F4FD79-75CA-43F0-96E7-78B8225324F2}" type="pres">
      <dgm:prSet presAssocID="{2A9E7BCF-9DD6-46FC-BA65-91E3F41A9356}" presName="ParentText" presStyleLbl="node1" presStyleIdx="0" presStyleCnt="6">
        <dgm:presLayoutVars>
          <dgm:chMax val="1"/>
          <dgm:chPref val="1"/>
          <dgm:bulletEnabled val="1"/>
        </dgm:presLayoutVars>
      </dgm:prSet>
      <dgm:spPr/>
    </dgm:pt>
    <dgm:pt modelId="{583D035E-BD84-403E-BA85-A36687B26AC0}" type="pres">
      <dgm:prSet presAssocID="{2A9E7BCF-9DD6-46FC-BA65-91E3F41A9356}" presName="ChildText" presStyleLbl="revTx" presStyleIdx="0" presStyleCnt="5">
        <dgm:presLayoutVars>
          <dgm:chMax val="0"/>
          <dgm:chPref val="0"/>
          <dgm:bulletEnabled val="1"/>
        </dgm:presLayoutVars>
      </dgm:prSet>
      <dgm:spPr/>
    </dgm:pt>
    <dgm:pt modelId="{4DC625AB-4424-48E5-B1FB-567C0A7344F8}" type="pres">
      <dgm:prSet presAssocID="{F60BEF50-31AC-4A28-B41A-E5D1480BB57C}" presName="sibTrans" presStyleCnt="0"/>
      <dgm:spPr/>
    </dgm:pt>
    <dgm:pt modelId="{A6303E27-0AF2-4433-BD11-C152CBCBCB61}" type="pres">
      <dgm:prSet presAssocID="{356C6D75-F260-400E-9595-ABB1FF2ACC06}" presName="composite" presStyleCnt="0"/>
      <dgm:spPr/>
    </dgm:pt>
    <dgm:pt modelId="{A8C1F3A4-1F46-41D0-A6AC-998C3A300AE9}" type="pres">
      <dgm:prSet presAssocID="{356C6D75-F260-400E-9595-ABB1FF2ACC06}" presName="bentUpArrow1" presStyleLbl="alignImgPlace1" presStyleIdx="1" presStyleCnt="5"/>
      <dgm:spPr/>
    </dgm:pt>
    <dgm:pt modelId="{01C6C02B-A6A7-4D63-8F4F-C0F7059EAF01}" type="pres">
      <dgm:prSet presAssocID="{356C6D75-F260-400E-9595-ABB1FF2ACC06}" presName="ParentText" presStyleLbl="node1" presStyleIdx="1" presStyleCnt="6">
        <dgm:presLayoutVars>
          <dgm:chMax val="1"/>
          <dgm:chPref val="1"/>
          <dgm:bulletEnabled val="1"/>
        </dgm:presLayoutVars>
      </dgm:prSet>
      <dgm:spPr>
        <a:xfrm>
          <a:off x="2907876" y="898830"/>
          <a:ext cx="1098935" cy="769219"/>
        </a:xfrm>
        <a:prstGeom prst="roundRect">
          <a:avLst>
            <a:gd name="adj" fmla="val 16670"/>
          </a:avLst>
        </a:prstGeom>
      </dgm:spPr>
    </dgm:pt>
    <dgm:pt modelId="{DFAAC1C0-BA9A-4377-AE1C-455DEE04ECCC}" type="pres">
      <dgm:prSet presAssocID="{356C6D75-F260-400E-9595-ABB1FF2ACC06}" presName="ChildText" presStyleLbl="revTx" presStyleIdx="1" presStyleCnt="5">
        <dgm:presLayoutVars>
          <dgm:chMax val="0"/>
          <dgm:chPref val="0"/>
          <dgm:bulletEnabled val="1"/>
        </dgm:presLayoutVars>
      </dgm:prSet>
      <dgm:spPr/>
    </dgm:pt>
    <dgm:pt modelId="{62D8D83A-61DE-4FF2-93FD-3E385D7FBFD7}" type="pres">
      <dgm:prSet presAssocID="{E4DCD988-8CF7-42C5-A2BC-AF46A44F8DC0}" presName="sibTrans" presStyleCnt="0"/>
      <dgm:spPr/>
    </dgm:pt>
    <dgm:pt modelId="{0F883680-167D-43F7-98A1-18BF320BB316}" type="pres">
      <dgm:prSet presAssocID="{57407A42-368B-407D-8681-6B52D5D7CDB8}" presName="composite" presStyleCnt="0"/>
      <dgm:spPr/>
    </dgm:pt>
    <dgm:pt modelId="{919A3051-D7F7-4D20-BDA6-AA74AEBA744F}" type="pres">
      <dgm:prSet presAssocID="{57407A42-368B-407D-8681-6B52D5D7CDB8}" presName="bentUpArrow1" presStyleLbl="alignImgPlace1" presStyleIdx="2" presStyleCnt="5"/>
      <dgm:spPr/>
    </dgm:pt>
    <dgm:pt modelId="{58419A2C-8D47-4EA0-B299-93E6F15E675C}" type="pres">
      <dgm:prSet presAssocID="{57407A42-368B-407D-8681-6B52D5D7CDB8}" presName="ParentText" presStyleLbl="node1" presStyleIdx="2" presStyleCnt="6" custLinFactNeighborX="3447" custLinFactNeighborY="-3199">
        <dgm:presLayoutVars>
          <dgm:chMax val="1"/>
          <dgm:chPref val="1"/>
          <dgm:bulletEnabled val="1"/>
        </dgm:presLayoutVars>
      </dgm:prSet>
      <dgm:spPr>
        <a:xfrm>
          <a:off x="3856891" y="1738310"/>
          <a:ext cx="1098935" cy="769219"/>
        </a:xfrm>
        <a:prstGeom prst="roundRect">
          <a:avLst>
            <a:gd name="adj" fmla="val 16670"/>
          </a:avLst>
        </a:prstGeom>
      </dgm:spPr>
    </dgm:pt>
    <dgm:pt modelId="{4A377F96-1FED-4BB1-98A9-3F45DE6541DF}" type="pres">
      <dgm:prSet presAssocID="{57407A42-368B-407D-8681-6B52D5D7CDB8}" presName="ChildText" presStyleLbl="revTx" presStyleIdx="2" presStyleCnt="5">
        <dgm:presLayoutVars>
          <dgm:chMax val="0"/>
          <dgm:chPref val="0"/>
          <dgm:bulletEnabled val="1"/>
        </dgm:presLayoutVars>
      </dgm:prSet>
      <dgm:spPr/>
    </dgm:pt>
    <dgm:pt modelId="{23C850F2-E972-418D-9320-D9520BBEDC59}" type="pres">
      <dgm:prSet presAssocID="{BB786A01-5803-4F0C-9F0B-B7E0FE302A4E}" presName="sibTrans" presStyleCnt="0"/>
      <dgm:spPr/>
    </dgm:pt>
    <dgm:pt modelId="{1F61762B-C545-4AC7-B2EA-9794275CB477}" type="pres">
      <dgm:prSet presAssocID="{B66D66D6-61C2-450A-9283-3914D72091F1}" presName="composite" presStyleCnt="0"/>
      <dgm:spPr/>
    </dgm:pt>
    <dgm:pt modelId="{C3E451CB-D856-4627-8A3E-32255571E0D5}" type="pres">
      <dgm:prSet presAssocID="{B66D66D6-61C2-450A-9283-3914D72091F1}" presName="bentUpArrow1" presStyleLbl="alignImgPlace1" presStyleIdx="3" presStyleCnt="5"/>
      <dgm:spPr/>
    </dgm:pt>
    <dgm:pt modelId="{B551C335-F403-4F72-B8E6-AFA338C7B8D2}" type="pres">
      <dgm:prSet presAssocID="{B66D66D6-61C2-450A-9283-3914D72091F1}" presName="ParentText" presStyleLbl="node1" presStyleIdx="3" presStyleCnt="6">
        <dgm:presLayoutVars>
          <dgm:chMax val="1"/>
          <dgm:chPref val="1"/>
          <dgm:bulletEnabled val="1"/>
        </dgm:presLayoutVars>
      </dgm:prSet>
      <dgm:spPr>
        <a:xfrm>
          <a:off x="4730145" y="2627004"/>
          <a:ext cx="1098935" cy="769219"/>
        </a:xfrm>
        <a:prstGeom prst="roundRect">
          <a:avLst>
            <a:gd name="adj" fmla="val 16670"/>
          </a:avLst>
        </a:prstGeom>
      </dgm:spPr>
    </dgm:pt>
    <dgm:pt modelId="{E0F72F04-B956-4E8B-889C-1606A1F1A1D3}" type="pres">
      <dgm:prSet presAssocID="{B66D66D6-61C2-450A-9283-3914D72091F1}" presName="ChildText" presStyleLbl="revTx" presStyleIdx="3" presStyleCnt="5">
        <dgm:presLayoutVars>
          <dgm:chMax val="0"/>
          <dgm:chPref val="0"/>
          <dgm:bulletEnabled val="1"/>
        </dgm:presLayoutVars>
      </dgm:prSet>
      <dgm:spPr/>
    </dgm:pt>
    <dgm:pt modelId="{AB47EF85-9550-4298-BADE-11F5B210588C}" type="pres">
      <dgm:prSet presAssocID="{E7D262FA-19DB-4B3A-99E0-4E3E9F119AD4}" presName="sibTrans" presStyleCnt="0"/>
      <dgm:spPr/>
    </dgm:pt>
    <dgm:pt modelId="{061479BC-365E-4AB0-8E35-D0C6A4695861}" type="pres">
      <dgm:prSet presAssocID="{AEBE95A8-8D75-43F1-873A-2C7DB2A1A473}" presName="composite" presStyleCnt="0"/>
      <dgm:spPr/>
    </dgm:pt>
    <dgm:pt modelId="{7897BD01-6363-40B1-815A-B9EAF39E3279}" type="pres">
      <dgm:prSet presAssocID="{AEBE95A8-8D75-43F1-873A-2C7DB2A1A473}" presName="bentUpArrow1" presStyleLbl="alignImgPlace1" presStyleIdx="4" presStyleCnt="5"/>
      <dgm:spPr/>
    </dgm:pt>
    <dgm:pt modelId="{F62A8E25-05A9-4160-B8DF-5CC6933DCB17}" type="pres">
      <dgm:prSet presAssocID="{AEBE95A8-8D75-43F1-873A-2C7DB2A1A473}" presName="ParentText" presStyleLbl="node1" presStyleIdx="4" presStyleCnt="6">
        <dgm:presLayoutVars>
          <dgm:chMax val="1"/>
          <dgm:chPref val="1"/>
          <dgm:bulletEnabled val="1"/>
        </dgm:presLayoutVars>
      </dgm:prSet>
      <dgm:spPr>
        <a:xfrm>
          <a:off x="5641279" y="3491091"/>
          <a:ext cx="1098935" cy="769219"/>
        </a:xfrm>
        <a:prstGeom prst="roundRect">
          <a:avLst>
            <a:gd name="adj" fmla="val 16670"/>
          </a:avLst>
        </a:prstGeom>
      </dgm:spPr>
    </dgm:pt>
    <dgm:pt modelId="{04D0CB2D-F268-4FFD-B1F0-73EE053F01DE}" type="pres">
      <dgm:prSet presAssocID="{AEBE95A8-8D75-43F1-873A-2C7DB2A1A473}" presName="ChildText" presStyleLbl="revTx" presStyleIdx="4" presStyleCnt="5">
        <dgm:presLayoutVars>
          <dgm:chMax val="0"/>
          <dgm:chPref val="0"/>
          <dgm:bulletEnabled val="1"/>
        </dgm:presLayoutVars>
      </dgm:prSet>
      <dgm:spPr/>
    </dgm:pt>
    <dgm:pt modelId="{3CFD9BC0-9506-4EE9-85B8-E861C855747C}" type="pres">
      <dgm:prSet presAssocID="{D3AB83E4-760B-422F-BAB0-FCCF0CB7E527}" presName="sibTrans" presStyleCnt="0"/>
      <dgm:spPr/>
    </dgm:pt>
    <dgm:pt modelId="{5B002564-BC66-4C93-8E43-F0375E0ACF99}" type="pres">
      <dgm:prSet presAssocID="{BF4544EC-5C98-418B-977F-33B8A0F0CE20}" presName="composite" presStyleCnt="0"/>
      <dgm:spPr/>
    </dgm:pt>
    <dgm:pt modelId="{587BB9FF-F3F7-45FA-8599-E39D0F5B35A4}" type="pres">
      <dgm:prSet presAssocID="{BF4544EC-5C98-418B-977F-33B8A0F0CE20}" presName="ParentText" presStyleLbl="node1" presStyleIdx="5" presStyleCnt="6">
        <dgm:presLayoutVars>
          <dgm:chMax val="1"/>
          <dgm:chPref val="1"/>
          <dgm:bulletEnabled val="1"/>
        </dgm:presLayoutVars>
      </dgm:prSet>
      <dgm:spPr/>
    </dgm:pt>
  </dgm:ptLst>
  <dgm:cxnLst>
    <dgm:cxn modelId="{AB940C16-2749-484D-B627-CF2D461194CE}" type="presOf" srcId="{356C6D75-F260-400E-9595-ABB1FF2ACC06}" destId="{01C6C02B-A6A7-4D63-8F4F-C0F7059EAF01}" srcOrd="0" destOrd="0" presId="urn:microsoft.com/office/officeart/2005/8/layout/StepDownProcess"/>
    <dgm:cxn modelId="{FC97F842-F86B-4E6F-A4F9-8D957DB48C0A}" type="presOf" srcId="{BF4544EC-5C98-418B-977F-33B8A0F0CE20}" destId="{587BB9FF-F3F7-45FA-8599-E39D0F5B35A4}" srcOrd="0" destOrd="0" presId="urn:microsoft.com/office/officeart/2005/8/layout/StepDownProcess"/>
    <dgm:cxn modelId="{6E5A0466-9CBB-4816-8C12-9541355E6D07}" srcId="{D67CC652-12A7-4BB5-8831-3899F7E7CA08}" destId="{BF4544EC-5C98-418B-977F-33B8A0F0CE20}" srcOrd="5" destOrd="0" parTransId="{F9DD6080-4676-4431-97D4-63A9B84FEA93}" sibTransId="{D2E9F41E-6A72-4680-9B17-83C34909E17F}"/>
    <dgm:cxn modelId="{90BBC253-A3F5-47B0-BFB3-0C465D08B867}" srcId="{D67CC652-12A7-4BB5-8831-3899F7E7CA08}" destId="{B66D66D6-61C2-450A-9283-3914D72091F1}" srcOrd="3" destOrd="0" parTransId="{63B3176D-E2E5-4751-A53C-62F5049FA6B0}" sibTransId="{E7D262FA-19DB-4B3A-99E0-4E3E9F119AD4}"/>
    <dgm:cxn modelId="{A4918374-5803-4C6A-BBBC-DC84CDF50016}" type="presOf" srcId="{AEBE95A8-8D75-43F1-873A-2C7DB2A1A473}" destId="{F62A8E25-05A9-4160-B8DF-5CC6933DCB17}" srcOrd="0" destOrd="0" presId="urn:microsoft.com/office/officeart/2005/8/layout/StepDownProcess"/>
    <dgm:cxn modelId="{88F58856-F0A4-4FBB-BA2E-4AAC0162E6E4}" type="presOf" srcId="{D67CC652-12A7-4BB5-8831-3899F7E7CA08}" destId="{AF9FA924-45A7-4475-8D46-9FCF7627BC21}" srcOrd="0" destOrd="0" presId="urn:microsoft.com/office/officeart/2005/8/layout/StepDownProcess"/>
    <dgm:cxn modelId="{DEFDAB59-F0E3-4F4B-B3B1-4C4DE7F3E0F7}" srcId="{D67CC652-12A7-4BB5-8831-3899F7E7CA08}" destId="{AEBE95A8-8D75-43F1-873A-2C7DB2A1A473}" srcOrd="4" destOrd="0" parTransId="{E089CBC0-E232-4BC1-AA35-4FD725190B76}" sibTransId="{D3AB83E4-760B-422F-BAB0-FCCF0CB7E527}"/>
    <dgm:cxn modelId="{300D7090-6810-4FD5-A2D3-935EC20361E0}" srcId="{D67CC652-12A7-4BB5-8831-3899F7E7CA08}" destId="{356C6D75-F260-400E-9595-ABB1FF2ACC06}" srcOrd="1" destOrd="0" parTransId="{A068C6BB-126C-4306-86EA-5DA29E575814}" sibTransId="{E4DCD988-8CF7-42C5-A2BC-AF46A44F8DC0}"/>
    <dgm:cxn modelId="{FE0CE0A0-9DFA-400A-B51F-FA87A0D05C5C}" srcId="{D67CC652-12A7-4BB5-8831-3899F7E7CA08}" destId="{2A9E7BCF-9DD6-46FC-BA65-91E3F41A9356}" srcOrd="0" destOrd="0" parTransId="{5C16F513-4B0E-4CD2-9BA2-EAF18D4A0398}" sibTransId="{F60BEF50-31AC-4A28-B41A-E5D1480BB57C}"/>
    <dgm:cxn modelId="{BD16F0B9-EEFB-4865-9DA2-6C2B138C5323}" srcId="{D67CC652-12A7-4BB5-8831-3899F7E7CA08}" destId="{57407A42-368B-407D-8681-6B52D5D7CDB8}" srcOrd="2" destOrd="0" parTransId="{7AD6C1B1-E061-4AAD-AE5C-BF132F5BBA8B}" sibTransId="{BB786A01-5803-4F0C-9F0B-B7E0FE302A4E}"/>
    <dgm:cxn modelId="{810813BA-3FA0-4F83-9050-86B818D7D6D9}" type="presOf" srcId="{57407A42-368B-407D-8681-6B52D5D7CDB8}" destId="{58419A2C-8D47-4EA0-B299-93E6F15E675C}" srcOrd="0" destOrd="0" presId="urn:microsoft.com/office/officeart/2005/8/layout/StepDownProcess"/>
    <dgm:cxn modelId="{F8FCA2C2-42FB-4A31-9656-E29072E606FD}" type="presOf" srcId="{B66D66D6-61C2-450A-9283-3914D72091F1}" destId="{B551C335-F403-4F72-B8E6-AFA338C7B8D2}" srcOrd="0" destOrd="0" presId="urn:microsoft.com/office/officeart/2005/8/layout/StepDownProcess"/>
    <dgm:cxn modelId="{9B05F1ED-B01F-461D-AE8B-54AD702B7705}" type="presOf" srcId="{2A9E7BCF-9DD6-46FC-BA65-91E3F41A9356}" destId="{E9F4FD79-75CA-43F0-96E7-78B8225324F2}" srcOrd="0" destOrd="0" presId="urn:microsoft.com/office/officeart/2005/8/layout/StepDownProcess"/>
    <dgm:cxn modelId="{7017CF5B-8C21-4066-910B-169B9A9C478B}" type="presParOf" srcId="{AF9FA924-45A7-4475-8D46-9FCF7627BC21}" destId="{6D8C519E-947E-44AB-92ED-2CD11F1707DC}" srcOrd="0" destOrd="0" presId="urn:microsoft.com/office/officeart/2005/8/layout/StepDownProcess"/>
    <dgm:cxn modelId="{9AE1E09C-6DEC-4175-8C7B-A22FCA31CDA7}" type="presParOf" srcId="{6D8C519E-947E-44AB-92ED-2CD11F1707DC}" destId="{CC2B785C-5F37-4267-9CC8-A1912F13A6BE}" srcOrd="0" destOrd="0" presId="urn:microsoft.com/office/officeart/2005/8/layout/StepDownProcess"/>
    <dgm:cxn modelId="{3FFCA132-EC28-4203-962E-303F4F23B5E9}" type="presParOf" srcId="{6D8C519E-947E-44AB-92ED-2CD11F1707DC}" destId="{E9F4FD79-75CA-43F0-96E7-78B8225324F2}" srcOrd="1" destOrd="0" presId="urn:microsoft.com/office/officeart/2005/8/layout/StepDownProcess"/>
    <dgm:cxn modelId="{63704DAA-16D8-4896-AFBB-1B64EAB67366}" type="presParOf" srcId="{6D8C519E-947E-44AB-92ED-2CD11F1707DC}" destId="{583D035E-BD84-403E-BA85-A36687B26AC0}" srcOrd="2" destOrd="0" presId="urn:microsoft.com/office/officeart/2005/8/layout/StepDownProcess"/>
    <dgm:cxn modelId="{840637DB-D7D7-43F0-AA5F-22427839F376}" type="presParOf" srcId="{AF9FA924-45A7-4475-8D46-9FCF7627BC21}" destId="{4DC625AB-4424-48E5-B1FB-567C0A7344F8}" srcOrd="1" destOrd="0" presId="urn:microsoft.com/office/officeart/2005/8/layout/StepDownProcess"/>
    <dgm:cxn modelId="{5174D360-91A6-4202-A7A7-C4D2AAC5350F}" type="presParOf" srcId="{AF9FA924-45A7-4475-8D46-9FCF7627BC21}" destId="{A6303E27-0AF2-4433-BD11-C152CBCBCB61}" srcOrd="2" destOrd="0" presId="urn:microsoft.com/office/officeart/2005/8/layout/StepDownProcess"/>
    <dgm:cxn modelId="{1405C20A-D3D7-4F47-B1B6-2C173C57B651}" type="presParOf" srcId="{A6303E27-0AF2-4433-BD11-C152CBCBCB61}" destId="{A8C1F3A4-1F46-41D0-A6AC-998C3A300AE9}" srcOrd="0" destOrd="0" presId="urn:microsoft.com/office/officeart/2005/8/layout/StepDownProcess"/>
    <dgm:cxn modelId="{15D7653D-62E1-4CDD-9C39-DC903DF1C2A4}" type="presParOf" srcId="{A6303E27-0AF2-4433-BD11-C152CBCBCB61}" destId="{01C6C02B-A6A7-4D63-8F4F-C0F7059EAF01}" srcOrd="1" destOrd="0" presId="urn:microsoft.com/office/officeart/2005/8/layout/StepDownProcess"/>
    <dgm:cxn modelId="{B3405663-776B-4EBE-A30D-95BD11B762A7}" type="presParOf" srcId="{A6303E27-0AF2-4433-BD11-C152CBCBCB61}" destId="{DFAAC1C0-BA9A-4377-AE1C-455DEE04ECCC}" srcOrd="2" destOrd="0" presId="urn:microsoft.com/office/officeart/2005/8/layout/StepDownProcess"/>
    <dgm:cxn modelId="{BE23C01D-F136-4EA1-8EEF-2510CD5093D9}" type="presParOf" srcId="{AF9FA924-45A7-4475-8D46-9FCF7627BC21}" destId="{62D8D83A-61DE-4FF2-93FD-3E385D7FBFD7}" srcOrd="3" destOrd="0" presId="urn:microsoft.com/office/officeart/2005/8/layout/StepDownProcess"/>
    <dgm:cxn modelId="{2CA7CF4B-B12E-4C37-8960-D81CA12A23AF}" type="presParOf" srcId="{AF9FA924-45A7-4475-8D46-9FCF7627BC21}" destId="{0F883680-167D-43F7-98A1-18BF320BB316}" srcOrd="4" destOrd="0" presId="urn:microsoft.com/office/officeart/2005/8/layout/StepDownProcess"/>
    <dgm:cxn modelId="{8257689B-5B35-4FA5-A3D4-0E47B910ABD5}" type="presParOf" srcId="{0F883680-167D-43F7-98A1-18BF320BB316}" destId="{919A3051-D7F7-4D20-BDA6-AA74AEBA744F}" srcOrd="0" destOrd="0" presId="urn:microsoft.com/office/officeart/2005/8/layout/StepDownProcess"/>
    <dgm:cxn modelId="{39CB842E-2808-4A56-8AB5-B9AB84300A42}" type="presParOf" srcId="{0F883680-167D-43F7-98A1-18BF320BB316}" destId="{58419A2C-8D47-4EA0-B299-93E6F15E675C}" srcOrd="1" destOrd="0" presId="urn:microsoft.com/office/officeart/2005/8/layout/StepDownProcess"/>
    <dgm:cxn modelId="{B1511FAA-CCAB-41A6-8C69-DE60D1B4547D}" type="presParOf" srcId="{0F883680-167D-43F7-98A1-18BF320BB316}" destId="{4A377F96-1FED-4BB1-98A9-3F45DE6541DF}" srcOrd="2" destOrd="0" presId="urn:microsoft.com/office/officeart/2005/8/layout/StepDownProcess"/>
    <dgm:cxn modelId="{A8A07B81-8AC9-4C9F-8BD3-31D06F1DAA09}" type="presParOf" srcId="{AF9FA924-45A7-4475-8D46-9FCF7627BC21}" destId="{23C850F2-E972-418D-9320-D9520BBEDC59}" srcOrd="5" destOrd="0" presId="urn:microsoft.com/office/officeart/2005/8/layout/StepDownProcess"/>
    <dgm:cxn modelId="{F767A994-AD1D-474C-B25B-2021DB5C72DA}" type="presParOf" srcId="{AF9FA924-45A7-4475-8D46-9FCF7627BC21}" destId="{1F61762B-C545-4AC7-B2EA-9794275CB477}" srcOrd="6" destOrd="0" presId="urn:microsoft.com/office/officeart/2005/8/layout/StepDownProcess"/>
    <dgm:cxn modelId="{59B39F98-B39E-4ADA-8C1A-71A5152A5F7C}" type="presParOf" srcId="{1F61762B-C545-4AC7-B2EA-9794275CB477}" destId="{C3E451CB-D856-4627-8A3E-32255571E0D5}" srcOrd="0" destOrd="0" presId="urn:microsoft.com/office/officeart/2005/8/layout/StepDownProcess"/>
    <dgm:cxn modelId="{CA0604A9-BAC0-471D-A7B0-F91CF92FE4F8}" type="presParOf" srcId="{1F61762B-C545-4AC7-B2EA-9794275CB477}" destId="{B551C335-F403-4F72-B8E6-AFA338C7B8D2}" srcOrd="1" destOrd="0" presId="urn:microsoft.com/office/officeart/2005/8/layout/StepDownProcess"/>
    <dgm:cxn modelId="{7E3BBA8F-CAF2-449C-A479-9D9615BFC3E3}" type="presParOf" srcId="{1F61762B-C545-4AC7-B2EA-9794275CB477}" destId="{E0F72F04-B956-4E8B-889C-1606A1F1A1D3}" srcOrd="2" destOrd="0" presId="urn:microsoft.com/office/officeart/2005/8/layout/StepDownProcess"/>
    <dgm:cxn modelId="{8DEB0BDA-0B9B-4247-BBED-2055D9F1231E}" type="presParOf" srcId="{AF9FA924-45A7-4475-8D46-9FCF7627BC21}" destId="{AB47EF85-9550-4298-BADE-11F5B210588C}" srcOrd="7" destOrd="0" presId="urn:microsoft.com/office/officeart/2005/8/layout/StepDownProcess"/>
    <dgm:cxn modelId="{3F395EB9-4531-4A1F-9497-529669FD0EBF}" type="presParOf" srcId="{AF9FA924-45A7-4475-8D46-9FCF7627BC21}" destId="{061479BC-365E-4AB0-8E35-D0C6A4695861}" srcOrd="8" destOrd="0" presId="urn:microsoft.com/office/officeart/2005/8/layout/StepDownProcess"/>
    <dgm:cxn modelId="{660E8C1C-D97F-4B66-A2C8-19B6C314303F}" type="presParOf" srcId="{061479BC-365E-4AB0-8E35-D0C6A4695861}" destId="{7897BD01-6363-40B1-815A-B9EAF39E3279}" srcOrd="0" destOrd="0" presId="urn:microsoft.com/office/officeart/2005/8/layout/StepDownProcess"/>
    <dgm:cxn modelId="{23BCE9FD-7961-4AB3-B3F7-C8BB4B2E2406}" type="presParOf" srcId="{061479BC-365E-4AB0-8E35-D0C6A4695861}" destId="{F62A8E25-05A9-4160-B8DF-5CC6933DCB17}" srcOrd="1" destOrd="0" presId="urn:microsoft.com/office/officeart/2005/8/layout/StepDownProcess"/>
    <dgm:cxn modelId="{99109D23-4D54-470A-9E30-63BDA16C56DA}" type="presParOf" srcId="{061479BC-365E-4AB0-8E35-D0C6A4695861}" destId="{04D0CB2D-F268-4FFD-B1F0-73EE053F01DE}" srcOrd="2" destOrd="0" presId="urn:microsoft.com/office/officeart/2005/8/layout/StepDownProcess"/>
    <dgm:cxn modelId="{94EADE5E-5212-46FF-A577-8CF8EAFEE5EE}" type="presParOf" srcId="{AF9FA924-45A7-4475-8D46-9FCF7627BC21}" destId="{3CFD9BC0-9506-4EE9-85B8-E861C855747C}" srcOrd="9" destOrd="0" presId="urn:microsoft.com/office/officeart/2005/8/layout/StepDownProcess"/>
    <dgm:cxn modelId="{087E4F9B-3267-4298-AE1A-5B0ED1AA259F}" type="presParOf" srcId="{AF9FA924-45A7-4475-8D46-9FCF7627BC21}" destId="{5B002564-BC66-4C93-8E43-F0375E0ACF99}" srcOrd="10" destOrd="0" presId="urn:microsoft.com/office/officeart/2005/8/layout/StepDownProcess"/>
    <dgm:cxn modelId="{AD16BE58-210C-4A27-B397-E391DBFE85C7}" type="presParOf" srcId="{5B002564-BC66-4C93-8E43-F0375E0ACF99}" destId="{587BB9FF-F3F7-45FA-8599-E39D0F5B35A4}" srcOrd="0" destOrd="0" presId="urn:microsoft.com/office/officeart/2005/8/layout/StepDown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65B33DD-C27B-453A-854F-FC2DCE2CD9F9}" type="doc">
      <dgm:prSet loTypeId="urn:microsoft.com/office/officeart/2005/8/layout/default" loCatId="list" qsTypeId="urn:microsoft.com/office/officeart/2005/8/quickstyle/simple4" qsCatId="simple" csTypeId="urn:microsoft.com/office/officeart/2005/8/colors/accent3_2" csCatId="accent3" phldr="1"/>
      <dgm:spPr/>
      <dgm:t>
        <a:bodyPr/>
        <a:lstStyle/>
        <a:p>
          <a:endParaRPr lang="en-US"/>
        </a:p>
      </dgm:t>
    </dgm:pt>
    <dgm:pt modelId="{C3EB51D7-778F-4D6A-A6E0-2AB294E66EBC}">
      <dgm:prSet phldrT="[Text]"/>
      <dgm:spPr/>
      <dgm:t>
        <a:bodyPr/>
        <a:lstStyle/>
        <a:p>
          <a:r>
            <a:rPr lang="en-US" dirty="0"/>
            <a:t>Kent Beck</a:t>
          </a:r>
        </a:p>
      </dgm:t>
    </dgm:pt>
    <dgm:pt modelId="{B7D8C5E1-2857-4CBA-ACC2-33FCAD0B720D}" type="parTrans" cxnId="{3CA39175-FDDD-4B35-A263-31D453AC70AE}">
      <dgm:prSet/>
      <dgm:spPr/>
      <dgm:t>
        <a:bodyPr/>
        <a:lstStyle/>
        <a:p>
          <a:endParaRPr lang="en-US"/>
        </a:p>
      </dgm:t>
    </dgm:pt>
    <dgm:pt modelId="{E19C3817-60F2-47EC-97C2-AC217FAE43CE}" type="sibTrans" cxnId="{3CA39175-FDDD-4B35-A263-31D453AC70AE}">
      <dgm:prSet/>
      <dgm:spPr/>
      <dgm:t>
        <a:bodyPr/>
        <a:lstStyle/>
        <a:p>
          <a:endParaRPr lang="en-US"/>
        </a:p>
      </dgm:t>
    </dgm:pt>
    <dgm:pt modelId="{C1AC1066-5996-4906-B000-03C452715F83}">
      <dgm:prSet phldrT="[Text]"/>
      <dgm:spPr/>
      <dgm:t>
        <a:bodyPr/>
        <a:lstStyle/>
        <a:p>
          <a:r>
            <a:rPr lang="en-US" dirty="0"/>
            <a:t>Mike </a:t>
          </a:r>
          <a:r>
            <a:rPr lang="en-US" dirty="0" err="1"/>
            <a:t>Beedle</a:t>
          </a:r>
          <a:endParaRPr lang="en-US" dirty="0"/>
        </a:p>
      </dgm:t>
    </dgm:pt>
    <dgm:pt modelId="{F0900EB9-1AB8-45CF-8BEC-23462702FFFB}" type="parTrans" cxnId="{CF817B3A-A84F-4262-B6C0-202EAB690049}">
      <dgm:prSet/>
      <dgm:spPr/>
      <dgm:t>
        <a:bodyPr/>
        <a:lstStyle/>
        <a:p>
          <a:endParaRPr lang="en-US"/>
        </a:p>
      </dgm:t>
    </dgm:pt>
    <dgm:pt modelId="{D961082B-2AC1-4FBE-A2E5-38C3A22005CD}" type="sibTrans" cxnId="{CF817B3A-A84F-4262-B6C0-202EAB690049}">
      <dgm:prSet/>
      <dgm:spPr/>
      <dgm:t>
        <a:bodyPr/>
        <a:lstStyle/>
        <a:p>
          <a:endParaRPr lang="en-US"/>
        </a:p>
      </dgm:t>
    </dgm:pt>
    <dgm:pt modelId="{24DCABDB-04A3-42C5-8988-E7950B955598}">
      <dgm:prSet phldrT="[Text]"/>
      <dgm:spPr/>
      <dgm:t>
        <a:bodyPr/>
        <a:lstStyle/>
        <a:p>
          <a:r>
            <a:rPr lang="en-US" dirty="0"/>
            <a:t>Ken </a:t>
          </a:r>
          <a:r>
            <a:rPr lang="en-US" dirty="0" err="1"/>
            <a:t>Schwaber</a:t>
          </a:r>
          <a:endParaRPr lang="en-US" dirty="0"/>
        </a:p>
      </dgm:t>
    </dgm:pt>
    <dgm:pt modelId="{FEDB06F6-0C48-4349-88EC-446818135605}" type="parTrans" cxnId="{E7286A1C-9F8B-46B7-8381-C30EDBF3CEB1}">
      <dgm:prSet/>
      <dgm:spPr/>
      <dgm:t>
        <a:bodyPr/>
        <a:lstStyle/>
        <a:p>
          <a:endParaRPr lang="en-US"/>
        </a:p>
      </dgm:t>
    </dgm:pt>
    <dgm:pt modelId="{7F3B486A-A638-402E-909D-CFBA400245EE}" type="sibTrans" cxnId="{E7286A1C-9F8B-46B7-8381-C30EDBF3CEB1}">
      <dgm:prSet/>
      <dgm:spPr/>
      <dgm:t>
        <a:bodyPr/>
        <a:lstStyle/>
        <a:p>
          <a:endParaRPr lang="en-US"/>
        </a:p>
      </dgm:t>
    </dgm:pt>
    <dgm:pt modelId="{30DC8D89-72B5-4B64-B53E-B9E48BBF019B}">
      <dgm:prSet phldrT="[Text]"/>
      <dgm:spPr/>
      <dgm:t>
        <a:bodyPr/>
        <a:lstStyle/>
        <a:p>
          <a:r>
            <a:rPr lang="en-US" dirty="0"/>
            <a:t>Jeff Sutherland</a:t>
          </a:r>
        </a:p>
      </dgm:t>
    </dgm:pt>
    <dgm:pt modelId="{72973627-322C-4F0C-B2ED-A0ABA6460461}" type="parTrans" cxnId="{49090FB6-846F-47A4-B4F3-E2025FE9D9DD}">
      <dgm:prSet/>
      <dgm:spPr/>
      <dgm:t>
        <a:bodyPr/>
        <a:lstStyle/>
        <a:p>
          <a:endParaRPr lang="en-US"/>
        </a:p>
      </dgm:t>
    </dgm:pt>
    <dgm:pt modelId="{46929FB1-0A45-4605-88C6-3368A3319926}" type="sibTrans" cxnId="{49090FB6-846F-47A4-B4F3-E2025FE9D9DD}">
      <dgm:prSet/>
      <dgm:spPr/>
      <dgm:t>
        <a:bodyPr/>
        <a:lstStyle/>
        <a:p>
          <a:endParaRPr lang="en-US"/>
        </a:p>
      </dgm:t>
    </dgm:pt>
    <dgm:pt modelId="{B609122A-1A91-41DD-BC82-DEC1850A9D06}">
      <dgm:prSet phldrT="[Text]"/>
      <dgm:spPr/>
      <dgm:t>
        <a:bodyPr/>
        <a:lstStyle/>
        <a:p>
          <a:r>
            <a:rPr lang="en-US" dirty="0"/>
            <a:t>Dave Thomas</a:t>
          </a:r>
        </a:p>
      </dgm:t>
    </dgm:pt>
    <dgm:pt modelId="{2E315F50-A92D-43F6-998D-06D5901A2B16}" type="parTrans" cxnId="{0F2DBEEE-6893-4CFC-B8EB-560B9E3DCA48}">
      <dgm:prSet/>
      <dgm:spPr/>
      <dgm:t>
        <a:bodyPr/>
        <a:lstStyle/>
        <a:p>
          <a:endParaRPr lang="en-US"/>
        </a:p>
      </dgm:t>
    </dgm:pt>
    <dgm:pt modelId="{F0210F6F-FC35-4218-AE6D-A3D53B08AC84}" type="sibTrans" cxnId="{0F2DBEEE-6893-4CFC-B8EB-560B9E3DCA48}">
      <dgm:prSet/>
      <dgm:spPr/>
      <dgm:t>
        <a:bodyPr/>
        <a:lstStyle/>
        <a:p>
          <a:endParaRPr lang="en-US"/>
        </a:p>
      </dgm:t>
    </dgm:pt>
    <dgm:pt modelId="{F3D1FD5F-35C7-4AF6-9C7F-19E6031F419B}">
      <dgm:prSet phldrT="[Text]"/>
      <dgm:spPr/>
      <dgm:t>
        <a:bodyPr/>
        <a:lstStyle/>
        <a:p>
          <a:r>
            <a:rPr lang="en-US" dirty="0" err="1"/>
            <a:t>Arie</a:t>
          </a:r>
          <a:r>
            <a:rPr lang="en-US" dirty="0"/>
            <a:t> van </a:t>
          </a:r>
          <a:r>
            <a:rPr lang="en-US" dirty="0" err="1"/>
            <a:t>Bennekum</a:t>
          </a:r>
          <a:endParaRPr lang="en-US" dirty="0"/>
        </a:p>
      </dgm:t>
    </dgm:pt>
    <dgm:pt modelId="{A142F0FC-2887-492F-BEFD-80833A9DDFFF}" type="parTrans" cxnId="{C09DB355-879B-4C5B-9791-AB7957A9BEEA}">
      <dgm:prSet/>
      <dgm:spPr/>
      <dgm:t>
        <a:bodyPr/>
        <a:lstStyle/>
        <a:p>
          <a:endParaRPr lang="en-US"/>
        </a:p>
      </dgm:t>
    </dgm:pt>
    <dgm:pt modelId="{25888223-E558-474D-9B6B-A0A2D8FB98FC}" type="sibTrans" cxnId="{C09DB355-879B-4C5B-9791-AB7957A9BEEA}">
      <dgm:prSet/>
      <dgm:spPr/>
      <dgm:t>
        <a:bodyPr/>
        <a:lstStyle/>
        <a:p>
          <a:endParaRPr lang="en-US"/>
        </a:p>
      </dgm:t>
    </dgm:pt>
    <dgm:pt modelId="{D9D2EDFC-38DD-4970-8C5C-7DE990A82A7B}">
      <dgm:prSet phldrT="[Text]"/>
      <dgm:spPr/>
      <dgm:t>
        <a:bodyPr/>
        <a:lstStyle/>
        <a:p>
          <a:r>
            <a:rPr lang="en-US" dirty="0"/>
            <a:t>Alistair Cockburn</a:t>
          </a:r>
        </a:p>
      </dgm:t>
    </dgm:pt>
    <dgm:pt modelId="{A7C40F09-5C7B-47EA-9826-429C7DBB7110}" type="parTrans" cxnId="{DE6C9399-3778-4C8A-B1C6-1DB8D1596222}">
      <dgm:prSet/>
      <dgm:spPr/>
      <dgm:t>
        <a:bodyPr/>
        <a:lstStyle/>
        <a:p>
          <a:endParaRPr lang="en-US"/>
        </a:p>
      </dgm:t>
    </dgm:pt>
    <dgm:pt modelId="{6157562B-79C9-43D6-A3C5-A1C6616A4439}" type="sibTrans" cxnId="{DE6C9399-3778-4C8A-B1C6-1DB8D1596222}">
      <dgm:prSet/>
      <dgm:spPr/>
      <dgm:t>
        <a:bodyPr/>
        <a:lstStyle/>
        <a:p>
          <a:endParaRPr lang="en-US"/>
        </a:p>
      </dgm:t>
    </dgm:pt>
    <dgm:pt modelId="{5A163571-20B5-4652-8CC0-68BB61B5B1A4}">
      <dgm:prSet phldrT="[Text]"/>
      <dgm:spPr/>
      <dgm:t>
        <a:bodyPr/>
        <a:lstStyle/>
        <a:p>
          <a:r>
            <a:rPr lang="en-US" dirty="0"/>
            <a:t>Ward Cunningham</a:t>
          </a:r>
        </a:p>
      </dgm:t>
    </dgm:pt>
    <dgm:pt modelId="{A0E19570-10B3-40D0-B48C-4F1CE918D1FA}" type="parTrans" cxnId="{077E8618-158D-4866-8B35-5D42EC2EE145}">
      <dgm:prSet/>
      <dgm:spPr/>
      <dgm:t>
        <a:bodyPr/>
        <a:lstStyle/>
        <a:p>
          <a:endParaRPr lang="en-US"/>
        </a:p>
      </dgm:t>
    </dgm:pt>
    <dgm:pt modelId="{548ED093-7CDB-4924-AE92-7B68182FDB84}" type="sibTrans" cxnId="{077E8618-158D-4866-8B35-5D42EC2EE145}">
      <dgm:prSet/>
      <dgm:spPr/>
      <dgm:t>
        <a:bodyPr/>
        <a:lstStyle/>
        <a:p>
          <a:endParaRPr lang="en-US"/>
        </a:p>
      </dgm:t>
    </dgm:pt>
    <dgm:pt modelId="{12D54879-BDE4-4762-8F3F-C1111582A41D}">
      <dgm:prSet phldrT="[Text]"/>
      <dgm:spPr/>
      <dgm:t>
        <a:bodyPr/>
        <a:lstStyle/>
        <a:p>
          <a:r>
            <a:rPr lang="en-US" dirty="0"/>
            <a:t>Martin Fowler</a:t>
          </a:r>
        </a:p>
      </dgm:t>
    </dgm:pt>
    <dgm:pt modelId="{424F6D40-B3A4-4B3E-ADD6-4E5A7325A70D}" type="parTrans" cxnId="{C7E8B0EC-A17A-46EA-ABC8-5C83612F9B07}">
      <dgm:prSet/>
      <dgm:spPr/>
      <dgm:t>
        <a:bodyPr/>
        <a:lstStyle/>
        <a:p>
          <a:endParaRPr lang="en-US"/>
        </a:p>
      </dgm:t>
    </dgm:pt>
    <dgm:pt modelId="{4D7B2D54-3A23-4F29-8159-2C51343E44E0}" type="sibTrans" cxnId="{C7E8B0EC-A17A-46EA-ABC8-5C83612F9B07}">
      <dgm:prSet/>
      <dgm:spPr/>
      <dgm:t>
        <a:bodyPr/>
        <a:lstStyle/>
        <a:p>
          <a:endParaRPr lang="en-US"/>
        </a:p>
      </dgm:t>
    </dgm:pt>
    <dgm:pt modelId="{0BA3D235-CF43-481B-9E69-77B288F0D334}">
      <dgm:prSet phldrT="[Text]"/>
      <dgm:spPr/>
      <dgm:t>
        <a:bodyPr/>
        <a:lstStyle/>
        <a:p>
          <a:r>
            <a:rPr lang="en-US" dirty="0"/>
            <a:t>James </a:t>
          </a:r>
          <a:r>
            <a:rPr lang="en-US" dirty="0" err="1"/>
            <a:t>Grenning</a:t>
          </a:r>
          <a:endParaRPr lang="en-US" dirty="0"/>
        </a:p>
      </dgm:t>
    </dgm:pt>
    <dgm:pt modelId="{D3521234-33F7-462F-9784-566C94718F48}" type="parTrans" cxnId="{95BC924F-989A-40BF-843F-F38D9B1F7759}">
      <dgm:prSet/>
      <dgm:spPr/>
      <dgm:t>
        <a:bodyPr/>
        <a:lstStyle/>
        <a:p>
          <a:endParaRPr lang="en-US"/>
        </a:p>
      </dgm:t>
    </dgm:pt>
    <dgm:pt modelId="{1BB5DA6C-D632-4721-BED9-5695653F981F}" type="sibTrans" cxnId="{95BC924F-989A-40BF-843F-F38D9B1F7759}">
      <dgm:prSet/>
      <dgm:spPr/>
      <dgm:t>
        <a:bodyPr/>
        <a:lstStyle/>
        <a:p>
          <a:endParaRPr lang="en-US"/>
        </a:p>
      </dgm:t>
    </dgm:pt>
    <dgm:pt modelId="{CB9DE105-315A-4F1E-AFA6-A73ED409A7BA}">
      <dgm:prSet phldrT="[Text]"/>
      <dgm:spPr/>
      <dgm:t>
        <a:bodyPr/>
        <a:lstStyle/>
        <a:p>
          <a:r>
            <a:rPr lang="en-US" dirty="0"/>
            <a:t>Jim Highsmith</a:t>
          </a:r>
        </a:p>
      </dgm:t>
    </dgm:pt>
    <dgm:pt modelId="{574BD9FF-70B8-4988-A10D-5BED8527516A}" type="parTrans" cxnId="{72B180BE-0C81-4C0D-B40C-CDC4740CCE8A}">
      <dgm:prSet/>
      <dgm:spPr/>
      <dgm:t>
        <a:bodyPr/>
        <a:lstStyle/>
        <a:p>
          <a:endParaRPr lang="en-US"/>
        </a:p>
      </dgm:t>
    </dgm:pt>
    <dgm:pt modelId="{EB284D59-7855-433B-8EE3-2BEBF9FF6C4D}" type="sibTrans" cxnId="{72B180BE-0C81-4C0D-B40C-CDC4740CCE8A}">
      <dgm:prSet/>
      <dgm:spPr/>
      <dgm:t>
        <a:bodyPr/>
        <a:lstStyle/>
        <a:p>
          <a:endParaRPr lang="en-US"/>
        </a:p>
      </dgm:t>
    </dgm:pt>
    <dgm:pt modelId="{A07CC9FD-C7AD-4D2E-B5F3-C0CF6F6C9CD2}">
      <dgm:prSet phldrT="[Text]"/>
      <dgm:spPr/>
      <dgm:t>
        <a:bodyPr/>
        <a:lstStyle/>
        <a:p>
          <a:r>
            <a:rPr lang="en-US" dirty="0"/>
            <a:t>Andrew Hunt</a:t>
          </a:r>
        </a:p>
      </dgm:t>
    </dgm:pt>
    <dgm:pt modelId="{549FA587-DEB7-44B3-BB55-7E312141CC2A}" type="parTrans" cxnId="{EA6682BE-E490-4AF5-8865-5C5BB408A1C2}">
      <dgm:prSet/>
      <dgm:spPr/>
      <dgm:t>
        <a:bodyPr/>
        <a:lstStyle/>
        <a:p>
          <a:endParaRPr lang="en-US"/>
        </a:p>
      </dgm:t>
    </dgm:pt>
    <dgm:pt modelId="{7772B91C-D1A1-4F83-BA76-55F08F056032}" type="sibTrans" cxnId="{EA6682BE-E490-4AF5-8865-5C5BB408A1C2}">
      <dgm:prSet/>
      <dgm:spPr/>
      <dgm:t>
        <a:bodyPr/>
        <a:lstStyle/>
        <a:p>
          <a:endParaRPr lang="en-US"/>
        </a:p>
      </dgm:t>
    </dgm:pt>
    <dgm:pt modelId="{77992329-9A95-4E33-9655-6ED77EC7FA1E}">
      <dgm:prSet phldrT="[Text]"/>
      <dgm:spPr/>
      <dgm:t>
        <a:bodyPr/>
        <a:lstStyle/>
        <a:p>
          <a:r>
            <a:rPr lang="en-US" dirty="0"/>
            <a:t>Ron Jeffries</a:t>
          </a:r>
        </a:p>
      </dgm:t>
    </dgm:pt>
    <dgm:pt modelId="{3C8DEB0E-EAA1-45A7-91A3-34D4047466B8}" type="parTrans" cxnId="{1BA4DC02-1706-430B-AE10-15098EEA620B}">
      <dgm:prSet/>
      <dgm:spPr/>
      <dgm:t>
        <a:bodyPr/>
        <a:lstStyle/>
        <a:p>
          <a:endParaRPr lang="en-US"/>
        </a:p>
      </dgm:t>
    </dgm:pt>
    <dgm:pt modelId="{0BEC2AF1-C1E1-4067-A1DB-7E76B8DD1C66}" type="sibTrans" cxnId="{1BA4DC02-1706-430B-AE10-15098EEA620B}">
      <dgm:prSet/>
      <dgm:spPr/>
      <dgm:t>
        <a:bodyPr/>
        <a:lstStyle/>
        <a:p>
          <a:endParaRPr lang="en-US"/>
        </a:p>
      </dgm:t>
    </dgm:pt>
    <dgm:pt modelId="{BA2F027D-684C-411B-83FB-90FA2CAE7C34}">
      <dgm:prSet phldrT="[Text]"/>
      <dgm:spPr/>
      <dgm:t>
        <a:bodyPr/>
        <a:lstStyle/>
        <a:p>
          <a:r>
            <a:rPr lang="en-US" dirty="0"/>
            <a:t>Jon Kern</a:t>
          </a:r>
        </a:p>
      </dgm:t>
    </dgm:pt>
    <dgm:pt modelId="{1E076EED-11A8-4424-81CB-37E59E7A4333}" type="parTrans" cxnId="{297E50B1-E86E-474E-ABD2-78A2707C0214}">
      <dgm:prSet/>
      <dgm:spPr/>
      <dgm:t>
        <a:bodyPr/>
        <a:lstStyle/>
        <a:p>
          <a:endParaRPr lang="en-US"/>
        </a:p>
      </dgm:t>
    </dgm:pt>
    <dgm:pt modelId="{C341FAD8-24F4-484E-8978-E93053B810C3}" type="sibTrans" cxnId="{297E50B1-E86E-474E-ABD2-78A2707C0214}">
      <dgm:prSet/>
      <dgm:spPr/>
      <dgm:t>
        <a:bodyPr/>
        <a:lstStyle/>
        <a:p>
          <a:endParaRPr lang="en-US"/>
        </a:p>
      </dgm:t>
    </dgm:pt>
    <dgm:pt modelId="{0934789B-7F11-4200-A41F-B2FB26D593D7}">
      <dgm:prSet phldrT="[Text]"/>
      <dgm:spPr/>
      <dgm:t>
        <a:bodyPr/>
        <a:lstStyle/>
        <a:p>
          <a:r>
            <a:rPr lang="en-US" dirty="0"/>
            <a:t>Brian </a:t>
          </a:r>
          <a:r>
            <a:rPr lang="en-US" dirty="0" err="1"/>
            <a:t>Marick</a:t>
          </a:r>
          <a:endParaRPr lang="en-US" dirty="0"/>
        </a:p>
      </dgm:t>
    </dgm:pt>
    <dgm:pt modelId="{3CA75B9E-3315-4770-90FE-ECD46648C5DB}" type="parTrans" cxnId="{9137FAC3-F304-434E-979A-8A0ED7C7DE74}">
      <dgm:prSet/>
      <dgm:spPr/>
      <dgm:t>
        <a:bodyPr/>
        <a:lstStyle/>
        <a:p>
          <a:endParaRPr lang="en-US"/>
        </a:p>
      </dgm:t>
    </dgm:pt>
    <dgm:pt modelId="{24E83CD8-D735-439E-AF97-6DA5404AE262}" type="sibTrans" cxnId="{9137FAC3-F304-434E-979A-8A0ED7C7DE74}">
      <dgm:prSet/>
      <dgm:spPr/>
      <dgm:t>
        <a:bodyPr/>
        <a:lstStyle/>
        <a:p>
          <a:endParaRPr lang="en-US"/>
        </a:p>
      </dgm:t>
    </dgm:pt>
    <dgm:pt modelId="{5B7E684D-5C2F-476D-980D-0DA05D83AFB5}">
      <dgm:prSet phldrT="[Text]"/>
      <dgm:spPr/>
      <dgm:t>
        <a:bodyPr/>
        <a:lstStyle/>
        <a:p>
          <a:r>
            <a:rPr lang="en-US" dirty="0"/>
            <a:t>Robert C. Martin</a:t>
          </a:r>
        </a:p>
      </dgm:t>
    </dgm:pt>
    <dgm:pt modelId="{485AB700-598F-4567-B78B-191C768454CC}" type="parTrans" cxnId="{90D3289D-1E12-4CC7-BB35-DD36790DD763}">
      <dgm:prSet/>
      <dgm:spPr/>
      <dgm:t>
        <a:bodyPr/>
        <a:lstStyle/>
        <a:p>
          <a:endParaRPr lang="en-US"/>
        </a:p>
      </dgm:t>
    </dgm:pt>
    <dgm:pt modelId="{E3FC4FEE-0877-4E8C-9B16-5E0E2A463EA0}" type="sibTrans" cxnId="{90D3289D-1E12-4CC7-BB35-DD36790DD763}">
      <dgm:prSet/>
      <dgm:spPr/>
      <dgm:t>
        <a:bodyPr/>
        <a:lstStyle/>
        <a:p>
          <a:endParaRPr lang="en-US"/>
        </a:p>
      </dgm:t>
    </dgm:pt>
    <dgm:pt modelId="{9E69648F-10B9-4CC5-8A81-07338898B1F1}">
      <dgm:prSet phldrT="[Text]"/>
      <dgm:spPr/>
      <dgm:t>
        <a:bodyPr/>
        <a:lstStyle/>
        <a:p>
          <a:r>
            <a:rPr lang="en-US" dirty="0"/>
            <a:t>Steve Mellor</a:t>
          </a:r>
        </a:p>
      </dgm:t>
    </dgm:pt>
    <dgm:pt modelId="{25505F2E-5F3A-49C1-9B99-84A603958783}" type="parTrans" cxnId="{5C6B4197-F88A-4637-891E-4BB2B5F47CBC}">
      <dgm:prSet/>
      <dgm:spPr/>
      <dgm:t>
        <a:bodyPr/>
        <a:lstStyle/>
        <a:p>
          <a:endParaRPr lang="en-US"/>
        </a:p>
      </dgm:t>
    </dgm:pt>
    <dgm:pt modelId="{29C34C66-EF56-4142-AEAF-8EFEDA771784}" type="sibTrans" cxnId="{5C6B4197-F88A-4637-891E-4BB2B5F47CBC}">
      <dgm:prSet/>
      <dgm:spPr/>
      <dgm:t>
        <a:bodyPr/>
        <a:lstStyle/>
        <a:p>
          <a:endParaRPr lang="en-US"/>
        </a:p>
      </dgm:t>
    </dgm:pt>
    <dgm:pt modelId="{40DBD938-EFD7-4CEA-A158-993B1FE37D44}" type="pres">
      <dgm:prSet presAssocID="{965B33DD-C27B-453A-854F-FC2DCE2CD9F9}" presName="diagram" presStyleCnt="0">
        <dgm:presLayoutVars>
          <dgm:dir/>
          <dgm:resizeHandles val="exact"/>
        </dgm:presLayoutVars>
      </dgm:prSet>
      <dgm:spPr/>
    </dgm:pt>
    <dgm:pt modelId="{FA1F83B1-B35C-4C53-91DF-0749F0DC6CDA}" type="pres">
      <dgm:prSet presAssocID="{C3EB51D7-778F-4D6A-A6E0-2AB294E66EBC}" presName="node" presStyleLbl="node1" presStyleIdx="0" presStyleCnt="17">
        <dgm:presLayoutVars>
          <dgm:bulletEnabled val="1"/>
        </dgm:presLayoutVars>
      </dgm:prSet>
      <dgm:spPr/>
    </dgm:pt>
    <dgm:pt modelId="{8E8521A2-41D5-41F9-9935-FF611C1BCCEE}" type="pres">
      <dgm:prSet presAssocID="{E19C3817-60F2-47EC-97C2-AC217FAE43CE}" presName="sibTrans" presStyleCnt="0"/>
      <dgm:spPr/>
    </dgm:pt>
    <dgm:pt modelId="{6B0FC01D-4258-4617-924A-A85E4E1CFA2E}" type="pres">
      <dgm:prSet presAssocID="{C1AC1066-5996-4906-B000-03C452715F83}" presName="node" presStyleLbl="node1" presStyleIdx="1" presStyleCnt="17">
        <dgm:presLayoutVars>
          <dgm:bulletEnabled val="1"/>
        </dgm:presLayoutVars>
      </dgm:prSet>
      <dgm:spPr/>
    </dgm:pt>
    <dgm:pt modelId="{CF755318-3B25-48D0-9BF1-3B89DDEA0DAF}" type="pres">
      <dgm:prSet presAssocID="{D961082B-2AC1-4FBE-A2E5-38C3A22005CD}" presName="sibTrans" presStyleCnt="0"/>
      <dgm:spPr/>
    </dgm:pt>
    <dgm:pt modelId="{85AA95D5-FE69-4B5D-B0C7-52ACD1D14BBE}" type="pres">
      <dgm:prSet presAssocID="{F3D1FD5F-35C7-4AF6-9C7F-19E6031F419B}" presName="node" presStyleLbl="node1" presStyleIdx="2" presStyleCnt="17">
        <dgm:presLayoutVars>
          <dgm:bulletEnabled val="1"/>
        </dgm:presLayoutVars>
      </dgm:prSet>
      <dgm:spPr/>
    </dgm:pt>
    <dgm:pt modelId="{3EDBA869-4BC8-4FB7-A8FA-9E518388728C}" type="pres">
      <dgm:prSet presAssocID="{25888223-E558-474D-9B6B-A0A2D8FB98FC}" presName="sibTrans" presStyleCnt="0"/>
      <dgm:spPr/>
    </dgm:pt>
    <dgm:pt modelId="{576B04E9-9137-48B6-B73D-98C5C49EA6BB}" type="pres">
      <dgm:prSet presAssocID="{D9D2EDFC-38DD-4970-8C5C-7DE990A82A7B}" presName="node" presStyleLbl="node1" presStyleIdx="3" presStyleCnt="17">
        <dgm:presLayoutVars>
          <dgm:bulletEnabled val="1"/>
        </dgm:presLayoutVars>
      </dgm:prSet>
      <dgm:spPr/>
    </dgm:pt>
    <dgm:pt modelId="{FF87EA03-FC14-4B01-A694-474B63D5E502}" type="pres">
      <dgm:prSet presAssocID="{6157562B-79C9-43D6-A3C5-A1C6616A4439}" presName="sibTrans" presStyleCnt="0"/>
      <dgm:spPr/>
    </dgm:pt>
    <dgm:pt modelId="{A9BC9FEE-0037-43CD-98B7-661E736FD41D}" type="pres">
      <dgm:prSet presAssocID="{5A163571-20B5-4652-8CC0-68BB61B5B1A4}" presName="node" presStyleLbl="node1" presStyleIdx="4" presStyleCnt="17">
        <dgm:presLayoutVars>
          <dgm:bulletEnabled val="1"/>
        </dgm:presLayoutVars>
      </dgm:prSet>
      <dgm:spPr/>
    </dgm:pt>
    <dgm:pt modelId="{3D621B13-9AE9-49AC-AE8A-C2DAB79FB34F}" type="pres">
      <dgm:prSet presAssocID="{548ED093-7CDB-4924-AE92-7B68182FDB84}" presName="sibTrans" presStyleCnt="0"/>
      <dgm:spPr/>
    </dgm:pt>
    <dgm:pt modelId="{A647DC12-1FC7-4EFD-B199-0C5F9EFB6AEB}" type="pres">
      <dgm:prSet presAssocID="{12D54879-BDE4-4762-8F3F-C1111582A41D}" presName="node" presStyleLbl="node1" presStyleIdx="5" presStyleCnt="17">
        <dgm:presLayoutVars>
          <dgm:bulletEnabled val="1"/>
        </dgm:presLayoutVars>
      </dgm:prSet>
      <dgm:spPr/>
    </dgm:pt>
    <dgm:pt modelId="{31BB82E3-D64B-47D2-935C-5001F8CD59AA}" type="pres">
      <dgm:prSet presAssocID="{4D7B2D54-3A23-4F29-8159-2C51343E44E0}" presName="sibTrans" presStyleCnt="0"/>
      <dgm:spPr/>
    </dgm:pt>
    <dgm:pt modelId="{D4F9C37B-347A-4CC1-A30F-C60D739FE8B5}" type="pres">
      <dgm:prSet presAssocID="{0BA3D235-CF43-481B-9E69-77B288F0D334}" presName="node" presStyleLbl="node1" presStyleIdx="6" presStyleCnt="17">
        <dgm:presLayoutVars>
          <dgm:bulletEnabled val="1"/>
        </dgm:presLayoutVars>
      </dgm:prSet>
      <dgm:spPr/>
    </dgm:pt>
    <dgm:pt modelId="{383CC735-C0BA-488A-83E5-1098C06A93F3}" type="pres">
      <dgm:prSet presAssocID="{1BB5DA6C-D632-4721-BED9-5695653F981F}" presName="sibTrans" presStyleCnt="0"/>
      <dgm:spPr/>
    </dgm:pt>
    <dgm:pt modelId="{FE3DF4BA-B0C5-4CAD-99CC-801BE9F4C1A2}" type="pres">
      <dgm:prSet presAssocID="{CB9DE105-315A-4F1E-AFA6-A73ED409A7BA}" presName="node" presStyleLbl="node1" presStyleIdx="7" presStyleCnt="17">
        <dgm:presLayoutVars>
          <dgm:bulletEnabled val="1"/>
        </dgm:presLayoutVars>
      </dgm:prSet>
      <dgm:spPr/>
    </dgm:pt>
    <dgm:pt modelId="{5EF88BD4-E029-4A78-AB44-4C63EB9871D1}" type="pres">
      <dgm:prSet presAssocID="{EB284D59-7855-433B-8EE3-2BEBF9FF6C4D}" presName="sibTrans" presStyleCnt="0"/>
      <dgm:spPr/>
    </dgm:pt>
    <dgm:pt modelId="{A942D1A0-FFCB-4C4E-A469-99CB402F1E24}" type="pres">
      <dgm:prSet presAssocID="{A07CC9FD-C7AD-4D2E-B5F3-C0CF6F6C9CD2}" presName="node" presStyleLbl="node1" presStyleIdx="8" presStyleCnt="17">
        <dgm:presLayoutVars>
          <dgm:bulletEnabled val="1"/>
        </dgm:presLayoutVars>
      </dgm:prSet>
      <dgm:spPr/>
    </dgm:pt>
    <dgm:pt modelId="{4291CC09-54D2-473F-9568-84E77F4C234F}" type="pres">
      <dgm:prSet presAssocID="{7772B91C-D1A1-4F83-BA76-55F08F056032}" presName="sibTrans" presStyleCnt="0"/>
      <dgm:spPr/>
    </dgm:pt>
    <dgm:pt modelId="{B3A31A8B-D554-42A4-ACC0-5AF6775B406D}" type="pres">
      <dgm:prSet presAssocID="{77992329-9A95-4E33-9655-6ED77EC7FA1E}" presName="node" presStyleLbl="node1" presStyleIdx="9" presStyleCnt="17">
        <dgm:presLayoutVars>
          <dgm:bulletEnabled val="1"/>
        </dgm:presLayoutVars>
      </dgm:prSet>
      <dgm:spPr/>
    </dgm:pt>
    <dgm:pt modelId="{CEAA8391-6184-4816-833E-C95FBA79BFE3}" type="pres">
      <dgm:prSet presAssocID="{0BEC2AF1-C1E1-4067-A1DB-7E76B8DD1C66}" presName="sibTrans" presStyleCnt="0"/>
      <dgm:spPr/>
    </dgm:pt>
    <dgm:pt modelId="{E99132CE-704F-4700-A3A6-0279168C03F8}" type="pres">
      <dgm:prSet presAssocID="{BA2F027D-684C-411B-83FB-90FA2CAE7C34}" presName="node" presStyleLbl="node1" presStyleIdx="10" presStyleCnt="17">
        <dgm:presLayoutVars>
          <dgm:bulletEnabled val="1"/>
        </dgm:presLayoutVars>
      </dgm:prSet>
      <dgm:spPr/>
    </dgm:pt>
    <dgm:pt modelId="{B2AD9BDC-FE47-4D1C-A3AF-DD9860E21FB2}" type="pres">
      <dgm:prSet presAssocID="{C341FAD8-24F4-484E-8978-E93053B810C3}" presName="sibTrans" presStyleCnt="0"/>
      <dgm:spPr/>
    </dgm:pt>
    <dgm:pt modelId="{12D63DAB-4004-44D2-BB0D-23CF263405A2}" type="pres">
      <dgm:prSet presAssocID="{0934789B-7F11-4200-A41F-B2FB26D593D7}" presName="node" presStyleLbl="node1" presStyleIdx="11" presStyleCnt="17">
        <dgm:presLayoutVars>
          <dgm:bulletEnabled val="1"/>
        </dgm:presLayoutVars>
      </dgm:prSet>
      <dgm:spPr/>
    </dgm:pt>
    <dgm:pt modelId="{1D7097E7-8839-4174-98C9-56B1C0BC62C8}" type="pres">
      <dgm:prSet presAssocID="{24E83CD8-D735-439E-AF97-6DA5404AE262}" presName="sibTrans" presStyleCnt="0"/>
      <dgm:spPr/>
    </dgm:pt>
    <dgm:pt modelId="{17CB6056-2030-4746-8C25-A9E3B55B4BEB}" type="pres">
      <dgm:prSet presAssocID="{5B7E684D-5C2F-476D-980D-0DA05D83AFB5}" presName="node" presStyleLbl="node1" presStyleIdx="12" presStyleCnt="17">
        <dgm:presLayoutVars>
          <dgm:bulletEnabled val="1"/>
        </dgm:presLayoutVars>
      </dgm:prSet>
      <dgm:spPr/>
    </dgm:pt>
    <dgm:pt modelId="{49443577-C848-4F2C-BF86-2968C8C79ED9}" type="pres">
      <dgm:prSet presAssocID="{E3FC4FEE-0877-4E8C-9B16-5E0E2A463EA0}" presName="sibTrans" presStyleCnt="0"/>
      <dgm:spPr/>
    </dgm:pt>
    <dgm:pt modelId="{E7F9D17F-953A-46EA-AE93-B59EB90A6FD6}" type="pres">
      <dgm:prSet presAssocID="{9E69648F-10B9-4CC5-8A81-07338898B1F1}" presName="node" presStyleLbl="node1" presStyleIdx="13" presStyleCnt="17">
        <dgm:presLayoutVars>
          <dgm:bulletEnabled val="1"/>
        </dgm:presLayoutVars>
      </dgm:prSet>
      <dgm:spPr/>
    </dgm:pt>
    <dgm:pt modelId="{3214C119-79CB-46C3-B595-25FCCFAAF376}" type="pres">
      <dgm:prSet presAssocID="{29C34C66-EF56-4142-AEAF-8EFEDA771784}" presName="sibTrans" presStyleCnt="0"/>
      <dgm:spPr/>
    </dgm:pt>
    <dgm:pt modelId="{9D7374E5-0362-49F1-B385-9D62F37A6AE7}" type="pres">
      <dgm:prSet presAssocID="{24DCABDB-04A3-42C5-8988-E7950B955598}" presName="node" presStyleLbl="node1" presStyleIdx="14" presStyleCnt="17">
        <dgm:presLayoutVars>
          <dgm:bulletEnabled val="1"/>
        </dgm:presLayoutVars>
      </dgm:prSet>
      <dgm:spPr/>
    </dgm:pt>
    <dgm:pt modelId="{D99A7D3C-0083-4D59-BACE-BD9421468111}" type="pres">
      <dgm:prSet presAssocID="{7F3B486A-A638-402E-909D-CFBA400245EE}" presName="sibTrans" presStyleCnt="0"/>
      <dgm:spPr/>
    </dgm:pt>
    <dgm:pt modelId="{1B2109A3-10E2-4B48-A03E-05B26FA42EFF}" type="pres">
      <dgm:prSet presAssocID="{30DC8D89-72B5-4B64-B53E-B9E48BBF019B}" presName="node" presStyleLbl="node1" presStyleIdx="15" presStyleCnt="17">
        <dgm:presLayoutVars>
          <dgm:bulletEnabled val="1"/>
        </dgm:presLayoutVars>
      </dgm:prSet>
      <dgm:spPr/>
    </dgm:pt>
    <dgm:pt modelId="{80E1CDA7-2586-4C02-89FC-640DAF17B1CB}" type="pres">
      <dgm:prSet presAssocID="{46929FB1-0A45-4605-88C6-3368A3319926}" presName="sibTrans" presStyleCnt="0"/>
      <dgm:spPr/>
    </dgm:pt>
    <dgm:pt modelId="{68FA0E48-9AAB-412E-A522-86D114276BCE}" type="pres">
      <dgm:prSet presAssocID="{B609122A-1A91-41DD-BC82-DEC1850A9D06}" presName="node" presStyleLbl="node1" presStyleIdx="16" presStyleCnt="17">
        <dgm:presLayoutVars>
          <dgm:bulletEnabled val="1"/>
        </dgm:presLayoutVars>
      </dgm:prSet>
      <dgm:spPr/>
    </dgm:pt>
  </dgm:ptLst>
  <dgm:cxnLst>
    <dgm:cxn modelId="{1BA4DC02-1706-430B-AE10-15098EEA620B}" srcId="{965B33DD-C27B-453A-854F-FC2DCE2CD9F9}" destId="{77992329-9A95-4E33-9655-6ED77EC7FA1E}" srcOrd="9" destOrd="0" parTransId="{3C8DEB0E-EAA1-45A7-91A3-34D4047466B8}" sibTransId="{0BEC2AF1-C1E1-4067-A1DB-7E76B8DD1C66}"/>
    <dgm:cxn modelId="{815EEE06-B65C-41DC-B6E3-84C619447914}" type="presOf" srcId="{A07CC9FD-C7AD-4D2E-B5F3-C0CF6F6C9CD2}" destId="{A942D1A0-FFCB-4C4E-A469-99CB402F1E24}" srcOrd="0" destOrd="0" presId="urn:microsoft.com/office/officeart/2005/8/layout/default"/>
    <dgm:cxn modelId="{077E8618-158D-4866-8B35-5D42EC2EE145}" srcId="{965B33DD-C27B-453A-854F-FC2DCE2CD9F9}" destId="{5A163571-20B5-4652-8CC0-68BB61B5B1A4}" srcOrd="4" destOrd="0" parTransId="{A0E19570-10B3-40D0-B48C-4F1CE918D1FA}" sibTransId="{548ED093-7CDB-4924-AE92-7B68182FDB84}"/>
    <dgm:cxn modelId="{C084021C-7D40-457D-AA59-75586AC1D15E}" type="presOf" srcId="{BA2F027D-684C-411B-83FB-90FA2CAE7C34}" destId="{E99132CE-704F-4700-A3A6-0279168C03F8}" srcOrd="0" destOrd="0" presId="urn:microsoft.com/office/officeart/2005/8/layout/default"/>
    <dgm:cxn modelId="{E7286A1C-9F8B-46B7-8381-C30EDBF3CEB1}" srcId="{965B33DD-C27B-453A-854F-FC2DCE2CD9F9}" destId="{24DCABDB-04A3-42C5-8988-E7950B955598}" srcOrd="14" destOrd="0" parTransId="{FEDB06F6-0C48-4349-88EC-446818135605}" sibTransId="{7F3B486A-A638-402E-909D-CFBA400245EE}"/>
    <dgm:cxn modelId="{C69E9E2B-EE60-40B9-9625-B48196C80588}" type="presOf" srcId="{30DC8D89-72B5-4B64-B53E-B9E48BBF019B}" destId="{1B2109A3-10E2-4B48-A03E-05B26FA42EFF}" srcOrd="0" destOrd="0" presId="urn:microsoft.com/office/officeart/2005/8/layout/default"/>
    <dgm:cxn modelId="{CF817B3A-A84F-4262-B6C0-202EAB690049}" srcId="{965B33DD-C27B-453A-854F-FC2DCE2CD9F9}" destId="{C1AC1066-5996-4906-B000-03C452715F83}" srcOrd="1" destOrd="0" parTransId="{F0900EB9-1AB8-45CF-8BEC-23462702FFFB}" sibTransId="{D961082B-2AC1-4FBE-A2E5-38C3A22005CD}"/>
    <dgm:cxn modelId="{C61CB73C-89EB-45A5-BF93-95FE710EE5BB}" type="presOf" srcId="{0934789B-7F11-4200-A41F-B2FB26D593D7}" destId="{12D63DAB-4004-44D2-BB0D-23CF263405A2}" srcOrd="0" destOrd="0" presId="urn:microsoft.com/office/officeart/2005/8/layout/default"/>
    <dgm:cxn modelId="{AFBD5148-0D52-4E3B-AF21-0AD472479F68}" type="presOf" srcId="{24DCABDB-04A3-42C5-8988-E7950B955598}" destId="{9D7374E5-0362-49F1-B385-9D62F37A6AE7}" srcOrd="0" destOrd="0" presId="urn:microsoft.com/office/officeart/2005/8/layout/default"/>
    <dgm:cxn modelId="{F0D9DF4E-2775-464E-9DE0-6A448D01EBF6}" type="presOf" srcId="{B609122A-1A91-41DD-BC82-DEC1850A9D06}" destId="{68FA0E48-9AAB-412E-A522-86D114276BCE}" srcOrd="0" destOrd="0" presId="urn:microsoft.com/office/officeart/2005/8/layout/default"/>
    <dgm:cxn modelId="{95BC924F-989A-40BF-843F-F38D9B1F7759}" srcId="{965B33DD-C27B-453A-854F-FC2DCE2CD9F9}" destId="{0BA3D235-CF43-481B-9E69-77B288F0D334}" srcOrd="6" destOrd="0" parTransId="{D3521234-33F7-462F-9784-566C94718F48}" sibTransId="{1BB5DA6C-D632-4721-BED9-5695653F981F}"/>
    <dgm:cxn modelId="{3CA39175-FDDD-4B35-A263-31D453AC70AE}" srcId="{965B33DD-C27B-453A-854F-FC2DCE2CD9F9}" destId="{C3EB51D7-778F-4D6A-A6E0-2AB294E66EBC}" srcOrd="0" destOrd="0" parTransId="{B7D8C5E1-2857-4CBA-ACC2-33FCAD0B720D}" sibTransId="{E19C3817-60F2-47EC-97C2-AC217FAE43CE}"/>
    <dgm:cxn modelId="{C09DB355-879B-4C5B-9791-AB7957A9BEEA}" srcId="{965B33DD-C27B-453A-854F-FC2DCE2CD9F9}" destId="{F3D1FD5F-35C7-4AF6-9C7F-19E6031F419B}" srcOrd="2" destOrd="0" parTransId="{A142F0FC-2887-492F-BEFD-80833A9DDFFF}" sibTransId="{25888223-E558-474D-9B6B-A0A2D8FB98FC}"/>
    <dgm:cxn modelId="{E4543257-979F-425D-96A0-74C1ECA52D9B}" type="presOf" srcId="{9E69648F-10B9-4CC5-8A81-07338898B1F1}" destId="{E7F9D17F-953A-46EA-AE93-B59EB90A6FD6}" srcOrd="0" destOrd="0" presId="urn:microsoft.com/office/officeart/2005/8/layout/default"/>
    <dgm:cxn modelId="{43047482-98C1-41DE-BB59-6C8AC62E6D12}" type="presOf" srcId="{0BA3D235-CF43-481B-9E69-77B288F0D334}" destId="{D4F9C37B-347A-4CC1-A30F-C60D739FE8B5}" srcOrd="0" destOrd="0" presId="urn:microsoft.com/office/officeart/2005/8/layout/default"/>
    <dgm:cxn modelId="{51E97A8F-6432-4F8C-80BA-DE12D76FAA48}" type="presOf" srcId="{C3EB51D7-778F-4D6A-A6E0-2AB294E66EBC}" destId="{FA1F83B1-B35C-4C53-91DF-0749F0DC6CDA}" srcOrd="0" destOrd="0" presId="urn:microsoft.com/office/officeart/2005/8/layout/default"/>
    <dgm:cxn modelId="{5C6B4197-F88A-4637-891E-4BB2B5F47CBC}" srcId="{965B33DD-C27B-453A-854F-FC2DCE2CD9F9}" destId="{9E69648F-10B9-4CC5-8A81-07338898B1F1}" srcOrd="13" destOrd="0" parTransId="{25505F2E-5F3A-49C1-9B99-84A603958783}" sibTransId="{29C34C66-EF56-4142-AEAF-8EFEDA771784}"/>
    <dgm:cxn modelId="{332C1099-F5F6-4762-B465-8F6CADB3D3EB}" type="presOf" srcId="{CB9DE105-315A-4F1E-AFA6-A73ED409A7BA}" destId="{FE3DF4BA-B0C5-4CAD-99CC-801BE9F4C1A2}" srcOrd="0" destOrd="0" presId="urn:microsoft.com/office/officeart/2005/8/layout/default"/>
    <dgm:cxn modelId="{DE6C9399-3778-4C8A-B1C6-1DB8D1596222}" srcId="{965B33DD-C27B-453A-854F-FC2DCE2CD9F9}" destId="{D9D2EDFC-38DD-4970-8C5C-7DE990A82A7B}" srcOrd="3" destOrd="0" parTransId="{A7C40F09-5C7B-47EA-9826-429C7DBB7110}" sibTransId="{6157562B-79C9-43D6-A3C5-A1C6616A4439}"/>
    <dgm:cxn modelId="{46BA539B-D9D0-4F03-997C-6BE10CA87CF8}" type="presOf" srcId="{D9D2EDFC-38DD-4970-8C5C-7DE990A82A7B}" destId="{576B04E9-9137-48B6-B73D-98C5C49EA6BB}" srcOrd="0" destOrd="0" presId="urn:microsoft.com/office/officeart/2005/8/layout/default"/>
    <dgm:cxn modelId="{90D3289D-1E12-4CC7-BB35-DD36790DD763}" srcId="{965B33DD-C27B-453A-854F-FC2DCE2CD9F9}" destId="{5B7E684D-5C2F-476D-980D-0DA05D83AFB5}" srcOrd="12" destOrd="0" parTransId="{485AB700-598F-4567-B78B-191C768454CC}" sibTransId="{E3FC4FEE-0877-4E8C-9B16-5E0E2A463EA0}"/>
    <dgm:cxn modelId="{A02D78AA-72A8-4FD3-996C-66ABD591FA82}" type="presOf" srcId="{965B33DD-C27B-453A-854F-FC2DCE2CD9F9}" destId="{40DBD938-EFD7-4CEA-A158-993B1FE37D44}" srcOrd="0" destOrd="0" presId="urn:microsoft.com/office/officeart/2005/8/layout/default"/>
    <dgm:cxn modelId="{AF1E36AC-1E0E-4F51-9A09-28FE18C344A2}" type="presOf" srcId="{77992329-9A95-4E33-9655-6ED77EC7FA1E}" destId="{B3A31A8B-D554-42A4-ACC0-5AF6775B406D}" srcOrd="0" destOrd="0" presId="urn:microsoft.com/office/officeart/2005/8/layout/default"/>
    <dgm:cxn modelId="{297E50B1-E86E-474E-ABD2-78A2707C0214}" srcId="{965B33DD-C27B-453A-854F-FC2DCE2CD9F9}" destId="{BA2F027D-684C-411B-83FB-90FA2CAE7C34}" srcOrd="10" destOrd="0" parTransId="{1E076EED-11A8-4424-81CB-37E59E7A4333}" sibTransId="{C341FAD8-24F4-484E-8978-E93053B810C3}"/>
    <dgm:cxn modelId="{49090FB6-846F-47A4-B4F3-E2025FE9D9DD}" srcId="{965B33DD-C27B-453A-854F-FC2DCE2CD9F9}" destId="{30DC8D89-72B5-4B64-B53E-B9E48BBF019B}" srcOrd="15" destOrd="0" parTransId="{72973627-322C-4F0C-B2ED-A0ABA6460461}" sibTransId="{46929FB1-0A45-4605-88C6-3368A3319926}"/>
    <dgm:cxn modelId="{B83ABDB7-2590-449E-8282-C706B57BDBE1}" type="presOf" srcId="{C1AC1066-5996-4906-B000-03C452715F83}" destId="{6B0FC01D-4258-4617-924A-A85E4E1CFA2E}" srcOrd="0" destOrd="0" presId="urn:microsoft.com/office/officeart/2005/8/layout/default"/>
    <dgm:cxn modelId="{3DD95FB9-07F5-4EDF-8514-02F7531D70C7}" type="presOf" srcId="{12D54879-BDE4-4762-8F3F-C1111582A41D}" destId="{A647DC12-1FC7-4EFD-B199-0C5F9EFB6AEB}" srcOrd="0" destOrd="0" presId="urn:microsoft.com/office/officeart/2005/8/layout/default"/>
    <dgm:cxn modelId="{72B180BE-0C81-4C0D-B40C-CDC4740CCE8A}" srcId="{965B33DD-C27B-453A-854F-FC2DCE2CD9F9}" destId="{CB9DE105-315A-4F1E-AFA6-A73ED409A7BA}" srcOrd="7" destOrd="0" parTransId="{574BD9FF-70B8-4988-A10D-5BED8527516A}" sibTransId="{EB284D59-7855-433B-8EE3-2BEBF9FF6C4D}"/>
    <dgm:cxn modelId="{EA6682BE-E490-4AF5-8865-5C5BB408A1C2}" srcId="{965B33DD-C27B-453A-854F-FC2DCE2CD9F9}" destId="{A07CC9FD-C7AD-4D2E-B5F3-C0CF6F6C9CD2}" srcOrd="8" destOrd="0" parTransId="{549FA587-DEB7-44B3-BB55-7E312141CC2A}" sibTransId="{7772B91C-D1A1-4F83-BA76-55F08F056032}"/>
    <dgm:cxn modelId="{9137FAC3-F304-434E-979A-8A0ED7C7DE74}" srcId="{965B33DD-C27B-453A-854F-FC2DCE2CD9F9}" destId="{0934789B-7F11-4200-A41F-B2FB26D593D7}" srcOrd="11" destOrd="0" parTransId="{3CA75B9E-3315-4770-90FE-ECD46648C5DB}" sibTransId="{24E83CD8-D735-439E-AF97-6DA5404AE262}"/>
    <dgm:cxn modelId="{A9D0DDE2-066C-44F3-A350-CBB980802E96}" type="presOf" srcId="{5A163571-20B5-4652-8CC0-68BB61B5B1A4}" destId="{A9BC9FEE-0037-43CD-98B7-661E736FD41D}" srcOrd="0" destOrd="0" presId="urn:microsoft.com/office/officeart/2005/8/layout/default"/>
    <dgm:cxn modelId="{6852C0E8-1822-4621-9950-F9AF19C9FDE0}" type="presOf" srcId="{5B7E684D-5C2F-476D-980D-0DA05D83AFB5}" destId="{17CB6056-2030-4746-8C25-A9E3B55B4BEB}" srcOrd="0" destOrd="0" presId="urn:microsoft.com/office/officeart/2005/8/layout/default"/>
    <dgm:cxn modelId="{C7E8B0EC-A17A-46EA-ABC8-5C83612F9B07}" srcId="{965B33DD-C27B-453A-854F-FC2DCE2CD9F9}" destId="{12D54879-BDE4-4762-8F3F-C1111582A41D}" srcOrd="5" destOrd="0" parTransId="{424F6D40-B3A4-4B3E-ADD6-4E5A7325A70D}" sibTransId="{4D7B2D54-3A23-4F29-8159-2C51343E44E0}"/>
    <dgm:cxn modelId="{0F2DBEEE-6893-4CFC-B8EB-560B9E3DCA48}" srcId="{965B33DD-C27B-453A-854F-FC2DCE2CD9F9}" destId="{B609122A-1A91-41DD-BC82-DEC1850A9D06}" srcOrd="16" destOrd="0" parTransId="{2E315F50-A92D-43F6-998D-06D5901A2B16}" sibTransId="{F0210F6F-FC35-4218-AE6D-A3D53B08AC84}"/>
    <dgm:cxn modelId="{5716AEFD-D14A-44CA-BB52-A95DA6D05121}" type="presOf" srcId="{F3D1FD5F-35C7-4AF6-9C7F-19E6031F419B}" destId="{85AA95D5-FE69-4B5D-B0C7-52ACD1D14BBE}" srcOrd="0" destOrd="0" presId="urn:microsoft.com/office/officeart/2005/8/layout/default"/>
    <dgm:cxn modelId="{52FCBE03-5BE5-4146-99C7-3EEC3D2BF648}" type="presParOf" srcId="{40DBD938-EFD7-4CEA-A158-993B1FE37D44}" destId="{FA1F83B1-B35C-4C53-91DF-0749F0DC6CDA}" srcOrd="0" destOrd="0" presId="urn:microsoft.com/office/officeart/2005/8/layout/default"/>
    <dgm:cxn modelId="{831257C5-6ED4-41CA-B34A-D48B55540807}" type="presParOf" srcId="{40DBD938-EFD7-4CEA-A158-993B1FE37D44}" destId="{8E8521A2-41D5-41F9-9935-FF611C1BCCEE}" srcOrd="1" destOrd="0" presId="urn:microsoft.com/office/officeart/2005/8/layout/default"/>
    <dgm:cxn modelId="{C67900A0-3162-4C1F-9A09-891B3CCE47FC}" type="presParOf" srcId="{40DBD938-EFD7-4CEA-A158-993B1FE37D44}" destId="{6B0FC01D-4258-4617-924A-A85E4E1CFA2E}" srcOrd="2" destOrd="0" presId="urn:microsoft.com/office/officeart/2005/8/layout/default"/>
    <dgm:cxn modelId="{E2666C1A-9D50-4E3A-822E-82E308A77B0F}" type="presParOf" srcId="{40DBD938-EFD7-4CEA-A158-993B1FE37D44}" destId="{CF755318-3B25-48D0-9BF1-3B89DDEA0DAF}" srcOrd="3" destOrd="0" presId="urn:microsoft.com/office/officeart/2005/8/layout/default"/>
    <dgm:cxn modelId="{8A3DED7A-2203-40D2-8868-C5FDCE3A18D1}" type="presParOf" srcId="{40DBD938-EFD7-4CEA-A158-993B1FE37D44}" destId="{85AA95D5-FE69-4B5D-B0C7-52ACD1D14BBE}" srcOrd="4" destOrd="0" presId="urn:microsoft.com/office/officeart/2005/8/layout/default"/>
    <dgm:cxn modelId="{569BB2E7-ED8E-4A6C-A68B-2715DEF9A463}" type="presParOf" srcId="{40DBD938-EFD7-4CEA-A158-993B1FE37D44}" destId="{3EDBA869-4BC8-4FB7-A8FA-9E518388728C}" srcOrd="5" destOrd="0" presId="urn:microsoft.com/office/officeart/2005/8/layout/default"/>
    <dgm:cxn modelId="{0C47F548-C210-4C8F-8B8D-A84B71B4847F}" type="presParOf" srcId="{40DBD938-EFD7-4CEA-A158-993B1FE37D44}" destId="{576B04E9-9137-48B6-B73D-98C5C49EA6BB}" srcOrd="6" destOrd="0" presId="urn:microsoft.com/office/officeart/2005/8/layout/default"/>
    <dgm:cxn modelId="{426527DF-B90D-498F-B832-0C4E5B702ED9}" type="presParOf" srcId="{40DBD938-EFD7-4CEA-A158-993B1FE37D44}" destId="{FF87EA03-FC14-4B01-A694-474B63D5E502}" srcOrd="7" destOrd="0" presId="urn:microsoft.com/office/officeart/2005/8/layout/default"/>
    <dgm:cxn modelId="{0E91C736-BF25-4321-AF9F-E2DD35D3CAB0}" type="presParOf" srcId="{40DBD938-EFD7-4CEA-A158-993B1FE37D44}" destId="{A9BC9FEE-0037-43CD-98B7-661E736FD41D}" srcOrd="8" destOrd="0" presId="urn:microsoft.com/office/officeart/2005/8/layout/default"/>
    <dgm:cxn modelId="{073B7A86-13AB-4217-AAF1-46E2740B9E1E}" type="presParOf" srcId="{40DBD938-EFD7-4CEA-A158-993B1FE37D44}" destId="{3D621B13-9AE9-49AC-AE8A-C2DAB79FB34F}" srcOrd="9" destOrd="0" presId="urn:microsoft.com/office/officeart/2005/8/layout/default"/>
    <dgm:cxn modelId="{F8AD2F7C-AA9A-4B9B-BED4-9601C9FF47E5}" type="presParOf" srcId="{40DBD938-EFD7-4CEA-A158-993B1FE37D44}" destId="{A647DC12-1FC7-4EFD-B199-0C5F9EFB6AEB}" srcOrd="10" destOrd="0" presId="urn:microsoft.com/office/officeart/2005/8/layout/default"/>
    <dgm:cxn modelId="{D0445A5A-635D-4415-ACBA-6E82DADDBC41}" type="presParOf" srcId="{40DBD938-EFD7-4CEA-A158-993B1FE37D44}" destId="{31BB82E3-D64B-47D2-935C-5001F8CD59AA}" srcOrd="11" destOrd="0" presId="urn:microsoft.com/office/officeart/2005/8/layout/default"/>
    <dgm:cxn modelId="{D5839E15-3FC0-42A0-BB0D-590E626534A6}" type="presParOf" srcId="{40DBD938-EFD7-4CEA-A158-993B1FE37D44}" destId="{D4F9C37B-347A-4CC1-A30F-C60D739FE8B5}" srcOrd="12" destOrd="0" presId="urn:microsoft.com/office/officeart/2005/8/layout/default"/>
    <dgm:cxn modelId="{3614E7EB-9813-42EE-B489-A0EA124ABE72}" type="presParOf" srcId="{40DBD938-EFD7-4CEA-A158-993B1FE37D44}" destId="{383CC735-C0BA-488A-83E5-1098C06A93F3}" srcOrd="13" destOrd="0" presId="urn:microsoft.com/office/officeart/2005/8/layout/default"/>
    <dgm:cxn modelId="{BD62DECD-90D1-4173-AC24-A34B97E0793F}" type="presParOf" srcId="{40DBD938-EFD7-4CEA-A158-993B1FE37D44}" destId="{FE3DF4BA-B0C5-4CAD-99CC-801BE9F4C1A2}" srcOrd="14" destOrd="0" presId="urn:microsoft.com/office/officeart/2005/8/layout/default"/>
    <dgm:cxn modelId="{E3748BC1-42EF-4BEC-B911-8CE6E0CFB8A6}" type="presParOf" srcId="{40DBD938-EFD7-4CEA-A158-993B1FE37D44}" destId="{5EF88BD4-E029-4A78-AB44-4C63EB9871D1}" srcOrd="15" destOrd="0" presId="urn:microsoft.com/office/officeart/2005/8/layout/default"/>
    <dgm:cxn modelId="{3FC6673F-7709-4B19-A2BB-169000196F30}" type="presParOf" srcId="{40DBD938-EFD7-4CEA-A158-993B1FE37D44}" destId="{A942D1A0-FFCB-4C4E-A469-99CB402F1E24}" srcOrd="16" destOrd="0" presId="urn:microsoft.com/office/officeart/2005/8/layout/default"/>
    <dgm:cxn modelId="{1773CFF1-3AB8-4A36-9B45-0DC59335B68D}" type="presParOf" srcId="{40DBD938-EFD7-4CEA-A158-993B1FE37D44}" destId="{4291CC09-54D2-473F-9568-84E77F4C234F}" srcOrd="17" destOrd="0" presId="urn:microsoft.com/office/officeart/2005/8/layout/default"/>
    <dgm:cxn modelId="{C0D9A29D-5504-4A97-A66A-5D4DF5ACA447}" type="presParOf" srcId="{40DBD938-EFD7-4CEA-A158-993B1FE37D44}" destId="{B3A31A8B-D554-42A4-ACC0-5AF6775B406D}" srcOrd="18" destOrd="0" presId="urn:microsoft.com/office/officeart/2005/8/layout/default"/>
    <dgm:cxn modelId="{519AAF8D-9531-4F59-ABB6-22084C41B1E8}" type="presParOf" srcId="{40DBD938-EFD7-4CEA-A158-993B1FE37D44}" destId="{CEAA8391-6184-4816-833E-C95FBA79BFE3}" srcOrd="19" destOrd="0" presId="urn:microsoft.com/office/officeart/2005/8/layout/default"/>
    <dgm:cxn modelId="{2EF1D1A0-333F-4F65-851E-4BB30A74597F}" type="presParOf" srcId="{40DBD938-EFD7-4CEA-A158-993B1FE37D44}" destId="{E99132CE-704F-4700-A3A6-0279168C03F8}" srcOrd="20" destOrd="0" presId="urn:microsoft.com/office/officeart/2005/8/layout/default"/>
    <dgm:cxn modelId="{03AC93AC-4468-43C1-A1ED-8645BFF96A15}" type="presParOf" srcId="{40DBD938-EFD7-4CEA-A158-993B1FE37D44}" destId="{B2AD9BDC-FE47-4D1C-A3AF-DD9860E21FB2}" srcOrd="21" destOrd="0" presId="urn:microsoft.com/office/officeart/2005/8/layout/default"/>
    <dgm:cxn modelId="{D041EC68-0AF2-425E-AF8D-CD317078868D}" type="presParOf" srcId="{40DBD938-EFD7-4CEA-A158-993B1FE37D44}" destId="{12D63DAB-4004-44D2-BB0D-23CF263405A2}" srcOrd="22" destOrd="0" presId="urn:microsoft.com/office/officeart/2005/8/layout/default"/>
    <dgm:cxn modelId="{44BFE0E3-5A8A-414C-BC84-4D7249225664}" type="presParOf" srcId="{40DBD938-EFD7-4CEA-A158-993B1FE37D44}" destId="{1D7097E7-8839-4174-98C9-56B1C0BC62C8}" srcOrd="23" destOrd="0" presId="urn:microsoft.com/office/officeart/2005/8/layout/default"/>
    <dgm:cxn modelId="{2B6C04CF-6190-401D-8E7B-51474AE5DBE8}" type="presParOf" srcId="{40DBD938-EFD7-4CEA-A158-993B1FE37D44}" destId="{17CB6056-2030-4746-8C25-A9E3B55B4BEB}" srcOrd="24" destOrd="0" presId="urn:microsoft.com/office/officeart/2005/8/layout/default"/>
    <dgm:cxn modelId="{DC517086-2721-44F7-B6D2-3B2D3C170520}" type="presParOf" srcId="{40DBD938-EFD7-4CEA-A158-993B1FE37D44}" destId="{49443577-C848-4F2C-BF86-2968C8C79ED9}" srcOrd="25" destOrd="0" presId="urn:microsoft.com/office/officeart/2005/8/layout/default"/>
    <dgm:cxn modelId="{18E9F206-2BEE-4E2D-8896-976EDF88AE49}" type="presParOf" srcId="{40DBD938-EFD7-4CEA-A158-993B1FE37D44}" destId="{E7F9D17F-953A-46EA-AE93-B59EB90A6FD6}" srcOrd="26" destOrd="0" presId="urn:microsoft.com/office/officeart/2005/8/layout/default"/>
    <dgm:cxn modelId="{B49B9C95-F2A0-4843-9F99-012799C45210}" type="presParOf" srcId="{40DBD938-EFD7-4CEA-A158-993B1FE37D44}" destId="{3214C119-79CB-46C3-B595-25FCCFAAF376}" srcOrd="27" destOrd="0" presId="urn:microsoft.com/office/officeart/2005/8/layout/default"/>
    <dgm:cxn modelId="{62BB46CE-B982-4B2D-8135-1673AC531788}" type="presParOf" srcId="{40DBD938-EFD7-4CEA-A158-993B1FE37D44}" destId="{9D7374E5-0362-49F1-B385-9D62F37A6AE7}" srcOrd="28" destOrd="0" presId="urn:microsoft.com/office/officeart/2005/8/layout/default"/>
    <dgm:cxn modelId="{36F654A8-1024-47FB-AA34-F274AB88A8DF}" type="presParOf" srcId="{40DBD938-EFD7-4CEA-A158-993B1FE37D44}" destId="{D99A7D3C-0083-4D59-BACE-BD9421468111}" srcOrd="29" destOrd="0" presId="urn:microsoft.com/office/officeart/2005/8/layout/default"/>
    <dgm:cxn modelId="{4DD2ADEB-5FA7-4858-9442-4900C7F6640A}" type="presParOf" srcId="{40DBD938-EFD7-4CEA-A158-993B1FE37D44}" destId="{1B2109A3-10E2-4B48-A03E-05B26FA42EFF}" srcOrd="30" destOrd="0" presId="urn:microsoft.com/office/officeart/2005/8/layout/default"/>
    <dgm:cxn modelId="{68317BF3-796E-4D3E-BF1A-CB18AE4D40D5}" type="presParOf" srcId="{40DBD938-EFD7-4CEA-A158-993B1FE37D44}" destId="{80E1CDA7-2586-4C02-89FC-640DAF17B1CB}" srcOrd="31" destOrd="0" presId="urn:microsoft.com/office/officeart/2005/8/layout/default"/>
    <dgm:cxn modelId="{C6538C25-EBD7-4620-9C29-3DB17522BC61}" type="presParOf" srcId="{40DBD938-EFD7-4CEA-A158-993B1FE37D44}" destId="{68FA0E48-9AAB-412E-A522-86D114276BCE}" srcOrd="3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3E8598D-8784-4F3B-BFAA-75A5E2195BB9}"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US"/>
        </a:p>
      </dgm:t>
    </dgm:pt>
    <dgm:pt modelId="{A8ECAAA5-3708-4B86-A51A-0E2075C21BC6}">
      <dgm:prSet phldrT="[Text]"/>
      <dgm:spPr/>
      <dgm:t>
        <a:bodyPr/>
        <a:lstStyle/>
        <a:p>
          <a:r>
            <a:rPr lang="en-US" dirty="0">
              <a:latin typeface="Helvetica" panose="020B0604020202020204" pitchFamily="34" charset="0"/>
              <a:cs typeface="Helvetica" panose="020B0604020202020204" pitchFamily="34" charset="0"/>
            </a:rPr>
            <a:t>Individuals and interactions </a:t>
          </a:r>
        </a:p>
      </dgm:t>
    </dgm:pt>
    <dgm:pt modelId="{C80531F9-926A-45A0-86B9-C562E9898F85}" type="parTrans" cxnId="{1B298CE2-1571-4CB3-99A5-34F6BB436EB1}">
      <dgm:prSet/>
      <dgm:spPr/>
      <dgm:t>
        <a:bodyPr/>
        <a:lstStyle/>
        <a:p>
          <a:endParaRPr lang="en-US"/>
        </a:p>
      </dgm:t>
    </dgm:pt>
    <dgm:pt modelId="{633179D8-9D72-4F6F-9D2A-72D3F79C343F}" type="sibTrans" cxnId="{1B298CE2-1571-4CB3-99A5-34F6BB436EB1}">
      <dgm:prSet/>
      <dgm:spPr/>
      <dgm:t>
        <a:bodyPr/>
        <a:lstStyle/>
        <a:p>
          <a:endParaRPr lang="en-US"/>
        </a:p>
      </dgm:t>
    </dgm:pt>
    <dgm:pt modelId="{57EC95BF-BE4D-4D82-9F1C-DD3181FF3B81}">
      <dgm:prSet phldrT="[Text]"/>
      <dgm:spPr/>
      <dgm:t>
        <a:bodyPr/>
        <a:lstStyle/>
        <a:p>
          <a:r>
            <a:rPr lang="en-US" dirty="0">
              <a:latin typeface="Helvetica" panose="020B0604020202020204" pitchFamily="34" charset="0"/>
              <a:cs typeface="Helvetica" panose="020B0604020202020204" pitchFamily="34" charset="0"/>
            </a:rPr>
            <a:t>Processes and tools</a:t>
          </a:r>
        </a:p>
      </dgm:t>
    </dgm:pt>
    <dgm:pt modelId="{7519D815-B38C-4B92-87C2-FC6B27401476}" type="parTrans" cxnId="{C258A3E7-DB95-4E79-BC27-2E10503FDEA5}">
      <dgm:prSet/>
      <dgm:spPr/>
      <dgm:t>
        <a:bodyPr/>
        <a:lstStyle/>
        <a:p>
          <a:endParaRPr lang="en-US"/>
        </a:p>
      </dgm:t>
    </dgm:pt>
    <dgm:pt modelId="{D4397162-E666-40F0-A106-AD322556D601}" type="sibTrans" cxnId="{C258A3E7-DB95-4E79-BC27-2E10503FDEA5}">
      <dgm:prSet/>
      <dgm:spPr/>
      <dgm:t>
        <a:bodyPr/>
        <a:lstStyle/>
        <a:p>
          <a:endParaRPr lang="en-US"/>
        </a:p>
      </dgm:t>
    </dgm:pt>
    <dgm:pt modelId="{6D8323DB-FA5D-48C2-949D-8E628727DD1D}" type="pres">
      <dgm:prSet presAssocID="{E3E8598D-8784-4F3B-BFAA-75A5E2195BB9}" presName="compositeShape" presStyleCnt="0">
        <dgm:presLayoutVars>
          <dgm:chMax val="2"/>
          <dgm:dir/>
          <dgm:resizeHandles val="exact"/>
        </dgm:presLayoutVars>
      </dgm:prSet>
      <dgm:spPr/>
    </dgm:pt>
    <dgm:pt modelId="{1EFE9E84-6F4F-4319-98D2-AA2C126CFC9B}" type="pres">
      <dgm:prSet presAssocID="{E3E8598D-8784-4F3B-BFAA-75A5E2195BB9}" presName="ribbon" presStyleLbl="node1" presStyleIdx="0" presStyleCnt="1"/>
      <dgm:spPr/>
    </dgm:pt>
    <dgm:pt modelId="{2FCD2180-AE92-42BC-8820-D185DC589BB6}" type="pres">
      <dgm:prSet presAssocID="{E3E8598D-8784-4F3B-BFAA-75A5E2195BB9}" presName="leftArrowText" presStyleLbl="node1" presStyleIdx="0" presStyleCnt="1">
        <dgm:presLayoutVars>
          <dgm:chMax val="0"/>
          <dgm:bulletEnabled val="1"/>
        </dgm:presLayoutVars>
      </dgm:prSet>
      <dgm:spPr/>
    </dgm:pt>
    <dgm:pt modelId="{F02693A4-48A6-4BA2-B45D-E5AFC7C7B818}" type="pres">
      <dgm:prSet presAssocID="{E3E8598D-8784-4F3B-BFAA-75A5E2195BB9}" presName="rightArrowText" presStyleLbl="node1" presStyleIdx="0" presStyleCnt="1">
        <dgm:presLayoutVars>
          <dgm:chMax val="0"/>
          <dgm:bulletEnabled val="1"/>
        </dgm:presLayoutVars>
      </dgm:prSet>
      <dgm:spPr/>
    </dgm:pt>
  </dgm:ptLst>
  <dgm:cxnLst>
    <dgm:cxn modelId="{1B298CE2-1571-4CB3-99A5-34F6BB436EB1}" srcId="{E3E8598D-8784-4F3B-BFAA-75A5E2195BB9}" destId="{A8ECAAA5-3708-4B86-A51A-0E2075C21BC6}" srcOrd="0" destOrd="0" parTransId="{C80531F9-926A-45A0-86B9-C562E9898F85}" sibTransId="{633179D8-9D72-4F6F-9D2A-72D3F79C343F}"/>
    <dgm:cxn modelId="{C258A3E7-DB95-4E79-BC27-2E10503FDEA5}" srcId="{E3E8598D-8784-4F3B-BFAA-75A5E2195BB9}" destId="{57EC95BF-BE4D-4D82-9F1C-DD3181FF3B81}" srcOrd="1" destOrd="0" parTransId="{7519D815-B38C-4B92-87C2-FC6B27401476}" sibTransId="{D4397162-E666-40F0-A106-AD322556D601}"/>
    <dgm:cxn modelId="{FFE221E8-83E1-42A0-A5B5-C409C70EC356}" type="presOf" srcId="{A8ECAAA5-3708-4B86-A51A-0E2075C21BC6}" destId="{2FCD2180-AE92-42BC-8820-D185DC589BB6}" srcOrd="0" destOrd="0" presId="urn:microsoft.com/office/officeart/2005/8/layout/arrow6"/>
    <dgm:cxn modelId="{C6B4CCEC-714A-45D9-8AFF-FD036DFFAE53}" type="presOf" srcId="{E3E8598D-8784-4F3B-BFAA-75A5E2195BB9}" destId="{6D8323DB-FA5D-48C2-949D-8E628727DD1D}" srcOrd="0" destOrd="0" presId="urn:microsoft.com/office/officeart/2005/8/layout/arrow6"/>
    <dgm:cxn modelId="{2F0435F0-3D42-42C2-B8E6-36DC1AEFC8B4}" type="presOf" srcId="{57EC95BF-BE4D-4D82-9F1C-DD3181FF3B81}" destId="{F02693A4-48A6-4BA2-B45D-E5AFC7C7B818}" srcOrd="0" destOrd="0" presId="urn:microsoft.com/office/officeart/2005/8/layout/arrow6"/>
    <dgm:cxn modelId="{FDE6E398-444D-424C-A0D9-03E1798A53E0}" type="presParOf" srcId="{6D8323DB-FA5D-48C2-949D-8E628727DD1D}" destId="{1EFE9E84-6F4F-4319-98D2-AA2C126CFC9B}" srcOrd="0" destOrd="0" presId="urn:microsoft.com/office/officeart/2005/8/layout/arrow6"/>
    <dgm:cxn modelId="{2325239D-4635-49A4-B0D7-2A9EC373B75E}" type="presParOf" srcId="{6D8323DB-FA5D-48C2-949D-8E628727DD1D}" destId="{2FCD2180-AE92-42BC-8820-D185DC589BB6}" srcOrd="1" destOrd="0" presId="urn:microsoft.com/office/officeart/2005/8/layout/arrow6"/>
    <dgm:cxn modelId="{8554F4BC-F19C-4A27-ABE0-A37AB42295A6}" type="presParOf" srcId="{6D8323DB-FA5D-48C2-949D-8E628727DD1D}" destId="{F02693A4-48A6-4BA2-B45D-E5AFC7C7B818}" srcOrd="2" destOrd="0" presId="urn:microsoft.com/office/officeart/2005/8/layout/arrow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3E8598D-8784-4F3B-BFAA-75A5E2195BB9}"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US"/>
        </a:p>
      </dgm:t>
    </dgm:pt>
    <dgm:pt modelId="{A8ECAAA5-3708-4B86-A51A-0E2075C21BC6}">
      <dgm:prSet phldrT="[Text]"/>
      <dgm:spPr/>
      <dgm:t>
        <a:bodyPr/>
        <a:lstStyle/>
        <a:p>
          <a:r>
            <a:rPr lang="en-US" dirty="0">
              <a:latin typeface="Helvetica" panose="020B0604020202020204" pitchFamily="34" charset="0"/>
              <a:cs typeface="Helvetica" panose="020B0604020202020204" pitchFamily="34" charset="0"/>
            </a:rPr>
            <a:t>Working software </a:t>
          </a:r>
        </a:p>
      </dgm:t>
    </dgm:pt>
    <dgm:pt modelId="{C80531F9-926A-45A0-86B9-C562E9898F85}" type="parTrans" cxnId="{1B298CE2-1571-4CB3-99A5-34F6BB436EB1}">
      <dgm:prSet/>
      <dgm:spPr/>
      <dgm:t>
        <a:bodyPr/>
        <a:lstStyle/>
        <a:p>
          <a:endParaRPr lang="en-US"/>
        </a:p>
      </dgm:t>
    </dgm:pt>
    <dgm:pt modelId="{633179D8-9D72-4F6F-9D2A-72D3F79C343F}" type="sibTrans" cxnId="{1B298CE2-1571-4CB3-99A5-34F6BB436EB1}">
      <dgm:prSet/>
      <dgm:spPr/>
      <dgm:t>
        <a:bodyPr/>
        <a:lstStyle/>
        <a:p>
          <a:endParaRPr lang="en-US"/>
        </a:p>
      </dgm:t>
    </dgm:pt>
    <dgm:pt modelId="{57EC95BF-BE4D-4D82-9F1C-DD3181FF3B81}">
      <dgm:prSet phldrT="[Text]"/>
      <dgm:spPr/>
      <dgm:t>
        <a:bodyPr/>
        <a:lstStyle/>
        <a:p>
          <a:r>
            <a:rPr lang="en-US" dirty="0">
              <a:latin typeface="Helvetica" panose="020B0604020202020204" pitchFamily="34" charset="0"/>
              <a:cs typeface="Helvetica" panose="020B0604020202020204" pitchFamily="34" charset="0"/>
            </a:rPr>
            <a:t>Comprehensive documentation</a:t>
          </a:r>
        </a:p>
      </dgm:t>
    </dgm:pt>
    <dgm:pt modelId="{7519D815-B38C-4B92-87C2-FC6B27401476}" type="parTrans" cxnId="{C258A3E7-DB95-4E79-BC27-2E10503FDEA5}">
      <dgm:prSet/>
      <dgm:spPr/>
      <dgm:t>
        <a:bodyPr/>
        <a:lstStyle/>
        <a:p>
          <a:endParaRPr lang="en-US"/>
        </a:p>
      </dgm:t>
    </dgm:pt>
    <dgm:pt modelId="{D4397162-E666-40F0-A106-AD322556D601}" type="sibTrans" cxnId="{C258A3E7-DB95-4E79-BC27-2E10503FDEA5}">
      <dgm:prSet/>
      <dgm:spPr/>
      <dgm:t>
        <a:bodyPr/>
        <a:lstStyle/>
        <a:p>
          <a:endParaRPr lang="en-US"/>
        </a:p>
      </dgm:t>
    </dgm:pt>
    <dgm:pt modelId="{6D8323DB-FA5D-48C2-949D-8E628727DD1D}" type="pres">
      <dgm:prSet presAssocID="{E3E8598D-8784-4F3B-BFAA-75A5E2195BB9}" presName="compositeShape" presStyleCnt="0">
        <dgm:presLayoutVars>
          <dgm:chMax val="2"/>
          <dgm:dir/>
          <dgm:resizeHandles val="exact"/>
        </dgm:presLayoutVars>
      </dgm:prSet>
      <dgm:spPr/>
    </dgm:pt>
    <dgm:pt modelId="{1EFE9E84-6F4F-4319-98D2-AA2C126CFC9B}" type="pres">
      <dgm:prSet presAssocID="{E3E8598D-8784-4F3B-BFAA-75A5E2195BB9}" presName="ribbon" presStyleLbl="node1" presStyleIdx="0" presStyleCnt="1"/>
      <dgm:spPr/>
    </dgm:pt>
    <dgm:pt modelId="{2FCD2180-AE92-42BC-8820-D185DC589BB6}" type="pres">
      <dgm:prSet presAssocID="{E3E8598D-8784-4F3B-BFAA-75A5E2195BB9}" presName="leftArrowText" presStyleLbl="node1" presStyleIdx="0" presStyleCnt="1">
        <dgm:presLayoutVars>
          <dgm:chMax val="0"/>
          <dgm:bulletEnabled val="1"/>
        </dgm:presLayoutVars>
      </dgm:prSet>
      <dgm:spPr/>
    </dgm:pt>
    <dgm:pt modelId="{F02693A4-48A6-4BA2-B45D-E5AFC7C7B818}" type="pres">
      <dgm:prSet presAssocID="{E3E8598D-8784-4F3B-BFAA-75A5E2195BB9}" presName="rightArrowText" presStyleLbl="node1" presStyleIdx="0" presStyleCnt="1">
        <dgm:presLayoutVars>
          <dgm:chMax val="0"/>
          <dgm:bulletEnabled val="1"/>
        </dgm:presLayoutVars>
      </dgm:prSet>
      <dgm:spPr/>
    </dgm:pt>
  </dgm:ptLst>
  <dgm:cxnLst>
    <dgm:cxn modelId="{1B298CE2-1571-4CB3-99A5-34F6BB436EB1}" srcId="{E3E8598D-8784-4F3B-BFAA-75A5E2195BB9}" destId="{A8ECAAA5-3708-4B86-A51A-0E2075C21BC6}" srcOrd="0" destOrd="0" parTransId="{C80531F9-926A-45A0-86B9-C562E9898F85}" sibTransId="{633179D8-9D72-4F6F-9D2A-72D3F79C343F}"/>
    <dgm:cxn modelId="{C258A3E7-DB95-4E79-BC27-2E10503FDEA5}" srcId="{E3E8598D-8784-4F3B-BFAA-75A5E2195BB9}" destId="{57EC95BF-BE4D-4D82-9F1C-DD3181FF3B81}" srcOrd="1" destOrd="0" parTransId="{7519D815-B38C-4B92-87C2-FC6B27401476}" sibTransId="{D4397162-E666-40F0-A106-AD322556D601}"/>
    <dgm:cxn modelId="{FFE221E8-83E1-42A0-A5B5-C409C70EC356}" type="presOf" srcId="{A8ECAAA5-3708-4B86-A51A-0E2075C21BC6}" destId="{2FCD2180-AE92-42BC-8820-D185DC589BB6}" srcOrd="0" destOrd="0" presId="urn:microsoft.com/office/officeart/2005/8/layout/arrow6"/>
    <dgm:cxn modelId="{C6B4CCEC-714A-45D9-8AFF-FD036DFFAE53}" type="presOf" srcId="{E3E8598D-8784-4F3B-BFAA-75A5E2195BB9}" destId="{6D8323DB-FA5D-48C2-949D-8E628727DD1D}" srcOrd="0" destOrd="0" presId="urn:microsoft.com/office/officeart/2005/8/layout/arrow6"/>
    <dgm:cxn modelId="{2F0435F0-3D42-42C2-B8E6-36DC1AEFC8B4}" type="presOf" srcId="{57EC95BF-BE4D-4D82-9F1C-DD3181FF3B81}" destId="{F02693A4-48A6-4BA2-B45D-E5AFC7C7B818}" srcOrd="0" destOrd="0" presId="urn:microsoft.com/office/officeart/2005/8/layout/arrow6"/>
    <dgm:cxn modelId="{FDE6E398-444D-424C-A0D9-03E1798A53E0}" type="presParOf" srcId="{6D8323DB-FA5D-48C2-949D-8E628727DD1D}" destId="{1EFE9E84-6F4F-4319-98D2-AA2C126CFC9B}" srcOrd="0" destOrd="0" presId="urn:microsoft.com/office/officeart/2005/8/layout/arrow6"/>
    <dgm:cxn modelId="{2325239D-4635-49A4-B0D7-2A9EC373B75E}" type="presParOf" srcId="{6D8323DB-FA5D-48C2-949D-8E628727DD1D}" destId="{2FCD2180-AE92-42BC-8820-D185DC589BB6}" srcOrd="1" destOrd="0" presId="urn:microsoft.com/office/officeart/2005/8/layout/arrow6"/>
    <dgm:cxn modelId="{8554F4BC-F19C-4A27-ABE0-A37AB42295A6}" type="presParOf" srcId="{6D8323DB-FA5D-48C2-949D-8E628727DD1D}" destId="{F02693A4-48A6-4BA2-B45D-E5AFC7C7B818}" srcOrd="2" destOrd="0" presId="urn:microsoft.com/office/officeart/2005/8/layout/arrow6"/>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3E8598D-8784-4F3B-BFAA-75A5E2195BB9}"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US"/>
        </a:p>
      </dgm:t>
    </dgm:pt>
    <dgm:pt modelId="{A8ECAAA5-3708-4B86-A51A-0E2075C21BC6}">
      <dgm:prSet phldrT="[Text]"/>
      <dgm:spPr/>
      <dgm:t>
        <a:bodyPr/>
        <a:lstStyle/>
        <a:p>
          <a:r>
            <a:rPr lang="en-US" dirty="0">
              <a:latin typeface="Helvetica" panose="020B0604020202020204" pitchFamily="34" charset="0"/>
              <a:cs typeface="Helvetica" panose="020B0604020202020204" pitchFamily="34" charset="0"/>
            </a:rPr>
            <a:t>Customer Collaboration </a:t>
          </a:r>
        </a:p>
      </dgm:t>
    </dgm:pt>
    <dgm:pt modelId="{C80531F9-926A-45A0-86B9-C562E9898F85}" type="parTrans" cxnId="{1B298CE2-1571-4CB3-99A5-34F6BB436EB1}">
      <dgm:prSet/>
      <dgm:spPr/>
      <dgm:t>
        <a:bodyPr/>
        <a:lstStyle/>
        <a:p>
          <a:endParaRPr lang="en-US"/>
        </a:p>
      </dgm:t>
    </dgm:pt>
    <dgm:pt modelId="{633179D8-9D72-4F6F-9D2A-72D3F79C343F}" type="sibTrans" cxnId="{1B298CE2-1571-4CB3-99A5-34F6BB436EB1}">
      <dgm:prSet/>
      <dgm:spPr/>
      <dgm:t>
        <a:bodyPr/>
        <a:lstStyle/>
        <a:p>
          <a:endParaRPr lang="en-US"/>
        </a:p>
      </dgm:t>
    </dgm:pt>
    <dgm:pt modelId="{57EC95BF-BE4D-4D82-9F1C-DD3181FF3B81}">
      <dgm:prSet phldrT="[Text]"/>
      <dgm:spPr/>
      <dgm:t>
        <a:bodyPr/>
        <a:lstStyle/>
        <a:p>
          <a:r>
            <a:rPr lang="en-US" dirty="0">
              <a:latin typeface="Helvetica" panose="020B0604020202020204" pitchFamily="34" charset="0"/>
              <a:cs typeface="Helvetica" panose="020B0604020202020204" pitchFamily="34" charset="0"/>
            </a:rPr>
            <a:t>Contract negotiation</a:t>
          </a:r>
        </a:p>
      </dgm:t>
    </dgm:pt>
    <dgm:pt modelId="{7519D815-B38C-4B92-87C2-FC6B27401476}" type="parTrans" cxnId="{C258A3E7-DB95-4E79-BC27-2E10503FDEA5}">
      <dgm:prSet/>
      <dgm:spPr/>
      <dgm:t>
        <a:bodyPr/>
        <a:lstStyle/>
        <a:p>
          <a:endParaRPr lang="en-US"/>
        </a:p>
      </dgm:t>
    </dgm:pt>
    <dgm:pt modelId="{D4397162-E666-40F0-A106-AD322556D601}" type="sibTrans" cxnId="{C258A3E7-DB95-4E79-BC27-2E10503FDEA5}">
      <dgm:prSet/>
      <dgm:spPr/>
      <dgm:t>
        <a:bodyPr/>
        <a:lstStyle/>
        <a:p>
          <a:endParaRPr lang="en-US"/>
        </a:p>
      </dgm:t>
    </dgm:pt>
    <dgm:pt modelId="{6D8323DB-FA5D-48C2-949D-8E628727DD1D}" type="pres">
      <dgm:prSet presAssocID="{E3E8598D-8784-4F3B-BFAA-75A5E2195BB9}" presName="compositeShape" presStyleCnt="0">
        <dgm:presLayoutVars>
          <dgm:chMax val="2"/>
          <dgm:dir/>
          <dgm:resizeHandles val="exact"/>
        </dgm:presLayoutVars>
      </dgm:prSet>
      <dgm:spPr/>
    </dgm:pt>
    <dgm:pt modelId="{1EFE9E84-6F4F-4319-98D2-AA2C126CFC9B}" type="pres">
      <dgm:prSet presAssocID="{E3E8598D-8784-4F3B-BFAA-75A5E2195BB9}" presName="ribbon" presStyleLbl="node1" presStyleIdx="0" presStyleCnt="1"/>
      <dgm:spPr/>
    </dgm:pt>
    <dgm:pt modelId="{2FCD2180-AE92-42BC-8820-D185DC589BB6}" type="pres">
      <dgm:prSet presAssocID="{E3E8598D-8784-4F3B-BFAA-75A5E2195BB9}" presName="leftArrowText" presStyleLbl="node1" presStyleIdx="0" presStyleCnt="1">
        <dgm:presLayoutVars>
          <dgm:chMax val="0"/>
          <dgm:bulletEnabled val="1"/>
        </dgm:presLayoutVars>
      </dgm:prSet>
      <dgm:spPr/>
    </dgm:pt>
    <dgm:pt modelId="{F02693A4-48A6-4BA2-B45D-E5AFC7C7B818}" type="pres">
      <dgm:prSet presAssocID="{E3E8598D-8784-4F3B-BFAA-75A5E2195BB9}" presName="rightArrowText" presStyleLbl="node1" presStyleIdx="0" presStyleCnt="1">
        <dgm:presLayoutVars>
          <dgm:chMax val="0"/>
          <dgm:bulletEnabled val="1"/>
        </dgm:presLayoutVars>
      </dgm:prSet>
      <dgm:spPr/>
    </dgm:pt>
  </dgm:ptLst>
  <dgm:cxnLst>
    <dgm:cxn modelId="{1B298CE2-1571-4CB3-99A5-34F6BB436EB1}" srcId="{E3E8598D-8784-4F3B-BFAA-75A5E2195BB9}" destId="{A8ECAAA5-3708-4B86-A51A-0E2075C21BC6}" srcOrd="0" destOrd="0" parTransId="{C80531F9-926A-45A0-86B9-C562E9898F85}" sibTransId="{633179D8-9D72-4F6F-9D2A-72D3F79C343F}"/>
    <dgm:cxn modelId="{C258A3E7-DB95-4E79-BC27-2E10503FDEA5}" srcId="{E3E8598D-8784-4F3B-BFAA-75A5E2195BB9}" destId="{57EC95BF-BE4D-4D82-9F1C-DD3181FF3B81}" srcOrd="1" destOrd="0" parTransId="{7519D815-B38C-4B92-87C2-FC6B27401476}" sibTransId="{D4397162-E666-40F0-A106-AD322556D601}"/>
    <dgm:cxn modelId="{FFE221E8-83E1-42A0-A5B5-C409C70EC356}" type="presOf" srcId="{A8ECAAA5-3708-4B86-A51A-0E2075C21BC6}" destId="{2FCD2180-AE92-42BC-8820-D185DC589BB6}" srcOrd="0" destOrd="0" presId="urn:microsoft.com/office/officeart/2005/8/layout/arrow6"/>
    <dgm:cxn modelId="{C6B4CCEC-714A-45D9-8AFF-FD036DFFAE53}" type="presOf" srcId="{E3E8598D-8784-4F3B-BFAA-75A5E2195BB9}" destId="{6D8323DB-FA5D-48C2-949D-8E628727DD1D}" srcOrd="0" destOrd="0" presId="urn:microsoft.com/office/officeart/2005/8/layout/arrow6"/>
    <dgm:cxn modelId="{2F0435F0-3D42-42C2-B8E6-36DC1AEFC8B4}" type="presOf" srcId="{57EC95BF-BE4D-4D82-9F1C-DD3181FF3B81}" destId="{F02693A4-48A6-4BA2-B45D-E5AFC7C7B818}" srcOrd="0" destOrd="0" presId="urn:microsoft.com/office/officeart/2005/8/layout/arrow6"/>
    <dgm:cxn modelId="{FDE6E398-444D-424C-A0D9-03E1798A53E0}" type="presParOf" srcId="{6D8323DB-FA5D-48C2-949D-8E628727DD1D}" destId="{1EFE9E84-6F4F-4319-98D2-AA2C126CFC9B}" srcOrd="0" destOrd="0" presId="urn:microsoft.com/office/officeart/2005/8/layout/arrow6"/>
    <dgm:cxn modelId="{2325239D-4635-49A4-B0D7-2A9EC373B75E}" type="presParOf" srcId="{6D8323DB-FA5D-48C2-949D-8E628727DD1D}" destId="{2FCD2180-AE92-42BC-8820-D185DC589BB6}" srcOrd="1" destOrd="0" presId="urn:microsoft.com/office/officeart/2005/8/layout/arrow6"/>
    <dgm:cxn modelId="{8554F4BC-F19C-4A27-ABE0-A37AB42295A6}" type="presParOf" srcId="{6D8323DB-FA5D-48C2-949D-8E628727DD1D}" destId="{F02693A4-48A6-4BA2-B45D-E5AFC7C7B818}" srcOrd="2" destOrd="0" presId="urn:microsoft.com/office/officeart/2005/8/layout/arrow6"/>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3E8598D-8784-4F3B-BFAA-75A5E2195BB9}"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US"/>
        </a:p>
      </dgm:t>
    </dgm:pt>
    <dgm:pt modelId="{A8ECAAA5-3708-4B86-A51A-0E2075C21BC6}">
      <dgm:prSet phldrT="[Text]"/>
      <dgm:spPr/>
      <dgm:t>
        <a:bodyPr/>
        <a:lstStyle/>
        <a:p>
          <a:r>
            <a:rPr lang="en-US" dirty="0">
              <a:latin typeface="Helvetica" panose="020B0604020202020204" pitchFamily="34" charset="0"/>
              <a:cs typeface="Helvetica" panose="020B0604020202020204" pitchFamily="34" charset="0"/>
            </a:rPr>
            <a:t>Responding to change </a:t>
          </a:r>
        </a:p>
      </dgm:t>
    </dgm:pt>
    <dgm:pt modelId="{C80531F9-926A-45A0-86B9-C562E9898F85}" type="parTrans" cxnId="{1B298CE2-1571-4CB3-99A5-34F6BB436EB1}">
      <dgm:prSet/>
      <dgm:spPr/>
      <dgm:t>
        <a:bodyPr/>
        <a:lstStyle/>
        <a:p>
          <a:endParaRPr lang="en-US"/>
        </a:p>
      </dgm:t>
    </dgm:pt>
    <dgm:pt modelId="{633179D8-9D72-4F6F-9D2A-72D3F79C343F}" type="sibTrans" cxnId="{1B298CE2-1571-4CB3-99A5-34F6BB436EB1}">
      <dgm:prSet/>
      <dgm:spPr/>
      <dgm:t>
        <a:bodyPr/>
        <a:lstStyle/>
        <a:p>
          <a:endParaRPr lang="en-US"/>
        </a:p>
      </dgm:t>
    </dgm:pt>
    <dgm:pt modelId="{57EC95BF-BE4D-4D82-9F1C-DD3181FF3B81}">
      <dgm:prSet phldrT="[Text]"/>
      <dgm:spPr/>
      <dgm:t>
        <a:bodyPr/>
        <a:lstStyle/>
        <a:p>
          <a:r>
            <a:rPr lang="en-US" dirty="0">
              <a:latin typeface="Helvetica" panose="020B0604020202020204" pitchFamily="34" charset="0"/>
              <a:cs typeface="Helvetica" panose="020B0604020202020204" pitchFamily="34" charset="0"/>
            </a:rPr>
            <a:t>Following a plan</a:t>
          </a:r>
        </a:p>
      </dgm:t>
    </dgm:pt>
    <dgm:pt modelId="{7519D815-B38C-4B92-87C2-FC6B27401476}" type="parTrans" cxnId="{C258A3E7-DB95-4E79-BC27-2E10503FDEA5}">
      <dgm:prSet/>
      <dgm:spPr/>
      <dgm:t>
        <a:bodyPr/>
        <a:lstStyle/>
        <a:p>
          <a:endParaRPr lang="en-US"/>
        </a:p>
      </dgm:t>
    </dgm:pt>
    <dgm:pt modelId="{D4397162-E666-40F0-A106-AD322556D601}" type="sibTrans" cxnId="{C258A3E7-DB95-4E79-BC27-2E10503FDEA5}">
      <dgm:prSet/>
      <dgm:spPr/>
      <dgm:t>
        <a:bodyPr/>
        <a:lstStyle/>
        <a:p>
          <a:endParaRPr lang="en-US"/>
        </a:p>
      </dgm:t>
    </dgm:pt>
    <dgm:pt modelId="{6D8323DB-FA5D-48C2-949D-8E628727DD1D}" type="pres">
      <dgm:prSet presAssocID="{E3E8598D-8784-4F3B-BFAA-75A5E2195BB9}" presName="compositeShape" presStyleCnt="0">
        <dgm:presLayoutVars>
          <dgm:chMax val="2"/>
          <dgm:dir/>
          <dgm:resizeHandles val="exact"/>
        </dgm:presLayoutVars>
      </dgm:prSet>
      <dgm:spPr/>
    </dgm:pt>
    <dgm:pt modelId="{1EFE9E84-6F4F-4319-98D2-AA2C126CFC9B}" type="pres">
      <dgm:prSet presAssocID="{E3E8598D-8784-4F3B-BFAA-75A5E2195BB9}" presName="ribbon" presStyleLbl="node1" presStyleIdx="0" presStyleCnt="1"/>
      <dgm:spPr/>
    </dgm:pt>
    <dgm:pt modelId="{2FCD2180-AE92-42BC-8820-D185DC589BB6}" type="pres">
      <dgm:prSet presAssocID="{E3E8598D-8784-4F3B-BFAA-75A5E2195BB9}" presName="leftArrowText" presStyleLbl="node1" presStyleIdx="0" presStyleCnt="1">
        <dgm:presLayoutVars>
          <dgm:chMax val="0"/>
          <dgm:bulletEnabled val="1"/>
        </dgm:presLayoutVars>
      </dgm:prSet>
      <dgm:spPr/>
    </dgm:pt>
    <dgm:pt modelId="{F02693A4-48A6-4BA2-B45D-E5AFC7C7B818}" type="pres">
      <dgm:prSet presAssocID="{E3E8598D-8784-4F3B-BFAA-75A5E2195BB9}" presName="rightArrowText" presStyleLbl="node1" presStyleIdx="0" presStyleCnt="1">
        <dgm:presLayoutVars>
          <dgm:chMax val="0"/>
          <dgm:bulletEnabled val="1"/>
        </dgm:presLayoutVars>
      </dgm:prSet>
      <dgm:spPr/>
    </dgm:pt>
  </dgm:ptLst>
  <dgm:cxnLst>
    <dgm:cxn modelId="{1B298CE2-1571-4CB3-99A5-34F6BB436EB1}" srcId="{E3E8598D-8784-4F3B-BFAA-75A5E2195BB9}" destId="{A8ECAAA5-3708-4B86-A51A-0E2075C21BC6}" srcOrd="0" destOrd="0" parTransId="{C80531F9-926A-45A0-86B9-C562E9898F85}" sibTransId="{633179D8-9D72-4F6F-9D2A-72D3F79C343F}"/>
    <dgm:cxn modelId="{C258A3E7-DB95-4E79-BC27-2E10503FDEA5}" srcId="{E3E8598D-8784-4F3B-BFAA-75A5E2195BB9}" destId="{57EC95BF-BE4D-4D82-9F1C-DD3181FF3B81}" srcOrd="1" destOrd="0" parTransId="{7519D815-B38C-4B92-87C2-FC6B27401476}" sibTransId="{D4397162-E666-40F0-A106-AD322556D601}"/>
    <dgm:cxn modelId="{FFE221E8-83E1-42A0-A5B5-C409C70EC356}" type="presOf" srcId="{A8ECAAA5-3708-4B86-A51A-0E2075C21BC6}" destId="{2FCD2180-AE92-42BC-8820-D185DC589BB6}" srcOrd="0" destOrd="0" presId="urn:microsoft.com/office/officeart/2005/8/layout/arrow6"/>
    <dgm:cxn modelId="{C6B4CCEC-714A-45D9-8AFF-FD036DFFAE53}" type="presOf" srcId="{E3E8598D-8784-4F3B-BFAA-75A5E2195BB9}" destId="{6D8323DB-FA5D-48C2-949D-8E628727DD1D}" srcOrd="0" destOrd="0" presId="urn:microsoft.com/office/officeart/2005/8/layout/arrow6"/>
    <dgm:cxn modelId="{2F0435F0-3D42-42C2-B8E6-36DC1AEFC8B4}" type="presOf" srcId="{57EC95BF-BE4D-4D82-9F1C-DD3181FF3B81}" destId="{F02693A4-48A6-4BA2-B45D-E5AFC7C7B818}" srcOrd="0" destOrd="0" presId="urn:microsoft.com/office/officeart/2005/8/layout/arrow6"/>
    <dgm:cxn modelId="{FDE6E398-444D-424C-A0D9-03E1798A53E0}" type="presParOf" srcId="{6D8323DB-FA5D-48C2-949D-8E628727DD1D}" destId="{1EFE9E84-6F4F-4319-98D2-AA2C126CFC9B}" srcOrd="0" destOrd="0" presId="urn:microsoft.com/office/officeart/2005/8/layout/arrow6"/>
    <dgm:cxn modelId="{2325239D-4635-49A4-B0D7-2A9EC373B75E}" type="presParOf" srcId="{6D8323DB-FA5D-48C2-949D-8E628727DD1D}" destId="{2FCD2180-AE92-42BC-8820-D185DC589BB6}" srcOrd="1" destOrd="0" presId="urn:microsoft.com/office/officeart/2005/8/layout/arrow6"/>
    <dgm:cxn modelId="{8554F4BC-F19C-4A27-ABE0-A37AB42295A6}" type="presParOf" srcId="{6D8323DB-FA5D-48C2-949D-8E628727DD1D}" destId="{F02693A4-48A6-4BA2-B45D-E5AFC7C7B818}" srcOrd="2" destOrd="0" presId="urn:microsoft.com/office/officeart/2005/8/layout/arrow6"/>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F61C378-B584-4E0B-A31C-27A90DDA0AE9}"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en-US"/>
        </a:p>
      </dgm:t>
    </dgm:pt>
    <dgm:pt modelId="{7ECE3F0E-61C2-4FEC-B741-42D245631AB8}">
      <dgm:prSet phldrT="[Text]"/>
      <dgm:spPr/>
      <dgm:t>
        <a:bodyPr/>
        <a:lstStyle/>
        <a:p>
          <a:r>
            <a:rPr lang="en-US" dirty="0"/>
            <a:t>Service Strategy</a:t>
          </a:r>
        </a:p>
      </dgm:t>
    </dgm:pt>
    <dgm:pt modelId="{7583FE73-C3C5-449E-8778-7DA59AA79764}" type="parTrans" cxnId="{E1E2F75A-1155-40B7-B8C2-5F5D8FD2F7C0}">
      <dgm:prSet/>
      <dgm:spPr/>
      <dgm:t>
        <a:bodyPr/>
        <a:lstStyle/>
        <a:p>
          <a:endParaRPr lang="en-US"/>
        </a:p>
      </dgm:t>
    </dgm:pt>
    <dgm:pt modelId="{D693B57F-C33C-49B7-B0DD-1183B10A0093}" type="sibTrans" cxnId="{E1E2F75A-1155-40B7-B8C2-5F5D8FD2F7C0}">
      <dgm:prSet/>
      <dgm:spPr/>
      <dgm:t>
        <a:bodyPr/>
        <a:lstStyle/>
        <a:p>
          <a:endParaRPr lang="en-US"/>
        </a:p>
      </dgm:t>
    </dgm:pt>
    <dgm:pt modelId="{E5596AA3-FAF7-47C3-96A5-4D8CCE1A4162}">
      <dgm:prSet phldrT="[Text]"/>
      <dgm:spPr/>
      <dgm:t>
        <a:bodyPr/>
        <a:lstStyle/>
        <a:p>
          <a:r>
            <a:rPr lang="en-US" dirty="0"/>
            <a:t>Demand Management</a:t>
          </a:r>
        </a:p>
      </dgm:t>
    </dgm:pt>
    <dgm:pt modelId="{296C50D5-E3AB-4058-BF8F-EFE16DD59B0C}" type="parTrans" cxnId="{218569F7-EBF2-4FB0-9EF7-BD3A37550B4A}">
      <dgm:prSet/>
      <dgm:spPr/>
      <dgm:t>
        <a:bodyPr/>
        <a:lstStyle/>
        <a:p>
          <a:endParaRPr lang="en-US"/>
        </a:p>
      </dgm:t>
    </dgm:pt>
    <dgm:pt modelId="{3B95992D-0638-4EBD-80FE-380B591C1973}" type="sibTrans" cxnId="{218569F7-EBF2-4FB0-9EF7-BD3A37550B4A}">
      <dgm:prSet/>
      <dgm:spPr/>
      <dgm:t>
        <a:bodyPr/>
        <a:lstStyle/>
        <a:p>
          <a:endParaRPr lang="en-US"/>
        </a:p>
      </dgm:t>
    </dgm:pt>
    <dgm:pt modelId="{AD6EAE33-C5EA-4318-ACDA-BE59C6932059}">
      <dgm:prSet phldrT="[Text]"/>
      <dgm:spPr/>
      <dgm:t>
        <a:bodyPr/>
        <a:lstStyle/>
        <a:p>
          <a:r>
            <a:rPr lang="en-US" dirty="0"/>
            <a:t>Business Relationship management</a:t>
          </a:r>
        </a:p>
      </dgm:t>
    </dgm:pt>
    <dgm:pt modelId="{62C9B17A-F09F-48A6-AEA5-2CAB46D78057}" type="parTrans" cxnId="{62E01C45-B38B-416E-BC6E-226708DD30F2}">
      <dgm:prSet/>
      <dgm:spPr/>
      <dgm:t>
        <a:bodyPr/>
        <a:lstStyle/>
        <a:p>
          <a:endParaRPr lang="en-US"/>
        </a:p>
      </dgm:t>
    </dgm:pt>
    <dgm:pt modelId="{AABB332E-6F03-47A1-8A73-1295E270A6A3}" type="sibTrans" cxnId="{62E01C45-B38B-416E-BC6E-226708DD30F2}">
      <dgm:prSet/>
      <dgm:spPr/>
      <dgm:t>
        <a:bodyPr/>
        <a:lstStyle/>
        <a:p>
          <a:endParaRPr lang="en-US"/>
        </a:p>
      </dgm:t>
    </dgm:pt>
    <dgm:pt modelId="{0E55C588-26EB-4BCB-984B-4529636E2527}">
      <dgm:prSet phldrT="[Text]"/>
      <dgm:spPr/>
      <dgm:t>
        <a:bodyPr/>
        <a:lstStyle/>
        <a:p>
          <a:r>
            <a:rPr lang="en-US" dirty="0"/>
            <a:t>Service Design</a:t>
          </a:r>
        </a:p>
      </dgm:t>
    </dgm:pt>
    <dgm:pt modelId="{4D6D9412-4572-4473-BCCC-9B66B97F65F5}" type="parTrans" cxnId="{4BBAEB4E-7B1E-44BA-BADF-97A587846B1E}">
      <dgm:prSet/>
      <dgm:spPr/>
      <dgm:t>
        <a:bodyPr/>
        <a:lstStyle/>
        <a:p>
          <a:endParaRPr lang="en-US"/>
        </a:p>
      </dgm:t>
    </dgm:pt>
    <dgm:pt modelId="{642D2E43-6E57-4072-A586-4A198C94B116}" type="sibTrans" cxnId="{4BBAEB4E-7B1E-44BA-BADF-97A587846B1E}">
      <dgm:prSet/>
      <dgm:spPr/>
      <dgm:t>
        <a:bodyPr/>
        <a:lstStyle/>
        <a:p>
          <a:endParaRPr lang="en-US"/>
        </a:p>
      </dgm:t>
    </dgm:pt>
    <dgm:pt modelId="{6F3B4E50-21C1-4B62-8ABF-2E3E60AB8E25}">
      <dgm:prSet phldrT="[Text]"/>
      <dgm:spPr/>
      <dgm:t>
        <a:bodyPr/>
        <a:lstStyle/>
        <a:p>
          <a:r>
            <a:rPr lang="en-US" dirty="0"/>
            <a:t>Service level Management</a:t>
          </a:r>
        </a:p>
      </dgm:t>
    </dgm:pt>
    <dgm:pt modelId="{31B91B6C-1C25-4BB6-8440-5122A7B1A97F}" type="parTrans" cxnId="{A2CB0344-C19C-426D-8D21-CB5113693C43}">
      <dgm:prSet/>
      <dgm:spPr/>
      <dgm:t>
        <a:bodyPr/>
        <a:lstStyle/>
        <a:p>
          <a:endParaRPr lang="en-US"/>
        </a:p>
      </dgm:t>
    </dgm:pt>
    <dgm:pt modelId="{6CC7B2F0-4783-47A2-A53F-7BBE7054182E}" type="sibTrans" cxnId="{A2CB0344-C19C-426D-8D21-CB5113693C43}">
      <dgm:prSet/>
      <dgm:spPr/>
      <dgm:t>
        <a:bodyPr/>
        <a:lstStyle/>
        <a:p>
          <a:endParaRPr lang="en-US"/>
        </a:p>
      </dgm:t>
    </dgm:pt>
    <dgm:pt modelId="{ECB31C77-46D3-48BD-AB0B-2CD37338C65A}">
      <dgm:prSet phldrT="[Text]"/>
      <dgm:spPr/>
      <dgm:t>
        <a:bodyPr/>
        <a:lstStyle/>
        <a:p>
          <a:r>
            <a:rPr lang="en-US" dirty="0"/>
            <a:t>Continuity Management</a:t>
          </a:r>
        </a:p>
      </dgm:t>
    </dgm:pt>
    <dgm:pt modelId="{EEA9483E-A67B-4B54-BF5E-17548CD20D63}" type="parTrans" cxnId="{8A5AC6BA-1DF2-4B24-B386-331475EC4A01}">
      <dgm:prSet/>
      <dgm:spPr/>
      <dgm:t>
        <a:bodyPr/>
        <a:lstStyle/>
        <a:p>
          <a:endParaRPr lang="en-US"/>
        </a:p>
      </dgm:t>
    </dgm:pt>
    <dgm:pt modelId="{82FB3541-EBCD-4D1F-9888-20B77976BF81}" type="sibTrans" cxnId="{8A5AC6BA-1DF2-4B24-B386-331475EC4A01}">
      <dgm:prSet/>
      <dgm:spPr/>
      <dgm:t>
        <a:bodyPr/>
        <a:lstStyle/>
        <a:p>
          <a:endParaRPr lang="en-US"/>
        </a:p>
      </dgm:t>
    </dgm:pt>
    <dgm:pt modelId="{3788176B-F69A-42B7-9963-0BEFA7F0C1F3}">
      <dgm:prSet/>
      <dgm:spPr/>
      <dgm:t>
        <a:bodyPr/>
        <a:lstStyle/>
        <a:p>
          <a:r>
            <a:rPr lang="en-US" dirty="0"/>
            <a:t>Service portfolio Management</a:t>
          </a:r>
        </a:p>
      </dgm:t>
    </dgm:pt>
    <dgm:pt modelId="{2680B2DF-E80C-4ED9-9E7C-36B0EA4005C5}" type="parTrans" cxnId="{96046105-F4DA-4C0E-9D77-2E49E628FF0B}">
      <dgm:prSet/>
      <dgm:spPr/>
      <dgm:t>
        <a:bodyPr/>
        <a:lstStyle/>
        <a:p>
          <a:endParaRPr lang="en-US"/>
        </a:p>
      </dgm:t>
    </dgm:pt>
    <dgm:pt modelId="{D12C6F5F-D29D-403B-849A-8D406C7B4C8D}" type="sibTrans" cxnId="{96046105-F4DA-4C0E-9D77-2E49E628FF0B}">
      <dgm:prSet/>
      <dgm:spPr/>
      <dgm:t>
        <a:bodyPr/>
        <a:lstStyle/>
        <a:p>
          <a:endParaRPr lang="en-US"/>
        </a:p>
      </dgm:t>
    </dgm:pt>
    <dgm:pt modelId="{D50EE14E-675C-4429-8056-B6B0A6535784}">
      <dgm:prSet/>
      <dgm:spPr/>
      <dgm:t>
        <a:bodyPr/>
        <a:lstStyle/>
        <a:p>
          <a:r>
            <a:rPr lang="en-US" dirty="0"/>
            <a:t>Financial Management</a:t>
          </a:r>
        </a:p>
      </dgm:t>
    </dgm:pt>
    <dgm:pt modelId="{58FE6728-0B1D-440F-824E-36006092033F}" type="parTrans" cxnId="{DC723B60-3437-4B23-9093-5EA81E834EED}">
      <dgm:prSet/>
      <dgm:spPr/>
      <dgm:t>
        <a:bodyPr/>
        <a:lstStyle/>
        <a:p>
          <a:endParaRPr lang="en-US"/>
        </a:p>
      </dgm:t>
    </dgm:pt>
    <dgm:pt modelId="{DB3C3E52-471E-4CFA-9B86-F65ABB222DB3}" type="sibTrans" cxnId="{DC723B60-3437-4B23-9093-5EA81E834EED}">
      <dgm:prSet/>
      <dgm:spPr/>
      <dgm:t>
        <a:bodyPr/>
        <a:lstStyle/>
        <a:p>
          <a:endParaRPr lang="en-US"/>
        </a:p>
      </dgm:t>
    </dgm:pt>
    <dgm:pt modelId="{3F19FCC9-E259-4DE2-85AF-84291B4E2D3A}">
      <dgm:prSet/>
      <dgm:spPr/>
      <dgm:t>
        <a:bodyPr/>
        <a:lstStyle/>
        <a:p>
          <a:r>
            <a:rPr lang="en-US"/>
            <a:t>Supplier Management</a:t>
          </a:r>
          <a:endParaRPr lang="en-US" dirty="0"/>
        </a:p>
      </dgm:t>
    </dgm:pt>
    <dgm:pt modelId="{F736FBE6-F68E-4822-A6DF-2BE4F243A204}" type="parTrans" cxnId="{821057D6-A7EE-4B2C-960F-A305AC2E31A9}">
      <dgm:prSet/>
      <dgm:spPr/>
      <dgm:t>
        <a:bodyPr/>
        <a:lstStyle/>
        <a:p>
          <a:endParaRPr lang="en-US"/>
        </a:p>
      </dgm:t>
    </dgm:pt>
    <dgm:pt modelId="{4A21ACB8-950E-4213-B0E9-2155B93315FF}" type="sibTrans" cxnId="{821057D6-A7EE-4B2C-960F-A305AC2E31A9}">
      <dgm:prSet/>
      <dgm:spPr/>
      <dgm:t>
        <a:bodyPr/>
        <a:lstStyle/>
        <a:p>
          <a:endParaRPr lang="en-US"/>
        </a:p>
      </dgm:t>
    </dgm:pt>
    <dgm:pt modelId="{CBAA4C37-D5EB-4E9B-BAD2-BA4E98D0D602}">
      <dgm:prSet/>
      <dgm:spPr/>
      <dgm:t>
        <a:bodyPr/>
        <a:lstStyle/>
        <a:p>
          <a:r>
            <a:rPr lang="en-US" dirty="0"/>
            <a:t>Capacity Management</a:t>
          </a:r>
        </a:p>
      </dgm:t>
    </dgm:pt>
    <dgm:pt modelId="{308EBAE7-83FC-4233-8713-17EB421F5FBF}" type="parTrans" cxnId="{97450B8F-C714-49F9-A366-2CC929AA1526}">
      <dgm:prSet/>
      <dgm:spPr/>
      <dgm:t>
        <a:bodyPr/>
        <a:lstStyle/>
        <a:p>
          <a:endParaRPr lang="en-US"/>
        </a:p>
      </dgm:t>
    </dgm:pt>
    <dgm:pt modelId="{C00500EB-F5DD-4953-A840-975C43C309EC}" type="sibTrans" cxnId="{97450B8F-C714-49F9-A366-2CC929AA1526}">
      <dgm:prSet/>
      <dgm:spPr/>
      <dgm:t>
        <a:bodyPr/>
        <a:lstStyle/>
        <a:p>
          <a:endParaRPr lang="en-US"/>
        </a:p>
      </dgm:t>
    </dgm:pt>
    <dgm:pt modelId="{6570455F-2E8E-476F-B0AF-6B0A5D2331BA}">
      <dgm:prSet/>
      <dgm:spPr/>
      <dgm:t>
        <a:bodyPr/>
        <a:lstStyle/>
        <a:p>
          <a:r>
            <a:rPr lang="en-US" dirty="0"/>
            <a:t>Availability management</a:t>
          </a:r>
        </a:p>
      </dgm:t>
    </dgm:pt>
    <dgm:pt modelId="{50A1E212-AB96-4E2A-955A-E8D81E65C49C}" type="parTrans" cxnId="{31B384A8-6DC1-49D8-85BD-F7DDF4DF9F50}">
      <dgm:prSet/>
      <dgm:spPr/>
      <dgm:t>
        <a:bodyPr/>
        <a:lstStyle/>
        <a:p>
          <a:endParaRPr lang="en-US"/>
        </a:p>
      </dgm:t>
    </dgm:pt>
    <dgm:pt modelId="{B6FF3499-A172-454B-AFC5-046E2BA7C0A6}" type="sibTrans" cxnId="{31B384A8-6DC1-49D8-85BD-F7DDF4DF9F50}">
      <dgm:prSet/>
      <dgm:spPr/>
      <dgm:t>
        <a:bodyPr/>
        <a:lstStyle/>
        <a:p>
          <a:endParaRPr lang="en-US"/>
        </a:p>
      </dgm:t>
    </dgm:pt>
    <dgm:pt modelId="{B7EAC4E8-474E-491E-9BFE-30693294943D}">
      <dgm:prSet/>
      <dgm:spPr/>
      <dgm:t>
        <a:bodyPr/>
        <a:lstStyle/>
        <a:p>
          <a:r>
            <a:rPr lang="en-US" dirty="0"/>
            <a:t>Information Security Management</a:t>
          </a:r>
        </a:p>
      </dgm:t>
    </dgm:pt>
    <dgm:pt modelId="{13DE151C-0EC7-4514-BAD4-2B73070E5920}" type="parTrans" cxnId="{D341859D-C382-42A9-9A99-0CE04A3A818A}">
      <dgm:prSet/>
      <dgm:spPr/>
      <dgm:t>
        <a:bodyPr/>
        <a:lstStyle/>
        <a:p>
          <a:endParaRPr lang="en-US"/>
        </a:p>
      </dgm:t>
    </dgm:pt>
    <dgm:pt modelId="{C97B4B5C-18EF-41C1-B3EC-C83F3A6A4AE6}" type="sibTrans" cxnId="{D341859D-C382-42A9-9A99-0CE04A3A818A}">
      <dgm:prSet/>
      <dgm:spPr/>
      <dgm:t>
        <a:bodyPr/>
        <a:lstStyle/>
        <a:p>
          <a:endParaRPr lang="en-US"/>
        </a:p>
      </dgm:t>
    </dgm:pt>
    <dgm:pt modelId="{59C49B21-3A44-443D-ADE6-8F6B8876428D}">
      <dgm:prSet/>
      <dgm:spPr/>
      <dgm:t>
        <a:bodyPr/>
        <a:lstStyle/>
        <a:p>
          <a:r>
            <a:rPr lang="en-US" dirty="0"/>
            <a:t>Service catalogue Management</a:t>
          </a:r>
        </a:p>
      </dgm:t>
    </dgm:pt>
    <dgm:pt modelId="{F495F2F6-301A-43D6-AF5D-15E5F1AD1AAB}" type="parTrans" cxnId="{7955699A-578D-4255-93DF-C000388F8E89}">
      <dgm:prSet/>
      <dgm:spPr/>
      <dgm:t>
        <a:bodyPr/>
        <a:lstStyle/>
        <a:p>
          <a:endParaRPr lang="en-US"/>
        </a:p>
      </dgm:t>
    </dgm:pt>
    <dgm:pt modelId="{FC8EE05A-7DE6-4CF5-A804-51333A233B25}" type="sibTrans" cxnId="{7955699A-578D-4255-93DF-C000388F8E89}">
      <dgm:prSet/>
      <dgm:spPr/>
      <dgm:t>
        <a:bodyPr/>
        <a:lstStyle/>
        <a:p>
          <a:endParaRPr lang="en-US"/>
        </a:p>
      </dgm:t>
    </dgm:pt>
    <dgm:pt modelId="{52A5F784-6DD7-4859-A5E5-17D733D54CC9}">
      <dgm:prSet/>
      <dgm:spPr/>
      <dgm:t>
        <a:bodyPr/>
        <a:lstStyle/>
        <a:p>
          <a:r>
            <a:rPr lang="en-US" dirty="0"/>
            <a:t>Design Coordination</a:t>
          </a:r>
        </a:p>
      </dgm:t>
    </dgm:pt>
    <dgm:pt modelId="{6F149FB0-2795-46B9-A05A-F07660485CF2}" type="parTrans" cxnId="{1ABC9C5C-472F-493C-99D2-AB45AEC87030}">
      <dgm:prSet/>
      <dgm:spPr/>
      <dgm:t>
        <a:bodyPr/>
        <a:lstStyle/>
        <a:p>
          <a:endParaRPr lang="en-US"/>
        </a:p>
      </dgm:t>
    </dgm:pt>
    <dgm:pt modelId="{CD195348-32E4-4CFD-AAE9-ED4DD66FDA80}" type="sibTrans" cxnId="{1ABC9C5C-472F-493C-99D2-AB45AEC87030}">
      <dgm:prSet/>
      <dgm:spPr/>
      <dgm:t>
        <a:bodyPr/>
        <a:lstStyle/>
        <a:p>
          <a:endParaRPr lang="en-US"/>
        </a:p>
      </dgm:t>
    </dgm:pt>
    <dgm:pt modelId="{5874FCC1-C340-4941-9E6E-9BB289D07988}" type="pres">
      <dgm:prSet presAssocID="{BF61C378-B584-4E0B-A31C-27A90DDA0AE9}" presName="diagram" presStyleCnt="0">
        <dgm:presLayoutVars>
          <dgm:chPref val="1"/>
          <dgm:dir/>
          <dgm:animOne val="branch"/>
          <dgm:animLvl val="lvl"/>
          <dgm:resizeHandles/>
        </dgm:presLayoutVars>
      </dgm:prSet>
      <dgm:spPr/>
    </dgm:pt>
    <dgm:pt modelId="{1C6AD80D-8D56-4C22-BF37-EE0FC243DE8D}" type="pres">
      <dgm:prSet presAssocID="{7ECE3F0E-61C2-4FEC-B741-42D245631AB8}" presName="root" presStyleCnt="0"/>
      <dgm:spPr/>
    </dgm:pt>
    <dgm:pt modelId="{3A7EB12B-C31D-4DFE-AC8A-38CA6601300E}" type="pres">
      <dgm:prSet presAssocID="{7ECE3F0E-61C2-4FEC-B741-42D245631AB8}" presName="rootComposite" presStyleCnt="0"/>
      <dgm:spPr/>
    </dgm:pt>
    <dgm:pt modelId="{C2250DB9-6133-403D-9B16-2CACAD99AB20}" type="pres">
      <dgm:prSet presAssocID="{7ECE3F0E-61C2-4FEC-B741-42D245631AB8}" presName="rootText" presStyleLbl="node1" presStyleIdx="0" presStyleCnt="2"/>
      <dgm:spPr/>
    </dgm:pt>
    <dgm:pt modelId="{40E7879F-F659-4EC0-AF84-B54AB0CD081B}" type="pres">
      <dgm:prSet presAssocID="{7ECE3F0E-61C2-4FEC-B741-42D245631AB8}" presName="rootConnector" presStyleLbl="node1" presStyleIdx="0" presStyleCnt="2"/>
      <dgm:spPr/>
    </dgm:pt>
    <dgm:pt modelId="{181B4F46-2ABB-4C55-8689-CA69836C9755}" type="pres">
      <dgm:prSet presAssocID="{7ECE3F0E-61C2-4FEC-B741-42D245631AB8}" presName="childShape" presStyleCnt="0"/>
      <dgm:spPr/>
    </dgm:pt>
    <dgm:pt modelId="{1C821612-9CFA-4520-BBD8-84E235FD02B1}" type="pres">
      <dgm:prSet presAssocID="{296C50D5-E3AB-4058-BF8F-EFE16DD59B0C}" presName="Name13" presStyleLbl="parChTrans1D2" presStyleIdx="0" presStyleCnt="12"/>
      <dgm:spPr/>
    </dgm:pt>
    <dgm:pt modelId="{47C0669D-016D-4C68-9F2C-4D9FBD18C798}" type="pres">
      <dgm:prSet presAssocID="{E5596AA3-FAF7-47C3-96A5-4D8CCE1A4162}" presName="childText" presStyleLbl="bgAcc1" presStyleIdx="0" presStyleCnt="12">
        <dgm:presLayoutVars>
          <dgm:bulletEnabled val="1"/>
        </dgm:presLayoutVars>
      </dgm:prSet>
      <dgm:spPr/>
    </dgm:pt>
    <dgm:pt modelId="{925F84D0-B500-4727-9E90-05442F1746B9}" type="pres">
      <dgm:prSet presAssocID="{2680B2DF-E80C-4ED9-9E7C-36B0EA4005C5}" presName="Name13" presStyleLbl="parChTrans1D2" presStyleIdx="1" presStyleCnt="12"/>
      <dgm:spPr/>
    </dgm:pt>
    <dgm:pt modelId="{60B3E82D-F497-4B18-BB1A-F9FF47BA10BC}" type="pres">
      <dgm:prSet presAssocID="{3788176B-F69A-42B7-9963-0BEFA7F0C1F3}" presName="childText" presStyleLbl="bgAcc1" presStyleIdx="1" presStyleCnt="12">
        <dgm:presLayoutVars>
          <dgm:bulletEnabled val="1"/>
        </dgm:presLayoutVars>
      </dgm:prSet>
      <dgm:spPr/>
    </dgm:pt>
    <dgm:pt modelId="{1262FA1D-AADD-4F2F-BBB9-20E7AD3D88DE}" type="pres">
      <dgm:prSet presAssocID="{58FE6728-0B1D-440F-824E-36006092033F}" presName="Name13" presStyleLbl="parChTrans1D2" presStyleIdx="2" presStyleCnt="12"/>
      <dgm:spPr/>
    </dgm:pt>
    <dgm:pt modelId="{1A28DB89-4A5A-4EF1-8447-E403AFEF7B15}" type="pres">
      <dgm:prSet presAssocID="{D50EE14E-675C-4429-8056-B6B0A6535784}" presName="childText" presStyleLbl="bgAcc1" presStyleIdx="2" presStyleCnt="12">
        <dgm:presLayoutVars>
          <dgm:bulletEnabled val="1"/>
        </dgm:presLayoutVars>
      </dgm:prSet>
      <dgm:spPr/>
    </dgm:pt>
    <dgm:pt modelId="{DC53C76C-E53B-4E62-8AC3-AE78E6B11F40}" type="pres">
      <dgm:prSet presAssocID="{62C9B17A-F09F-48A6-AEA5-2CAB46D78057}" presName="Name13" presStyleLbl="parChTrans1D2" presStyleIdx="3" presStyleCnt="12"/>
      <dgm:spPr/>
    </dgm:pt>
    <dgm:pt modelId="{4EC56988-7727-43B4-A5F4-E6A6F6618B4A}" type="pres">
      <dgm:prSet presAssocID="{AD6EAE33-C5EA-4318-ACDA-BE59C6932059}" presName="childText" presStyleLbl="bgAcc1" presStyleIdx="3" presStyleCnt="12">
        <dgm:presLayoutVars>
          <dgm:bulletEnabled val="1"/>
        </dgm:presLayoutVars>
      </dgm:prSet>
      <dgm:spPr/>
    </dgm:pt>
    <dgm:pt modelId="{F0422558-325B-469E-9F9C-8660257D9C03}" type="pres">
      <dgm:prSet presAssocID="{0E55C588-26EB-4BCB-984B-4529636E2527}" presName="root" presStyleCnt="0"/>
      <dgm:spPr/>
    </dgm:pt>
    <dgm:pt modelId="{76DCA0A0-8F6A-4F80-A313-52022FFC2437}" type="pres">
      <dgm:prSet presAssocID="{0E55C588-26EB-4BCB-984B-4529636E2527}" presName="rootComposite" presStyleCnt="0"/>
      <dgm:spPr/>
    </dgm:pt>
    <dgm:pt modelId="{36BF409F-BDE7-40D9-91D4-86C94FB9342A}" type="pres">
      <dgm:prSet presAssocID="{0E55C588-26EB-4BCB-984B-4529636E2527}" presName="rootText" presStyleLbl="node1" presStyleIdx="1" presStyleCnt="2"/>
      <dgm:spPr/>
    </dgm:pt>
    <dgm:pt modelId="{70D6473A-1D2A-4E98-B981-34BA73DF2E6B}" type="pres">
      <dgm:prSet presAssocID="{0E55C588-26EB-4BCB-984B-4529636E2527}" presName="rootConnector" presStyleLbl="node1" presStyleIdx="1" presStyleCnt="2"/>
      <dgm:spPr/>
    </dgm:pt>
    <dgm:pt modelId="{60AC91E7-C17E-48B9-B276-1A59AF086AEB}" type="pres">
      <dgm:prSet presAssocID="{0E55C588-26EB-4BCB-984B-4529636E2527}" presName="childShape" presStyleCnt="0"/>
      <dgm:spPr/>
    </dgm:pt>
    <dgm:pt modelId="{B4962CC1-FC3A-4436-8B76-AC6888827DD8}" type="pres">
      <dgm:prSet presAssocID="{31B91B6C-1C25-4BB6-8440-5122A7B1A97F}" presName="Name13" presStyleLbl="parChTrans1D2" presStyleIdx="4" presStyleCnt="12"/>
      <dgm:spPr/>
    </dgm:pt>
    <dgm:pt modelId="{903FFB84-D620-4033-BBE3-2C12224EC60E}" type="pres">
      <dgm:prSet presAssocID="{6F3B4E50-21C1-4B62-8ABF-2E3E60AB8E25}" presName="childText" presStyleLbl="bgAcc1" presStyleIdx="4" presStyleCnt="12">
        <dgm:presLayoutVars>
          <dgm:bulletEnabled val="1"/>
        </dgm:presLayoutVars>
      </dgm:prSet>
      <dgm:spPr/>
    </dgm:pt>
    <dgm:pt modelId="{CC45530F-D7E1-4164-8C96-4F5ADF3DFF97}" type="pres">
      <dgm:prSet presAssocID="{F736FBE6-F68E-4822-A6DF-2BE4F243A204}" presName="Name13" presStyleLbl="parChTrans1D2" presStyleIdx="5" presStyleCnt="12"/>
      <dgm:spPr/>
    </dgm:pt>
    <dgm:pt modelId="{290EA908-9260-4F10-BBB5-4D7E1F1D7E9A}" type="pres">
      <dgm:prSet presAssocID="{3F19FCC9-E259-4DE2-85AF-84291B4E2D3A}" presName="childText" presStyleLbl="bgAcc1" presStyleIdx="5" presStyleCnt="12">
        <dgm:presLayoutVars>
          <dgm:bulletEnabled val="1"/>
        </dgm:presLayoutVars>
      </dgm:prSet>
      <dgm:spPr/>
    </dgm:pt>
    <dgm:pt modelId="{7FC30D01-9613-4B01-A885-C358691AF842}" type="pres">
      <dgm:prSet presAssocID="{308EBAE7-83FC-4233-8713-17EB421F5FBF}" presName="Name13" presStyleLbl="parChTrans1D2" presStyleIdx="6" presStyleCnt="12"/>
      <dgm:spPr/>
    </dgm:pt>
    <dgm:pt modelId="{9A5BE035-5B90-4812-8141-B33CB48A99B4}" type="pres">
      <dgm:prSet presAssocID="{CBAA4C37-D5EB-4E9B-BAD2-BA4E98D0D602}" presName="childText" presStyleLbl="bgAcc1" presStyleIdx="6" presStyleCnt="12">
        <dgm:presLayoutVars>
          <dgm:bulletEnabled val="1"/>
        </dgm:presLayoutVars>
      </dgm:prSet>
      <dgm:spPr/>
    </dgm:pt>
    <dgm:pt modelId="{CEE76A63-779A-4A3E-8A87-DE983322492F}" type="pres">
      <dgm:prSet presAssocID="{50A1E212-AB96-4E2A-955A-E8D81E65C49C}" presName="Name13" presStyleLbl="parChTrans1D2" presStyleIdx="7" presStyleCnt="12"/>
      <dgm:spPr/>
    </dgm:pt>
    <dgm:pt modelId="{779671B8-F7FF-4D29-87DF-5938B13DE611}" type="pres">
      <dgm:prSet presAssocID="{6570455F-2E8E-476F-B0AF-6B0A5D2331BA}" presName="childText" presStyleLbl="bgAcc1" presStyleIdx="7" presStyleCnt="12">
        <dgm:presLayoutVars>
          <dgm:bulletEnabled val="1"/>
        </dgm:presLayoutVars>
      </dgm:prSet>
      <dgm:spPr/>
    </dgm:pt>
    <dgm:pt modelId="{34072EA7-29FC-4935-B81C-AA2FD54A7DD5}" type="pres">
      <dgm:prSet presAssocID="{EEA9483E-A67B-4B54-BF5E-17548CD20D63}" presName="Name13" presStyleLbl="parChTrans1D2" presStyleIdx="8" presStyleCnt="12"/>
      <dgm:spPr/>
    </dgm:pt>
    <dgm:pt modelId="{DBD4CDD4-54F1-4ABE-8A7F-11E44CCE431A}" type="pres">
      <dgm:prSet presAssocID="{ECB31C77-46D3-48BD-AB0B-2CD37338C65A}" presName="childText" presStyleLbl="bgAcc1" presStyleIdx="8" presStyleCnt="12">
        <dgm:presLayoutVars>
          <dgm:bulletEnabled val="1"/>
        </dgm:presLayoutVars>
      </dgm:prSet>
      <dgm:spPr/>
    </dgm:pt>
    <dgm:pt modelId="{5CA1AF38-0F5E-4078-A5EE-F6636B2E8C5F}" type="pres">
      <dgm:prSet presAssocID="{13DE151C-0EC7-4514-BAD4-2B73070E5920}" presName="Name13" presStyleLbl="parChTrans1D2" presStyleIdx="9" presStyleCnt="12"/>
      <dgm:spPr/>
    </dgm:pt>
    <dgm:pt modelId="{457F26C1-9F80-43A1-AE01-D18E123E5EEC}" type="pres">
      <dgm:prSet presAssocID="{B7EAC4E8-474E-491E-9BFE-30693294943D}" presName="childText" presStyleLbl="bgAcc1" presStyleIdx="9" presStyleCnt="12">
        <dgm:presLayoutVars>
          <dgm:bulletEnabled val="1"/>
        </dgm:presLayoutVars>
      </dgm:prSet>
      <dgm:spPr/>
    </dgm:pt>
    <dgm:pt modelId="{0E34D600-F989-47C0-859F-B5CA063099E5}" type="pres">
      <dgm:prSet presAssocID="{F495F2F6-301A-43D6-AF5D-15E5F1AD1AAB}" presName="Name13" presStyleLbl="parChTrans1D2" presStyleIdx="10" presStyleCnt="12"/>
      <dgm:spPr/>
    </dgm:pt>
    <dgm:pt modelId="{7026D7F4-6E61-4F5E-9AEF-F6BFC7A48EE0}" type="pres">
      <dgm:prSet presAssocID="{59C49B21-3A44-443D-ADE6-8F6B8876428D}" presName="childText" presStyleLbl="bgAcc1" presStyleIdx="10" presStyleCnt="12">
        <dgm:presLayoutVars>
          <dgm:bulletEnabled val="1"/>
        </dgm:presLayoutVars>
      </dgm:prSet>
      <dgm:spPr/>
    </dgm:pt>
    <dgm:pt modelId="{302FE431-316D-4208-AB11-1C0DD2ABD18A}" type="pres">
      <dgm:prSet presAssocID="{6F149FB0-2795-46B9-A05A-F07660485CF2}" presName="Name13" presStyleLbl="parChTrans1D2" presStyleIdx="11" presStyleCnt="12"/>
      <dgm:spPr/>
    </dgm:pt>
    <dgm:pt modelId="{E54546FB-3B1C-4053-B953-ABAA55F7F2F5}" type="pres">
      <dgm:prSet presAssocID="{52A5F784-6DD7-4859-A5E5-17D733D54CC9}" presName="childText" presStyleLbl="bgAcc1" presStyleIdx="11" presStyleCnt="12">
        <dgm:presLayoutVars>
          <dgm:bulletEnabled val="1"/>
        </dgm:presLayoutVars>
      </dgm:prSet>
      <dgm:spPr/>
    </dgm:pt>
  </dgm:ptLst>
  <dgm:cxnLst>
    <dgm:cxn modelId="{8AA2F101-34CE-485A-B99E-A33EE94283C9}" type="presOf" srcId="{6F3B4E50-21C1-4B62-8ABF-2E3E60AB8E25}" destId="{903FFB84-D620-4033-BBE3-2C12224EC60E}" srcOrd="0" destOrd="0" presId="urn:microsoft.com/office/officeart/2005/8/layout/hierarchy3"/>
    <dgm:cxn modelId="{96046105-F4DA-4C0E-9D77-2E49E628FF0B}" srcId="{7ECE3F0E-61C2-4FEC-B741-42D245631AB8}" destId="{3788176B-F69A-42B7-9963-0BEFA7F0C1F3}" srcOrd="1" destOrd="0" parTransId="{2680B2DF-E80C-4ED9-9E7C-36B0EA4005C5}" sibTransId="{D12C6F5F-D29D-403B-849A-8D406C7B4C8D}"/>
    <dgm:cxn modelId="{2FC2C10A-03B5-40A8-9249-46B2635982E2}" type="presOf" srcId="{7ECE3F0E-61C2-4FEC-B741-42D245631AB8}" destId="{40E7879F-F659-4EC0-AF84-B54AB0CD081B}" srcOrd="1" destOrd="0" presId="urn:microsoft.com/office/officeart/2005/8/layout/hierarchy3"/>
    <dgm:cxn modelId="{B90D650B-E8C2-455E-9937-CC8D9491CC7B}" type="presOf" srcId="{EEA9483E-A67B-4B54-BF5E-17548CD20D63}" destId="{34072EA7-29FC-4935-B81C-AA2FD54A7DD5}" srcOrd="0" destOrd="0" presId="urn:microsoft.com/office/officeart/2005/8/layout/hierarchy3"/>
    <dgm:cxn modelId="{905AA40D-98F6-4DF9-B53F-B8BA5E28666A}" type="presOf" srcId="{62C9B17A-F09F-48A6-AEA5-2CAB46D78057}" destId="{DC53C76C-E53B-4E62-8AC3-AE78E6B11F40}" srcOrd="0" destOrd="0" presId="urn:microsoft.com/office/officeart/2005/8/layout/hierarchy3"/>
    <dgm:cxn modelId="{19358B29-31FC-41E1-9C99-6E49BAD80D83}" type="presOf" srcId="{308EBAE7-83FC-4233-8713-17EB421F5FBF}" destId="{7FC30D01-9613-4B01-A885-C358691AF842}" srcOrd="0" destOrd="0" presId="urn:microsoft.com/office/officeart/2005/8/layout/hierarchy3"/>
    <dgm:cxn modelId="{F323233E-1B1F-4A15-80A9-40CD4BE9EA3D}" type="presOf" srcId="{ECB31C77-46D3-48BD-AB0B-2CD37338C65A}" destId="{DBD4CDD4-54F1-4ABE-8A7F-11E44CCE431A}" srcOrd="0" destOrd="0" presId="urn:microsoft.com/office/officeart/2005/8/layout/hierarchy3"/>
    <dgm:cxn modelId="{949B2040-4766-4C79-B06A-239C2257CC2A}" type="presOf" srcId="{296C50D5-E3AB-4058-BF8F-EFE16DD59B0C}" destId="{1C821612-9CFA-4520-BBD8-84E235FD02B1}" srcOrd="0" destOrd="0" presId="urn:microsoft.com/office/officeart/2005/8/layout/hierarchy3"/>
    <dgm:cxn modelId="{1ABC9C5C-472F-493C-99D2-AB45AEC87030}" srcId="{0E55C588-26EB-4BCB-984B-4529636E2527}" destId="{52A5F784-6DD7-4859-A5E5-17D733D54CC9}" srcOrd="7" destOrd="0" parTransId="{6F149FB0-2795-46B9-A05A-F07660485CF2}" sibTransId="{CD195348-32E4-4CFD-AAE9-ED4DD66FDA80}"/>
    <dgm:cxn modelId="{DC723B60-3437-4B23-9093-5EA81E834EED}" srcId="{7ECE3F0E-61C2-4FEC-B741-42D245631AB8}" destId="{D50EE14E-675C-4429-8056-B6B0A6535784}" srcOrd="2" destOrd="0" parTransId="{58FE6728-0B1D-440F-824E-36006092033F}" sibTransId="{DB3C3E52-471E-4CFA-9B86-F65ABB222DB3}"/>
    <dgm:cxn modelId="{B1468D63-D086-4004-ADEE-3683BFC66B3C}" type="presOf" srcId="{50A1E212-AB96-4E2A-955A-E8D81E65C49C}" destId="{CEE76A63-779A-4A3E-8A87-DE983322492F}" srcOrd="0" destOrd="0" presId="urn:microsoft.com/office/officeart/2005/8/layout/hierarchy3"/>
    <dgm:cxn modelId="{A2CB0344-C19C-426D-8D21-CB5113693C43}" srcId="{0E55C588-26EB-4BCB-984B-4529636E2527}" destId="{6F3B4E50-21C1-4B62-8ABF-2E3E60AB8E25}" srcOrd="0" destOrd="0" parTransId="{31B91B6C-1C25-4BB6-8440-5122A7B1A97F}" sibTransId="{6CC7B2F0-4783-47A2-A53F-7BBE7054182E}"/>
    <dgm:cxn modelId="{62E01C45-B38B-416E-BC6E-226708DD30F2}" srcId="{7ECE3F0E-61C2-4FEC-B741-42D245631AB8}" destId="{AD6EAE33-C5EA-4318-ACDA-BE59C6932059}" srcOrd="3" destOrd="0" parTransId="{62C9B17A-F09F-48A6-AEA5-2CAB46D78057}" sibTransId="{AABB332E-6F03-47A1-8A73-1295E270A6A3}"/>
    <dgm:cxn modelId="{1F422D47-C86F-49FA-87D1-68870D07AB8A}" type="presOf" srcId="{CBAA4C37-D5EB-4E9B-BAD2-BA4E98D0D602}" destId="{9A5BE035-5B90-4812-8141-B33CB48A99B4}" srcOrd="0" destOrd="0" presId="urn:microsoft.com/office/officeart/2005/8/layout/hierarchy3"/>
    <dgm:cxn modelId="{FA7E746A-F408-4C75-AB75-65F43E44A6B8}" type="presOf" srcId="{58FE6728-0B1D-440F-824E-36006092033F}" destId="{1262FA1D-AADD-4F2F-BBB9-20E7AD3D88DE}" srcOrd="0" destOrd="0" presId="urn:microsoft.com/office/officeart/2005/8/layout/hierarchy3"/>
    <dgm:cxn modelId="{86359A6B-9F91-43F3-B7B7-37B368DBEBF4}" type="presOf" srcId="{0E55C588-26EB-4BCB-984B-4529636E2527}" destId="{70D6473A-1D2A-4E98-B981-34BA73DF2E6B}" srcOrd="1" destOrd="0" presId="urn:microsoft.com/office/officeart/2005/8/layout/hierarchy3"/>
    <dgm:cxn modelId="{0D40BC6E-6FF9-4238-B3E2-1E00ABEF86D8}" type="presOf" srcId="{52A5F784-6DD7-4859-A5E5-17D733D54CC9}" destId="{E54546FB-3B1C-4053-B953-ABAA55F7F2F5}" srcOrd="0" destOrd="0" presId="urn:microsoft.com/office/officeart/2005/8/layout/hierarchy3"/>
    <dgm:cxn modelId="{4BBAEB4E-7B1E-44BA-BADF-97A587846B1E}" srcId="{BF61C378-B584-4E0B-A31C-27A90DDA0AE9}" destId="{0E55C588-26EB-4BCB-984B-4529636E2527}" srcOrd="1" destOrd="0" parTransId="{4D6D9412-4572-4473-BCCC-9B66B97F65F5}" sibTransId="{642D2E43-6E57-4072-A586-4A198C94B116}"/>
    <dgm:cxn modelId="{64B18150-BBA5-4763-AD3F-E9880E4EBF03}" type="presOf" srcId="{3F19FCC9-E259-4DE2-85AF-84291B4E2D3A}" destId="{290EA908-9260-4F10-BBB5-4D7E1F1D7E9A}" srcOrd="0" destOrd="0" presId="urn:microsoft.com/office/officeart/2005/8/layout/hierarchy3"/>
    <dgm:cxn modelId="{AF03CF70-60B4-4B10-8068-2C214D4F0A5D}" type="presOf" srcId="{F495F2F6-301A-43D6-AF5D-15E5F1AD1AAB}" destId="{0E34D600-F989-47C0-859F-B5CA063099E5}" srcOrd="0" destOrd="0" presId="urn:microsoft.com/office/officeart/2005/8/layout/hierarchy3"/>
    <dgm:cxn modelId="{E1E2F75A-1155-40B7-B8C2-5F5D8FD2F7C0}" srcId="{BF61C378-B584-4E0B-A31C-27A90DDA0AE9}" destId="{7ECE3F0E-61C2-4FEC-B741-42D245631AB8}" srcOrd="0" destOrd="0" parTransId="{7583FE73-C3C5-449E-8778-7DA59AA79764}" sibTransId="{D693B57F-C33C-49B7-B0DD-1183B10A0093}"/>
    <dgm:cxn modelId="{CEB5277D-1B9A-4802-9335-863667236C61}" type="presOf" srcId="{6F149FB0-2795-46B9-A05A-F07660485CF2}" destId="{302FE431-316D-4208-AB11-1C0DD2ABD18A}" srcOrd="0" destOrd="0" presId="urn:microsoft.com/office/officeart/2005/8/layout/hierarchy3"/>
    <dgm:cxn modelId="{1312088A-EDDF-4E4B-B98A-367EC2679E06}" type="presOf" srcId="{BF61C378-B584-4E0B-A31C-27A90DDA0AE9}" destId="{5874FCC1-C340-4941-9E6E-9BB289D07988}" srcOrd="0" destOrd="0" presId="urn:microsoft.com/office/officeart/2005/8/layout/hierarchy3"/>
    <dgm:cxn modelId="{CDBF718D-9C93-46E8-8543-B65960702615}" type="presOf" srcId="{59C49B21-3A44-443D-ADE6-8F6B8876428D}" destId="{7026D7F4-6E61-4F5E-9AEF-F6BFC7A48EE0}" srcOrd="0" destOrd="0" presId="urn:microsoft.com/office/officeart/2005/8/layout/hierarchy3"/>
    <dgm:cxn modelId="{97450B8F-C714-49F9-A366-2CC929AA1526}" srcId="{0E55C588-26EB-4BCB-984B-4529636E2527}" destId="{CBAA4C37-D5EB-4E9B-BAD2-BA4E98D0D602}" srcOrd="2" destOrd="0" parTransId="{308EBAE7-83FC-4233-8713-17EB421F5FBF}" sibTransId="{C00500EB-F5DD-4953-A840-975C43C309EC}"/>
    <dgm:cxn modelId="{7955699A-578D-4255-93DF-C000388F8E89}" srcId="{0E55C588-26EB-4BCB-984B-4529636E2527}" destId="{59C49B21-3A44-443D-ADE6-8F6B8876428D}" srcOrd="6" destOrd="0" parTransId="{F495F2F6-301A-43D6-AF5D-15E5F1AD1AAB}" sibTransId="{FC8EE05A-7DE6-4CF5-A804-51333A233B25}"/>
    <dgm:cxn modelId="{D341859D-C382-42A9-9A99-0CE04A3A818A}" srcId="{0E55C588-26EB-4BCB-984B-4529636E2527}" destId="{B7EAC4E8-474E-491E-9BFE-30693294943D}" srcOrd="5" destOrd="0" parTransId="{13DE151C-0EC7-4514-BAD4-2B73070E5920}" sibTransId="{C97B4B5C-18EF-41C1-B3EC-C83F3A6A4AE6}"/>
    <dgm:cxn modelId="{3A0F83A0-4010-4AEE-B5BA-746CE43F6355}" type="presOf" srcId="{E5596AA3-FAF7-47C3-96A5-4D8CCE1A4162}" destId="{47C0669D-016D-4C68-9F2C-4D9FBD18C798}" srcOrd="0" destOrd="0" presId="urn:microsoft.com/office/officeart/2005/8/layout/hierarchy3"/>
    <dgm:cxn modelId="{31B384A8-6DC1-49D8-85BD-F7DDF4DF9F50}" srcId="{0E55C588-26EB-4BCB-984B-4529636E2527}" destId="{6570455F-2E8E-476F-B0AF-6B0A5D2331BA}" srcOrd="3" destOrd="0" parTransId="{50A1E212-AB96-4E2A-955A-E8D81E65C49C}" sibTransId="{B6FF3499-A172-454B-AFC5-046E2BA7C0A6}"/>
    <dgm:cxn modelId="{4B9276B0-E05A-4062-BFEF-7ABFDD38553D}" type="presOf" srcId="{2680B2DF-E80C-4ED9-9E7C-36B0EA4005C5}" destId="{925F84D0-B500-4727-9E90-05442F1746B9}" srcOrd="0" destOrd="0" presId="urn:microsoft.com/office/officeart/2005/8/layout/hierarchy3"/>
    <dgm:cxn modelId="{71E910BA-A806-4992-A136-7F271F715B46}" type="presOf" srcId="{D50EE14E-675C-4429-8056-B6B0A6535784}" destId="{1A28DB89-4A5A-4EF1-8447-E403AFEF7B15}" srcOrd="0" destOrd="0" presId="urn:microsoft.com/office/officeart/2005/8/layout/hierarchy3"/>
    <dgm:cxn modelId="{E6B633BA-F21A-4CDC-B301-77BB59125D04}" type="presOf" srcId="{F736FBE6-F68E-4822-A6DF-2BE4F243A204}" destId="{CC45530F-D7E1-4164-8C96-4F5ADF3DFF97}" srcOrd="0" destOrd="0" presId="urn:microsoft.com/office/officeart/2005/8/layout/hierarchy3"/>
    <dgm:cxn modelId="{8A5AC6BA-1DF2-4B24-B386-331475EC4A01}" srcId="{0E55C588-26EB-4BCB-984B-4529636E2527}" destId="{ECB31C77-46D3-48BD-AB0B-2CD37338C65A}" srcOrd="4" destOrd="0" parTransId="{EEA9483E-A67B-4B54-BF5E-17548CD20D63}" sibTransId="{82FB3541-EBCD-4D1F-9888-20B77976BF81}"/>
    <dgm:cxn modelId="{69BCF1BA-4977-48E1-9870-66F910A16C0F}" type="presOf" srcId="{3788176B-F69A-42B7-9963-0BEFA7F0C1F3}" destId="{60B3E82D-F497-4B18-BB1A-F9FF47BA10BC}" srcOrd="0" destOrd="0" presId="urn:microsoft.com/office/officeart/2005/8/layout/hierarchy3"/>
    <dgm:cxn modelId="{E3B609BE-B68C-48C0-9C76-BB5D3A572545}" type="presOf" srcId="{13DE151C-0EC7-4514-BAD4-2B73070E5920}" destId="{5CA1AF38-0F5E-4078-A5EE-F6636B2E8C5F}" srcOrd="0" destOrd="0" presId="urn:microsoft.com/office/officeart/2005/8/layout/hierarchy3"/>
    <dgm:cxn modelId="{5EA04ABE-E1D5-4EED-9D04-F170BE1C235B}" type="presOf" srcId="{7ECE3F0E-61C2-4FEC-B741-42D245631AB8}" destId="{C2250DB9-6133-403D-9B16-2CACAD99AB20}" srcOrd="0" destOrd="0" presId="urn:microsoft.com/office/officeart/2005/8/layout/hierarchy3"/>
    <dgm:cxn modelId="{722214D0-ABCD-4550-8670-E7FBAFDCF2E4}" type="presOf" srcId="{31B91B6C-1C25-4BB6-8440-5122A7B1A97F}" destId="{B4962CC1-FC3A-4436-8B76-AC6888827DD8}" srcOrd="0" destOrd="0" presId="urn:microsoft.com/office/officeart/2005/8/layout/hierarchy3"/>
    <dgm:cxn modelId="{146916D1-F013-44B3-AB2F-975F4BD4FDD5}" type="presOf" srcId="{0E55C588-26EB-4BCB-984B-4529636E2527}" destId="{36BF409F-BDE7-40D9-91D4-86C94FB9342A}" srcOrd="0" destOrd="0" presId="urn:microsoft.com/office/officeart/2005/8/layout/hierarchy3"/>
    <dgm:cxn modelId="{821057D6-A7EE-4B2C-960F-A305AC2E31A9}" srcId="{0E55C588-26EB-4BCB-984B-4529636E2527}" destId="{3F19FCC9-E259-4DE2-85AF-84291B4E2D3A}" srcOrd="1" destOrd="0" parTransId="{F736FBE6-F68E-4822-A6DF-2BE4F243A204}" sibTransId="{4A21ACB8-950E-4213-B0E9-2155B93315FF}"/>
    <dgm:cxn modelId="{CE82CDDB-B16C-49ED-874F-2455FB6C737C}" type="presOf" srcId="{6570455F-2E8E-476F-B0AF-6B0A5D2331BA}" destId="{779671B8-F7FF-4D29-87DF-5938B13DE611}" srcOrd="0" destOrd="0" presId="urn:microsoft.com/office/officeart/2005/8/layout/hierarchy3"/>
    <dgm:cxn modelId="{CDA265E0-9248-4341-8B09-E733A522E48D}" type="presOf" srcId="{AD6EAE33-C5EA-4318-ACDA-BE59C6932059}" destId="{4EC56988-7727-43B4-A5F4-E6A6F6618B4A}" srcOrd="0" destOrd="0" presId="urn:microsoft.com/office/officeart/2005/8/layout/hierarchy3"/>
    <dgm:cxn modelId="{B11295EE-B219-4550-9F39-E8A14A62DBEF}" type="presOf" srcId="{B7EAC4E8-474E-491E-9BFE-30693294943D}" destId="{457F26C1-9F80-43A1-AE01-D18E123E5EEC}" srcOrd="0" destOrd="0" presId="urn:microsoft.com/office/officeart/2005/8/layout/hierarchy3"/>
    <dgm:cxn modelId="{218569F7-EBF2-4FB0-9EF7-BD3A37550B4A}" srcId="{7ECE3F0E-61C2-4FEC-B741-42D245631AB8}" destId="{E5596AA3-FAF7-47C3-96A5-4D8CCE1A4162}" srcOrd="0" destOrd="0" parTransId="{296C50D5-E3AB-4058-BF8F-EFE16DD59B0C}" sibTransId="{3B95992D-0638-4EBD-80FE-380B591C1973}"/>
    <dgm:cxn modelId="{07A8BB8E-02B8-493F-9C98-E307E41AB98E}" type="presParOf" srcId="{5874FCC1-C340-4941-9E6E-9BB289D07988}" destId="{1C6AD80D-8D56-4C22-BF37-EE0FC243DE8D}" srcOrd="0" destOrd="0" presId="urn:microsoft.com/office/officeart/2005/8/layout/hierarchy3"/>
    <dgm:cxn modelId="{7CC42781-DC61-4B37-83D2-FE0ED624AD9D}" type="presParOf" srcId="{1C6AD80D-8D56-4C22-BF37-EE0FC243DE8D}" destId="{3A7EB12B-C31D-4DFE-AC8A-38CA6601300E}" srcOrd="0" destOrd="0" presId="urn:microsoft.com/office/officeart/2005/8/layout/hierarchy3"/>
    <dgm:cxn modelId="{0CD2AE30-0D96-459F-8CE5-EE8BFC76F6BA}" type="presParOf" srcId="{3A7EB12B-C31D-4DFE-AC8A-38CA6601300E}" destId="{C2250DB9-6133-403D-9B16-2CACAD99AB20}" srcOrd="0" destOrd="0" presId="urn:microsoft.com/office/officeart/2005/8/layout/hierarchy3"/>
    <dgm:cxn modelId="{17016C3B-5F4A-4C11-B4D5-A568D830C386}" type="presParOf" srcId="{3A7EB12B-C31D-4DFE-AC8A-38CA6601300E}" destId="{40E7879F-F659-4EC0-AF84-B54AB0CD081B}" srcOrd="1" destOrd="0" presId="urn:microsoft.com/office/officeart/2005/8/layout/hierarchy3"/>
    <dgm:cxn modelId="{34B8B9D1-8E95-4782-8400-39AC0E1BE0EF}" type="presParOf" srcId="{1C6AD80D-8D56-4C22-BF37-EE0FC243DE8D}" destId="{181B4F46-2ABB-4C55-8689-CA69836C9755}" srcOrd="1" destOrd="0" presId="urn:microsoft.com/office/officeart/2005/8/layout/hierarchy3"/>
    <dgm:cxn modelId="{DBE7C9E0-1C46-48B8-9DE6-6423968D5691}" type="presParOf" srcId="{181B4F46-2ABB-4C55-8689-CA69836C9755}" destId="{1C821612-9CFA-4520-BBD8-84E235FD02B1}" srcOrd="0" destOrd="0" presId="urn:microsoft.com/office/officeart/2005/8/layout/hierarchy3"/>
    <dgm:cxn modelId="{CB6ACFAB-1A50-45D9-921C-9A5D2F93F410}" type="presParOf" srcId="{181B4F46-2ABB-4C55-8689-CA69836C9755}" destId="{47C0669D-016D-4C68-9F2C-4D9FBD18C798}" srcOrd="1" destOrd="0" presId="urn:microsoft.com/office/officeart/2005/8/layout/hierarchy3"/>
    <dgm:cxn modelId="{4A626C81-8232-44C5-BC0B-621C255A7004}" type="presParOf" srcId="{181B4F46-2ABB-4C55-8689-CA69836C9755}" destId="{925F84D0-B500-4727-9E90-05442F1746B9}" srcOrd="2" destOrd="0" presId="urn:microsoft.com/office/officeart/2005/8/layout/hierarchy3"/>
    <dgm:cxn modelId="{B5968DFD-9284-47B7-AC49-2355303107F4}" type="presParOf" srcId="{181B4F46-2ABB-4C55-8689-CA69836C9755}" destId="{60B3E82D-F497-4B18-BB1A-F9FF47BA10BC}" srcOrd="3" destOrd="0" presId="urn:microsoft.com/office/officeart/2005/8/layout/hierarchy3"/>
    <dgm:cxn modelId="{AE8DAB3D-731F-4F62-9CA1-B7B49B5B4196}" type="presParOf" srcId="{181B4F46-2ABB-4C55-8689-CA69836C9755}" destId="{1262FA1D-AADD-4F2F-BBB9-20E7AD3D88DE}" srcOrd="4" destOrd="0" presId="urn:microsoft.com/office/officeart/2005/8/layout/hierarchy3"/>
    <dgm:cxn modelId="{A2355065-CAA7-4844-8FFD-C9B156BDC9E6}" type="presParOf" srcId="{181B4F46-2ABB-4C55-8689-CA69836C9755}" destId="{1A28DB89-4A5A-4EF1-8447-E403AFEF7B15}" srcOrd="5" destOrd="0" presId="urn:microsoft.com/office/officeart/2005/8/layout/hierarchy3"/>
    <dgm:cxn modelId="{AE881509-9BA4-451C-B087-B32236D4E07A}" type="presParOf" srcId="{181B4F46-2ABB-4C55-8689-CA69836C9755}" destId="{DC53C76C-E53B-4E62-8AC3-AE78E6B11F40}" srcOrd="6" destOrd="0" presId="urn:microsoft.com/office/officeart/2005/8/layout/hierarchy3"/>
    <dgm:cxn modelId="{03B31876-8033-4120-B72A-B6782F2EF3DA}" type="presParOf" srcId="{181B4F46-2ABB-4C55-8689-CA69836C9755}" destId="{4EC56988-7727-43B4-A5F4-E6A6F6618B4A}" srcOrd="7" destOrd="0" presId="urn:microsoft.com/office/officeart/2005/8/layout/hierarchy3"/>
    <dgm:cxn modelId="{2357341A-5299-4658-A445-5D2A99630BF2}" type="presParOf" srcId="{5874FCC1-C340-4941-9E6E-9BB289D07988}" destId="{F0422558-325B-469E-9F9C-8660257D9C03}" srcOrd="1" destOrd="0" presId="urn:microsoft.com/office/officeart/2005/8/layout/hierarchy3"/>
    <dgm:cxn modelId="{8664545F-C872-4604-86A7-23B5335597CF}" type="presParOf" srcId="{F0422558-325B-469E-9F9C-8660257D9C03}" destId="{76DCA0A0-8F6A-4F80-A313-52022FFC2437}" srcOrd="0" destOrd="0" presId="urn:microsoft.com/office/officeart/2005/8/layout/hierarchy3"/>
    <dgm:cxn modelId="{6CFA7711-E75B-4478-BFFE-ADBB8E8B7860}" type="presParOf" srcId="{76DCA0A0-8F6A-4F80-A313-52022FFC2437}" destId="{36BF409F-BDE7-40D9-91D4-86C94FB9342A}" srcOrd="0" destOrd="0" presId="urn:microsoft.com/office/officeart/2005/8/layout/hierarchy3"/>
    <dgm:cxn modelId="{D189B584-58D5-4F1C-AC64-6924578B6397}" type="presParOf" srcId="{76DCA0A0-8F6A-4F80-A313-52022FFC2437}" destId="{70D6473A-1D2A-4E98-B981-34BA73DF2E6B}" srcOrd="1" destOrd="0" presId="urn:microsoft.com/office/officeart/2005/8/layout/hierarchy3"/>
    <dgm:cxn modelId="{2839C7F7-F1FC-49BD-9A5E-95A330DA1F79}" type="presParOf" srcId="{F0422558-325B-469E-9F9C-8660257D9C03}" destId="{60AC91E7-C17E-48B9-B276-1A59AF086AEB}" srcOrd="1" destOrd="0" presId="urn:microsoft.com/office/officeart/2005/8/layout/hierarchy3"/>
    <dgm:cxn modelId="{885119CF-F310-4FE1-8C06-C66FFC013F67}" type="presParOf" srcId="{60AC91E7-C17E-48B9-B276-1A59AF086AEB}" destId="{B4962CC1-FC3A-4436-8B76-AC6888827DD8}" srcOrd="0" destOrd="0" presId="urn:microsoft.com/office/officeart/2005/8/layout/hierarchy3"/>
    <dgm:cxn modelId="{0153A404-C8EC-4555-A5D4-BB135C3EB3FA}" type="presParOf" srcId="{60AC91E7-C17E-48B9-B276-1A59AF086AEB}" destId="{903FFB84-D620-4033-BBE3-2C12224EC60E}" srcOrd="1" destOrd="0" presId="urn:microsoft.com/office/officeart/2005/8/layout/hierarchy3"/>
    <dgm:cxn modelId="{2BD65C5C-3968-4784-985B-C18D76C3C16F}" type="presParOf" srcId="{60AC91E7-C17E-48B9-B276-1A59AF086AEB}" destId="{CC45530F-D7E1-4164-8C96-4F5ADF3DFF97}" srcOrd="2" destOrd="0" presId="urn:microsoft.com/office/officeart/2005/8/layout/hierarchy3"/>
    <dgm:cxn modelId="{44402693-B93D-4378-9634-F6CD557EF664}" type="presParOf" srcId="{60AC91E7-C17E-48B9-B276-1A59AF086AEB}" destId="{290EA908-9260-4F10-BBB5-4D7E1F1D7E9A}" srcOrd="3" destOrd="0" presId="urn:microsoft.com/office/officeart/2005/8/layout/hierarchy3"/>
    <dgm:cxn modelId="{926DC628-694D-49A1-AA6B-13A22CB847DB}" type="presParOf" srcId="{60AC91E7-C17E-48B9-B276-1A59AF086AEB}" destId="{7FC30D01-9613-4B01-A885-C358691AF842}" srcOrd="4" destOrd="0" presId="urn:microsoft.com/office/officeart/2005/8/layout/hierarchy3"/>
    <dgm:cxn modelId="{6D8990CE-9AD5-4603-92EC-B233A2DED70F}" type="presParOf" srcId="{60AC91E7-C17E-48B9-B276-1A59AF086AEB}" destId="{9A5BE035-5B90-4812-8141-B33CB48A99B4}" srcOrd="5" destOrd="0" presId="urn:microsoft.com/office/officeart/2005/8/layout/hierarchy3"/>
    <dgm:cxn modelId="{CE762573-099D-45C4-8139-17F3E956E3B9}" type="presParOf" srcId="{60AC91E7-C17E-48B9-B276-1A59AF086AEB}" destId="{CEE76A63-779A-4A3E-8A87-DE983322492F}" srcOrd="6" destOrd="0" presId="urn:microsoft.com/office/officeart/2005/8/layout/hierarchy3"/>
    <dgm:cxn modelId="{8C37947C-29F1-4E01-9E92-2E8272B0A84C}" type="presParOf" srcId="{60AC91E7-C17E-48B9-B276-1A59AF086AEB}" destId="{779671B8-F7FF-4D29-87DF-5938B13DE611}" srcOrd="7" destOrd="0" presId="urn:microsoft.com/office/officeart/2005/8/layout/hierarchy3"/>
    <dgm:cxn modelId="{17AC5C17-27C1-480C-ABAB-14CBDA313093}" type="presParOf" srcId="{60AC91E7-C17E-48B9-B276-1A59AF086AEB}" destId="{34072EA7-29FC-4935-B81C-AA2FD54A7DD5}" srcOrd="8" destOrd="0" presId="urn:microsoft.com/office/officeart/2005/8/layout/hierarchy3"/>
    <dgm:cxn modelId="{047A1595-2CB3-46BB-94B0-3C2877F6E37A}" type="presParOf" srcId="{60AC91E7-C17E-48B9-B276-1A59AF086AEB}" destId="{DBD4CDD4-54F1-4ABE-8A7F-11E44CCE431A}" srcOrd="9" destOrd="0" presId="urn:microsoft.com/office/officeart/2005/8/layout/hierarchy3"/>
    <dgm:cxn modelId="{1F35D634-6F58-40BB-B938-EE4B2E49B078}" type="presParOf" srcId="{60AC91E7-C17E-48B9-B276-1A59AF086AEB}" destId="{5CA1AF38-0F5E-4078-A5EE-F6636B2E8C5F}" srcOrd="10" destOrd="0" presId="urn:microsoft.com/office/officeart/2005/8/layout/hierarchy3"/>
    <dgm:cxn modelId="{94329FC2-A657-470D-B734-900CDE8CA5D9}" type="presParOf" srcId="{60AC91E7-C17E-48B9-B276-1A59AF086AEB}" destId="{457F26C1-9F80-43A1-AE01-D18E123E5EEC}" srcOrd="11" destOrd="0" presId="urn:microsoft.com/office/officeart/2005/8/layout/hierarchy3"/>
    <dgm:cxn modelId="{32B78D30-4314-4EA5-9C62-1201046D548F}" type="presParOf" srcId="{60AC91E7-C17E-48B9-B276-1A59AF086AEB}" destId="{0E34D600-F989-47C0-859F-B5CA063099E5}" srcOrd="12" destOrd="0" presId="urn:microsoft.com/office/officeart/2005/8/layout/hierarchy3"/>
    <dgm:cxn modelId="{6412CBD1-7AD6-4DA6-9D93-ED711539ED19}" type="presParOf" srcId="{60AC91E7-C17E-48B9-B276-1A59AF086AEB}" destId="{7026D7F4-6E61-4F5E-9AEF-F6BFC7A48EE0}" srcOrd="13" destOrd="0" presId="urn:microsoft.com/office/officeart/2005/8/layout/hierarchy3"/>
    <dgm:cxn modelId="{443FC5DD-9042-4A2C-B832-29A549F3F1FF}" type="presParOf" srcId="{60AC91E7-C17E-48B9-B276-1A59AF086AEB}" destId="{302FE431-316D-4208-AB11-1C0DD2ABD18A}" srcOrd="14" destOrd="0" presId="urn:microsoft.com/office/officeart/2005/8/layout/hierarchy3"/>
    <dgm:cxn modelId="{6A4783B0-DC84-46EC-9810-2E2274C17A7D}" type="presParOf" srcId="{60AC91E7-C17E-48B9-B276-1A59AF086AEB}" destId="{E54546FB-3B1C-4053-B953-ABAA55F7F2F5}" srcOrd="1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E65ADF1-2349-4B73-A5BA-FE53DE2F0897}"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en-US"/>
        </a:p>
      </dgm:t>
    </dgm:pt>
    <dgm:pt modelId="{744E0658-D04F-44CF-BC5A-850EEFF2685F}">
      <dgm:prSet phldrT="[Text]"/>
      <dgm:spPr/>
      <dgm:t>
        <a:bodyPr/>
        <a:lstStyle/>
        <a:p>
          <a:r>
            <a:rPr lang="en-US" dirty="0"/>
            <a:t>Service Transition</a:t>
          </a:r>
        </a:p>
      </dgm:t>
    </dgm:pt>
    <dgm:pt modelId="{2B87A6DB-55C2-41E5-A157-D7EC2AD82935}" type="parTrans" cxnId="{9C077826-1954-453A-8598-296BB53A4DBD}">
      <dgm:prSet/>
      <dgm:spPr/>
      <dgm:t>
        <a:bodyPr/>
        <a:lstStyle/>
        <a:p>
          <a:endParaRPr lang="en-US"/>
        </a:p>
      </dgm:t>
    </dgm:pt>
    <dgm:pt modelId="{B48C6B86-93C3-40D0-9E3B-FC31900697F8}" type="sibTrans" cxnId="{9C077826-1954-453A-8598-296BB53A4DBD}">
      <dgm:prSet/>
      <dgm:spPr/>
      <dgm:t>
        <a:bodyPr/>
        <a:lstStyle/>
        <a:p>
          <a:endParaRPr lang="en-US"/>
        </a:p>
      </dgm:t>
    </dgm:pt>
    <dgm:pt modelId="{B89C8C2D-03F8-41A1-B7D8-AF0ED758D941}">
      <dgm:prSet phldrT="[Text]"/>
      <dgm:spPr/>
      <dgm:t>
        <a:bodyPr/>
        <a:lstStyle/>
        <a:p>
          <a:r>
            <a:rPr lang="en-US" dirty="0"/>
            <a:t>Transition Planning and support </a:t>
          </a:r>
        </a:p>
      </dgm:t>
    </dgm:pt>
    <dgm:pt modelId="{99A93B41-C614-4100-949E-626F8A3632B1}" type="parTrans" cxnId="{FB2E7450-A02A-445E-A578-D245A017703C}">
      <dgm:prSet/>
      <dgm:spPr/>
      <dgm:t>
        <a:bodyPr/>
        <a:lstStyle/>
        <a:p>
          <a:endParaRPr lang="en-US"/>
        </a:p>
      </dgm:t>
    </dgm:pt>
    <dgm:pt modelId="{89DE0D2E-3670-4F4B-9A45-BB9710692216}" type="sibTrans" cxnId="{FB2E7450-A02A-445E-A578-D245A017703C}">
      <dgm:prSet/>
      <dgm:spPr/>
      <dgm:t>
        <a:bodyPr/>
        <a:lstStyle/>
        <a:p>
          <a:endParaRPr lang="en-US"/>
        </a:p>
      </dgm:t>
    </dgm:pt>
    <dgm:pt modelId="{3E8624EE-FC4C-4E62-981B-4815C5933C7C}">
      <dgm:prSet phldrT="[Text]"/>
      <dgm:spPr/>
      <dgm:t>
        <a:bodyPr/>
        <a:lstStyle/>
        <a:p>
          <a:r>
            <a:rPr lang="en-US" dirty="0"/>
            <a:t>Knowledge Management</a:t>
          </a:r>
        </a:p>
      </dgm:t>
    </dgm:pt>
    <dgm:pt modelId="{178301E2-9E86-4053-8FAC-A8BE61D72C62}" type="parTrans" cxnId="{30E7F1C8-016B-48C5-AA2F-25C53F05C61B}">
      <dgm:prSet/>
      <dgm:spPr/>
      <dgm:t>
        <a:bodyPr/>
        <a:lstStyle/>
        <a:p>
          <a:endParaRPr lang="en-US"/>
        </a:p>
      </dgm:t>
    </dgm:pt>
    <dgm:pt modelId="{3DA1867A-30E2-47BF-BF80-5E3487FD6B1A}" type="sibTrans" cxnId="{30E7F1C8-016B-48C5-AA2F-25C53F05C61B}">
      <dgm:prSet/>
      <dgm:spPr/>
      <dgm:t>
        <a:bodyPr/>
        <a:lstStyle/>
        <a:p>
          <a:endParaRPr lang="en-US"/>
        </a:p>
      </dgm:t>
    </dgm:pt>
    <dgm:pt modelId="{8066916A-D87B-49B0-B261-26459815502E}">
      <dgm:prSet phldrT="[Text]"/>
      <dgm:spPr/>
      <dgm:t>
        <a:bodyPr/>
        <a:lstStyle/>
        <a:p>
          <a:r>
            <a:rPr lang="en-US" dirty="0"/>
            <a:t>Service Operation</a:t>
          </a:r>
        </a:p>
      </dgm:t>
    </dgm:pt>
    <dgm:pt modelId="{C924DA78-61F8-4BA8-B990-73A55BFF59FD}" type="parTrans" cxnId="{4E5A0DD5-F2AE-42CC-9D09-5E89A95A6FAF}">
      <dgm:prSet/>
      <dgm:spPr/>
      <dgm:t>
        <a:bodyPr/>
        <a:lstStyle/>
        <a:p>
          <a:endParaRPr lang="en-US"/>
        </a:p>
      </dgm:t>
    </dgm:pt>
    <dgm:pt modelId="{130A4887-FAB2-4C45-92C8-D1B99E223037}" type="sibTrans" cxnId="{4E5A0DD5-F2AE-42CC-9D09-5E89A95A6FAF}">
      <dgm:prSet/>
      <dgm:spPr/>
      <dgm:t>
        <a:bodyPr/>
        <a:lstStyle/>
        <a:p>
          <a:endParaRPr lang="en-US"/>
        </a:p>
      </dgm:t>
    </dgm:pt>
    <dgm:pt modelId="{7BF286A0-34EB-45D9-BC49-CA932394B1A4}">
      <dgm:prSet phldrT="[Text]"/>
      <dgm:spPr/>
      <dgm:t>
        <a:bodyPr/>
        <a:lstStyle/>
        <a:p>
          <a:r>
            <a:rPr lang="en-US" dirty="0"/>
            <a:t>Event Management</a:t>
          </a:r>
        </a:p>
      </dgm:t>
    </dgm:pt>
    <dgm:pt modelId="{44F8F3CC-1E60-43C0-AD78-2C71C87EDC89}" type="parTrans" cxnId="{402ED52B-BA9A-4E34-81F9-6143DED3B97E}">
      <dgm:prSet/>
      <dgm:spPr/>
      <dgm:t>
        <a:bodyPr/>
        <a:lstStyle/>
        <a:p>
          <a:endParaRPr lang="en-US"/>
        </a:p>
      </dgm:t>
    </dgm:pt>
    <dgm:pt modelId="{7F163641-F30A-4103-A25C-BC873F656541}" type="sibTrans" cxnId="{402ED52B-BA9A-4E34-81F9-6143DED3B97E}">
      <dgm:prSet/>
      <dgm:spPr/>
      <dgm:t>
        <a:bodyPr/>
        <a:lstStyle/>
        <a:p>
          <a:endParaRPr lang="en-US"/>
        </a:p>
      </dgm:t>
    </dgm:pt>
    <dgm:pt modelId="{55A878D1-F329-48B7-A947-848CEB1621EB}">
      <dgm:prSet phldrT="[Text]"/>
      <dgm:spPr/>
      <dgm:t>
        <a:bodyPr/>
        <a:lstStyle/>
        <a:p>
          <a:r>
            <a:rPr lang="en-US" dirty="0"/>
            <a:t>Incident Management</a:t>
          </a:r>
        </a:p>
      </dgm:t>
    </dgm:pt>
    <dgm:pt modelId="{01D7E424-E27E-4433-BE72-F21604382593}" type="parTrans" cxnId="{DB6FE010-A84C-4123-BA01-4A6EEC1B3CE4}">
      <dgm:prSet/>
      <dgm:spPr/>
      <dgm:t>
        <a:bodyPr/>
        <a:lstStyle/>
        <a:p>
          <a:endParaRPr lang="en-US"/>
        </a:p>
      </dgm:t>
    </dgm:pt>
    <dgm:pt modelId="{2A5E7AA9-C933-4427-97A6-12DA97FC4B40}" type="sibTrans" cxnId="{DB6FE010-A84C-4123-BA01-4A6EEC1B3CE4}">
      <dgm:prSet/>
      <dgm:spPr/>
      <dgm:t>
        <a:bodyPr/>
        <a:lstStyle/>
        <a:p>
          <a:endParaRPr lang="en-US"/>
        </a:p>
      </dgm:t>
    </dgm:pt>
    <dgm:pt modelId="{9173808F-7B0C-4E65-90BE-3E8FCA49EB85}">
      <dgm:prSet/>
      <dgm:spPr/>
      <dgm:t>
        <a:bodyPr/>
        <a:lstStyle/>
        <a:p>
          <a:r>
            <a:rPr lang="en-US" dirty="0"/>
            <a:t>Change Management</a:t>
          </a:r>
        </a:p>
      </dgm:t>
    </dgm:pt>
    <dgm:pt modelId="{59E7286B-BF73-4F40-9FB9-6D9636035448}" type="parTrans" cxnId="{7704345E-06D9-4D37-8F11-96CF8D81406D}">
      <dgm:prSet/>
      <dgm:spPr/>
      <dgm:t>
        <a:bodyPr/>
        <a:lstStyle/>
        <a:p>
          <a:endParaRPr lang="en-US"/>
        </a:p>
      </dgm:t>
    </dgm:pt>
    <dgm:pt modelId="{8997747E-CD8A-415A-891B-25F524EEF391}" type="sibTrans" cxnId="{7704345E-06D9-4D37-8F11-96CF8D81406D}">
      <dgm:prSet/>
      <dgm:spPr/>
      <dgm:t>
        <a:bodyPr/>
        <a:lstStyle/>
        <a:p>
          <a:endParaRPr lang="en-US"/>
        </a:p>
      </dgm:t>
    </dgm:pt>
    <dgm:pt modelId="{5ACCF6B3-2EAC-4368-8706-BB2DDBB57919}">
      <dgm:prSet/>
      <dgm:spPr/>
      <dgm:t>
        <a:bodyPr/>
        <a:lstStyle/>
        <a:p>
          <a:r>
            <a:rPr lang="en-US" dirty="0"/>
            <a:t>Asset and Configuration management</a:t>
          </a:r>
        </a:p>
      </dgm:t>
    </dgm:pt>
    <dgm:pt modelId="{8F5C56D4-46E0-40DF-84A6-89127EBEED28}" type="parTrans" cxnId="{66EF0072-5AE9-4D16-9538-C451B349CE94}">
      <dgm:prSet/>
      <dgm:spPr/>
      <dgm:t>
        <a:bodyPr/>
        <a:lstStyle/>
        <a:p>
          <a:endParaRPr lang="en-US"/>
        </a:p>
      </dgm:t>
    </dgm:pt>
    <dgm:pt modelId="{A050098C-7CEB-45BE-813C-F7031FF9CE64}" type="sibTrans" cxnId="{66EF0072-5AE9-4D16-9538-C451B349CE94}">
      <dgm:prSet/>
      <dgm:spPr/>
      <dgm:t>
        <a:bodyPr/>
        <a:lstStyle/>
        <a:p>
          <a:endParaRPr lang="en-US"/>
        </a:p>
      </dgm:t>
    </dgm:pt>
    <dgm:pt modelId="{D68585B3-F290-48B2-A9B8-39E0539F0C94}">
      <dgm:prSet/>
      <dgm:spPr/>
      <dgm:t>
        <a:bodyPr/>
        <a:lstStyle/>
        <a:p>
          <a:r>
            <a:rPr lang="en-US" dirty="0"/>
            <a:t>Service validation and testing</a:t>
          </a:r>
        </a:p>
      </dgm:t>
    </dgm:pt>
    <dgm:pt modelId="{954D11BA-DCD6-4555-BCA4-0728A03474B4}" type="parTrans" cxnId="{714DBCFE-D4EA-4E5B-862F-8A541A7B9322}">
      <dgm:prSet/>
      <dgm:spPr/>
      <dgm:t>
        <a:bodyPr/>
        <a:lstStyle/>
        <a:p>
          <a:endParaRPr lang="en-US"/>
        </a:p>
      </dgm:t>
    </dgm:pt>
    <dgm:pt modelId="{8024BAE6-D09C-470B-9A90-AE827BC76818}" type="sibTrans" cxnId="{714DBCFE-D4EA-4E5B-862F-8A541A7B9322}">
      <dgm:prSet/>
      <dgm:spPr/>
      <dgm:t>
        <a:bodyPr/>
        <a:lstStyle/>
        <a:p>
          <a:endParaRPr lang="en-US"/>
        </a:p>
      </dgm:t>
    </dgm:pt>
    <dgm:pt modelId="{5961F0EC-EE6F-461E-87B4-B6672E8C0ECD}">
      <dgm:prSet/>
      <dgm:spPr/>
      <dgm:t>
        <a:bodyPr/>
        <a:lstStyle/>
        <a:p>
          <a:r>
            <a:rPr lang="en-US" dirty="0"/>
            <a:t>Release and Deployment Management</a:t>
          </a:r>
        </a:p>
      </dgm:t>
    </dgm:pt>
    <dgm:pt modelId="{73A17E24-E1F2-44EF-8918-DCD378E7CCE7}" type="parTrans" cxnId="{56007569-8506-4257-B95B-3586E705D988}">
      <dgm:prSet/>
      <dgm:spPr/>
      <dgm:t>
        <a:bodyPr/>
        <a:lstStyle/>
        <a:p>
          <a:endParaRPr lang="en-US"/>
        </a:p>
      </dgm:t>
    </dgm:pt>
    <dgm:pt modelId="{D8E4844B-2FF5-4B13-BF4C-D2DAADAE9761}" type="sibTrans" cxnId="{56007569-8506-4257-B95B-3586E705D988}">
      <dgm:prSet/>
      <dgm:spPr/>
      <dgm:t>
        <a:bodyPr/>
        <a:lstStyle/>
        <a:p>
          <a:endParaRPr lang="en-US"/>
        </a:p>
      </dgm:t>
    </dgm:pt>
    <dgm:pt modelId="{E04C5CEA-8815-46C2-8596-2D309F194E16}">
      <dgm:prSet/>
      <dgm:spPr/>
      <dgm:t>
        <a:bodyPr/>
        <a:lstStyle/>
        <a:p>
          <a:r>
            <a:rPr lang="en-US" dirty="0"/>
            <a:t>Evaluation</a:t>
          </a:r>
        </a:p>
      </dgm:t>
    </dgm:pt>
    <dgm:pt modelId="{8721AE94-8855-4152-B972-884D84AA834D}" type="parTrans" cxnId="{8F5C0C47-247A-4BA4-A96C-32FE7471F9F4}">
      <dgm:prSet/>
      <dgm:spPr/>
      <dgm:t>
        <a:bodyPr/>
        <a:lstStyle/>
        <a:p>
          <a:endParaRPr lang="en-US"/>
        </a:p>
      </dgm:t>
    </dgm:pt>
    <dgm:pt modelId="{1ACEAF26-03C4-462D-A6E8-794EFD789DBE}" type="sibTrans" cxnId="{8F5C0C47-247A-4BA4-A96C-32FE7471F9F4}">
      <dgm:prSet/>
      <dgm:spPr/>
      <dgm:t>
        <a:bodyPr/>
        <a:lstStyle/>
        <a:p>
          <a:endParaRPr lang="en-US"/>
        </a:p>
      </dgm:t>
    </dgm:pt>
    <dgm:pt modelId="{1FDD6BEB-000C-4A3E-9731-79B66681CEB4}">
      <dgm:prSet/>
      <dgm:spPr/>
      <dgm:t>
        <a:bodyPr/>
        <a:lstStyle/>
        <a:p>
          <a:r>
            <a:rPr lang="en-US" dirty="0"/>
            <a:t>Problem Management</a:t>
          </a:r>
        </a:p>
      </dgm:t>
    </dgm:pt>
    <dgm:pt modelId="{63273FEC-5116-4AA2-BA8F-0EABD5E2EAA3}" type="parTrans" cxnId="{6ED77775-6E9F-4E35-9F42-0EA6D8E860D7}">
      <dgm:prSet/>
      <dgm:spPr/>
      <dgm:t>
        <a:bodyPr/>
        <a:lstStyle/>
        <a:p>
          <a:endParaRPr lang="en-US"/>
        </a:p>
      </dgm:t>
    </dgm:pt>
    <dgm:pt modelId="{9168363B-076F-4166-990A-C6BD4D0FD6B3}" type="sibTrans" cxnId="{6ED77775-6E9F-4E35-9F42-0EA6D8E860D7}">
      <dgm:prSet/>
      <dgm:spPr/>
      <dgm:t>
        <a:bodyPr/>
        <a:lstStyle/>
        <a:p>
          <a:endParaRPr lang="en-US"/>
        </a:p>
      </dgm:t>
    </dgm:pt>
    <dgm:pt modelId="{6B0BE97B-496D-45C6-B170-FD20BBE64C2B}">
      <dgm:prSet/>
      <dgm:spPr/>
      <dgm:t>
        <a:bodyPr/>
        <a:lstStyle/>
        <a:p>
          <a:r>
            <a:rPr lang="en-US" dirty="0"/>
            <a:t>Request Fulfilment</a:t>
          </a:r>
        </a:p>
      </dgm:t>
    </dgm:pt>
    <dgm:pt modelId="{70D47BA0-9A55-45CC-BFC5-9993CFCB55B1}" type="parTrans" cxnId="{EB250B1C-9E11-4672-B5CE-928EBF10094F}">
      <dgm:prSet/>
      <dgm:spPr/>
      <dgm:t>
        <a:bodyPr/>
        <a:lstStyle/>
        <a:p>
          <a:endParaRPr lang="en-US"/>
        </a:p>
      </dgm:t>
    </dgm:pt>
    <dgm:pt modelId="{40A02D13-B1B3-4679-AB55-F95B6B0BF911}" type="sibTrans" cxnId="{EB250B1C-9E11-4672-B5CE-928EBF10094F}">
      <dgm:prSet/>
      <dgm:spPr/>
      <dgm:t>
        <a:bodyPr/>
        <a:lstStyle/>
        <a:p>
          <a:endParaRPr lang="en-US"/>
        </a:p>
      </dgm:t>
    </dgm:pt>
    <dgm:pt modelId="{AE60711A-3AD0-41A1-9535-9F062E6FA544}">
      <dgm:prSet/>
      <dgm:spPr/>
      <dgm:t>
        <a:bodyPr/>
        <a:lstStyle/>
        <a:p>
          <a:r>
            <a:rPr lang="en-US" dirty="0"/>
            <a:t>Access Management</a:t>
          </a:r>
        </a:p>
      </dgm:t>
    </dgm:pt>
    <dgm:pt modelId="{E46B2CAF-EAC2-4580-AC7B-568EA1DC24EC}" type="parTrans" cxnId="{D1DE5CD8-9EB4-4FE3-B899-3BCB1EDF1FD7}">
      <dgm:prSet/>
      <dgm:spPr/>
      <dgm:t>
        <a:bodyPr/>
        <a:lstStyle/>
        <a:p>
          <a:endParaRPr lang="en-US"/>
        </a:p>
      </dgm:t>
    </dgm:pt>
    <dgm:pt modelId="{DEC00E69-9803-4C19-9969-1613C18AC66B}" type="sibTrans" cxnId="{D1DE5CD8-9EB4-4FE3-B899-3BCB1EDF1FD7}">
      <dgm:prSet/>
      <dgm:spPr/>
      <dgm:t>
        <a:bodyPr/>
        <a:lstStyle/>
        <a:p>
          <a:endParaRPr lang="en-US"/>
        </a:p>
      </dgm:t>
    </dgm:pt>
    <dgm:pt modelId="{384B19F5-6762-467B-9850-DC1F38DE9C56}">
      <dgm:prSet/>
      <dgm:spPr>
        <a:ln>
          <a:solidFill>
            <a:schemeClr val="accent2"/>
          </a:solidFill>
        </a:ln>
      </dgm:spPr>
      <dgm:t>
        <a:bodyPr/>
        <a:lstStyle/>
        <a:p>
          <a:r>
            <a:rPr lang="en-US" dirty="0"/>
            <a:t>Service Desk</a:t>
          </a:r>
        </a:p>
      </dgm:t>
    </dgm:pt>
    <dgm:pt modelId="{8B83556B-B744-436A-A381-5B8B49BEE834}" type="parTrans" cxnId="{C0973F32-F5EE-4683-8163-D2BB49F512AD}">
      <dgm:prSet/>
      <dgm:spPr/>
      <dgm:t>
        <a:bodyPr/>
        <a:lstStyle/>
        <a:p>
          <a:endParaRPr lang="en-US"/>
        </a:p>
      </dgm:t>
    </dgm:pt>
    <dgm:pt modelId="{19B15D43-FA80-4418-B068-F9648C5CE81D}" type="sibTrans" cxnId="{C0973F32-F5EE-4683-8163-D2BB49F512AD}">
      <dgm:prSet/>
      <dgm:spPr/>
      <dgm:t>
        <a:bodyPr/>
        <a:lstStyle/>
        <a:p>
          <a:endParaRPr lang="en-US"/>
        </a:p>
      </dgm:t>
    </dgm:pt>
    <dgm:pt modelId="{864A602F-D2C7-4E26-AA69-4E255B32058B}">
      <dgm:prSet/>
      <dgm:spPr>
        <a:ln>
          <a:solidFill>
            <a:schemeClr val="accent2"/>
          </a:solidFill>
        </a:ln>
      </dgm:spPr>
      <dgm:t>
        <a:bodyPr/>
        <a:lstStyle/>
        <a:p>
          <a:r>
            <a:rPr lang="en-US" dirty="0"/>
            <a:t>Technical Management</a:t>
          </a:r>
        </a:p>
      </dgm:t>
    </dgm:pt>
    <dgm:pt modelId="{BEC4C4D0-459C-4DD8-8E9E-E5C3D6BE024B}" type="parTrans" cxnId="{BC593239-5A51-41FE-985C-F59C18EC75CE}">
      <dgm:prSet/>
      <dgm:spPr/>
      <dgm:t>
        <a:bodyPr/>
        <a:lstStyle/>
        <a:p>
          <a:endParaRPr lang="en-US"/>
        </a:p>
      </dgm:t>
    </dgm:pt>
    <dgm:pt modelId="{89545093-0D08-4577-BEB1-DB3ACDA6328C}" type="sibTrans" cxnId="{BC593239-5A51-41FE-985C-F59C18EC75CE}">
      <dgm:prSet/>
      <dgm:spPr/>
      <dgm:t>
        <a:bodyPr/>
        <a:lstStyle/>
        <a:p>
          <a:endParaRPr lang="en-US"/>
        </a:p>
      </dgm:t>
    </dgm:pt>
    <dgm:pt modelId="{9F291597-CCDE-4463-84B5-E15915832A60}">
      <dgm:prSet/>
      <dgm:spPr>
        <a:ln>
          <a:solidFill>
            <a:schemeClr val="accent2"/>
          </a:solidFill>
        </a:ln>
      </dgm:spPr>
      <dgm:t>
        <a:bodyPr/>
        <a:lstStyle/>
        <a:p>
          <a:r>
            <a:rPr lang="en-US" dirty="0"/>
            <a:t>Application Management</a:t>
          </a:r>
        </a:p>
      </dgm:t>
    </dgm:pt>
    <dgm:pt modelId="{39076BF2-8345-485F-ADB0-857A7E085D14}" type="parTrans" cxnId="{07F37136-16AE-43C5-9906-EFB979B52F09}">
      <dgm:prSet/>
      <dgm:spPr/>
      <dgm:t>
        <a:bodyPr/>
        <a:lstStyle/>
        <a:p>
          <a:endParaRPr lang="en-US"/>
        </a:p>
      </dgm:t>
    </dgm:pt>
    <dgm:pt modelId="{F072DBF1-697D-4FD9-B818-85152C856000}" type="sibTrans" cxnId="{07F37136-16AE-43C5-9906-EFB979B52F09}">
      <dgm:prSet/>
      <dgm:spPr/>
      <dgm:t>
        <a:bodyPr/>
        <a:lstStyle/>
        <a:p>
          <a:endParaRPr lang="en-US"/>
        </a:p>
      </dgm:t>
    </dgm:pt>
    <dgm:pt modelId="{DE86540E-F842-4EC9-AD60-A6C74D4B70BC}">
      <dgm:prSet/>
      <dgm:spPr>
        <a:ln>
          <a:solidFill>
            <a:schemeClr val="accent2"/>
          </a:solidFill>
        </a:ln>
      </dgm:spPr>
      <dgm:t>
        <a:bodyPr/>
        <a:lstStyle/>
        <a:p>
          <a:r>
            <a:rPr lang="en-US" dirty="0"/>
            <a:t>IT Operations</a:t>
          </a:r>
        </a:p>
      </dgm:t>
    </dgm:pt>
    <dgm:pt modelId="{59FDDF94-CD59-4FE3-92AB-D424A3661DFF}" type="parTrans" cxnId="{B57212A5-0113-4898-9230-0F1F31D3F71C}">
      <dgm:prSet/>
      <dgm:spPr/>
      <dgm:t>
        <a:bodyPr/>
        <a:lstStyle/>
        <a:p>
          <a:endParaRPr lang="en-US"/>
        </a:p>
      </dgm:t>
    </dgm:pt>
    <dgm:pt modelId="{FE859111-80E9-4169-931C-12B446935D95}" type="sibTrans" cxnId="{B57212A5-0113-4898-9230-0F1F31D3F71C}">
      <dgm:prSet/>
      <dgm:spPr/>
      <dgm:t>
        <a:bodyPr/>
        <a:lstStyle/>
        <a:p>
          <a:endParaRPr lang="en-US"/>
        </a:p>
      </dgm:t>
    </dgm:pt>
    <dgm:pt modelId="{2C49E6AA-BBEF-43C7-BCE7-763A773F4664}">
      <dgm:prSet/>
      <dgm:spPr/>
      <dgm:t>
        <a:bodyPr/>
        <a:lstStyle/>
        <a:p>
          <a:r>
            <a:rPr lang="en-US" dirty="0"/>
            <a:t>CSI</a:t>
          </a:r>
        </a:p>
      </dgm:t>
    </dgm:pt>
    <dgm:pt modelId="{35A2BA7B-9998-4F54-B076-2A0A6C32F525}" type="parTrans" cxnId="{EC53D4AA-05F4-44D9-9CBB-9340A2E74B4E}">
      <dgm:prSet/>
      <dgm:spPr/>
      <dgm:t>
        <a:bodyPr/>
        <a:lstStyle/>
        <a:p>
          <a:endParaRPr lang="en-US"/>
        </a:p>
      </dgm:t>
    </dgm:pt>
    <dgm:pt modelId="{26A42070-E443-4807-A068-DF6D271646AA}" type="sibTrans" cxnId="{EC53D4AA-05F4-44D9-9CBB-9340A2E74B4E}">
      <dgm:prSet/>
      <dgm:spPr/>
      <dgm:t>
        <a:bodyPr/>
        <a:lstStyle/>
        <a:p>
          <a:endParaRPr lang="en-US"/>
        </a:p>
      </dgm:t>
    </dgm:pt>
    <dgm:pt modelId="{7E1D94EE-5692-4A75-B66C-F240A361203A}" type="pres">
      <dgm:prSet presAssocID="{FE65ADF1-2349-4B73-A5BA-FE53DE2F0897}" presName="diagram" presStyleCnt="0">
        <dgm:presLayoutVars>
          <dgm:chPref val="1"/>
          <dgm:dir/>
          <dgm:animOne val="branch"/>
          <dgm:animLvl val="lvl"/>
          <dgm:resizeHandles/>
        </dgm:presLayoutVars>
      </dgm:prSet>
      <dgm:spPr/>
    </dgm:pt>
    <dgm:pt modelId="{0880A181-8AB4-49A6-8D6C-FCD2A3844F11}" type="pres">
      <dgm:prSet presAssocID="{744E0658-D04F-44CF-BC5A-850EEFF2685F}" presName="root" presStyleCnt="0"/>
      <dgm:spPr/>
    </dgm:pt>
    <dgm:pt modelId="{CBDC540F-4559-476F-91C3-B17C487AFC80}" type="pres">
      <dgm:prSet presAssocID="{744E0658-D04F-44CF-BC5A-850EEFF2685F}" presName="rootComposite" presStyleCnt="0"/>
      <dgm:spPr/>
    </dgm:pt>
    <dgm:pt modelId="{BB8264D9-990F-4B62-8FD3-9063CCDB44CA}" type="pres">
      <dgm:prSet presAssocID="{744E0658-D04F-44CF-BC5A-850EEFF2685F}" presName="rootText" presStyleLbl="node1" presStyleIdx="0" presStyleCnt="3"/>
      <dgm:spPr/>
    </dgm:pt>
    <dgm:pt modelId="{F3982D3F-E900-4345-8331-7532BC8D9042}" type="pres">
      <dgm:prSet presAssocID="{744E0658-D04F-44CF-BC5A-850EEFF2685F}" presName="rootConnector" presStyleLbl="node1" presStyleIdx="0" presStyleCnt="3"/>
      <dgm:spPr/>
    </dgm:pt>
    <dgm:pt modelId="{8A70BB3D-5F91-4E75-B605-F4CE0D9C806D}" type="pres">
      <dgm:prSet presAssocID="{744E0658-D04F-44CF-BC5A-850EEFF2685F}" presName="childShape" presStyleCnt="0"/>
      <dgm:spPr/>
    </dgm:pt>
    <dgm:pt modelId="{309D23D0-6A8A-4EA3-BCDB-D0E5DCE4B75B}" type="pres">
      <dgm:prSet presAssocID="{99A93B41-C614-4100-949E-626F8A3632B1}" presName="Name13" presStyleLbl="parChTrans1D2" presStyleIdx="0" presStyleCnt="16"/>
      <dgm:spPr/>
    </dgm:pt>
    <dgm:pt modelId="{57E485EC-3E9A-492D-9885-F2C9A1434A54}" type="pres">
      <dgm:prSet presAssocID="{B89C8C2D-03F8-41A1-B7D8-AF0ED758D941}" presName="childText" presStyleLbl="bgAcc1" presStyleIdx="0" presStyleCnt="16">
        <dgm:presLayoutVars>
          <dgm:bulletEnabled val="1"/>
        </dgm:presLayoutVars>
      </dgm:prSet>
      <dgm:spPr/>
    </dgm:pt>
    <dgm:pt modelId="{1EC573B2-4C0C-409D-96D3-85E946E19257}" type="pres">
      <dgm:prSet presAssocID="{59E7286B-BF73-4F40-9FB9-6D9636035448}" presName="Name13" presStyleLbl="parChTrans1D2" presStyleIdx="1" presStyleCnt="16"/>
      <dgm:spPr/>
    </dgm:pt>
    <dgm:pt modelId="{39C53A3A-2EB2-4500-A8D6-7463704C3401}" type="pres">
      <dgm:prSet presAssocID="{9173808F-7B0C-4E65-90BE-3E8FCA49EB85}" presName="childText" presStyleLbl="bgAcc1" presStyleIdx="1" presStyleCnt="16">
        <dgm:presLayoutVars>
          <dgm:bulletEnabled val="1"/>
        </dgm:presLayoutVars>
      </dgm:prSet>
      <dgm:spPr/>
    </dgm:pt>
    <dgm:pt modelId="{1884E54B-C0EA-4C40-8D3B-DAD14C35B300}" type="pres">
      <dgm:prSet presAssocID="{8F5C56D4-46E0-40DF-84A6-89127EBEED28}" presName="Name13" presStyleLbl="parChTrans1D2" presStyleIdx="2" presStyleCnt="16"/>
      <dgm:spPr/>
    </dgm:pt>
    <dgm:pt modelId="{636506F5-964B-49BC-85F9-D72EF0FF048E}" type="pres">
      <dgm:prSet presAssocID="{5ACCF6B3-2EAC-4368-8706-BB2DDBB57919}" presName="childText" presStyleLbl="bgAcc1" presStyleIdx="2" presStyleCnt="16">
        <dgm:presLayoutVars>
          <dgm:bulletEnabled val="1"/>
        </dgm:presLayoutVars>
      </dgm:prSet>
      <dgm:spPr/>
    </dgm:pt>
    <dgm:pt modelId="{3310806C-DFB6-402B-A4ED-B683FD84A2F5}" type="pres">
      <dgm:prSet presAssocID="{954D11BA-DCD6-4555-BCA4-0728A03474B4}" presName="Name13" presStyleLbl="parChTrans1D2" presStyleIdx="3" presStyleCnt="16"/>
      <dgm:spPr/>
    </dgm:pt>
    <dgm:pt modelId="{72E4FDCC-994E-4583-8C34-93B17487FFA4}" type="pres">
      <dgm:prSet presAssocID="{D68585B3-F290-48B2-A9B8-39E0539F0C94}" presName="childText" presStyleLbl="bgAcc1" presStyleIdx="3" presStyleCnt="16">
        <dgm:presLayoutVars>
          <dgm:bulletEnabled val="1"/>
        </dgm:presLayoutVars>
      </dgm:prSet>
      <dgm:spPr/>
    </dgm:pt>
    <dgm:pt modelId="{8E5889A5-D962-480B-82DF-BA5C1B80D15F}" type="pres">
      <dgm:prSet presAssocID="{73A17E24-E1F2-44EF-8918-DCD378E7CCE7}" presName="Name13" presStyleLbl="parChTrans1D2" presStyleIdx="4" presStyleCnt="16"/>
      <dgm:spPr/>
    </dgm:pt>
    <dgm:pt modelId="{A999FBD9-E181-4987-81AE-7B881C1D6171}" type="pres">
      <dgm:prSet presAssocID="{5961F0EC-EE6F-461E-87B4-B6672E8C0ECD}" presName="childText" presStyleLbl="bgAcc1" presStyleIdx="4" presStyleCnt="16">
        <dgm:presLayoutVars>
          <dgm:bulletEnabled val="1"/>
        </dgm:presLayoutVars>
      </dgm:prSet>
      <dgm:spPr/>
    </dgm:pt>
    <dgm:pt modelId="{44E95B10-C1BE-47E6-A218-DAD7496F3533}" type="pres">
      <dgm:prSet presAssocID="{8721AE94-8855-4152-B972-884D84AA834D}" presName="Name13" presStyleLbl="parChTrans1D2" presStyleIdx="5" presStyleCnt="16"/>
      <dgm:spPr/>
    </dgm:pt>
    <dgm:pt modelId="{434F99AC-9C1A-430D-93E9-6BCD94587439}" type="pres">
      <dgm:prSet presAssocID="{E04C5CEA-8815-46C2-8596-2D309F194E16}" presName="childText" presStyleLbl="bgAcc1" presStyleIdx="5" presStyleCnt="16">
        <dgm:presLayoutVars>
          <dgm:bulletEnabled val="1"/>
        </dgm:presLayoutVars>
      </dgm:prSet>
      <dgm:spPr/>
    </dgm:pt>
    <dgm:pt modelId="{D706ED76-7D12-4979-8757-E4287534CD52}" type="pres">
      <dgm:prSet presAssocID="{178301E2-9E86-4053-8FAC-A8BE61D72C62}" presName="Name13" presStyleLbl="parChTrans1D2" presStyleIdx="6" presStyleCnt="16"/>
      <dgm:spPr/>
    </dgm:pt>
    <dgm:pt modelId="{46105789-AF61-45E8-BBF9-92B3D47922CE}" type="pres">
      <dgm:prSet presAssocID="{3E8624EE-FC4C-4E62-981B-4815C5933C7C}" presName="childText" presStyleLbl="bgAcc1" presStyleIdx="6" presStyleCnt="16">
        <dgm:presLayoutVars>
          <dgm:bulletEnabled val="1"/>
        </dgm:presLayoutVars>
      </dgm:prSet>
      <dgm:spPr/>
    </dgm:pt>
    <dgm:pt modelId="{5D1372D1-FD94-4881-9F2D-01F48D271C2B}" type="pres">
      <dgm:prSet presAssocID="{8066916A-D87B-49B0-B261-26459815502E}" presName="root" presStyleCnt="0"/>
      <dgm:spPr/>
    </dgm:pt>
    <dgm:pt modelId="{47E5CA53-9717-47D7-9D16-9B3A676F9E5C}" type="pres">
      <dgm:prSet presAssocID="{8066916A-D87B-49B0-B261-26459815502E}" presName="rootComposite" presStyleCnt="0"/>
      <dgm:spPr/>
    </dgm:pt>
    <dgm:pt modelId="{9C21AA7F-0758-4A45-B898-52BBCDCF2C75}" type="pres">
      <dgm:prSet presAssocID="{8066916A-D87B-49B0-B261-26459815502E}" presName="rootText" presStyleLbl="node1" presStyleIdx="1" presStyleCnt="3"/>
      <dgm:spPr/>
    </dgm:pt>
    <dgm:pt modelId="{3E7EE2EE-81DF-4129-B5A0-DF2506348500}" type="pres">
      <dgm:prSet presAssocID="{8066916A-D87B-49B0-B261-26459815502E}" presName="rootConnector" presStyleLbl="node1" presStyleIdx="1" presStyleCnt="3"/>
      <dgm:spPr/>
    </dgm:pt>
    <dgm:pt modelId="{79AE55A3-9A14-4783-91E8-42A496B54A9F}" type="pres">
      <dgm:prSet presAssocID="{8066916A-D87B-49B0-B261-26459815502E}" presName="childShape" presStyleCnt="0"/>
      <dgm:spPr/>
    </dgm:pt>
    <dgm:pt modelId="{8E8D081B-ABD1-421B-B2D2-733A1A20764A}" type="pres">
      <dgm:prSet presAssocID="{44F8F3CC-1E60-43C0-AD78-2C71C87EDC89}" presName="Name13" presStyleLbl="parChTrans1D2" presStyleIdx="7" presStyleCnt="16"/>
      <dgm:spPr/>
    </dgm:pt>
    <dgm:pt modelId="{F8E5AE9B-53B2-4024-940B-14AFE01E7BA1}" type="pres">
      <dgm:prSet presAssocID="{7BF286A0-34EB-45D9-BC49-CA932394B1A4}" presName="childText" presStyleLbl="bgAcc1" presStyleIdx="7" presStyleCnt="16">
        <dgm:presLayoutVars>
          <dgm:bulletEnabled val="1"/>
        </dgm:presLayoutVars>
      </dgm:prSet>
      <dgm:spPr/>
    </dgm:pt>
    <dgm:pt modelId="{C699A3F3-0BE1-4652-AF16-4F288D02BFF0}" type="pres">
      <dgm:prSet presAssocID="{01D7E424-E27E-4433-BE72-F21604382593}" presName="Name13" presStyleLbl="parChTrans1D2" presStyleIdx="8" presStyleCnt="16"/>
      <dgm:spPr/>
    </dgm:pt>
    <dgm:pt modelId="{DBBCBCC5-3155-4506-8C54-ACF1388107AF}" type="pres">
      <dgm:prSet presAssocID="{55A878D1-F329-48B7-A947-848CEB1621EB}" presName="childText" presStyleLbl="bgAcc1" presStyleIdx="8" presStyleCnt="16">
        <dgm:presLayoutVars>
          <dgm:bulletEnabled val="1"/>
        </dgm:presLayoutVars>
      </dgm:prSet>
      <dgm:spPr/>
    </dgm:pt>
    <dgm:pt modelId="{BC9C2451-654A-4A68-9033-5013C40B5F61}" type="pres">
      <dgm:prSet presAssocID="{63273FEC-5116-4AA2-BA8F-0EABD5E2EAA3}" presName="Name13" presStyleLbl="parChTrans1D2" presStyleIdx="9" presStyleCnt="16"/>
      <dgm:spPr/>
    </dgm:pt>
    <dgm:pt modelId="{704A0082-8AA7-4CC2-9C23-FFB2B4595430}" type="pres">
      <dgm:prSet presAssocID="{1FDD6BEB-000C-4A3E-9731-79B66681CEB4}" presName="childText" presStyleLbl="bgAcc1" presStyleIdx="9" presStyleCnt="16">
        <dgm:presLayoutVars>
          <dgm:bulletEnabled val="1"/>
        </dgm:presLayoutVars>
      </dgm:prSet>
      <dgm:spPr/>
    </dgm:pt>
    <dgm:pt modelId="{321CD243-A643-4016-A1A4-CAFE3D362A84}" type="pres">
      <dgm:prSet presAssocID="{70D47BA0-9A55-45CC-BFC5-9993CFCB55B1}" presName="Name13" presStyleLbl="parChTrans1D2" presStyleIdx="10" presStyleCnt="16"/>
      <dgm:spPr/>
    </dgm:pt>
    <dgm:pt modelId="{D3B2B1FF-B057-4614-8B43-C9869D5742E6}" type="pres">
      <dgm:prSet presAssocID="{6B0BE97B-496D-45C6-B170-FD20BBE64C2B}" presName="childText" presStyleLbl="bgAcc1" presStyleIdx="10" presStyleCnt="16">
        <dgm:presLayoutVars>
          <dgm:bulletEnabled val="1"/>
        </dgm:presLayoutVars>
      </dgm:prSet>
      <dgm:spPr/>
    </dgm:pt>
    <dgm:pt modelId="{981F9644-018F-4E79-9341-0CC3E39EE30B}" type="pres">
      <dgm:prSet presAssocID="{E46B2CAF-EAC2-4580-AC7B-568EA1DC24EC}" presName="Name13" presStyleLbl="parChTrans1D2" presStyleIdx="11" presStyleCnt="16"/>
      <dgm:spPr/>
    </dgm:pt>
    <dgm:pt modelId="{7CC00F4F-21FC-4F46-B7D3-B045ACAB1D0B}" type="pres">
      <dgm:prSet presAssocID="{AE60711A-3AD0-41A1-9535-9F062E6FA544}" presName="childText" presStyleLbl="bgAcc1" presStyleIdx="11" presStyleCnt="16">
        <dgm:presLayoutVars>
          <dgm:bulletEnabled val="1"/>
        </dgm:presLayoutVars>
      </dgm:prSet>
      <dgm:spPr/>
    </dgm:pt>
    <dgm:pt modelId="{1DFCE1E4-BD1D-457A-B78E-16E3B6A3FBD3}" type="pres">
      <dgm:prSet presAssocID="{8B83556B-B744-436A-A381-5B8B49BEE834}" presName="Name13" presStyleLbl="parChTrans1D2" presStyleIdx="12" presStyleCnt="16"/>
      <dgm:spPr/>
    </dgm:pt>
    <dgm:pt modelId="{52CC5E03-DC24-432A-A6A9-7734A84456BB}" type="pres">
      <dgm:prSet presAssocID="{384B19F5-6762-467B-9850-DC1F38DE9C56}" presName="childText" presStyleLbl="bgAcc1" presStyleIdx="12" presStyleCnt="16">
        <dgm:presLayoutVars>
          <dgm:bulletEnabled val="1"/>
        </dgm:presLayoutVars>
      </dgm:prSet>
      <dgm:spPr/>
    </dgm:pt>
    <dgm:pt modelId="{6BC38D24-509A-4CC2-ADCC-8CCE82573BBF}" type="pres">
      <dgm:prSet presAssocID="{BEC4C4D0-459C-4DD8-8E9E-E5C3D6BE024B}" presName="Name13" presStyleLbl="parChTrans1D2" presStyleIdx="13" presStyleCnt="16"/>
      <dgm:spPr/>
    </dgm:pt>
    <dgm:pt modelId="{32AC1DD0-A4D5-433C-AFFD-782EDCCC029D}" type="pres">
      <dgm:prSet presAssocID="{864A602F-D2C7-4E26-AA69-4E255B32058B}" presName="childText" presStyleLbl="bgAcc1" presStyleIdx="13" presStyleCnt="16">
        <dgm:presLayoutVars>
          <dgm:bulletEnabled val="1"/>
        </dgm:presLayoutVars>
      </dgm:prSet>
      <dgm:spPr/>
    </dgm:pt>
    <dgm:pt modelId="{8751E360-AA17-4422-8BB6-287C39EC4125}" type="pres">
      <dgm:prSet presAssocID="{39076BF2-8345-485F-ADB0-857A7E085D14}" presName="Name13" presStyleLbl="parChTrans1D2" presStyleIdx="14" presStyleCnt="16"/>
      <dgm:spPr/>
    </dgm:pt>
    <dgm:pt modelId="{E2C11F0E-FA28-4096-BD69-0AD80FB9FAEE}" type="pres">
      <dgm:prSet presAssocID="{9F291597-CCDE-4463-84B5-E15915832A60}" presName="childText" presStyleLbl="bgAcc1" presStyleIdx="14" presStyleCnt="16">
        <dgm:presLayoutVars>
          <dgm:bulletEnabled val="1"/>
        </dgm:presLayoutVars>
      </dgm:prSet>
      <dgm:spPr/>
    </dgm:pt>
    <dgm:pt modelId="{E8BAA778-D5C6-40F8-9F8C-9C2094F6ABB9}" type="pres">
      <dgm:prSet presAssocID="{59FDDF94-CD59-4FE3-92AB-D424A3661DFF}" presName="Name13" presStyleLbl="parChTrans1D2" presStyleIdx="15" presStyleCnt="16"/>
      <dgm:spPr/>
    </dgm:pt>
    <dgm:pt modelId="{F326CA45-8217-4AC9-86E3-C6E9F8B57D89}" type="pres">
      <dgm:prSet presAssocID="{DE86540E-F842-4EC9-AD60-A6C74D4B70BC}" presName="childText" presStyleLbl="bgAcc1" presStyleIdx="15" presStyleCnt="16">
        <dgm:presLayoutVars>
          <dgm:bulletEnabled val="1"/>
        </dgm:presLayoutVars>
      </dgm:prSet>
      <dgm:spPr/>
    </dgm:pt>
    <dgm:pt modelId="{0D0E98E7-3884-4CF6-8CAD-3C72F3207B93}" type="pres">
      <dgm:prSet presAssocID="{2C49E6AA-BBEF-43C7-BCE7-763A773F4664}" presName="root" presStyleCnt="0"/>
      <dgm:spPr/>
    </dgm:pt>
    <dgm:pt modelId="{EDE249E7-7224-4670-89ED-EE166A6A7B34}" type="pres">
      <dgm:prSet presAssocID="{2C49E6AA-BBEF-43C7-BCE7-763A773F4664}" presName="rootComposite" presStyleCnt="0"/>
      <dgm:spPr/>
    </dgm:pt>
    <dgm:pt modelId="{006B6469-DAD4-4100-8C14-A81F4EC138FD}" type="pres">
      <dgm:prSet presAssocID="{2C49E6AA-BBEF-43C7-BCE7-763A773F4664}" presName="rootText" presStyleLbl="node1" presStyleIdx="2" presStyleCnt="3"/>
      <dgm:spPr/>
    </dgm:pt>
    <dgm:pt modelId="{57DFB333-833A-47B1-A7A0-4B8579513E91}" type="pres">
      <dgm:prSet presAssocID="{2C49E6AA-BBEF-43C7-BCE7-763A773F4664}" presName="rootConnector" presStyleLbl="node1" presStyleIdx="2" presStyleCnt="3"/>
      <dgm:spPr/>
    </dgm:pt>
    <dgm:pt modelId="{9A129DF4-B7DE-472A-B6DC-1E674E63125B}" type="pres">
      <dgm:prSet presAssocID="{2C49E6AA-BBEF-43C7-BCE7-763A773F4664}" presName="childShape" presStyleCnt="0"/>
      <dgm:spPr/>
    </dgm:pt>
  </dgm:ptLst>
  <dgm:cxnLst>
    <dgm:cxn modelId="{17B94B03-0DA8-44FC-9F34-A26B30906587}" type="presOf" srcId="{744E0658-D04F-44CF-BC5A-850EEFF2685F}" destId="{BB8264D9-990F-4B62-8FD3-9063CCDB44CA}" srcOrd="0" destOrd="0" presId="urn:microsoft.com/office/officeart/2005/8/layout/hierarchy3"/>
    <dgm:cxn modelId="{27AAED0A-FD1C-4BEB-AF07-14DF41B39906}" type="presOf" srcId="{954D11BA-DCD6-4555-BCA4-0728A03474B4}" destId="{3310806C-DFB6-402B-A4ED-B683FD84A2F5}" srcOrd="0" destOrd="0" presId="urn:microsoft.com/office/officeart/2005/8/layout/hierarchy3"/>
    <dgm:cxn modelId="{DB6FE010-A84C-4123-BA01-4A6EEC1B3CE4}" srcId="{8066916A-D87B-49B0-B261-26459815502E}" destId="{55A878D1-F329-48B7-A947-848CEB1621EB}" srcOrd="1" destOrd="0" parTransId="{01D7E424-E27E-4433-BE72-F21604382593}" sibTransId="{2A5E7AA9-C933-4427-97A6-12DA97FC4B40}"/>
    <dgm:cxn modelId="{EB250B1C-9E11-4672-B5CE-928EBF10094F}" srcId="{8066916A-D87B-49B0-B261-26459815502E}" destId="{6B0BE97B-496D-45C6-B170-FD20BBE64C2B}" srcOrd="3" destOrd="0" parTransId="{70D47BA0-9A55-45CC-BFC5-9993CFCB55B1}" sibTransId="{40A02D13-B1B3-4679-AB55-F95B6B0BF911}"/>
    <dgm:cxn modelId="{D7B79E1C-6106-4664-B8CD-BFFD5E6FA3AA}" type="presOf" srcId="{DE86540E-F842-4EC9-AD60-A6C74D4B70BC}" destId="{F326CA45-8217-4AC9-86E3-C6E9F8B57D89}" srcOrd="0" destOrd="0" presId="urn:microsoft.com/office/officeart/2005/8/layout/hierarchy3"/>
    <dgm:cxn modelId="{2CD2A01F-2A72-4677-8FAE-2635A5B2A19F}" type="presOf" srcId="{63273FEC-5116-4AA2-BA8F-0EABD5E2EAA3}" destId="{BC9C2451-654A-4A68-9033-5013C40B5F61}" srcOrd="0" destOrd="0" presId="urn:microsoft.com/office/officeart/2005/8/layout/hierarchy3"/>
    <dgm:cxn modelId="{9C077826-1954-453A-8598-296BB53A4DBD}" srcId="{FE65ADF1-2349-4B73-A5BA-FE53DE2F0897}" destId="{744E0658-D04F-44CF-BC5A-850EEFF2685F}" srcOrd="0" destOrd="0" parTransId="{2B87A6DB-55C2-41E5-A157-D7EC2AD82935}" sibTransId="{B48C6B86-93C3-40D0-9E3B-FC31900697F8}"/>
    <dgm:cxn modelId="{DD255928-257A-4536-881F-B8E4D54707B6}" type="presOf" srcId="{8F5C56D4-46E0-40DF-84A6-89127EBEED28}" destId="{1884E54B-C0EA-4C40-8D3B-DAD14C35B300}" srcOrd="0" destOrd="0" presId="urn:microsoft.com/office/officeart/2005/8/layout/hierarchy3"/>
    <dgm:cxn modelId="{402ED52B-BA9A-4E34-81F9-6143DED3B97E}" srcId="{8066916A-D87B-49B0-B261-26459815502E}" destId="{7BF286A0-34EB-45D9-BC49-CA932394B1A4}" srcOrd="0" destOrd="0" parTransId="{44F8F3CC-1E60-43C0-AD78-2C71C87EDC89}" sibTransId="{7F163641-F30A-4103-A25C-BC873F656541}"/>
    <dgm:cxn modelId="{C0973F32-F5EE-4683-8163-D2BB49F512AD}" srcId="{8066916A-D87B-49B0-B261-26459815502E}" destId="{384B19F5-6762-467B-9850-DC1F38DE9C56}" srcOrd="5" destOrd="0" parTransId="{8B83556B-B744-436A-A381-5B8B49BEE834}" sibTransId="{19B15D43-FA80-4418-B068-F9648C5CE81D}"/>
    <dgm:cxn modelId="{07F37136-16AE-43C5-9906-EFB979B52F09}" srcId="{8066916A-D87B-49B0-B261-26459815502E}" destId="{9F291597-CCDE-4463-84B5-E15915832A60}" srcOrd="7" destOrd="0" parTransId="{39076BF2-8345-485F-ADB0-857A7E085D14}" sibTransId="{F072DBF1-697D-4FD9-B818-85152C856000}"/>
    <dgm:cxn modelId="{BC593239-5A51-41FE-985C-F59C18EC75CE}" srcId="{8066916A-D87B-49B0-B261-26459815502E}" destId="{864A602F-D2C7-4E26-AA69-4E255B32058B}" srcOrd="6" destOrd="0" parTransId="{BEC4C4D0-459C-4DD8-8E9E-E5C3D6BE024B}" sibTransId="{89545093-0D08-4577-BEB1-DB3ACDA6328C}"/>
    <dgm:cxn modelId="{446D0E3C-08A0-46BC-9312-C445DDBD8CB5}" type="presOf" srcId="{D68585B3-F290-48B2-A9B8-39E0539F0C94}" destId="{72E4FDCC-994E-4583-8C34-93B17487FFA4}" srcOrd="0" destOrd="0" presId="urn:microsoft.com/office/officeart/2005/8/layout/hierarchy3"/>
    <dgm:cxn modelId="{055B443C-84CD-48D2-B9E1-C31EC3284C5A}" type="presOf" srcId="{44F8F3CC-1E60-43C0-AD78-2C71C87EDC89}" destId="{8E8D081B-ABD1-421B-B2D2-733A1A20764A}" srcOrd="0" destOrd="0" presId="urn:microsoft.com/office/officeart/2005/8/layout/hierarchy3"/>
    <dgm:cxn modelId="{538A753F-1771-4BDD-8E23-2E2AEEB60137}" type="presOf" srcId="{864A602F-D2C7-4E26-AA69-4E255B32058B}" destId="{32AC1DD0-A4D5-433C-AFFD-782EDCCC029D}" srcOrd="0" destOrd="0" presId="urn:microsoft.com/office/officeart/2005/8/layout/hierarchy3"/>
    <dgm:cxn modelId="{9BF5C540-1E6F-4D58-A631-BA24E0FDE720}" type="presOf" srcId="{2C49E6AA-BBEF-43C7-BCE7-763A773F4664}" destId="{57DFB333-833A-47B1-A7A0-4B8579513E91}" srcOrd="1" destOrd="0" presId="urn:microsoft.com/office/officeart/2005/8/layout/hierarchy3"/>
    <dgm:cxn modelId="{D5DCAE5C-22F4-42EA-9FCF-832BC41021BA}" type="presOf" srcId="{FE65ADF1-2349-4B73-A5BA-FE53DE2F0897}" destId="{7E1D94EE-5692-4A75-B66C-F240A361203A}" srcOrd="0" destOrd="0" presId="urn:microsoft.com/office/officeart/2005/8/layout/hierarchy3"/>
    <dgm:cxn modelId="{7704345E-06D9-4D37-8F11-96CF8D81406D}" srcId="{744E0658-D04F-44CF-BC5A-850EEFF2685F}" destId="{9173808F-7B0C-4E65-90BE-3E8FCA49EB85}" srcOrd="1" destOrd="0" parTransId="{59E7286B-BF73-4F40-9FB9-6D9636035448}" sibTransId="{8997747E-CD8A-415A-891B-25F524EEF391}"/>
    <dgm:cxn modelId="{E94C095F-23BD-4BD1-A7B3-015525B28A1F}" type="presOf" srcId="{70D47BA0-9A55-45CC-BFC5-9993CFCB55B1}" destId="{321CD243-A643-4016-A1A4-CAFE3D362A84}" srcOrd="0" destOrd="0" presId="urn:microsoft.com/office/officeart/2005/8/layout/hierarchy3"/>
    <dgm:cxn modelId="{2B026B63-1DE1-4EF7-8E8B-3F902970B96B}" type="presOf" srcId="{7BF286A0-34EB-45D9-BC49-CA932394B1A4}" destId="{F8E5AE9B-53B2-4024-940B-14AFE01E7BA1}" srcOrd="0" destOrd="0" presId="urn:microsoft.com/office/officeart/2005/8/layout/hierarchy3"/>
    <dgm:cxn modelId="{8F5C0C47-247A-4BA4-A96C-32FE7471F9F4}" srcId="{744E0658-D04F-44CF-BC5A-850EEFF2685F}" destId="{E04C5CEA-8815-46C2-8596-2D309F194E16}" srcOrd="5" destOrd="0" parTransId="{8721AE94-8855-4152-B972-884D84AA834D}" sibTransId="{1ACEAF26-03C4-462D-A6E8-794EFD789DBE}"/>
    <dgm:cxn modelId="{56007569-8506-4257-B95B-3586E705D988}" srcId="{744E0658-D04F-44CF-BC5A-850EEFF2685F}" destId="{5961F0EC-EE6F-461E-87B4-B6672E8C0ECD}" srcOrd="4" destOrd="0" parTransId="{73A17E24-E1F2-44EF-8918-DCD378E7CCE7}" sibTransId="{D8E4844B-2FF5-4B13-BF4C-D2DAADAE9761}"/>
    <dgm:cxn modelId="{2C45B669-B359-409B-8914-CB58578E106C}" type="presOf" srcId="{B89C8C2D-03F8-41A1-B7D8-AF0ED758D941}" destId="{57E485EC-3E9A-492D-9885-F2C9A1434A54}" srcOrd="0" destOrd="0" presId="urn:microsoft.com/office/officeart/2005/8/layout/hierarchy3"/>
    <dgm:cxn modelId="{A982536B-EF7C-4E87-8C46-3F4752A46642}" type="presOf" srcId="{3E8624EE-FC4C-4E62-981B-4815C5933C7C}" destId="{46105789-AF61-45E8-BBF9-92B3D47922CE}" srcOrd="0" destOrd="0" presId="urn:microsoft.com/office/officeart/2005/8/layout/hierarchy3"/>
    <dgm:cxn modelId="{FB2E7450-A02A-445E-A578-D245A017703C}" srcId="{744E0658-D04F-44CF-BC5A-850EEFF2685F}" destId="{B89C8C2D-03F8-41A1-B7D8-AF0ED758D941}" srcOrd="0" destOrd="0" parTransId="{99A93B41-C614-4100-949E-626F8A3632B1}" sibTransId="{89DE0D2E-3670-4F4B-9A45-BB9710692216}"/>
    <dgm:cxn modelId="{66EF0072-5AE9-4D16-9538-C451B349CE94}" srcId="{744E0658-D04F-44CF-BC5A-850EEFF2685F}" destId="{5ACCF6B3-2EAC-4368-8706-BB2DDBB57919}" srcOrd="2" destOrd="0" parTransId="{8F5C56D4-46E0-40DF-84A6-89127EBEED28}" sibTransId="{A050098C-7CEB-45BE-813C-F7031FF9CE64}"/>
    <dgm:cxn modelId="{6ED77775-6E9F-4E35-9F42-0EA6D8E860D7}" srcId="{8066916A-D87B-49B0-B261-26459815502E}" destId="{1FDD6BEB-000C-4A3E-9731-79B66681CEB4}" srcOrd="2" destOrd="0" parTransId="{63273FEC-5116-4AA2-BA8F-0EABD5E2EAA3}" sibTransId="{9168363B-076F-4166-990A-C6BD4D0FD6B3}"/>
    <dgm:cxn modelId="{B2B4A975-47DC-4727-A672-8AC693AEFBD0}" type="presOf" srcId="{E46B2CAF-EAC2-4580-AC7B-568EA1DC24EC}" destId="{981F9644-018F-4E79-9341-0CC3E39EE30B}" srcOrd="0" destOrd="0" presId="urn:microsoft.com/office/officeart/2005/8/layout/hierarchy3"/>
    <dgm:cxn modelId="{893EFC75-D4E2-4843-8D04-5B353FA7BBC3}" type="presOf" srcId="{BEC4C4D0-459C-4DD8-8E9E-E5C3D6BE024B}" destId="{6BC38D24-509A-4CC2-ADCC-8CCE82573BBF}" srcOrd="0" destOrd="0" presId="urn:microsoft.com/office/officeart/2005/8/layout/hierarchy3"/>
    <dgm:cxn modelId="{8E2AE98C-D922-4187-8D11-5AE925AD6A9F}" type="presOf" srcId="{99A93B41-C614-4100-949E-626F8A3632B1}" destId="{309D23D0-6A8A-4EA3-BCDB-D0E5DCE4B75B}" srcOrd="0" destOrd="0" presId="urn:microsoft.com/office/officeart/2005/8/layout/hierarchy3"/>
    <dgm:cxn modelId="{02D9F48E-A389-4847-B358-2E99E5CF4D49}" type="presOf" srcId="{9173808F-7B0C-4E65-90BE-3E8FCA49EB85}" destId="{39C53A3A-2EB2-4500-A8D6-7463704C3401}" srcOrd="0" destOrd="0" presId="urn:microsoft.com/office/officeart/2005/8/layout/hierarchy3"/>
    <dgm:cxn modelId="{562BFA8F-AC64-4E8F-AB37-9D7A3D262CA9}" type="presOf" srcId="{59FDDF94-CD59-4FE3-92AB-D424A3661DFF}" destId="{E8BAA778-D5C6-40F8-9F8C-9C2094F6ABB9}" srcOrd="0" destOrd="0" presId="urn:microsoft.com/office/officeart/2005/8/layout/hierarchy3"/>
    <dgm:cxn modelId="{455C3E94-C5A5-462A-AA58-238BCCDDE733}" type="presOf" srcId="{1FDD6BEB-000C-4A3E-9731-79B66681CEB4}" destId="{704A0082-8AA7-4CC2-9C23-FFB2B4595430}" srcOrd="0" destOrd="0" presId="urn:microsoft.com/office/officeart/2005/8/layout/hierarchy3"/>
    <dgm:cxn modelId="{7351DE9F-5728-443E-B148-D22900CD438D}" type="presOf" srcId="{55A878D1-F329-48B7-A947-848CEB1621EB}" destId="{DBBCBCC5-3155-4506-8C54-ACF1388107AF}" srcOrd="0" destOrd="0" presId="urn:microsoft.com/office/officeart/2005/8/layout/hierarchy3"/>
    <dgm:cxn modelId="{BBB984A3-68AA-4AA2-B8FC-A08EF2B98B3B}" type="presOf" srcId="{744E0658-D04F-44CF-BC5A-850EEFF2685F}" destId="{F3982D3F-E900-4345-8331-7532BC8D9042}" srcOrd="1" destOrd="0" presId="urn:microsoft.com/office/officeart/2005/8/layout/hierarchy3"/>
    <dgm:cxn modelId="{B57212A5-0113-4898-9230-0F1F31D3F71C}" srcId="{8066916A-D87B-49B0-B261-26459815502E}" destId="{DE86540E-F842-4EC9-AD60-A6C74D4B70BC}" srcOrd="8" destOrd="0" parTransId="{59FDDF94-CD59-4FE3-92AB-D424A3661DFF}" sibTransId="{FE859111-80E9-4169-931C-12B446935D95}"/>
    <dgm:cxn modelId="{123A54A5-1F4B-479C-9EAB-6EA35EDFEFFD}" type="presOf" srcId="{8721AE94-8855-4152-B972-884D84AA834D}" destId="{44E95B10-C1BE-47E6-A218-DAD7496F3533}" srcOrd="0" destOrd="0" presId="urn:microsoft.com/office/officeart/2005/8/layout/hierarchy3"/>
    <dgm:cxn modelId="{EC53D4AA-05F4-44D9-9CBB-9340A2E74B4E}" srcId="{FE65ADF1-2349-4B73-A5BA-FE53DE2F0897}" destId="{2C49E6AA-BBEF-43C7-BCE7-763A773F4664}" srcOrd="2" destOrd="0" parTransId="{35A2BA7B-9998-4F54-B076-2A0A6C32F525}" sibTransId="{26A42070-E443-4807-A068-DF6D271646AA}"/>
    <dgm:cxn modelId="{A7D865AC-5FC6-4608-99A6-0D853F0FBDE6}" type="presOf" srcId="{6B0BE97B-496D-45C6-B170-FD20BBE64C2B}" destId="{D3B2B1FF-B057-4614-8B43-C9869D5742E6}" srcOrd="0" destOrd="0" presId="urn:microsoft.com/office/officeart/2005/8/layout/hierarchy3"/>
    <dgm:cxn modelId="{10BB3EB5-A959-4999-97F3-513AE7F0D059}" type="presOf" srcId="{E04C5CEA-8815-46C2-8596-2D309F194E16}" destId="{434F99AC-9C1A-430D-93E9-6BCD94587439}" srcOrd="0" destOrd="0" presId="urn:microsoft.com/office/officeart/2005/8/layout/hierarchy3"/>
    <dgm:cxn modelId="{BBAB8BB5-7DC8-446D-BB97-EAD8FD8DA771}" type="presOf" srcId="{178301E2-9E86-4053-8FAC-A8BE61D72C62}" destId="{D706ED76-7D12-4979-8757-E4287534CD52}" srcOrd="0" destOrd="0" presId="urn:microsoft.com/office/officeart/2005/8/layout/hierarchy3"/>
    <dgm:cxn modelId="{260DBDB7-D3A6-478E-9C3D-A41A0C2172C5}" type="presOf" srcId="{5ACCF6B3-2EAC-4368-8706-BB2DDBB57919}" destId="{636506F5-964B-49BC-85F9-D72EF0FF048E}" srcOrd="0" destOrd="0" presId="urn:microsoft.com/office/officeart/2005/8/layout/hierarchy3"/>
    <dgm:cxn modelId="{3D67CDBA-0D66-4A44-A138-A2EB4AA7CB63}" type="presOf" srcId="{8066916A-D87B-49B0-B261-26459815502E}" destId="{9C21AA7F-0758-4A45-B898-52BBCDCF2C75}" srcOrd="0" destOrd="0" presId="urn:microsoft.com/office/officeart/2005/8/layout/hierarchy3"/>
    <dgm:cxn modelId="{9DB312BC-A92A-4E3E-B93A-45339F3B1DC8}" type="presOf" srcId="{8066916A-D87B-49B0-B261-26459815502E}" destId="{3E7EE2EE-81DF-4129-B5A0-DF2506348500}" srcOrd="1" destOrd="0" presId="urn:microsoft.com/office/officeart/2005/8/layout/hierarchy3"/>
    <dgm:cxn modelId="{1228B0C7-2140-43B4-86FF-FF3B8F60144A}" type="presOf" srcId="{01D7E424-E27E-4433-BE72-F21604382593}" destId="{C699A3F3-0BE1-4652-AF16-4F288D02BFF0}" srcOrd="0" destOrd="0" presId="urn:microsoft.com/office/officeart/2005/8/layout/hierarchy3"/>
    <dgm:cxn modelId="{30E7F1C8-016B-48C5-AA2F-25C53F05C61B}" srcId="{744E0658-D04F-44CF-BC5A-850EEFF2685F}" destId="{3E8624EE-FC4C-4E62-981B-4815C5933C7C}" srcOrd="6" destOrd="0" parTransId="{178301E2-9E86-4053-8FAC-A8BE61D72C62}" sibTransId="{3DA1867A-30E2-47BF-BF80-5E3487FD6B1A}"/>
    <dgm:cxn modelId="{D70057CB-6DD6-4ADC-80CC-E3087C466193}" type="presOf" srcId="{9F291597-CCDE-4463-84B5-E15915832A60}" destId="{E2C11F0E-FA28-4096-BD69-0AD80FB9FAEE}" srcOrd="0" destOrd="0" presId="urn:microsoft.com/office/officeart/2005/8/layout/hierarchy3"/>
    <dgm:cxn modelId="{C44A81CC-3F00-4112-A55C-E56F9F382F0B}" type="presOf" srcId="{59E7286B-BF73-4F40-9FB9-6D9636035448}" destId="{1EC573B2-4C0C-409D-96D3-85E946E19257}" srcOrd="0" destOrd="0" presId="urn:microsoft.com/office/officeart/2005/8/layout/hierarchy3"/>
    <dgm:cxn modelId="{4E5A0DD5-F2AE-42CC-9D09-5E89A95A6FAF}" srcId="{FE65ADF1-2349-4B73-A5BA-FE53DE2F0897}" destId="{8066916A-D87B-49B0-B261-26459815502E}" srcOrd="1" destOrd="0" parTransId="{C924DA78-61F8-4BA8-B990-73A55BFF59FD}" sibTransId="{130A4887-FAB2-4C45-92C8-D1B99E223037}"/>
    <dgm:cxn modelId="{7AB15DD6-DC4C-4B51-A605-DA40FB8895E6}" type="presOf" srcId="{39076BF2-8345-485F-ADB0-857A7E085D14}" destId="{8751E360-AA17-4422-8BB6-287C39EC4125}" srcOrd="0" destOrd="0" presId="urn:microsoft.com/office/officeart/2005/8/layout/hierarchy3"/>
    <dgm:cxn modelId="{449A91D7-61FF-4403-AA33-14D887A64B3C}" type="presOf" srcId="{AE60711A-3AD0-41A1-9535-9F062E6FA544}" destId="{7CC00F4F-21FC-4F46-B7D3-B045ACAB1D0B}" srcOrd="0" destOrd="0" presId="urn:microsoft.com/office/officeart/2005/8/layout/hierarchy3"/>
    <dgm:cxn modelId="{D1DE5CD8-9EB4-4FE3-B899-3BCB1EDF1FD7}" srcId="{8066916A-D87B-49B0-B261-26459815502E}" destId="{AE60711A-3AD0-41A1-9535-9F062E6FA544}" srcOrd="4" destOrd="0" parTransId="{E46B2CAF-EAC2-4580-AC7B-568EA1DC24EC}" sibTransId="{DEC00E69-9803-4C19-9969-1613C18AC66B}"/>
    <dgm:cxn modelId="{C55D2CE2-F263-482C-8451-38047416C930}" type="presOf" srcId="{2C49E6AA-BBEF-43C7-BCE7-763A773F4664}" destId="{006B6469-DAD4-4100-8C14-A81F4EC138FD}" srcOrd="0" destOrd="0" presId="urn:microsoft.com/office/officeart/2005/8/layout/hierarchy3"/>
    <dgm:cxn modelId="{2C7130E2-891A-4068-B07A-B4B81D769B9D}" type="presOf" srcId="{8B83556B-B744-436A-A381-5B8B49BEE834}" destId="{1DFCE1E4-BD1D-457A-B78E-16E3B6A3FBD3}" srcOrd="0" destOrd="0" presId="urn:microsoft.com/office/officeart/2005/8/layout/hierarchy3"/>
    <dgm:cxn modelId="{D3A8BCE3-CB4E-4267-8A0F-99045FA41E6E}" type="presOf" srcId="{73A17E24-E1F2-44EF-8918-DCD378E7CCE7}" destId="{8E5889A5-D962-480B-82DF-BA5C1B80D15F}" srcOrd="0" destOrd="0" presId="urn:microsoft.com/office/officeart/2005/8/layout/hierarchy3"/>
    <dgm:cxn modelId="{AFF2AFEF-C5DF-4482-B259-BE142F0E6B8A}" type="presOf" srcId="{5961F0EC-EE6F-461E-87B4-B6672E8C0ECD}" destId="{A999FBD9-E181-4987-81AE-7B881C1D6171}" srcOrd="0" destOrd="0" presId="urn:microsoft.com/office/officeart/2005/8/layout/hierarchy3"/>
    <dgm:cxn modelId="{27D06EF2-3712-49EE-9317-BDF078BF6F6C}" type="presOf" srcId="{384B19F5-6762-467B-9850-DC1F38DE9C56}" destId="{52CC5E03-DC24-432A-A6A9-7734A84456BB}" srcOrd="0" destOrd="0" presId="urn:microsoft.com/office/officeart/2005/8/layout/hierarchy3"/>
    <dgm:cxn modelId="{714DBCFE-D4EA-4E5B-862F-8A541A7B9322}" srcId="{744E0658-D04F-44CF-BC5A-850EEFF2685F}" destId="{D68585B3-F290-48B2-A9B8-39E0539F0C94}" srcOrd="3" destOrd="0" parTransId="{954D11BA-DCD6-4555-BCA4-0728A03474B4}" sibTransId="{8024BAE6-D09C-470B-9A90-AE827BC76818}"/>
    <dgm:cxn modelId="{446D25AD-CFE0-4874-96CF-E775AAE9155C}" type="presParOf" srcId="{7E1D94EE-5692-4A75-B66C-F240A361203A}" destId="{0880A181-8AB4-49A6-8D6C-FCD2A3844F11}" srcOrd="0" destOrd="0" presId="urn:microsoft.com/office/officeart/2005/8/layout/hierarchy3"/>
    <dgm:cxn modelId="{3C3CAACE-4F7E-4DD5-A1EF-214E9CCB14BA}" type="presParOf" srcId="{0880A181-8AB4-49A6-8D6C-FCD2A3844F11}" destId="{CBDC540F-4559-476F-91C3-B17C487AFC80}" srcOrd="0" destOrd="0" presId="urn:microsoft.com/office/officeart/2005/8/layout/hierarchy3"/>
    <dgm:cxn modelId="{48C53BCB-30A3-4370-916E-C42A8DB0E3AF}" type="presParOf" srcId="{CBDC540F-4559-476F-91C3-B17C487AFC80}" destId="{BB8264D9-990F-4B62-8FD3-9063CCDB44CA}" srcOrd="0" destOrd="0" presId="urn:microsoft.com/office/officeart/2005/8/layout/hierarchy3"/>
    <dgm:cxn modelId="{1C604679-8BFC-4A8D-B214-B0032982269D}" type="presParOf" srcId="{CBDC540F-4559-476F-91C3-B17C487AFC80}" destId="{F3982D3F-E900-4345-8331-7532BC8D9042}" srcOrd="1" destOrd="0" presId="urn:microsoft.com/office/officeart/2005/8/layout/hierarchy3"/>
    <dgm:cxn modelId="{2BE46501-A38B-4923-A968-72280925E95F}" type="presParOf" srcId="{0880A181-8AB4-49A6-8D6C-FCD2A3844F11}" destId="{8A70BB3D-5F91-4E75-B605-F4CE0D9C806D}" srcOrd="1" destOrd="0" presId="urn:microsoft.com/office/officeart/2005/8/layout/hierarchy3"/>
    <dgm:cxn modelId="{D1C26AAD-575D-41CC-B98F-6996699CA5C3}" type="presParOf" srcId="{8A70BB3D-5F91-4E75-B605-F4CE0D9C806D}" destId="{309D23D0-6A8A-4EA3-BCDB-D0E5DCE4B75B}" srcOrd="0" destOrd="0" presId="urn:microsoft.com/office/officeart/2005/8/layout/hierarchy3"/>
    <dgm:cxn modelId="{B3D4D0E9-A454-4B19-BEDD-C5CAD719F109}" type="presParOf" srcId="{8A70BB3D-5F91-4E75-B605-F4CE0D9C806D}" destId="{57E485EC-3E9A-492D-9885-F2C9A1434A54}" srcOrd="1" destOrd="0" presId="urn:microsoft.com/office/officeart/2005/8/layout/hierarchy3"/>
    <dgm:cxn modelId="{76FE1331-7117-4AE8-9C6C-750F6B100D63}" type="presParOf" srcId="{8A70BB3D-5F91-4E75-B605-F4CE0D9C806D}" destId="{1EC573B2-4C0C-409D-96D3-85E946E19257}" srcOrd="2" destOrd="0" presId="urn:microsoft.com/office/officeart/2005/8/layout/hierarchy3"/>
    <dgm:cxn modelId="{4DB9B5A9-0B7F-4CC3-BFC4-A9E51D0C186C}" type="presParOf" srcId="{8A70BB3D-5F91-4E75-B605-F4CE0D9C806D}" destId="{39C53A3A-2EB2-4500-A8D6-7463704C3401}" srcOrd="3" destOrd="0" presId="urn:microsoft.com/office/officeart/2005/8/layout/hierarchy3"/>
    <dgm:cxn modelId="{7919BBC9-7E96-42BF-9B7E-43887E9589D9}" type="presParOf" srcId="{8A70BB3D-5F91-4E75-B605-F4CE0D9C806D}" destId="{1884E54B-C0EA-4C40-8D3B-DAD14C35B300}" srcOrd="4" destOrd="0" presId="urn:microsoft.com/office/officeart/2005/8/layout/hierarchy3"/>
    <dgm:cxn modelId="{C17DCFFC-D4B1-4ACE-AD17-35AD4E99DE93}" type="presParOf" srcId="{8A70BB3D-5F91-4E75-B605-F4CE0D9C806D}" destId="{636506F5-964B-49BC-85F9-D72EF0FF048E}" srcOrd="5" destOrd="0" presId="urn:microsoft.com/office/officeart/2005/8/layout/hierarchy3"/>
    <dgm:cxn modelId="{2319E6FB-F37C-4A33-8AB7-93D8EF83388D}" type="presParOf" srcId="{8A70BB3D-5F91-4E75-B605-F4CE0D9C806D}" destId="{3310806C-DFB6-402B-A4ED-B683FD84A2F5}" srcOrd="6" destOrd="0" presId="urn:microsoft.com/office/officeart/2005/8/layout/hierarchy3"/>
    <dgm:cxn modelId="{4BBFFA36-A0A2-440E-BC99-F5E8B59609D8}" type="presParOf" srcId="{8A70BB3D-5F91-4E75-B605-F4CE0D9C806D}" destId="{72E4FDCC-994E-4583-8C34-93B17487FFA4}" srcOrd="7" destOrd="0" presId="urn:microsoft.com/office/officeart/2005/8/layout/hierarchy3"/>
    <dgm:cxn modelId="{B1AB2028-A4CE-4F68-91AE-87BCFCCCC662}" type="presParOf" srcId="{8A70BB3D-5F91-4E75-B605-F4CE0D9C806D}" destId="{8E5889A5-D962-480B-82DF-BA5C1B80D15F}" srcOrd="8" destOrd="0" presId="urn:microsoft.com/office/officeart/2005/8/layout/hierarchy3"/>
    <dgm:cxn modelId="{0D4DE7E5-40AA-40CF-A940-5D65148EBCFC}" type="presParOf" srcId="{8A70BB3D-5F91-4E75-B605-F4CE0D9C806D}" destId="{A999FBD9-E181-4987-81AE-7B881C1D6171}" srcOrd="9" destOrd="0" presId="urn:microsoft.com/office/officeart/2005/8/layout/hierarchy3"/>
    <dgm:cxn modelId="{34B70100-EC07-49D3-9FB8-07DD8D3A461F}" type="presParOf" srcId="{8A70BB3D-5F91-4E75-B605-F4CE0D9C806D}" destId="{44E95B10-C1BE-47E6-A218-DAD7496F3533}" srcOrd="10" destOrd="0" presId="urn:microsoft.com/office/officeart/2005/8/layout/hierarchy3"/>
    <dgm:cxn modelId="{4C9F4DD0-E3F4-4F61-810D-DF5B3BAA79B2}" type="presParOf" srcId="{8A70BB3D-5F91-4E75-B605-F4CE0D9C806D}" destId="{434F99AC-9C1A-430D-93E9-6BCD94587439}" srcOrd="11" destOrd="0" presId="urn:microsoft.com/office/officeart/2005/8/layout/hierarchy3"/>
    <dgm:cxn modelId="{A55455DE-7DF8-46C3-A664-267229549CC9}" type="presParOf" srcId="{8A70BB3D-5F91-4E75-B605-F4CE0D9C806D}" destId="{D706ED76-7D12-4979-8757-E4287534CD52}" srcOrd="12" destOrd="0" presId="urn:microsoft.com/office/officeart/2005/8/layout/hierarchy3"/>
    <dgm:cxn modelId="{7E39DBED-6F49-499B-9711-CA1CE073F96A}" type="presParOf" srcId="{8A70BB3D-5F91-4E75-B605-F4CE0D9C806D}" destId="{46105789-AF61-45E8-BBF9-92B3D47922CE}" srcOrd="13" destOrd="0" presId="urn:microsoft.com/office/officeart/2005/8/layout/hierarchy3"/>
    <dgm:cxn modelId="{CD835CA6-5850-40BE-BD96-5527A001FA71}" type="presParOf" srcId="{7E1D94EE-5692-4A75-B66C-F240A361203A}" destId="{5D1372D1-FD94-4881-9F2D-01F48D271C2B}" srcOrd="1" destOrd="0" presId="urn:microsoft.com/office/officeart/2005/8/layout/hierarchy3"/>
    <dgm:cxn modelId="{0AB509B1-AC43-4224-88FA-A54E66FBEE84}" type="presParOf" srcId="{5D1372D1-FD94-4881-9F2D-01F48D271C2B}" destId="{47E5CA53-9717-47D7-9D16-9B3A676F9E5C}" srcOrd="0" destOrd="0" presId="urn:microsoft.com/office/officeart/2005/8/layout/hierarchy3"/>
    <dgm:cxn modelId="{DC420691-1749-4728-A562-0E548EA2802A}" type="presParOf" srcId="{47E5CA53-9717-47D7-9D16-9B3A676F9E5C}" destId="{9C21AA7F-0758-4A45-B898-52BBCDCF2C75}" srcOrd="0" destOrd="0" presId="urn:microsoft.com/office/officeart/2005/8/layout/hierarchy3"/>
    <dgm:cxn modelId="{8FDE1461-890F-41A0-985B-9F9479F5BAC8}" type="presParOf" srcId="{47E5CA53-9717-47D7-9D16-9B3A676F9E5C}" destId="{3E7EE2EE-81DF-4129-B5A0-DF2506348500}" srcOrd="1" destOrd="0" presId="urn:microsoft.com/office/officeart/2005/8/layout/hierarchy3"/>
    <dgm:cxn modelId="{F1FF356C-A44F-4696-A2D3-8E5FCD3ECC9F}" type="presParOf" srcId="{5D1372D1-FD94-4881-9F2D-01F48D271C2B}" destId="{79AE55A3-9A14-4783-91E8-42A496B54A9F}" srcOrd="1" destOrd="0" presId="urn:microsoft.com/office/officeart/2005/8/layout/hierarchy3"/>
    <dgm:cxn modelId="{9408F49D-3711-4E0C-BEF0-1B722F2FDD50}" type="presParOf" srcId="{79AE55A3-9A14-4783-91E8-42A496B54A9F}" destId="{8E8D081B-ABD1-421B-B2D2-733A1A20764A}" srcOrd="0" destOrd="0" presId="urn:microsoft.com/office/officeart/2005/8/layout/hierarchy3"/>
    <dgm:cxn modelId="{EADDE3C1-CC8E-429D-B16D-C5AA857265CB}" type="presParOf" srcId="{79AE55A3-9A14-4783-91E8-42A496B54A9F}" destId="{F8E5AE9B-53B2-4024-940B-14AFE01E7BA1}" srcOrd="1" destOrd="0" presId="urn:microsoft.com/office/officeart/2005/8/layout/hierarchy3"/>
    <dgm:cxn modelId="{E27AC9F4-E35B-4909-914C-88A2E8998007}" type="presParOf" srcId="{79AE55A3-9A14-4783-91E8-42A496B54A9F}" destId="{C699A3F3-0BE1-4652-AF16-4F288D02BFF0}" srcOrd="2" destOrd="0" presId="urn:microsoft.com/office/officeart/2005/8/layout/hierarchy3"/>
    <dgm:cxn modelId="{4228F174-F40F-40F1-9765-F94585EDAF89}" type="presParOf" srcId="{79AE55A3-9A14-4783-91E8-42A496B54A9F}" destId="{DBBCBCC5-3155-4506-8C54-ACF1388107AF}" srcOrd="3" destOrd="0" presId="urn:microsoft.com/office/officeart/2005/8/layout/hierarchy3"/>
    <dgm:cxn modelId="{EFD535D8-850A-4BA2-A3E5-72B41E8D5BCF}" type="presParOf" srcId="{79AE55A3-9A14-4783-91E8-42A496B54A9F}" destId="{BC9C2451-654A-4A68-9033-5013C40B5F61}" srcOrd="4" destOrd="0" presId="urn:microsoft.com/office/officeart/2005/8/layout/hierarchy3"/>
    <dgm:cxn modelId="{89307EDB-E427-45E8-96C0-CA18022EEBDF}" type="presParOf" srcId="{79AE55A3-9A14-4783-91E8-42A496B54A9F}" destId="{704A0082-8AA7-4CC2-9C23-FFB2B4595430}" srcOrd="5" destOrd="0" presId="urn:microsoft.com/office/officeart/2005/8/layout/hierarchy3"/>
    <dgm:cxn modelId="{FCFDAE1C-1A02-4ABD-AB69-037D90E7BC20}" type="presParOf" srcId="{79AE55A3-9A14-4783-91E8-42A496B54A9F}" destId="{321CD243-A643-4016-A1A4-CAFE3D362A84}" srcOrd="6" destOrd="0" presId="urn:microsoft.com/office/officeart/2005/8/layout/hierarchy3"/>
    <dgm:cxn modelId="{26273008-BB0E-4FB2-A4B7-BF30557791C8}" type="presParOf" srcId="{79AE55A3-9A14-4783-91E8-42A496B54A9F}" destId="{D3B2B1FF-B057-4614-8B43-C9869D5742E6}" srcOrd="7" destOrd="0" presId="urn:microsoft.com/office/officeart/2005/8/layout/hierarchy3"/>
    <dgm:cxn modelId="{55E5D4F0-25B9-4EE1-B581-05C0F74EA53B}" type="presParOf" srcId="{79AE55A3-9A14-4783-91E8-42A496B54A9F}" destId="{981F9644-018F-4E79-9341-0CC3E39EE30B}" srcOrd="8" destOrd="0" presId="urn:microsoft.com/office/officeart/2005/8/layout/hierarchy3"/>
    <dgm:cxn modelId="{F80393E2-B63F-4D79-99E8-7504FE3344E6}" type="presParOf" srcId="{79AE55A3-9A14-4783-91E8-42A496B54A9F}" destId="{7CC00F4F-21FC-4F46-B7D3-B045ACAB1D0B}" srcOrd="9" destOrd="0" presId="urn:microsoft.com/office/officeart/2005/8/layout/hierarchy3"/>
    <dgm:cxn modelId="{6039711F-1DF1-43B8-B1FF-2CD4670D1FF1}" type="presParOf" srcId="{79AE55A3-9A14-4783-91E8-42A496B54A9F}" destId="{1DFCE1E4-BD1D-457A-B78E-16E3B6A3FBD3}" srcOrd="10" destOrd="0" presId="urn:microsoft.com/office/officeart/2005/8/layout/hierarchy3"/>
    <dgm:cxn modelId="{E31B7EDD-5910-4204-A958-C884E0A053DC}" type="presParOf" srcId="{79AE55A3-9A14-4783-91E8-42A496B54A9F}" destId="{52CC5E03-DC24-432A-A6A9-7734A84456BB}" srcOrd="11" destOrd="0" presId="urn:microsoft.com/office/officeart/2005/8/layout/hierarchy3"/>
    <dgm:cxn modelId="{3E6D39B6-37FE-4875-9CB8-DD095F705185}" type="presParOf" srcId="{79AE55A3-9A14-4783-91E8-42A496B54A9F}" destId="{6BC38D24-509A-4CC2-ADCC-8CCE82573BBF}" srcOrd="12" destOrd="0" presId="urn:microsoft.com/office/officeart/2005/8/layout/hierarchy3"/>
    <dgm:cxn modelId="{3E586E67-D5C1-40E1-892E-1E7D4AB9DA96}" type="presParOf" srcId="{79AE55A3-9A14-4783-91E8-42A496B54A9F}" destId="{32AC1DD0-A4D5-433C-AFFD-782EDCCC029D}" srcOrd="13" destOrd="0" presId="urn:microsoft.com/office/officeart/2005/8/layout/hierarchy3"/>
    <dgm:cxn modelId="{43475FF3-61B2-4B6D-BB5B-53E22E52468C}" type="presParOf" srcId="{79AE55A3-9A14-4783-91E8-42A496B54A9F}" destId="{8751E360-AA17-4422-8BB6-287C39EC4125}" srcOrd="14" destOrd="0" presId="urn:microsoft.com/office/officeart/2005/8/layout/hierarchy3"/>
    <dgm:cxn modelId="{B032E115-5649-4CA4-B8AD-BCBE25202F72}" type="presParOf" srcId="{79AE55A3-9A14-4783-91E8-42A496B54A9F}" destId="{E2C11F0E-FA28-4096-BD69-0AD80FB9FAEE}" srcOrd="15" destOrd="0" presId="urn:microsoft.com/office/officeart/2005/8/layout/hierarchy3"/>
    <dgm:cxn modelId="{F379D60E-88E1-4CE1-8207-E2E95208A0EE}" type="presParOf" srcId="{79AE55A3-9A14-4783-91E8-42A496B54A9F}" destId="{E8BAA778-D5C6-40F8-9F8C-9C2094F6ABB9}" srcOrd="16" destOrd="0" presId="urn:microsoft.com/office/officeart/2005/8/layout/hierarchy3"/>
    <dgm:cxn modelId="{067E353E-1795-4DC4-A292-CDFB1D9FDE52}" type="presParOf" srcId="{79AE55A3-9A14-4783-91E8-42A496B54A9F}" destId="{F326CA45-8217-4AC9-86E3-C6E9F8B57D89}" srcOrd="17" destOrd="0" presId="urn:microsoft.com/office/officeart/2005/8/layout/hierarchy3"/>
    <dgm:cxn modelId="{6544F655-AA33-4BFA-AAA5-F5C2879F215F}" type="presParOf" srcId="{7E1D94EE-5692-4A75-B66C-F240A361203A}" destId="{0D0E98E7-3884-4CF6-8CAD-3C72F3207B93}" srcOrd="2" destOrd="0" presId="urn:microsoft.com/office/officeart/2005/8/layout/hierarchy3"/>
    <dgm:cxn modelId="{13F3B330-EC8A-4740-B05A-036CB2AEDD05}" type="presParOf" srcId="{0D0E98E7-3884-4CF6-8CAD-3C72F3207B93}" destId="{EDE249E7-7224-4670-89ED-EE166A6A7B34}" srcOrd="0" destOrd="0" presId="urn:microsoft.com/office/officeart/2005/8/layout/hierarchy3"/>
    <dgm:cxn modelId="{128EA110-680D-4BD7-AEEA-3EB8235CBE85}" type="presParOf" srcId="{EDE249E7-7224-4670-89ED-EE166A6A7B34}" destId="{006B6469-DAD4-4100-8C14-A81F4EC138FD}" srcOrd="0" destOrd="0" presId="urn:microsoft.com/office/officeart/2005/8/layout/hierarchy3"/>
    <dgm:cxn modelId="{59485DA8-6924-46E3-9FB1-644D80E0AC05}" type="presParOf" srcId="{EDE249E7-7224-4670-89ED-EE166A6A7B34}" destId="{57DFB333-833A-47B1-A7A0-4B8579513E91}" srcOrd="1" destOrd="0" presId="urn:microsoft.com/office/officeart/2005/8/layout/hierarchy3"/>
    <dgm:cxn modelId="{8FD4B71E-4077-40B4-BCEB-16D6C857B1C5}" type="presParOf" srcId="{0D0E98E7-3884-4CF6-8CAD-3C72F3207B93}" destId="{9A129DF4-B7DE-472A-B6DC-1E674E63125B}" srcOrd="1" destOrd="0" presId="urn:microsoft.com/office/officeart/2005/8/layout/hierarchy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63E9F57-9ED8-475A-8F74-A2F323174483}" type="doc">
      <dgm:prSet loTypeId="urn:microsoft.com/office/officeart/2005/8/layout/cycle8" loCatId="cycle" qsTypeId="urn:microsoft.com/office/officeart/2005/8/quickstyle/simple1" qsCatId="simple" csTypeId="urn:microsoft.com/office/officeart/2005/8/colors/accent1_2" csCatId="accent1" phldr="1"/>
      <dgm:spPr/>
    </dgm:pt>
    <dgm:pt modelId="{A1CBFE2C-EA05-413A-8B58-1E71A0B6573E}">
      <dgm:prSet phldrT="[Text]"/>
      <dgm:spPr/>
      <dgm:t>
        <a:bodyPr/>
        <a:lstStyle/>
        <a:p>
          <a:r>
            <a:rPr lang="en-US" dirty="0"/>
            <a:t>QA</a:t>
          </a:r>
        </a:p>
      </dgm:t>
    </dgm:pt>
    <dgm:pt modelId="{11B40467-40D7-48D1-8BBD-03CF7D8D262F}" type="parTrans" cxnId="{19C03EEB-9AC0-47A2-8561-6DB9D0D04875}">
      <dgm:prSet/>
      <dgm:spPr/>
      <dgm:t>
        <a:bodyPr/>
        <a:lstStyle/>
        <a:p>
          <a:endParaRPr lang="en-US"/>
        </a:p>
      </dgm:t>
    </dgm:pt>
    <dgm:pt modelId="{2A967CC4-E967-486D-874E-0368636E9FDA}" type="sibTrans" cxnId="{19C03EEB-9AC0-47A2-8561-6DB9D0D04875}">
      <dgm:prSet/>
      <dgm:spPr/>
      <dgm:t>
        <a:bodyPr/>
        <a:lstStyle/>
        <a:p>
          <a:endParaRPr lang="en-US"/>
        </a:p>
      </dgm:t>
    </dgm:pt>
    <dgm:pt modelId="{25647C8C-D1AC-48E2-946D-1E7B95E1CFC7}">
      <dgm:prSet phldrT="[Text]"/>
      <dgm:spPr/>
      <dgm:t>
        <a:bodyPr/>
        <a:lstStyle/>
        <a:p>
          <a:r>
            <a:rPr lang="en-US" dirty="0"/>
            <a:t>Operator</a:t>
          </a:r>
        </a:p>
      </dgm:t>
    </dgm:pt>
    <dgm:pt modelId="{2D6C8F49-A0DA-4C4C-8899-4081A24F6984}" type="parTrans" cxnId="{0A6FDAAA-6A53-4B5D-8B32-335BF4C4781E}">
      <dgm:prSet/>
      <dgm:spPr/>
      <dgm:t>
        <a:bodyPr/>
        <a:lstStyle/>
        <a:p>
          <a:endParaRPr lang="en-US"/>
        </a:p>
      </dgm:t>
    </dgm:pt>
    <dgm:pt modelId="{78910D3F-5B30-4DC6-94D7-8F0E71DCCC97}" type="sibTrans" cxnId="{0A6FDAAA-6A53-4B5D-8B32-335BF4C4781E}">
      <dgm:prSet/>
      <dgm:spPr/>
      <dgm:t>
        <a:bodyPr/>
        <a:lstStyle/>
        <a:p>
          <a:endParaRPr lang="en-US"/>
        </a:p>
      </dgm:t>
    </dgm:pt>
    <dgm:pt modelId="{C4F2C712-035A-44B1-9871-6B611BDAB2DC}">
      <dgm:prSet phldrT="[Text]"/>
      <dgm:spPr/>
      <dgm:t>
        <a:bodyPr/>
        <a:lstStyle/>
        <a:p>
          <a:r>
            <a:rPr lang="en-US" dirty="0"/>
            <a:t>Code</a:t>
          </a:r>
        </a:p>
      </dgm:t>
    </dgm:pt>
    <dgm:pt modelId="{650CCF50-EE84-4354-BD61-C2B5A22ACB91}" type="parTrans" cxnId="{2F50B361-A9D9-4188-A681-FA4918D29F00}">
      <dgm:prSet/>
      <dgm:spPr/>
      <dgm:t>
        <a:bodyPr/>
        <a:lstStyle/>
        <a:p>
          <a:endParaRPr lang="en-US"/>
        </a:p>
      </dgm:t>
    </dgm:pt>
    <dgm:pt modelId="{6387B9B0-C447-41D5-AC57-B4EF99CB01F7}" type="sibTrans" cxnId="{2F50B361-A9D9-4188-A681-FA4918D29F00}">
      <dgm:prSet/>
      <dgm:spPr/>
      <dgm:t>
        <a:bodyPr/>
        <a:lstStyle/>
        <a:p>
          <a:endParaRPr lang="en-US"/>
        </a:p>
      </dgm:t>
    </dgm:pt>
    <dgm:pt modelId="{8CA2298F-A522-474F-9730-A3F7C1C74AF5}" type="pres">
      <dgm:prSet presAssocID="{363E9F57-9ED8-475A-8F74-A2F323174483}" presName="compositeShape" presStyleCnt="0">
        <dgm:presLayoutVars>
          <dgm:chMax val="7"/>
          <dgm:dir/>
          <dgm:resizeHandles val="exact"/>
        </dgm:presLayoutVars>
      </dgm:prSet>
      <dgm:spPr/>
    </dgm:pt>
    <dgm:pt modelId="{6963F1A8-60BB-4158-9459-84B596FE2FFB}" type="pres">
      <dgm:prSet presAssocID="{363E9F57-9ED8-475A-8F74-A2F323174483}" presName="wedge1" presStyleLbl="node1" presStyleIdx="0" presStyleCnt="3" custLinFactNeighborX="-130" custLinFactNeighborY="-283"/>
      <dgm:spPr/>
    </dgm:pt>
    <dgm:pt modelId="{A2A535E7-341B-4E0C-A4F7-57FE0493DE82}" type="pres">
      <dgm:prSet presAssocID="{363E9F57-9ED8-475A-8F74-A2F323174483}" presName="dummy1a" presStyleCnt="0"/>
      <dgm:spPr/>
    </dgm:pt>
    <dgm:pt modelId="{D118ED89-FD9D-4CA3-A887-18978A1C0FA4}" type="pres">
      <dgm:prSet presAssocID="{363E9F57-9ED8-475A-8F74-A2F323174483}" presName="dummy1b" presStyleCnt="0"/>
      <dgm:spPr/>
    </dgm:pt>
    <dgm:pt modelId="{46783136-B3D5-478D-8F79-3A1F75BE85AB}" type="pres">
      <dgm:prSet presAssocID="{363E9F57-9ED8-475A-8F74-A2F323174483}" presName="wedge1Tx" presStyleLbl="node1" presStyleIdx="0" presStyleCnt="3">
        <dgm:presLayoutVars>
          <dgm:chMax val="0"/>
          <dgm:chPref val="0"/>
          <dgm:bulletEnabled val="1"/>
        </dgm:presLayoutVars>
      </dgm:prSet>
      <dgm:spPr/>
    </dgm:pt>
    <dgm:pt modelId="{1FAD7337-1A41-421E-BC31-1F834A8BC574}" type="pres">
      <dgm:prSet presAssocID="{363E9F57-9ED8-475A-8F74-A2F323174483}" presName="wedge2" presStyleLbl="node1" presStyleIdx="1" presStyleCnt="3" custScaleX="101001" custScaleY="97802"/>
      <dgm:spPr/>
    </dgm:pt>
    <dgm:pt modelId="{1B25827D-7EE5-4BFB-9621-9B963D81A743}" type="pres">
      <dgm:prSet presAssocID="{363E9F57-9ED8-475A-8F74-A2F323174483}" presName="dummy2a" presStyleCnt="0"/>
      <dgm:spPr/>
    </dgm:pt>
    <dgm:pt modelId="{442F9BD8-2193-4844-B86C-CB0FA3BD3C7F}" type="pres">
      <dgm:prSet presAssocID="{363E9F57-9ED8-475A-8F74-A2F323174483}" presName="dummy2b" presStyleCnt="0"/>
      <dgm:spPr/>
    </dgm:pt>
    <dgm:pt modelId="{09A6FF26-F28B-447E-BD7C-CF8CBABD041B}" type="pres">
      <dgm:prSet presAssocID="{363E9F57-9ED8-475A-8F74-A2F323174483}" presName="wedge2Tx" presStyleLbl="node1" presStyleIdx="1" presStyleCnt="3">
        <dgm:presLayoutVars>
          <dgm:chMax val="0"/>
          <dgm:chPref val="0"/>
          <dgm:bulletEnabled val="1"/>
        </dgm:presLayoutVars>
      </dgm:prSet>
      <dgm:spPr/>
    </dgm:pt>
    <dgm:pt modelId="{7598C916-8694-41AB-BEB3-6466444FECA5}" type="pres">
      <dgm:prSet presAssocID="{363E9F57-9ED8-475A-8F74-A2F323174483}" presName="wedge3" presStyleLbl="node1" presStyleIdx="2" presStyleCnt="3"/>
      <dgm:spPr/>
    </dgm:pt>
    <dgm:pt modelId="{EC35A7D7-CEFD-472B-A47B-F82670C3142E}" type="pres">
      <dgm:prSet presAssocID="{363E9F57-9ED8-475A-8F74-A2F323174483}" presName="dummy3a" presStyleCnt="0"/>
      <dgm:spPr/>
    </dgm:pt>
    <dgm:pt modelId="{55F09882-E760-4840-8349-8634426922B6}" type="pres">
      <dgm:prSet presAssocID="{363E9F57-9ED8-475A-8F74-A2F323174483}" presName="dummy3b" presStyleCnt="0"/>
      <dgm:spPr/>
    </dgm:pt>
    <dgm:pt modelId="{299F1328-A7F0-4E5A-99DF-667E8CCCB418}" type="pres">
      <dgm:prSet presAssocID="{363E9F57-9ED8-475A-8F74-A2F323174483}" presName="wedge3Tx" presStyleLbl="node1" presStyleIdx="2" presStyleCnt="3">
        <dgm:presLayoutVars>
          <dgm:chMax val="0"/>
          <dgm:chPref val="0"/>
          <dgm:bulletEnabled val="1"/>
        </dgm:presLayoutVars>
      </dgm:prSet>
      <dgm:spPr/>
    </dgm:pt>
    <dgm:pt modelId="{838AFCA9-556E-4FD4-8799-E04854472C0C}" type="pres">
      <dgm:prSet presAssocID="{2A967CC4-E967-486D-874E-0368636E9FDA}" presName="arrowWedge1" presStyleLbl="fgSibTrans2D1" presStyleIdx="0" presStyleCnt="3"/>
      <dgm:spPr/>
    </dgm:pt>
    <dgm:pt modelId="{690256DC-8133-44CE-A51D-75BB4A0666E0}" type="pres">
      <dgm:prSet presAssocID="{78910D3F-5B30-4DC6-94D7-8F0E71DCCC97}" presName="arrowWedge2" presStyleLbl="fgSibTrans2D1" presStyleIdx="1" presStyleCnt="3"/>
      <dgm:spPr/>
    </dgm:pt>
    <dgm:pt modelId="{DB0219EC-ED86-4421-863D-E46234BFFEF9}" type="pres">
      <dgm:prSet presAssocID="{6387B9B0-C447-41D5-AC57-B4EF99CB01F7}" presName="arrowWedge3" presStyleLbl="fgSibTrans2D1" presStyleIdx="2" presStyleCnt="3"/>
      <dgm:spPr/>
    </dgm:pt>
  </dgm:ptLst>
  <dgm:cxnLst>
    <dgm:cxn modelId="{B936D408-B958-49F4-B60C-D50151AE3BA8}" type="presOf" srcId="{A1CBFE2C-EA05-413A-8B58-1E71A0B6573E}" destId="{46783136-B3D5-478D-8F79-3A1F75BE85AB}" srcOrd="1" destOrd="0" presId="urn:microsoft.com/office/officeart/2005/8/layout/cycle8"/>
    <dgm:cxn modelId="{9664A909-D19A-430B-A394-67DCA34B966C}" type="presOf" srcId="{25647C8C-D1AC-48E2-946D-1E7B95E1CFC7}" destId="{09A6FF26-F28B-447E-BD7C-CF8CBABD041B}" srcOrd="1" destOrd="0" presId="urn:microsoft.com/office/officeart/2005/8/layout/cycle8"/>
    <dgm:cxn modelId="{C3C39B1F-6117-4675-9EAD-8CDBBAFE62D1}" type="presOf" srcId="{363E9F57-9ED8-475A-8F74-A2F323174483}" destId="{8CA2298F-A522-474F-9730-A3F7C1C74AF5}" srcOrd="0" destOrd="0" presId="urn:microsoft.com/office/officeart/2005/8/layout/cycle8"/>
    <dgm:cxn modelId="{2F50B361-A9D9-4188-A681-FA4918D29F00}" srcId="{363E9F57-9ED8-475A-8F74-A2F323174483}" destId="{C4F2C712-035A-44B1-9871-6B611BDAB2DC}" srcOrd="2" destOrd="0" parTransId="{650CCF50-EE84-4354-BD61-C2B5A22ACB91}" sibTransId="{6387B9B0-C447-41D5-AC57-B4EF99CB01F7}"/>
    <dgm:cxn modelId="{9E275D76-AA00-407F-A0A6-C1B979A720C4}" type="presOf" srcId="{C4F2C712-035A-44B1-9871-6B611BDAB2DC}" destId="{7598C916-8694-41AB-BEB3-6466444FECA5}" srcOrd="0" destOrd="0" presId="urn:microsoft.com/office/officeart/2005/8/layout/cycle8"/>
    <dgm:cxn modelId="{9AE5B4A9-B2CE-4024-B7A5-C9DE2E1FEAB8}" type="presOf" srcId="{25647C8C-D1AC-48E2-946D-1E7B95E1CFC7}" destId="{1FAD7337-1A41-421E-BC31-1F834A8BC574}" srcOrd="0" destOrd="0" presId="urn:microsoft.com/office/officeart/2005/8/layout/cycle8"/>
    <dgm:cxn modelId="{0A6FDAAA-6A53-4B5D-8B32-335BF4C4781E}" srcId="{363E9F57-9ED8-475A-8F74-A2F323174483}" destId="{25647C8C-D1AC-48E2-946D-1E7B95E1CFC7}" srcOrd="1" destOrd="0" parTransId="{2D6C8F49-A0DA-4C4C-8899-4081A24F6984}" sibTransId="{78910D3F-5B30-4DC6-94D7-8F0E71DCCC97}"/>
    <dgm:cxn modelId="{367760C6-924A-4369-A742-E7568E70B041}" type="presOf" srcId="{C4F2C712-035A-44B1-9871-6B611BDAB2DC}" destId="{299F1328-A7F0-4E5A-99DF-667E8CCCB418}" srcOrd="1" destOrd="0" presId="urn:microsoft.com/office/officeart/2005/8/layout/cycle8"/>
    <dgm:cxn modelId="{9EF681E1-0CA4-47E6-9748-F5F3003FE468}" type="presOf" srcId="{A1CBFE2C-EA05-413A-8B58-1E71A0B6573E}" destId="{6963F1A8-60BB-4158-9459-84B596FE2FFB}" srcOrd="0" destOrd="0" presId="urn:microsoft.com/office/officeart/2005/8/layout/cycle8"/>
    <dgm:cxn modelId="{19C03EEB-9AC0-47A2-8561-6DB9D0D04875}" srcId="{363E9F57-9ED8-475A-8F74-A2F323174483}" destId="{A1CBFE2C-EA05-413A-8B58-1E71A0B6573E}" srcOrd="0" destOrd="0" parTransId="{11B40467-40D7-48D1-8BBD-03CF7D8D262F}" sibTransId="{2A967CC4-E967-486D-874E-0368636E9FDA}"/>
    <dgm:cxn modelId="{324EB352-2C7E-4991-A1F2-9B3D33233BF1}" type="presParOf" srcId="{8CA2298F-A522-474F-9730-A3F7C1C74AF5}" destId="{6963F1A8-60BB-4158-9459-84B596FE2FFB}" srcOrd="0" destOrd="0" presId="urn:microsoft.com/office/officeart/2005/8/layout/cycle8"/>
    <dgm:cxn modelId="{48152C6D-E912-4EC8-B47A-3B71B8EF5763}" type="presParOf" srcId="{8CA2298F-A522-474F-9730-A3F7C1C74AF5}" destId="{A2A535E7-341B-4E0C-A4F7-57FE0493DE82}" srcOrd="1" destOrd="0" presId="urn:microsoft.com/office/officeart/2005/8/layout/cycle8"/>
    <dgm:cxn modelId="{C8498018-2557-40DA-B664-5B0A00ACF560}" type="presParOf" srcId="{8CA2298F-A522-474F-9730-A3F7C1C74AF5}" destId="{D118ED89-FD9D-4CA3-A887-18978A1C0FA4}" srcOrd="2" destOrd="0" presId="urn:microsoft.com/office/officeart/2005/8/layout/cycle8"/>
    <dgm:cxn modelId="{E6A4D99F-3F92-429D-9F8D-53247DFF07ED}" type="presParOf" srcId="{8CA2298F-A522-474F-9730-A3F7C1C74AF5}" destId="{46783136-B3D5-478D-8F79-3A1F75BE85AB}" srcOrd="3" destOrd="0" presId="urn:microsoft.com/office/officeart/2005/8/layout/cycle8"/>
    <dgm:cxn modelId="{F7DA1FB5-0DD4-47FE-A041-564F8104F9F7}" type="presParOf" srcId="{8CA2298F-A522-474F-9730-A3F7C1C74AF5}" destId="{1FAD7337-1A41-421E-BC31-1F834A8BC574}" srcOrd="4" destOrd="0" presId="urn:microsoft.com/office/officeart/2005/8/layout/cycle8"/>
    <dgm:cxn modelId="{2056D076-1C41-49BE-9EDC-F6B7731A1583}" type="presParOf" srcId="{8CA2298F-A522-474F-9730-A3F7C1C74AF5}" destId="{1B25827D-7EE5-4BFB-9621-9B963D81A743}" srcOrd="5" destOrd="0" presId="urn:microsoft.com/office/officeart/2005/8/layout/cycle8"/>
    <dgm:cxn modelId="{D2CE534C-7CD8-4A55-A633-4F12FF2AE946}" type="presParOf" srcId="{8CA2298F-A522-474F-9730-A3F7C1C74AF5}" destId="{442F9BD8-2193-4844-B86C-CB0FA3BD3C7F}" srcOrd="6" destOrd="0" presId="urn:microsoft.com/office/officeart/2005/8/layout/cycle8"/>
    <dgm:cxn modelId="{A8417F72-5EC9-4E5D-8FEF-289A11EB2D31}" type="presParOf" srcId="{8CA2298F-A522-474F-9730-A3F7C1C74AF5}" destId="{09A6FF26-F28B-447E-BD7C-CF8CBABD041B}" srcOrd="7" destOrd="0" presId="urn:microsoft.com/office/officeart/2005/8/layout/cycle8"/>
    <dgm:cxn modelId="{A09FBF68-C723-412B-B5E9-FED17D4057C7}" type="presParOf" srcId="{8CA2298F-A522-474F-9730-A3F7C1C74AF5}" destId="{7598C916-8694-41AB-BEB3-6466444FECA5}" srcOrd="8" destOrd="0" presId="urn:microsoft.com/office/officeart/2005/8/layout/cycle8"/>
    <dgm:cxn modelId="{7C85B29F-5D24-4248-9B5A-861A0634575C}" type="presParOf" srcId="{8CA2298F-A522-474F-9730-A3F7C1C74AF5}" destId="{EC35A7D7-CEFD-472B-A47B-F82670C3142E}" srcOrd="9" destOrd="0" presId="urn:microsoft.com/office/officeart/2005/8/layout/cycle8"/>
    <dgm:cxn modelId="{6040FA0F-1174-4DF3-9C3A-1D3CBDE35DD8}" type="presParOf" srcId="{8CA2298F-A522-474F-9730-A3F7C1C74AF5}" destId="{55F09882-E760-4840-8349-8634426922B6}" srcOrd="10" destOrd="0" presId="urn:microsoft.com/office/officeart/2005/8/layout/cycle8"/>
    <dgm:cxn modelId="{8FDDD0F6-1890-4D05-BAA2-16627CF83DB5}" type="presParOf" srcId="{8CA2298F-A522-474F-9730-A3F7C1C74AF5}" destId="{299F1328-A7F0-4E5A-99DF-667E8CCCB418}" srcOrd="11" destOrd="0" presId="urn:microsoft.com/office/officeart/2005/8/layout/cycle8"/>
    <dgm:cxn modelId="{F671D08F-8D63-482A-9C51-D96A72096F9C}" type="presParOf" srcId="{8CA2298F-A522-474F-9730-A3F7C1C74AF5}" destId="{838AFCA9-556E-4FD4-8799-E04854472C0C}" srcOrd="12" destOrd="0" presId="urn:microsoft.com/office/officeart/2005/8/layout/cycle8"/>
    <dgm:cxn modelId="{D8D41C41-1087-4076-B386-CD0B5A5254E5}" type="presParOf" srcId="{8CA2298F-A522-474F-9730-A3F7C1C74AF5}" destId="{690256DC-8133-44CE-A51D-75BB4A0666E0}" srcOrd="13" destOrd="0" presId="urn:microsoft.com/office/officeart/2005/8/layout/cycle8"/>
    <dgm:cxn modelId="{4F4DE7AA-63F8-43A4-AD8F-D58AF64B112B}" type="presParOf" srcId="{8CA2298F-A522-474F-9730-A3F7C1C74AF5}" destId="{DB0219EC-ED86-4421-863D-E46234BFFEF9}" srcOrd="14" destOrd="0" presId="urn:microsoft.com/office/officeart/2005/8/layout/cycle8"/>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9E8D5D3-EAA0-41A0-B6C6-1A67F84598BD}" type="doc">
      <dgm:prSet loTypeId="urn:diagrams.loki3.com/VaryingWidthList" loCatId="list" qsTypeId="urn:microsoft.com/office/officeart/2005/8/quickstyle/simple4" qsCatId="simple" csTypeId="urn:microsoft.com/office/officeart/2005/8/colors/accent1_2" csCatId="accent1" phldr="1"/>
      <dgm:spPr/>
    </dgm:pt>
    <dgm:pt modelId="{868F3690-A88C-4A66-9784-461667A8F764}">
      <dgm:prSet phldrT="[Text]"/>
      <dgm:spPr/>
      <dgm:t>
        <a:bodyPr/>
        <a:lstStyle/>
        <a:p>
          <a:r>
            <a:rPr lang="en-US" dirty="0"/>
            <a:t>BUG</a:t>
          </a:r>
        </a:p>
      </dgm:t>
    </dgm:pt>
    <dgm:pt modelId="{2F2F7D05-97AA-4ECE-9385-3829F94B0CA8}" type="parTrans" cxnId="{F2E3DD0F-6547-4F10-8118-8CED2A95BF80}">
      <dgm:prSet/>
      <dgm:spPr/>
      <dgm:t>
        <a:bodyPr/>
        <a:lstStyle/>
        <a:p>
          <a:endParaRPr lang="en-US"/>
        </a:p>
      </dgm:t>
    </dgm:pt>
    <dgm:pt modelId="{8BB77BCF-7D51-4611-A490-30028F7A38C8}" type="sibTrans" cxnId="{F2E3DD0F-6547-4F10-8118-8CED2A95BF80}">
      <dgm:prSet/>
      <dgm:spPr/>
      <dgm:t>
        <a:bodyPr/>
        <a:lstStyle/>
        <a:p>
          <a:endParaRPr lang="en-US"/>
        </a:p>
      </dgm:t>
    </dgm:pt>
    <dgm:pt modelId="{A5A15C70-D3B9-4EC8-9AC8-4C41F2F6FFCC}">
      <dgm:prSet phldrT="[Text]"/>
      <dgm:spPr/>
      <dgm:t>
        <a:bodyPr/>
        <a:lstStyle/>
        <a:p>
          <a:r>
            <a:rPr lang="en-US" dirty="0"/>
            <a:t>FIX</a:t>
          </a:r>
        </a:p>
      </dgm:t>
    </dgm:pt>
    <dgm:pt modelId="{0EF758B6-EE84-44CC-84BB-29C4D4FDC74B}" type="parTrans" cxnId="{A61C3909-F42F-4C69-999A-428F819708CE}">
      <dgm:prSet/>
      <dgm:spPr/>
      <dgm:t>
        <a:bodyPr/>
        <a:lstStyle/>
        <a:p>
          <a:endParaRPr lang="en-US"/>
        </a:p>
      </dgm:t>
    </dgm:pt>
    <dgm:pt modelId="{9D249FD3-E762-43C5-9207-E9FCD229207A}" type="sibTrans" cxnId="{A61C3909-F42F-4C69-999A-428F819708CE}">
      <dgm:prSet/>
      <dgm:spPr/>
      <dgm:t>
        <a:bodyPr/>
        <a:lstStyle/>
        <a:p>
          <a:endParaRPr lang="en-US"/>
        </a:p>
      </dgm:t>
    </dgm:pt>
    <dgm:pt modelId="{F9018FC5-9822-4F04-9097-9C8D563C8ABA}">
      <dgm:prSet phldrT="[Text]"/>
      <dgm:spPr/>
      <dgm:t>
        <a:bodyPr/>
        <a:lstStyle/>
        <a:p>
          <a:r>
            <a:rPr lang="en-US" dirty="0"/>
            <a:t>When</a:t>
          </a:r>
        </a:p>
      </dgm:t>
    </dgm:pt>
    <dgm:pt modelId="{7B8A86C1-8783-496D-9020-8714AA807AAD}" type="parTrans" cxnId="{9F3B20A9-0074-4EF7-893C-FC67BF75FBBD}">
      <dgm:prSet/>
      <dgm:spPr/>
      <dgm:t>
        <a:bodyPr/>
        <a:lstStyle/>
        <a:p>
          <a:endParaRPr lang="en-US"/>
        </a:p>
      </dgm:t>
    </dgm:pt>
    <dgm:pt modelId="{E738064A-2C30-4792-A9EE-F861575ECC8B}" type="sibTrans" cxnId="{9F3B20A9-0074-4EF7-893C-FC67BF75FBBD}">
      <dgm:prSet/>
      <dgm:spPr/>
      <dgm:t>
        <a:bodyPr/>
        <a:lstStyle/>
        <a:p>
          <a:endParaRPr lang="en-US"/>
        </a:p>
      </dgm:t>
    </dgm:pt>
    <dgm:pt modelId="{77E58990-05A3-4695-B6CA-A709E1F97D9E}" type="pres">
      <dgm:prSet presAssocID="{39E8D5D3-EAA0-41A0-B6C6-1A67F84598BD}" presName="Name0" presStyleCnt="0">
        <dgm:presLayoutVars>
          <dgm:resizeHandles/>
        </dgm:presLayoutVars>
      </dgm:prSet>
      <dgm:spPr/>
    </dgm:pt>
    <dgm:pt modelId="{58E51B73-C2E7-4B93-8CFD-A3490C56ED4C}" type="pres">
      <dgm:prSet presAssocID="{868F3690-A88C-4A66-9784-461667A8F764}" presName="text" presStyleLbl="node1" presStyleIdx="0" presStyleCnt="3" custScaleX="142482" custLinFactNeighborX="-1479" custLinFactNeighborY="-19465">
        <dgm:presLayoutVars>
          <dgm:bulletEnabled val="1"/>
        </dgm:presLayoutVars>
      </dgm:prSet>
      <dgm:spPr/>
    </dgm:pt>
    <dgm:pt modelId="{A643CC47-ACD4-4A18-B26E-98AC81F0672F}" type="pres">
      <dgm:prSet presAssocID="{8BB77BCF-7D51-4611-A490-30028F7A38C8}" presName="space" presStyleCnt="0"/>
      <dgm:spPr/>
    </dgm:pt>
    <dgm:pt modelId="{F5105645-9B8E-4F3E-8708-F127B9FFABD4}" type="pres">
      <dgm:prSet presAssocID="{A5A15C70-D3B9-4EC8-9AC8-4C41F2F6FFCC}" presName="text" presStyleLbl="node1" presStyleIdx="1" presStyleCnt="3" custScaleX="197520">
        <dgm:presLayoutVars>
          <dgm:bulletEnabled val="1"/>
        </dgm:presLayoutVars>
      </dgm:prSet>
      <dgm:spPr/>
    </dgm:pt>
    <dgm:pt modelId="{C251A425-494D-42AF-8245-6C6654DD24FB}" type="pres">
      <dgm:prSet presAssocID="{9D249FD3-E762-43C5-9207-E9FCD229207A}" presName="space" presStyleCnt="0"/>
      <dgm:spPr/>
    </dgm:pt>
    <dgm:pt modelId="{D15B47C4-BF85-4374-80F2-7078EEF1CB47}" type="pres">
      <dgm:prSet presAssocID="{F9018FC5-9822-4F04-9097-9C8D563C8ABA}" presName="text" presStyleLbl="node1" presStyleIdx="2" presStyleCnt="3" custScaleX="112948">
        <dgm:presLayoutVars>
          <dgm:bulletEnabled val="1"/>
        </dgm:presLayoutVars>
      </dgm:prSet>
      <dgm:spPr/>
    </dgm:pt>
  </dgm:ptLst>
  <dgm:cxnLst>
    <dgm:cxn modelId="{A61C3909-F42F-4C69-999A-428F819708CE}" srcId="{39E8D5D3-EAA0-41A0-B6C6-1A67F84598BD}" destId="{A5A15C70-D3B9-4EC8-9AC8-4C41F2F6FFCC}" srcOrd="1" destOrd="0" parTransId="{0EF758B6-EE84-44CC-84BB-29C4D4FDC74B}" sibTransId="{9D249FD3-E762-43C5-9207-E9FCD229207A}"/>
    <dgm:cxn modelId="{F2E3DD0F-6547-4F10-8118-8CED2A95BF80}" srcId="{39E8D5D3-EAA0-41A0-B6C6-1A67F84598BD}" destId="{868F3690-A88C-4A66-9784-461667A8F764}" srcOrd="0" destOrd="0" parTransId="{2F2F7D05-97AA-4ECE-9385-3829F94B0CA8}" sibTransId="{8BB77BCF-7D51-4611-A490-30028F7A38C8}"/>
    <dgm:cxn modelId="{46E11F46-7AE9-4D35-8D79-554C464C8CCF}" type="presOf" srcId="{39E8D5D3-EAA0-41A0-B6C6-1A67F84598BD}" destId="{77E58990-05A3-4695-B6CA-A709E1F97D9E}" srcOrd="0" destOrd="0" presId="urn:diagrams.loki3.com/VaryingWidthList"/>
    <dgm:cxn modelId="{ECC2E078-28C5-49AF-A4CA-D2141E989DC8}" type="presOf" srcId="{A5A15C70-D3B9-4EC8-9AC8-4C41F2F6FFCC}" destId="{F5105645-9B8E-4F3E-8708-F127B9FFABD4}" srcOrd="0" destOrd="0" presId="urn:diagrams.loki3.com/VaryingWidthList"/>
    <dgm:cxn modelId="{D8F11C88-DE97-4530-B186-8EE135C10872}" type="presOf" srcId="{868F3690-A88C-4A66-9784-461667A8F764}" destId="{58E51B73-C2E7-4B93-8CFD-A3490C56ED4C}" srcOrd="0" destOrd="0" presId="urn:diagrams.loki3.com/VaryingWidthList"/>
    <dgm:cxn modelId="{9F3B20A9-0074-4EF7-893C-FC67BF75FBBD}" srcId="{39E8D5D3-EAA0-41A0-B6C6-1A67F84598BD}" destId="{F9018FC5-9822-4F04-9097-9C8D563C8ABA}" srcOrd="2" destOrd="0" parTransId="{7B8A86C1-8783-496D-9020-8714AA807AAD}" sibTransId="{E738064A-2C30-4792-A9EE-F861575ECC8B}"/>
    <dgm:cxn modelId="{42B848B8-EF78-4471-8EDF-8F06EC845E63}" type="presOf" srcId="{F9018FC5-9822-4F04-9097-9C8D563C8ABA}" destId="{D15B47C4-BF85-4374-80F2-7078EEF1CB47}" srcOrd="0" destOrd="0" presId="urn:diagrams.loki3.com/VaryingWidthList"/>
    <dgm:cxn modelId="{11F5D571-EE9D-4019-B435-2303D24CF9C6}" type="presParOf" srcId="{77E58990-05A3-4695-B6CA-A709E1F97D9E}" destId="{58E51B73-C2E7-4B93-8CFD-A3490C56ED4C}" srcOrd="0" destOrd="0" presId="urn:diagrams.loki3.com/VaryingWidthList"/>
    <dgm:cxn modelId="{ABCFF067-B7C6-4A5A-87DF-33F81D3721AB}" type="presParOf" srcId="{77E58990-05A3-4695-B6CA-A709E1F97D9E}" destId="{A643CC47-ACD4-4A18-B26E-98AC81F0672F}" srcOrd="1" destOrd="0" presId="urn:diagrams.loki3.com/VaryingWidthList"/>
    <dgm:cxn modelId="{19EACECE-5D38-49C8-881A-D313DAC95C36}" type="presParOf" srcId="{77E58990-05A3-4695-B6CA-A709E1F97D9E}" destId="{F5105645-9B8E-4F3E-8708-F127B9FFABD4}" srcOrd="2" destOrd="0" presId="urn:diagrams.loki3.com/VaryingWidthList"/>
    <dgm:cxn modelId="{58E3A526-BB8A-4C73-B65B-8A9B781A5CEA}" type="presParOf" srcId="{77E58990-05A3-4695-B6CA-A709E1F97D9E}" destId="{C251A425-494D-42AF-8245-6C6654DD24FB}" srcOrd="3" destOrd="0" presId="urn:diagrams.loki3.com/VaryingWidthList"/>
    <dgm:cxn modelId="{841FA364-759C-481B-AB28-53082189ABED}" type="presParOf" srcId="{77E58990-05A3-4695-B6CA-A709E1F97D9E}" destId="{D15B47C4-BF85-4374-80F2-7078EEF1CB47}" srcOrd="4" destOrd="0" presId="urn:diagrams.loki3.com/VaryingWidth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BB70AF1-5227-4E2B-87F4-01CFB23A19F3}" type="doc">
      <dgm:prSet loTypeId="urn:microsoft.com/office/officeart/2011/layout/CircleProcess" loCatId="process" qsTypeId="urn:microsoft.com/office/officeart/2005/8/quickstyle/simple5" qsCatId="simple" csTypeId="urn:microsoft.com/office/officeart/2005/8/colors/accent1_2" csCatId="accent1" phldr="1"/>
      <dgm:spPr/>
      <dgm:t>
        <a:bodyPr/>
        <a:lstStyle/>
        <a:p>
          <a:endParaRPr lang="en-US"/>
        </a:p>
      </dgm:t>
    </dgm:pt>
    <dgm:pt modelId="{5DFD2E15-1B88-4955-8714-660854C64E3D}">
      <dgm:prSet phldrT="[Text]"/>
      <dgm:spPr/>
      <dgm:t>
        <a:bodyPr/>
        <a:lstStyle/>
        <a:p>
          <a:r>
            <a:rPr lang="en-US" b="1" dirty="0"/>
            <a:t>Developer</a:t>
          </a:r>
        </a:p>
      </dgm:t>
    </dgm:pt>
    <dgm:pt modelId="{4A235861-27A8-4417-9CF0-DE92DDA535A0}" type="parTrans" cxnId="{B4B3E6C8-DDC6-41D5-8025-392A916D10DC}">
      <dgm:prSet/>
      <dgm:spPr/>
      <dgm:t>
        <a:bodyPr/>
        <a:lstStyle/>
        <a:p>
          <a:endParaRPr lang="en-US"/>
        </a:p>
      </dgm:t>
    </dgm:pt>
    <dgm:pt modelId="{957553B1-6D66-4D15-A946-8B285F42E1EB}" type="sibTrans" cxnId="{B4B3E6C8-DDC6-41D5-8025-392A916D10DC}">
      <dgm:prSet/>
      <dgm:spPr/>
      <dgm:t>
        <a:bodyPr/>
        <a:lstStyle/>
        <a:p>
          <a:endParaRPr lang="en-US"/>
        </a:p>
      </dgm:t>
    </dgm:pt>
    <dgm:pt modelId="{F5396E36-DF58-4EAF-9922-DB1771262B30}">
      <dgm:prSet phldrT="[Text]"/>
      <dgm:spPr/>
      <dgm:t>
        <a:bodyPr/>
        <a:lstStyle/>
        <a:p>
          <a:r>
            <a:rPr lang="en-US" b="1" dirty="0"/>
            <a:t>Tester</a:t>
          </a:r>
        </a:p>
      </dgm:t>
    </dgm:pt>
    <dgm:pt modelId="{2B29D7F6-A81F-47D6-B487-05B0E08790AE}" type="parTrans" cxnId="{F9B4B5E2-0D54-41C3-8E15-20F361B78448}">
      <dgm:prSet/>
      <dgm:spPr/>
      <dgm:t>
        <a:bodyPr/>
        <a:lstStyle/>
        <a:p>
          <a:endParaRPr lang="en-US"/>
        </a:p>
      </dgm:t>
    </dgm:pt>
    <dgm:pt modelId="{325A1D28-DF43-475E-BFD4-790E2A64654A}" type="sibTrans" cxnId="{F9B4B5E2-0D54-41C3-8E15-20F361B78448}">
      <dgm:prSet/>
      <dgm:spPr/>
      <dgm:t>
        <a:bodyPr/>
        <a:lstStyle/>
        <a:p>
          <a:endParaRPr lang="en-US"/>
        </a:p>
      </dgm:t>
    </dgm:pt>
    <dgm:pt modelId="{5374AAC7-D7BC-42C4-8636-038CD9A4BC1C}">
      <dgm:prSet phldrT="[Text]"/>
      <dgm:spPr/>
      <dgm:t>
        <a:bodyPr/>
        <a:lstStyle/>
        <a:p>
          <a:r>
            <a:rPr lang="en-US" b="1" dirty="0"/>
            <a:t>Operator</a:t>
          </a:r>
        </a:p>
      </dgm:t>
    </dgm:pt>
    <dgm:pt modelId="{E4634909-9E6D-4261-8941-ED1EAAB8B50F}" type="parTrans" cxnId="{7C7E69A1-8212-4CEC-9B24-B7CBB09FC80E}">
      <dgm:prSet/>
      <dgm:spPr/>
      <dgm:t>
        <a:bodyPr/>
        <a:lstStyle/>
        <a:p>
          <a:endParaRPr lang="en-US"/>
        </a:p>
      </dgm:t>
    </dgm:pt>
    <dgm:pt modelId="{F115AFF0-88F1-4A15-AA9F-DB7257F53B3D}" type="sibTrans" cxnId="{7C7E69A1-8212-4CEC-9B24-B7CBB09FC80E}">
      <dgm:prSet/>
      <dgm:spPr/>
      <dgm:t>
        <a:bodyPr/>
        <a:lstStyle/>
        <a:p>
          <a:endParaRPr lang="en-US"/>
        </a:p>
      </dgm:t>
    </dgm:pt>
    <dgm:pt modelId="{4E265830-AF10-4A24-81C3-67306D8756A6}" type="pres">
      <dgm:prSet presAssocID="{1BB70AF1-5227-4E2B-87F4-01CFB23A19F3}" presName="Name0" presStyleCnt="0">
        <dgm:presLayoutVars>
          <dgm:chMax val="11"/>
          <dgm:chPref val="11"/>
          <dgm:dir/>
          <dgm:resizeHandles/>
        </dgm:presLayoutVars>
      </dgm:prSet>
      <dgm:spPr/>
    </dgm:pt>
    <dgm:pt modelId="{46234A99-9D4E-4577-8ACC-86D55B0BC667}" type="pres">
      <dgm:prSet presAssocID="{5374AAC7-D7BC-42C4-8636-038CD9A4BC1C}" presName="Accent3" presStyleCnt="0"/>
      <dgm:spPr/>
    </dgm:pt>
    <dgm:pt modelId="{FCC23218-8029-4542-BBD7-F0D763281859}" type="pres">
      <dgm:prSet presAssocID="{5374AAC7-D7BC-42C4-8636-038CD9A4BC1C}" presName="Accent" presStyleLbl="node1" presStyleIdx="0" presStyleCnt="3"/>
      <dgm:spPr/>
    </dgm:pt>
    <dgm:pt modelId="{2615E59C-1026-4787-A5C2-553D1B83F81B}" type="pres">
      <dgm:prSet presAssocID="{5374AAC7-D7BC-42C4-8636-038CD9A4BC1C}" presName="ParentBackground3" presStyleCnt="0"/>
      <dgm:spPr/>
    </dgm:pt>
    <dgm:pt modelId="{4730994F-E2D3-4E19-A76B-EB2096D54BB4}" type="pres">
      <dgm:prSet presAssocID="{5374AAC7-D7BC-42C4-8636-038CD9A4BC1C}" presName="ParentBackground" presStyleLbl="fgAcc1" presStyleIdx="0" presStyleCnt="3"/>
      <dgm:spPr/>
    </dgm:pt>
    <dgm:pt modelId="{ADA68E60-36CB-4F93-B7D1-D6415B63A74B}" type="pres">
      <dgm:prSet presAssocID="{5374AAC7-D7BC-42C4-8636-038CD9A4BC1C}" presName="Parent3" presStyleLbl="revTx" presStyleIdx="0" presStyleCnt="0">
        <dgm:presLayoutVars>
          <dgm:chMax val="1"/>
          <dgm:chPref val="1"/>
          <dgm:bulletEnabled val="1"/>
        </dgm:presLayoutVars>
      </dgm:prSet>
      <dgm:spPr/>
    </dgm:pt>
    <dgm:pt modelId="{300329AB-7AAF-4C74-A148-67A32186E27A}" type="pres">
      <dgm:prSet presAssocID="{F5396E36-DF58-4EAF-9922-DB1771262B30}" presName="Accent2" presStyleCnt="0"/>
      <dgm:spPr/>
    </dgm:pt>
    <dgm:pt modelId="{BA4361DD-5F1E-42E9-B87E-C9221B33D049}" type="pres">
      <dgm:prSet presAssocID="{F5396E36-DF58-4EAF-9922-DB1771262B30}" presName="Accent" presStyleLbl="node1" presStyleIdx="1" presStyleCnt="3"/>
      <dgm:spPr/>
    </dgm:pt>
    <dgm:pt modelId="{F546216D-A1B0-4513-810C-E50193E2E665}" type="pres">
      <dgm:prSet presAssocID="{F5396E36-DF58-4EAF-9922-DB1771262B30}" presName="ParentBackground2" presStyleCnt="0"/>
      <dgm:spPr/>
    </dgm:pt>
    <dgm:pt modelId="{27FFDD23-37EC-4981-9D16-3ADAE817054E}" type="pres">
      <dgm:prSet presAssocID="{F5396E36-DF58-4EAF-9922-DB1771262B30}" presName="ParentBackground" presStyleLbl="fgAcc1" presStyleIdx="1" presStyleCnt="3"/>
      <dgm:spPr/>
    </dgm:pt>
    <dgm:pt modelId="{50BE5AA2-47D6-43EB-BEA6-50B094D7ECCC}" type="pres">
      <dgm:prSet presAssocID="{F5396E36-DF58-4EAF-9922-DB1771262B30}" presName="Parent2" presStyleLbl="revTx" presStyleIdx="0" presStyleCnt="0">
        <dgm:presLayoutVars>
          <dgm:chMax val="1"/>
          <dgm:chPref val="1"/>
          <dgm:bulletEnabled val="1"/>
        </dgm:presLayoutVars>
      </dgm:prSet>
      <dgm:spPr/>
    </dgm:pt>
    <dgm:pt modelId="{67F831D5-71C9-4D21-A957-61BB031C0499}" type="pres">
      <dgm:prSet presAssocID="{5DFD2E15-1B88-4955-8714-660854C64E3D}" presName="Accent1" presStyleCnt="0"/>
      <dgm:spPr/>
    </dgm:pt>
    <dgm:pt modelId="{38848A43-22A2-476F-B326-0A2AA82343F5}" type="pres">
      <dgm:prSet presAssocID="{5DFD2E15-1B88-4955-8714-660854C64E3D}" presName="Accent" presStyleLbl="node1" presStyleIdx="2" presStyleCnt="3"/>
      <dgm:spPr/>
    </dgm:pt>
    <dgm:pt modelId="{93FF1C26-494C-4F80-8ED3-2C9CCC512DB1}" type="pres">
      <dgm:prSet presAssocID="{5DFD2E15-1B88-4955-8714-660854C64E3D}" presName="ParentBackground1" presStyleCnt="0"/>
      <dgm:spPr/>
    </dgm:pt>
    <dgm:pt modelId="{759A9E96-EB7F-4199-A473-FF9327A56683}" type="pres">
      <dgm:prSet presAssocID="{5DFD2E15-1B88-4955-8714-660854C64E3D}" presName="ParentBackground" presStyleLbl="fgAcc1" presStyleIdx="2" presStyleCnt="3"/>
      <dgm:spPr/>
    </dgm:pt>
    <dgm:pt modelId="{8DED8687-B28F-4ADA-810B-3A06EF198D6F}" type="pres">
      <dgm:prSet presAssocID="{5DFD2E15-1B88-4955-8714-660854C64E3D}" presName="Parent1" presStyleLbl="revTx" presStyleIdx="0" presStyleCnt="0">
        <dgm:presLayoutVars>
          <dgm:chMax val="1"/>
          <dgm:chPref val="1"/>
          <dgm:bulletEnabled val="1"/>
        </dgm:presLayoutVars>
      </dgm:prSet>
      <dgm:spPr/>
    </dgm:pt>
  </dgm:ptLst>
  <dgm:cxnLst>
    <dgm:cxn modelId="{69C45169-6C13-405D-82C7-68B9A87F1B3C}" type="presOf" srcId="{1BB70AF1-5227-4E2B-87F4-01CFB23A19F3}" destId="{4E265830-AF10-4A24-81C3-67306D8756A6}" srcOrd="0" destOrd="0" presId="urn:microsoft.com/office/officeart/2011/layout/CircleProcess"/>
    <dgm:cxn modelId="{EF02BD55-7D6B-4DF3-970D-5D5E1A59091E}" type="presOf" srcId="{F5396E36-DF58-4EAF-9922-DB1771262B30}" destId="{50BE5AA2-47D6-43EB-BEA6-50B094D7ECCC}" srcOrd="1" destOrd="0" presId="urn:microsoft.com/office/officeart/2011/layout/CircleProcess"/>
    <dgm:cxn modelId="{44A2F08E-D989-4C97-ABF9-64BDAEB29F44}" type="presOf" srcId="{5DFD2E15-1B88-4955-8714-660854C64E3D}" destId="{759A9E96-EB7F-4199-A473-FF9327A56683}" srcOrd="0" destOrd="0" presId="urn:microsoft.com/office/officeart/2011/layout/CircleProcess"/>
    <dgm:cxn modelId="{7C7E69A1-8212-4CEC-9B24-B7CBB09FC80E}" srcId="{1BB70AF1-5227-4E2B-87F4-01CFB23A19F3}" destId="{5374AAC7-D7BC-42C4-8636-038CD9A4BC1C}" srcOrd="2" destOrd="0" parTransId="{E4634909-9E6D-4261-8941-ED1EAAB8B50F}" sibTransId="{F115AFF0-88F1-4A15-AA9F-DB7257F53B3D}"/>
    <dgm:cxn modelId="{5C6205A4-62FB-426D-A341-3B797E7C78CD}" type="presOf" srcId="{F5396E36-DF58-4EAF-9922-DB1771262B30}" destId="{27FFDD23-37EC-4981-9D16-3ADAE817054E}" srcOrd="0" destOrd="0" presId="urn:microsoft.com/office/officeart/2011/layout/CircleProcess"/>
    <dgm:cxn modelId="{3CB455C1-38DF-49A4-9DB2-4F495D36D60F}" type="presOf" srcId="{5DFD2E15-1B88-4955-8714-660854C64E3D}" destId="{8DED8687-B28F-4ADA-810B-3A06EF198D6F}" srcOrd="1" destOrd="0" presId="urn:microsoft.com/office/officeart/2011/layout/CircleProcess"/>
    <dgm:cxn modelId="{B4B3E6C8-DDC6-41D5-8025-392A916D10DC}" srcId="{1BB70AF1-5227-4E2B-87F4-01CFB23A19F3}" destId="{5DFD2E15-1B88-4955-8714-660854C64E3D}" srcOrd="0" destOrd="0" parTransId="{4A235861-27A8-4417-9CF0-DE92DDA535A0}" sibTransId="{957553B1-6D66-4D15-A946-8B285F42E1EB}"/>
    <dgm:cxn modelId="{F9B4B5E2-0D54-41C3-8E15-20F361B78448}" srcId="{1BB70AF1-5227-4E2B-87F4-01CFB23A19F3}" destId="{F5396E36-DF58-4EAF-9922-DB1771262B30}" srcOrd="1" destOrd="0" parTransId="{2B29D7F6-A81F-47D6-B487-05B0E08790AE}" sibTransId="{325A1D28-DF43-475E-BFD4-790E2A64654A}"/>
    <dgm:cxn modelId="{F897D2E7-885C-4B06-866E-79738458CFA1}" type="presOf" srcId="{5374AAC7-D7BC-42C4-8636-038CD9A4BC1C}" destId="{4730994F-E2D3-4E19-A76B-EB2096D54BB4}" srcOrd="0" destOrd="0" presId="urn:microsoft.com/office/officeart/2011/layout/CircleProcess"/>
    <dgm:cxn modelId="{915DF8F6-96BB-48BA-B225-2C29B82A4A9E}" type="presOf" srcId="{5374AAC7-D7BC-42C4-8636-038CD9A4BC1C}" destId="{ADA68E60-36CB-4F93-B7D1-D6415B63A74B}" srcOrd="1" destOrd="0" presId="urn:microsoft.com/office/officeart/2011/layout/CircleProcess"/>
    <dgm:cxn modelId="{7DBBB739-C96B-4090-8CBC-AE703ADB8DF5}" type="presParOf" srcId="{4E265830-AF10-4A24-81C3-67306D8756A6}" destId="{46234A99-9D4E-4577-8ACC-86D55B0BC667}" srcOrd="0" destOrd="0" presId="urn:microsoft.com/office/officeart/2011/layout/CircleProcess"/>
    <dgm:cxn modelId="{734E01F9-6331-4D78-B8BA-E22528F48F2C}" type="presParOf" srcId="{46234A99-9D4E-4577-8ACC-86D55B0BC667}" destId="{FCC23218-8029-4542-BBD7-F0D763281859}" srcOrd="0" destOrd="0" presId="urn:microsoft.com/office/officeart/2011/layout/CircleProcess"/>
    <dgm:cxn modelId="{CE874A3C-2546-44C1-AB5C-572B32B0EEDF}" type="presParOf" srcId="{4E265830-AF10-4A24-81C3-67306D8756A6}" destId="{2615E59C-1026-4787-A5C2-553D1B83F81B}" srcOrd="1" destOrd="0" presId="urn:microsoft.com/office/officeart/2011/layout/CircleProcess"/>
    <dgm:cxn modelId="{B39FE02D-1472-477D-8E8D-F704F7C54FAB}" type="presParOf" srcId="{2615E59C-1026-4787-A5C2-553D1B83F81B}" destId="{4730994F-E2D3-4E19-A76B-EB2096D54BB4}" srcOrd="0" destOrd="0" presId="urn:microsoft.com/office/officeart/2011/layout/CircleProcess"/>
    <dgm:cxn modelId="{F6ED0C01-6C69-4034-B3F5-3BA28FAE9B94}" type="presParOf" srcId="{4E265830-AF10-4A24-81C3-67306D8756A6}" destId="{ADA68E60-36CB-4F93-B7D1-D6415B63A74B}" srcOrd="2" destOrd="0" presId="urn:microsoft.com/office/officeart/2011/layout/CircleProcess"/>
    <dgm:cxn modelId="{EFB08C8D-A20A-4602-9A72-A25A44DF8913}" type="presParOf" srcId="{4E265830-AF10-4A24-81C3-67306D8756A6}" destId="{300329AB-7AAF-4C74-A148-67A32186E27A}" srcOrd="3" destOrd="0" presId="urn:microsoft.com/office/officeart/2011/layout/CircleProcess"/>
    <dgm:cxn modelId="{53E4432B-5E07-44D9-85CC-4BCB5E7CD162}" type="presParOf" srcId="{300329AB-7AAF-4C74-A148-67A32186E27A}" destId="{BA4361DD-5F1E-42E9-B87E-C9221B33D049}" srcOrd="0" destOrd="0" presId="urn:microsoft.com/office/officeart/2011/layout/CircleProcess"/>
    <dgm:cxn modelId="{77A1D396-4542-472D-962C-E87F50774083}" type="presParOf" srcId="{4E265830-AF10-4A24-81C3-67306D8756A6}" destId="{F546216D-A1B0-4513-810C-E50193E2E665}" srcOrd="4" destOrd="0" presId="urn:microsoft.com/office/officeart/2011/layout/CircleProcess"/>
    <dgm:cxn modelId="{7E604F34-B26A-486E-A05E-F09713189DB3}" type="presParOf" srcId="{F546216D-A1B0-4513-810C-E50193E2E665}" destId="{27FFDD23-37EC-4981-9D16-3ADAE817054E}" srcOrd="0" destOrd="0" presId="urn:microsoft.com/office/officeart/2011/layout/CircleProcess"/>
    <dgm:cxn modelId="{480EE0B7-CEFB-4F1E-BFED-1A0735D836EE}" type="presParOf" srcId="{4E265830-AF10-4A24-81C3-67306D8756A6}" destId="{50BE5AA2-47D6-43EB-BEA6-50B094D7ECCC}" srcOrd="5" destOrd="0" presId="urn:microsoft.com/office/officeart/2011/layout/CircleProcess"/>
    <dgm:cxn modelId="{743A914B-8D6C-47D5-A206-4E732D9FB77A}" type="presParOf" srcId="{4E265830-AF10-4A24-81C3-67306D8756A6}" destId="{67F831D5-71C9-4D21-A957-61BB031C0499}" srcOrd="6" destOrd="0" presId="urn:microsoft.com/office/officeart/2011/layout/CircleProcess"/>
    <dgm:cxn modelId="{680CAB2A-BAE1-4344-B4D1-536B8295616B}" type="presParOf" srcId="{67F831D5-71C9-4D21-A957-61BB031C0499}" destId="{38848A43-22A2-476F-B326-0A2AA82343F5}" srcOrd="0" destOrd="0" presId="urn:microsoft.com/office/officeart/2011/layout/CircleProcess"/>
    <dgm:cxn modelId="{0EDCDFD5-E41B-42C3-BCF5-ABCFD26522A5}" type="presParOf" srcId="{4E265830-AF10-4A24-81C3-67306D8756A6}" destId="{93FF1C26-494C-4F80-8ED3-2C9CCC512DB1}" srcOrd="7" destOrd="0" presId="urn:microsoft.com/office/officeart/2011/layout/CircleProcess"/>
    <dgm:cxn modelId="{FFCA0286-5D0A-4D82-83D8-15A80AFFA9EF}" type="presParOf" srcId="{93FF1C26-494C-4F80-8ED3-2C9CCC512DB1}" destId="{759A9E96-EB7F-4199-A473-FF9327A56683}" srcOrd="0" destOrd="0" presId="urn:microsoft.com/office/officeart/2011/layout/CircleProcess"/>
    <dgm:cxn modelId="{2B90F6D5-5603-440A-9F73-9C61F1CAA5EA}" type="presParOf" srcId="{4E265830-AF10-4A24-81C3-67306D8756A6}" destId="{8DED8687-B28F-4ADA-810B-3A06EF198D6F}" srcOrd="8" destOrd="0" presId="urn:microsoft.com/office/officeart/2011/layout/CircleProcess"/>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2BAAA0D-9349-4CB7-B615-D606801F76A9}"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C2BEAFD3-B7EF-47FC-83CA-7812938FB2ED}">
      <dgm:prSet phldrT="[Text]"/>
      <dgm:spPr/>
      <dgm:t>
        <a:bodyPr/>
        <a:lstStyle/>
        <a:p>
          <a:r>
            <a:rPr lang="en-US" dirty="0"/>
            <a:t>New Features</a:t>
          </a:r>
        </a:p>
      </dgm:t>
    </dgm:pt>
    <dgm:pt modelId="{DD237862-57EF-492C-B889-AD58C7CA0346}" type="parTrans" cxnId="{BF7B42D1-642E-4A63-97FB-F6C008A07DA0}">
      <dgm:prSet/>
      <dgm:spPr/>
      <dgm:t>
        <a:bodyPr/>
        <a:lstStyle/>
        <a:p>
          <a:endParaRPr lang="en-US"/>
        </a:p>
      </dgm:t>
    </dgm:pt>
    <dgm:pt modelId="{E1239AB3-A325-4F1C-8974-E9835F105845}" type="sibTrans" cxnId="{BF7B42D1-642E-4A63-97FB-F6C008A07DA0}">
      <dgm:prSet/>
      <dgm:spPr/>
      <dgm:t>
        <a:bodyPr/>
        <a:lstStyle/>
        <a:p>
          <a:endParaRPr lang="en-US"/>
        </a:p>
      </dgm:t>
    </dgm:pt>
    <dgm:pt modelId="{FA506319-5FAC-44C3-B46A-6E7C99782C7D}">
      <dgm:prSet phldrT="[Text]"/>
      <dgm:spPr/>
      <dgm:t>
        <a:bodyPr/>
        <a:lstStyle/>
        <a:p>
          <a:r>
            <a:rPr lang="en-US" dirty="0"/>
            <a:t>Bug Fix</a:t>
          </a:r>
        </a:p>
      </dgm:t>
    </dgm:pt>
    <dgm:pt modelId="{B153AAE1-58A1-44E6-8392-E18524683C4B}" type="parTrans" cxnId="{52CFBA83-16B4-4986-A856-9CA50A498ED6}">
      <dgm:prSet/>
      <dgm:spPr/>
      <dgm:t>
        <a:bodyPr/>
        <a:lstStyle/>
        <a:p>
          <a:endParaRPr lang="en-US"/>
        </a:p>
      </dgm:t>
    </dgm:pt>
    <dgm:pt modelId="{BBB512BB-EBA7-4C4E-97A7-E769B9043CED}" type="sibTrans" cxnId="{52CFBA83-16B4-4986-A856-9CA50A498ED6}">
      <dgm:prSet/>
      <dgm:spPr/>
      <dgm:t>
        <a:bodyPr/>
        <a:lstStyle/>
        <a:p>
          <a:endParaRPr lang="en-US"/>
        </a:p>
      </dgm:t>
    </dgm:pt>
    <dgm:pt modelId="{5660CE79-418B-4B8F-9C7D-5306C42BDE89}" type="pres">
      <dgm:prSet presAssocID="{62BAAA0D-9349-4CB7-B615-D606801F76A9}" presName="compositeShape" presStyleCnt="0">
        <dgm:presLayoutVars>
          <dgm:chMax val="2"/>
          <dgm:dir/>
          <dgm:resizeHandles val="exact"/>
        </dgm:presLayoutVars>
      </dgm:prSet>
      <dgm:spPr/>
    </dgm:pt>
    <dgm:pt modelId="{79CF224D-4EC5-4777-A7AE-01CF18E0F804}" type="pres">
      <dgm:prSet presAssocID="{62BAAA0D-9349-4CB7-B615-D606801F76A9}" presName="divider" presStyleLbl="fgShp" presStyleIdx="0" presStyleCnt="1"/>
      <dgm:spPr/>
    </dgm:pt>
    <dgm:pt modelId="{9E3FAB49-F448-4E0B-81C6-97AFABC920B5}" type="pres">
      <dgm:prSet presAssocID="{C2BEAFD3-B7EF-47FC-83CA-7812938FB2ED}" presName="downArrow" presStyleLbl="node1" presStyleIdx="0" presStyleCnt="2"/>
      <dgm:spPr/>
    </dgm:pt>
    <dgm:pt modelId="{AE427642-BB0E-4604-971F-7471A74FF2BB}" type="pres">
      <dgm:prSet presAssocID="{C2BEAFD3-B7EF-47FC-83CA-7812938FB2ED}" presName="downArrowText" presStyleLbl="revTx" presStyleIdx="0" presStyleCnt="2" custScaleX="150439">
        <dgm:presLayoutVars>
          <dgm:bulletEnabled val="1"/>
        </dgm:presLayoutVars>
      </dgm:prSet>
      <dgm:spPr/>
    </dgm:pt>
    <dgm:pt modelId="{924BF623-4B96-41F8-92FC-FEC5C46D723E}" type="pres">
      <dgm:prSet presAssocID="{FA506319-5FAC-44C3-B46A-6E7C99782C7D}" presName="upArrow" presStyleLbl="node1" presStyleIdx="1" presStyleCnt="2"/>
      <dgm:spPr/>
    </dgm:pt>
    <dgm:pt modelId="{C9FA7441-B263-4A2D-808E-C971354A5353}" type="pres">
      <dgm:prSet presAssocID="{FA506319-5FAC-44C3-B46A-6E7C99782C7D}" presName="upArrowText" presStyleLbl="revTx" presStyleIdx="1" presStyleCnt="2">
        <dgm:presLayoutVars>
          <dgm:bulletEnabled val="1"/>
        </dgm:presLayoutVars>
      </dgm:prSet>
      <dgm:spPr/>
    </dgm:pt>
  </dgm:ptLst>
  <dgm:cxnLst>
    <dgm:cxn modelId="{30764D35-6E5F-4F0F-BD18-EBC78D91AB9A}" type="presOf" srcId="{C2BEAFD3-B7EF-47FC-83CA-7812938FB2ED}" destId="{AE427642-BB0E-4604-971F-7471A74FF2BB}" srcOrd="0" destOrd="0" presId="urn:microsoft.com/office/officeart/2005/8/layout/arrow3"/>
    <dgm:cxn modelId="{6B25EA75-57C1-4D90-98D8-9C3DD0B49ADA}" type="presOf" srcId="{FA506319-5FAC-44C3-B46A-6E7C99782C7D}" destId="{C9FA7441-B263-4A2D-808E-C971354A5353}" srcOrd="0" destOrd="0" presId="urn:microsoft.com/office/officeart/2005/8/layout/arrow3"/>
    <dgm:cxn modelId="{52CFBA83-16B4-4986-A856-9CA50A498ED6}" srcId="{62BAAA0D-9349-4CB7-B615-D606801F76A9}" destId="{FA506319-5FAC-44C3-B46A-6E7C99782C7D}" srcOrd="1" destOrd="0" parTransId="{B153AAE1-58A1-44E6-8392-E18524683C4B}" sibTransId="{BBB512BB-EBA7-4C4E-97A7-E769B9043CED}"/>
    <dgm:cxn modelId="{C23EBAA1-B16F-4E2B-8012-782A001E2294}" type="presOf" srcId="{62BAAA0D-9349-4CB7-B615-D606801F76A9}" destId="{5660CE79-418B-4B8F-9C7D-5306C42BDE89}" srcOrd="0" destOrd="0" presId="urn:microsoft.com/office/officeart/2005/8/layout/arrow3"/>
    <dgm:cxn modelId="{BF7B42D1-642E-4A63-97FB-F6C008A07DA0}" srcId="{62BAAA0D-9349-4CB7-B615-D606801F76A9}" destId="{C2BEAFD3-B7EF-47FC-83CA-7812938FB2ED}" srcOrd="0" destOrd="0" parTransId="{DD237862-57EF-492C-B889-AD58C7CA0346}" sibTransId="{E1239AB3-A325-4F1C-8974-E9835F105845}"/>
    <dgm:cxn modelId="{2E812EC0-3FFE-4354-A7A8-D3139091ADE0}" type="presParOf" srcId="{5660CE79-418B-4B8F-9C7D-5306C42BDE89}" destId="{79CF224D-4EC5-4777-A7AE-01CF18E0F804}" srcOrd="0" destOrd="0" presId="urn:microsoft.com/office/officeart/2005/8/layout/arrow3"/>
    <dgm:cxn modelId="{774DBC94-DF6A-4D20-B6F9-12E76150D7C1}" type="presParOf" srcId="{5660CE79-418B-4B8F-9C7D-5306C42BDE89}" destId="{9E3FAB49-F448-4E0B-81C6-97AFABC920B5}" srcOrd="1" destOrd="0" presId="urn:microsoft.com/office/officeart/2005/8/layout/arrow3"/>
    <dgm:cxn modelId="{40E5E8E5-5FC7-409D-B83A-E26A00CF3E21}" type="presParOf" srcId="{5660CE79-418B-4B8F-9C7D-5306C42BDE89}" destId="{AE427642-BB0E-4604-971F-7471A74FF2BB}" srcOrd="2" destOrd="0" presId="urn:microsoft.com/office/officeart/2005/8/layout/arrow3"/>
    <dgm:cxn modelId="{3A04A448-993D-4CB3-A55B-1ECD1AEBCCC1}" type="presParOf" srcId="{5660CE79-418B-4B8F-9C7D-5306C42BDE89}" destId="{924BF623-4B96-41F8-92FC-FEC5C46D723E}" srcOrd="3" destOrd="0" presId="urn:microsoft.com/office/officeart/2005/8/layout/arrow3"/>
    <dgm:cxn modelId="{F740D60C-3DFC-4601-B052-D5E90ABF06C0}" type="presParOf" srcId="{5660CE79-418B-4B8F-9C7D-5306C42BDE89}" destId="{C9FA7441-B263-4A2D-808E-C971354A5353}" srcOrd="4" destOrd="0" presId="urn:microsoft.com/office/officeart/2005/8/layout/arrow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5A711DA4-97C8-4B25-A936-6001CA079E19}" type="doc">
      <dgm:prSet loTypeId="urn:microsoft.com/office/officeart/2005/8/layout/vList6" loCatId="list" qsTypeId="urn:microsoft.com/office/officeart/2005/8/quickstyle/simple1" qsCatId="simple" csTypeId="urn:microsoft.com/office/officeart/2005/8/colors/accent1_2" csCatId="accent1" phldr="1"/>
      <dgm:spPr/>
      <dgm:t>
        <a:bodyPr/>
        <a:lstStyle/>
        <a:p>
          <a:endParaRPr lang="en-US"/>
        </a:p>
      </dgm:t>
    </dgm:pt>
    <dgm:pt modelId="{6EDBE84E-0D22-499B-B42F-9B854419D13D}">
      <dgm:prSet phldrT="[Text]"/>
      <dgm:spPr/>
      <dgm:t>
        <a:bodyPr/>
        <a:lstStyle/>
        <a:p>
          <a:r>
            <a:rPr lang="en-US" dirty="0"/>
            <a:t>Product Release</a:t>
          </a:r>
        </a:p>
      </dgm:t>
    </dgm:pt>
    <dgm:pt modelId="{4CF26A79-624A-4EBB-9570-F1C122AC595E}" type="parTrans" cxnId="{CA39F8C9-9F43-4F85-9ED7-99C40937C5CA}">
      <dgm:prSet/>
      <dgm:spPr/>
      <dgm:t>
        <a:bodyPr/>
        <a:lstStyle/>
        <a:p>
          <a:endParaRPr lang="en-US"/>
        </a:p>
      </dgm:t>
    </dgm:pt>
    <dgm:pt modelId="{78BBB547-353D-4556-9ECD-BDE53DDC7AAB}" type="sibTrans" cxnId="{CA39F8C9-9F43-4F85-9ED7-99C40937C5CA}">
      <dgm:prSet/>
      <dgm:spPr/>
      <dgm:t>
        <a:bodyPr/>
        <a:lstStyle/>
        <a:p>
          <a:endParaRPr lang="en-US"/>
        </a:p>
      </dgm:t>
    </dgm:pt>
    <dgm:pt modelId="{658F3D1C-3BEA-43DC-AC7E-E560EEC57642}">
      <dgm:prSet phldrT="[Text]"/>
      <dgm:spPr/>
      <dgm:t>
        <a:bodyPr/>
        <a:lstStyle/>
        <a:p>
          <a:r>
            <a:rPr lang="en-US" dirty="0"/>
            <a:t>Feature A</a:t>
          </a:r>
        </a:p>
      </dgm:t>
    </dgm:pt>
    <dgm:pt modelId="{464EEC0C-A33E-4CA8-B9AA-A397727A6C2A}" type="parTrans" cxnId="{A41794DE-2B3E-4785-8806-EA3AE758039B}">
      <dgm:prSet/>
      <dgm:spPr/>
      <dgm:t>
        <a:bodyPr/>
        <a:lstStyle/>
        <a:p>
          <a:endParaRPr lang="en-US"/>
        </a:p>
      </dgm:t>
    </dgm:pt>
    <dgm:pt modelId="{4EC79217-355A-44B0-9621-603BDAE06AF6}" type="sibTrans" cxnId="{A41794DE-2B3E-4785-8806-EA3AE758039B}">
      <dgm:prSet/>
      <dgm:spPr/>
      <dgm:t>
        <a:bodyPr/>
        <a:lstStyle/>
        <a:p>
          <a:endParaRPr lang="en-US"/>
        </a:p>
      </dgm:t>
    </dgm:pt>
    <dgm:pt modelId="{65230ADB-BE6D-4560-9902-FF6E08322562}">
      <dgm:prSet phldrT="[Text]"/>
      <dgm:spPr/>
      <dgm:t>
        <a:bodyPr/>
        <a:lstStyle/>
        <a:p>
          <a:r>
            <a:rPr lang="en-US" dirty="0"/>
            <a:t>Feature B</a:t>
          </a:r>
        </a:p>
      </dgm:t>
    </dgm:pt>
    <dgm:pt modelId="{6E3C649D-911A-45A6-BCF5-9DFA91FEFD27}" type="parTrans" cxnId="{22F11D22-F55C-4F26-A154-52BBA595ADD0}">
      <dgm:prSet/>
      <dgm:spPr/>
      <dgm:t>
        <a:bodyPr/>
        <a:lstStyle/>
        <a:p>
          <a:endParaRPr lang="en-US"/>
        </a:p>
      </dgm:t>
    </dgm:pt>
    <dgm:pt modelId="{957BBE1C-7CF6-4979-8EB8-EDCBD865C065}" type="sibTrans" cxnId="{22F11D22-F55C-4F26-A154-52BBA595ADD0}">
      <dgm:prSet/>
      <dgm:spPr/>
      <dgm:t>
        <a:bodyPr/>
        <a:lstStyle/>
        <a:p>
          <a:endParaRPr lang="en-US"/>
        </a:p>
      </dgm:t>
    </dgm:pt>
    <dgm:pt modelId="{8DF8A578-D7F2-49F3-B34C-97B7DCC6E51E}">
      <dgm:prSet phldrT="[Text]"/>
      <dgm:spPr/>
      <dgm:t>
        <a:bodyPr/>
        <a:lstStyle/>
        <a:p>
          <a:r>
            <a:rPr lang="en-US" dirty="0"/>
            <a:t>Existing Bugs</a:t>
          </a:r>
        </a:p>
      </dgm:t>
    </dgm:pt>
    <dgm:pt modelId="{33B5B5EA-EB0E-446A-AFFD-8FAD918468F8}" type="parTrans" cxnId="{591987D3-7CB2-4EE1-A52E-1963DA70102C}">
      <dgm:prSet/>
      <dgm:spPr/>
      <dgm:t>
        <a:bodyPr/>
        <a:lstStyle/>
        <a:p>
          <a:endParaRPr lang="en-US"/>
        </a:p>
      </dgm:t>
    </dgm:pt>
    <dgm:pt modelId="{08258886-909B-44DF-A860-87922564EF7B}" type="sibTrans" cxnId="{591987D3-7CB2-4EE1-A52E-1963DA70102C}">
      <dgm:prSet/>
      <dgm:spPr/>
      <dgm:t>
        <a:bodyPr/>
        <a:lstStyle/>
        <a:p>
          <a:endParaRPr lang="en-US"/>
        </a:p>
      </dgm:t>
    </dgm:pt>
    <dgm:pt modelId="{A6270011-9A70-4F5A-AE86-E2CC4D594DBC}">
      <dgm:prSet phldrT="[Text]"/>
      <dgm:spPr/>
      <dgm:t>
        <a:bodyPr/>
        <a:lstStyle/>
        <a:p>
          <a:r>
            <a:rPr lang="en-US" dirty="0"/>
            <a:t>Bug 1</a:t>
          </a:r>
        </a:p>
      </dgm:t>
    </dgm:pt>
    <dgm:pt modelId="{A5B314A7-D45F-41D4-A061-545EAEB6B239}" type="parTrans" cxnId="{34FD444E-3163-4E7F-BB15-D5C23EF7995E}">
      <dgm:prSet/>
      <dgm:spPr/>
      <dgm:t>
        <a:bodyPr/>
        <a:lstStyle/>
        <a:p>
          <a:endParaRPr lang="en-US"/>
        </a:p>
      </dgm:t>
    </dgm:pt>
    <dgm:pt modelId="{B9B39BC4-F826-4CEE-ABEA-AF36BCBB0F10}" type="sibTrans" cxnId="{34FD444E-3163-4E7F-BB15-D5C23EF7995E}">
      <dgm:prSet/>
      <dgm:spPr/>
      <dgm:t>
        <a:bodyPr/>
        <a:lstStyle/>
        <a:p>
          <a:endParaRPr lang="en-US"/>
        </a:p>
      </dgm:t>
    </dgm:pt>
    <dgm:pt modelId="{6A0B8FCF-3810-40AD-96A8-5C99BD66787F}">
      <dgm:prSet phldrT="[Text]"/>
      <dgm:spPr/>
      <dgm:t>
        <a:bodyPr/>
        <a:lstStyle/>
        <a:p>
          <a:r>
            <a:rPr lang="en-US" dirty="0"/>
            <a:t>Bug 2</a:t>
          </a:r>
        </a:p>
      </dgm:t>
    </dgm:pt>
    <dgm:pt modelId="{1B763566-0F27-4C84-B80C-B4891A4B9DEF}" type="parTrans" cxnId="{27CC0602-D6B4-400C-BA9A-78F1937F45B1}">
      <dgm:prSet/>
      <dgm:spPr/>
      <dgm:t>
        <a:bodyPr/>
        <a:lstStyle/>
        <a:p>
          <a:endParaRPr lang="en-US"/>
        </a:p>
      </dgm:t>
    </dgm:pt>
    <dgm:pt modelId="{F011D4D1-F32D-4241-AD48-6D4FDD829252}" type="sibTrans" cxnId="{27CC0602-D6B4-400C-BA9A-78F1937F45B1}">
      <dgm:prSet/>
      <dgm:spPr/>
      <dgm:t>
        <a:bodyPr/>
        <a:lstStyle/>
        <a:p>
          <a:endParaRPr lang="en-US"/>
        </a:p>
      </dgm:t>
    </dgm:pt>
    <dgm:pt modelId="{9D8D3346-47DA-4240-B204-F8267C92E0BB}" type="pres">
      <dgm:prSet presAssocID="{5A711DA4-97C8-4B25-A936-6001CA079E19}" presName="Name0" presStyleCnt="0">
        <dgm:presLayoutVars>
          <dgm:dir/>
          <dgm:animLvl val="lvl"/>
          <dgm:resizeHandles/>
        </dgm:presLayoutVars>
      </dgm:prSet>
      <dgm:spPr/>
    </dgm:pt>
    <dgm:pt modelId="{D539BAF3-E038-4627-BFAD-B9D392E703CA}" type="pres">
      <dgm:prSet presAssocID="{6EDBE84E-0D22-499B-B42F-9B854419D13D}" presName="linNode" presStyleCnt="0"/>
      <dgm:spPr/>
    </dgm:pt>
    <dgm:pt modelId="{0C0A45FE-EE8D-440C-BCB0-7EEF5B511C15}" type="pres">
      <dgm:prSet presAssocID="{6EDBE84E-0D22-499B-B42F-9B854419D13D}" presName="parentShp" presStyleLbl="node1" presStyleIdx="0" presStyleCnt="2">
        <dgm:presLayoutVars>
          <dgm:bulletEnabled val="1"/>
        </dgm:presLayoutVars>
      </dgm:prSet>
      <dgm:spPr/>
    </dgm:pt>
    <dgm:pt modelId="{E3759595-354F-400B-95DD-89A782A8B4B2}" type="pres">
      <dgm:prSet presAssocID="{6EDBE84E-0D22-499B-B42F-9B854419D13D}" presName="childShp" presStyleLbl="bgAccFollowNode1" presStyleIdx="0" presStyleCnt="2">
        <dgm:presLayoutVars>
          <dgm:bulletEnabled val="1"/>
        </dgm:presLayoutVars>
      </dgm:prSet>
      <dgm:spPr/>
    </dgm:pt>
    <dgm:pt modelId="{FBEE5982-86C4-466B-8905-E95F62D203B2}" type="pres">
      <dgm:prSet presAssocID="{78BBB547-353D-4556-9ECD-BDE53DDC7AAB}" presName="spacing" presStyleCnt="0"/>
      <dgm:spPr/>
    </dgm:pt>
    <dgm:pt modelId="{4DC9F768-4D82-47B0-A062-9925C8B9616C}" type="pres">
      <dgm:prSet presAssocID="{8DF8A578-D7F2-49F3-B34C-97B7DCC6E51E}" presName="linNode" presStyleCnt="0"/>
      <dgm:spPr/>
    </dgm:pt>
    <dgm:pt modelId="{C119FDEB-0024-4314-8368-8689DB45D9ED}" type="pres">
      <dgm:prSet presAssocID="{8DF8A578-D7F2-49F3-B34C-97B7DCC6E51E}" presName="parentShp" presStyleLbl="node1" presStyleIdx="1" presStyleCnt="2">
        <dgm:presLayoutVars>
          <dgm:bulletEnabled val="1"/>
        </dgm:presLayoutVars>
      </dgm:prSet>
      <dgm:spPr/>
    </dgm:pt>
    <dgm:pt modelId="{E5EF4B17-5002-40FF-B393-A5E7F7527EC0}" type="pres">
      <dgm:prSet presAssocID="{8DF8A578-D7F2-49F3-B34C-97B7DCC6E51E}" presName="childShp" presStyleLbl="bgAccFollowNode1" presStyleIdx="1" presStyleCnt="2">
        <dgm:presLayoutVars>
          <dgm:bulletEnabled val="1"/>
        </dgm:presLayoutVars>
      </dgm:prSet>
      <dgm:spPr/>
    </dgm:pt>
  </dgm:ptLst>
  <dgm:cxnLst>
    <dgm:cxn modelId="{27CC0602-D6B4-400C-BA9A-78F1937F45B1}" srcId="{8DF8A578-D7F2-49F3-B34C-97B7DCC6E51E}" destId="{6A0B8FCF-3810-40AD-96A8-5C99BD66787F}" srcOrd="1" destOrd="0" parTransId="{1B763566-0F27-4C84-B80C-B4891A4B9DEF}" sibTransId="{F011D4D1-F32D-4241-AD48-6D4FDD829252}"/>
    <dgm:cxn modelId="{22F11D22-F55C-4F26-A154-52BBA595ADD0}" srcId="{6EDBE84E-0D22-499B-B42F-9B854419D13D}" destId="{65230ADB-BE6D-4560-9902-FF6E08322562}" srcOrd="1" destOrd="0" parTransId="{6E3C649D-911A-45A6-BCF5-9DFA91FEFD27}" sibTransId="{957BBE1C-7CF6-4979-8EB8-EDCBD865C065}"/>
    <dgm:cxn modelId="{34FD444E-3163-4E7F-BB15-D5C23EF7995E}" srcId="{8DF8A578-D7F2-49F3-B34C-97B7DCC6E51E}" destId="{A6270011-9A70-4F5A-AE86-E2CC4D594DBC}" srcOrd="0" destOrd="0" parTransId="{A5B314A7-D45F-41D4-A061-545EAEB6B239}" sibTransId="{B9B39BC4-F826-4CEE-ABEA-AF36BCBB0F10}"/>
    <dgm:cxn modelId="{D3E7E04E-40EB-4F78-9E32-D9A3806D989B}" type="presOf" srcId="{A6270011-9A70-4F5A-AE86-E2CC4D594DBC}" destId="{E5EF4B17-5002-40FF-B393-A5E7F7527EC0}" srcOrd="0" destOrd="0" presId="urn:microsoft.com/office/officeart/2005/8/layout/vList6"/>
    <dgm:cxn modelId="{066F1C70-E1AC-479A-B9CA-3F1E9E787802}" type="presOf" srcId="{658F3D1C-3BEA-43DC-AC7E-E560EEC57642}" destId="{E3759595-354F-400B-95DD-89A782A8B4B2}" srcOrd="0" destOrd="0" presId="urn:microsoft.com/office/officeart/2005/8/layout/vList6"/>
    <dgm:cxn modelId="{15AA127A-5FED-4FE1-A7A7-FA8303B9CFF6}" type="presOf" srcId="{8DF8A578-D7F2-49F3-B34C-97B7DCC6E51E}" destId="{C119FDEB-0024-4314-8368-8689DB45D9ED}" srcOrd="0" destOrd="0" presId="urn:microsoft.com/office/officeart/2005/8/layout/vList6"/>
    <dgm:cxn modelId="{8C1C0E94-1254-4B5E-B445-105E91832C15}" type="presOf" srcId="{5A711DA4-97C8-4B25-A936-6001CA079E19}" destId="{9D8D3346-47DA-4240-B204-F8267C92E0BB}" srcOrd="0" destOrd="0" presId="urn:microsoft.com/office/officeart/2005/8/layout/vList6"/>
    <dgm:cxn modelId="{279D52B9-EC14-4980-9AA6-99B301B809F2}" type="presOf" srcId="{6EDBE84E-0D22-499B-B42F-9B854419D13D}" destId="{0C0A45FE-EE8D-440C-BCB0-7EEF5B511C15}" srcOrd="0" destOrd="0" presId="urn:microsoft.com/office/officeart/2005/8/layout/vList6"/>
    <dgm:cxn modelId="{CA39F8C9-9F43-4F85-9ED7-99C40937C5CA}" srcId="{5A711DA4-97C8-4B25-A936-6001CA079E19}" destId="{6EDBE84E-0D22-499B-B42F-9B854419D13D}" srcOrd="0" destOrd="0" parTransId="{4CF26A79-624A-4EBB-9570-F1C122AC595E}" sibTransId="{78BBB547-353D-4556-9ECD-BDE53DDC7AAB}"/>
    <dgm:cxn modelId="{3A65B5CE-34E8-4DF6-BE43-F65990ED9544}" type="presOf" srcId="{6A0B8FCF-3810-40AD-96A8-5C99BD66787F}" destId="{E5EF4B17-5002-40FF-B393-A5E7F7527EC0}" srcOrd="0" destOrd="1" presId="urn:microsoft.com/office/officeart/2005/8/layout/vList6"/>
    <dgm:cxn modelId="{591987D3-7CB2-4EE1-A52E-1963DA70102C}" srcId="{5A711DA4-97C8-4B25-A936-6001CA079E19}" destId="{8DF8A578-D7F2-49F3-B34C-97B7DCC6E51E}" srcOrd="1" destOrd="0" parTransId="{33B5B5EA-EB0E-446A-AFFD-8FAD918468F8}" sibTransId="{08258886-909B-44DF-A860-87922564EF7B}"/>
    <dgm:cxn modelId="{A41794DE-2B3E-4785-8806-EA3AE758039B}" srcId="{6EDBE84E-0D22-499B-B42F-9B854419D13D}" destId="{658F3D1C-3BEA-43DC-AC7E-E560EEC57642}" srcOrd="0" destOrd="0" parTransId="{464EEC0C-A33E-4CA8-B9AA-A397727A6C2A}" sibTransId="{4EC79217-355A-44B0-9621-603BDAE06AF6}"/>
    <dgm:cxn modelId="{F4742AF6-3F13-40EB-9330-CB386DF95EAB}" type="presOf" srcId="{65230ADB-BE6D-4560-9902-FF6E08322562}" destId="{E3759595-354F-400B-95DD-89A782A8B4B2}" srcOrd="0" destOrd="1" presId="urn:microsoft.com/office/officeart/2005/8/layout/vList6"/>
    <dgm:cxn modelId="{7D9D2A05-3BB2-4D60-A41D-81A08FA9BE2D}" type="presParOf" srcId="{9D8D3346-47DA-4240-B204-F8267C92E0BB}" destId="{D539BAF3-E038-4627-BFAD-B9D392E703CA}" srcOrd="0" destOrd="0" presId="urn:microsoft.com/office/officeart/2005/8/layout/vList6"/>
    <dgm:cxn modelId="{D94774B1-5CCD-4A53-A6F2-3B479B0FB3DB}" type="presParOf" srcId="{D539BAF3-E038-4627-BFAD-B9D392E703CA}" destId="{0C0A45FE-EE8D-440C-BCB0-7EEF5B511C15}" srcOrd="0" destOrd="0" presId="urn:microsoft.com/office/officeart/2005/8/layout/vList6"/>
    <dgm:cxn modelId="{BD00D194-AD9D-43F3-A978-4BAC3FEB5588}" type="presParOf" srcId="{D539BAF3-E038-4627-BFAD-B9D392E703CA}" destId="{E3759595-354F-400B-95DD-89A782A8B4B2}" srcOrd="1" destOrd="0" presId="urn:microsoft.com/office/officeart/2005/8/layout/vList6"/>
    <dgm:cxn modelId="{8E538F62-1FF2-45B2-A2C0-86098D1CE4B7}" type="presParOf" srcId="{9D8D3346-47DA-4240-B204-F8267C92E0BB}" destId="{FBEE5982-86C4-466B-8905-E95F62D203B2}" srcOrd="1" destOrd="0" presId="urn:microsoft.com/office/officeart/2005/8/layout/vList6"/>
    <dgm:cxn modelId="{B74D3813-0BE1-4AE6-8EDB-D8FF09B5ADA7}" type="presParOf" srcId="{9D8D3346-47DA-4240-B204-F8267C92E0BB}" destId="{4DC9F768-4D82-47B0-A062-9925C8B9616C}" srcOrd="2" destOrd="0" presId="urn:microsoft.com/office/officeart/2005/8/layout/vList6"/>
    <dgm:cxn modelId="{BE4E8F40-D658-40DF-8233-67257FEF2257}" type="presParOf" srcId="{4DC9F768-4D82-47B0-A062-9925C8B9616C}" destId="{C119FDEB-0024-4314-8368-8689DB45D9ED}" srcOrd="0" destOrd="0" presId="urn:microsoft.com/office/officeart/2005/8/layout/vList6"/>
    <dgm:cxn modelId="{FEB3530F-C097-4F54-A369-CFFF9C33F430}" type="presParOf" srcId="{4DC9F768-4D82-47B0-A062-9925C8B9616C}" destId="{E5EF4B17-5002-40FF-B393-A5E7F7527EC0}" srcOrd="1" destOrd="0" presId="urn:microsoft.com/office/officeart/2005/8/layout/vList6"/>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2B785C-5F37-4267-9CC8-A1912F13A6BE}">
      <dsp:nvSpPr>
        <dsp:cNvPr id="0" name=""/>
        <dsp:cNvSpPr/>
      </dsp:nvSpPr>
      <dsp:spPr>
        <a:xfrm rot="5400000">
          <a:off x="2169695" y="758388"/>
          <a:ext cx="652802" cy="743192"/>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9F4FD79-75CA-43F0-96E7-78B8225324F2}">
      <dsp:nvSpPr>
        <dsp:cNvPr id="0" name=""/>
        <dsp:cNvSpPr/>
      </dsp:nvSpPr>
      <dsp:spPr>
        <a:xfrm>
          <a:off x="1996742" y="34743"/>
          <a:ext cx="1098935" cy="769219"/>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latin typeface="Helvetica" panose="020B0604020202020204" pitchFamily="34" charset="0"/>
              <a:cs typeface="Helvetica" panose="020B0604020202020204" pitchFamily="34" charset="0"/>
            </a:rPr>
            <a:t>Requirement Analysis</a:t>
          </a:r>
        </a:p>
      </dsp:txBody>
      <dsp:txXfrm>
        <a:off x="2034299" y="72300"/>
        <a:ext cx="1023821" cy="694105"/>
      </dsp:txXfrm>
    </dsp:sp>
    <dsp:sp modelId="{583D035E-BD84-403E-BA85-A36687B26AC0}">
      <dsp:nvSpPr>
        <dsp:cNvPr id="0" name=""/>
        <dsp:cNvSpPr/>
      </dsp:nvSpPr>
      <dsp:spPr>
        <a:xfrm>
          <a:off x="3095677" y="108106"/>
          <a:ext cx="799261" cy="621716"/>
        </a:xfrm>
        <a:prstGeom prst="rect">
          <a:avLst/>
        </a:prstGeom>
        <a:noFill/>
        <a:ln>
          <a:noFill/>
        </a:ln>
        <a:effectLst/>
      </dsp:spPr>
      <dsp:style>
        <a:lnRef idx="0">
          <a:scrgbClr r="0" g="0" b="0"/>
        </a:lnRef>
        <a:fillRef idx="0">
          <a:scrgbClr r="0" g="0" b="0"/>
        </a:fillRef>
        <a:effectRef idx="0">
          <a:scrgbClr r="0" g="0" b="0"/>
        </a:effectRef>
        <a:fontRef idx="minor"/>
      </dsp:style>
    </dsp:sp>
    <dsp:sp modelId="{A8C1F3A4-1F46-41D0-A6AC-998C3A300AE9}">
      <dsp:nvSpPr>
        <dsp:cNvPr id="0" name=""/>
        <dsp:cNvSpPr/>
      </dsp:nvSpPr>
      <dsp:spPr>
        <a:xfrm rot="5400000">
          <a:off x="3080829" y="1622475"/>
          <a:ext cx="652802" cy="743192"/>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1C6C02B-A6A7-4D63-8F4F-C0F7059EAF01}">
      <dsp:nvSpPr>
        <dsp:cNvPr id="0" name=""/>
        <dsp:cNvSpPr/>
      </dsp:nvSpPr>
      <dsp:spPr>
        <a:xfrm>
          <a:off x="2907876" y="898830"/>
          <a:ext cx="1098935" cy="769219"/>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latin typeface="Helvetica" panose="020B0604020202020204" pitchFamily="34" charset="0"/>
              <a:ea typeface="+mn-ea"/>
              <a:cs typeface="Helvetica" panose="020B0604020202020204" pitchFamily="34" charset="0"/>
            </a:rPr>
            <a:t>Design</a:t>
          </a:r>
          <a:endParaRPr lang="en-US" sz="1200" kern="1200" dirty="0">
            <a:latin typeface="Helvetica" panose="020B0604020202020204" pitchFamily="34" charset="0"/>
            <a:ea typeface="+mn-ea"/>
            <a:cs typeface="Helvetica" panose="020B0604020202020204" pitchFamily="34" charset="0"/>
          </a:endParaRPr>
        </a:p>
      </dsp:txBody>
      <dsp:txXfrm>
        <a:off x="2945433" y="936387"/>
        <a:ext cx="1023821" cy="694105"/>
      </dsp:txXfrm>
    </dsp:sp>
    <dsp:sp modelId="{DFAAC1C0-BA9A-4377-AE1C-455DEE04ECCC}">
      <dsp:nvSpPr>
        <dsp:cNvPr id="0" name=""/>
        <dsp:cNvSpPr/>
      </dsp:nvSpPr>
      <dsp:spPr>
        <a:xfrm>
          <a:off x="4006812" y="972193"/>
          <a:ext cx="799261" cy="621716"/>
        </a:xfrm>
        <a:prstGeom prst="rect">
          <a:avLst/>
        </a:prstGeom>
        <a:noFill/>
        <a:ln>
          <a:noFill/>
        </a:ln>
        <a:effectLst/>
      </dsp:spPr>
      <dsp:style>
        <a:lnRef idx="0">
          <a:scrgbClr r="0" g="0" b="0"/>
        </a:lnRef>
        <a:fillRef idx="0">
          <a:scrgbClr r="0" g="0" b="0"/>
        </a:fillRef>
        <a:effectRef idx="0">
          <a:scrgbClr r="0" g="0" b="0"/>
        </a:effectRef>
        <a:fontRef idx="minor"/>
      </dsp:style>
    </dsp:sp>
    <dsp:sp modelId="{919A3051-D7F7-4D20-BDA6-AA74AEBA744F}">
      <dsp:nvSpPr>
        <dsp:cNvPr id="0" name=""/>
        <dsp:cNvSpPr/>
      </dsp:nvSpPr>
      <dsp:spPr>
        <a:xfrm rot="5400000">
          <a:off x="3991964" y="2486562"/>
          <a:ext cx="652802" cy="743192"/>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8419A2C-8D47-4EA0-B299-93E6F15E675C}">
      <dsp:nvSpPr>
        <dsp:cNvPr id="0" name=""/>
        <dsp:cNvSpPr/>
      </dsp:nvSpPr>
      <dsp:spPr>
        <a:xfrm>
          <a:off x="3856891" y="1738310"/>
          <a:ext cx="1098935" cy="769219"/>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latin typeface="Helvetica" panose="020B0604020202020204" pitchFamily="34" charset="0"/>
              <a:ea typeface="+mn-ea"/>
              <a:cs typeface="Helvetica" panose="020B0604020202020204" pitchFamily="34" charset="0"/>
            </a:rPr>
            <a:t>Development</a:t>
          </a:r>
          <a:endParaRPr lang="en-US" sz="1200" kern="1200" dirty="0">
            <a:latin typeface="Helvetica" panose="020B0604020202020204" pitchFamily="34" charset="0"/>
            <a:ea typeface="+mn-ea"/>
            <a:cs typeface="Helvetica" panose="020B0604020202020204" pitchFamily="34" charset="0"/>
          </a:endParaRPr>
        </a:p>
      </dsp:txBody>
      <dsp:txXfrm>
        <a:off x="3894448" y="1775867"/>
        <a:ext cx="1023821" cy="694105"/>
      </dsp:txXfrm>
    </dsp:sp>
    <dsp:sp modelId="{4A377F96-1FED-4BB1-98A9-3F45DE6541DF}">
      <dsp:nvSpPr>
        <dsp:cNvPr id="0" name=""/>
        <dsp:cNvSpPr/>
      </dsp:nvSpPr>
      <dsp:spPr>
        <a:xfrm>
          <a:off x="4917946" y="1836280"/>
          <a:ext cx="799261" cy="621716"/>
        </a:xfrm>
        <a:prstGeom prst="rect">
          <a:avLst/>
        </a:prstGeom>
        <a:noFill/>
        <a:ln>
          <a:noFill/>
        </a:ln>
        <a:effectLst/>
      </dsp:spPr>
      <dsp:style>
        <a:lnRef idx="0">
          <a:scrgbClr r="0" g="0" b="0"/>
        </a:lnRef>
        <a:fillRef idx="0">
          <a:scrgbClr r="0" g="0" b="0"/>
        </a:fillRef>
        <a:effectRef idx="0">
          <a:scrgbClr r="0" g="0" b="0"/>
        </a:effectRef>
        <a:fontRef idx="minor"/>
      </dsp:style>
    </dsp:sp>
    <dsp:sp modelId="{C3E451CB-D856-4627-8A3E-32255571E0D5}">
      <dsp:nvSpPr>
        <dsp:cNvPr id="0" name=""/>
        <dsp:cNvSpPr/>
      </dsp:nvSpPr>
      <dsp:spPr>
        <a:xfrm rot="5400000">
          <a:off x="4903098" y="3350649"/>
          <a:ext cx="652802" cy="743192"/>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551C335-F403-4F72-B8E6-AFA338C7B8D2}">
      <dsp:nvSpPr>
        <dsp:cNvPr id="0" name=""/>
        <dsp:cNvSpPr/>
      </dsp:nvSpPr>
      <dsp:spPr>
        <a:xfrm>
          <a:off x="4730145" y="2627004"/>
          <a:ext cx="1098935" cy="769219"/>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latin typeface="Helvetica" panose="020B0604020202020204" pitchFamily="34" charset="0"/>
              <a:ea typeface="+mn-ea"/>
              <a:cs typeface="Helvetica" panose="020B0604020202020204" pitchFamily="34" charset="0"/>
            </a:rPr>
            <a:t>Testing</a:t>
          </a:r>
          <a:endParaRPr lang="en-US" sz="1200" kern="1200" dirty="0">
            <a:latin typeface="Helvetica" panose="020B0604020202020204" pitchFamily="34" charset="0"/>
            <a:ea typeface="+mn-ea"/>
            <a:cs typeface="Helvetica" panose="020B0604020202020204" pitchFamily="34" charset="0"/>
          </a:endParaRPr>
        </a:p>
      </dsp:txBody>
      <dsp:txXfrm>
        <a:off x="4767702" y="2664561"/>
        <a:ext cx="1023821" cy="694105"/>
      </dsp:txXfrm>
    </dsp:sp>
    <dsp:sp modelId="{E0F72F04-B956-4E8B-889C-1606A1F1A1D3}">
      <dsp:nvSpPr>
        <dsp:cNvPr id="0" name=""/>
        <dsp:cNvSpPr/>
      </dsp:nvSpPr>
      <dsp:spPr>
        <a:xfrm>
          <a:off x="5829080" y="2700367"/>
          <a:ext cx="799261" cy="621716"/>
        </a:xfrm>
        <a:prstGeom prst="rect">
          <a:avLst/>
        </a:prstGeom>
        <a:noFill/>
        <a:ln>
          <a:noFill/>
        </a:ln>
        <a:effectLst/>
      </dsp:spPr>
      <dsp:style>
        <a:lnRef idx="0">
          <a:scrgbClr r="0" g="0" b="0"/>
        </a:lnRef>
        <a:fillRef idx="0">
          <a:scrgbClr r="0" g="0" b="0"/>
        </a:fillRef>
        <a:effectRef idx="0">
          <a:scrgbClr r="0" g="0" b="0"/>
        </a:effectRef>
        <a:fontRef idx="minor"/>
      </dsp:style>
    </dsp:sp>
    <dsp:sp modelId="{7897BD01-6363-40B1-815A-B9EAF39E3279}">
      <dsp:nvSpPr>
        <dsp:cNvPr id="0" name=""/>
        <dsp:cNvSpPr/>
      </dsp:nvSpPr>
      <dsp:spPr>
        <a:xfrm rot="5400000">
          <a:off x="5814232" y="4214736"/>
          <a:ext cx="652802" cy="743192"/>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62A8E25-05A9-4160-B8DF-5CC6933DCB17}">
      <dsp:nvSpPr>
        <dsp:cNvPr id="0" name=""/>
        <dsp:cNvSpPr/>
      </dsp:nvSpPr>
      <dsp:spPr>
        <a:xfrm>
          <a:off x="5641279" y="3491091"/>
          <a:ext cx="1098935" cy="769219"/>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latin typeface="Helvetica" panose="020B0604020202020204" pitchFamily="34" charset="0"/>
              <a:ea typeface="+mn-ea"/>
              <a:cs typeface="Helvetica" panose="020B0604020202020204" pitchFamily="34" charset="0"/>
            </a:rPr>
            <a:t>Release</a:t>
          </a:r>
          <a:endParaRPr lang="en-US" sz="1200" kern="1200" dirty="0">
            <a:latin typeface="Helvetica" panose="020B0604020202020204" pitchFamily="34" charset="0"/>
            <a:ea typeface="+mn-ea"/>
            <a:cs typeface="Helvetica" panose="020B0604020202020204" pitchFamily="34" charset="0"/>
          </a:endParaRPr>
        </a:p>
      </dsp:txBody>
      <dsp:txXfrm>
        <a:off x="5678836" y="3528648"/>
        <a:ext cx="1023821" cy="694105"/>
      </dsp:txXfrm>
    </dsp:sp>
    <dsp:sp modelId="{04D0CB2D-F268-4FFD-B1F0-73EE053F01DE}">
      <dsp:nvSpPr>
        <dsp:cNvPr id="0" name=""/>
        <dsp:cNvSpPr/>
      </dsp:nvSpPr>
      <dsp:spPr>
        <a:xfrm>
          <a:off x="6740215" y="3564454"/>
          <a:ext cx="799261" cy="621716"/>
        </a:xfrm>
        <a:prstGeom prst="rect">
          <a:avLst/>
        </a:prstGeom>
        <a:noFill/>
        <a:ln>
          <a:noFill/>
        </a:ln>
        <a:effectLst/>
      </dsp:spPr>
      <dsp:style>
        <a:lnRef idx="0">
          <a:scrgbClr r="0" g="0" b="0"/>
        </a:lnRef>
        <a:fillRef idx="0">
          <a:scrgbClr r="0" g="0" b="0"/>
        </a:fillRef>
        <a:effectRef idx="0">
          <a:scrgbClr r="0" g="0" b="0"/>
        </a:effectRef>
        <a:fontRef idx="minor"/>
      </dsp:style>
    </dsp:sp>
    <dsp:sp modelId="{587BB9FF-F3F7-45FA-8599-E39D0F5B35A4}">
      <dsp:nvSpPr>
        <dsp:cNvPr id="0" name=""/>
        <dsp:cNvSpPr/>
      </dsp:nvSpPr>
      <dsp:spPr>
        <a:xfrm>
          <a:off x="6552414" y="4355178"/>
          <a:ext cx="1098935" cy="769219"/>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latin typeface="Helvetica" panose="020B0604020202020204" pitchFamily="34" charset="0"/>
              <a:ea typeface="+mn-ea"/>
              <a:cs typeface="Helvetica" panose="020B0604020202020204" pitchFamily="34" charset="0"/>
            </a:rPr>
            <a:t>Maintenance</a:t>
          </a:r>
          <a:endParaRPr lang="en-US" sz="1200" kern="1200" dirty="0">
            <a:latin typeface="Helvetica" panose="020B0604020202020204" pitchFamily="34" charset="0"/>
            <a:ea typeface="+mn-ea"/>
            <a:cs typeface="Helvetica" panose="020B0604020202020204" pitchFamily="34" charset="0"/>
          </a:endParaRPr>
        </a:p>
      </dsp:txBody>
      <dsp:txXfrm>
        <a:off x="6589971" y="4392735"/>
        <a:ext cx="1023821" cy="69410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1F83B1-B35C-4C53-91DF-0749F0DC6CDA}">
      <dsp:nvSpPr>
        <dsp:cNvPr id="0" name=""/>
        <dsp:cNvSpPr/>
      </dsp:nvSpPr>
      <dsp:spPr>
        <a:xfrm>
          <a:off x="995" y="133015"/>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Kent Beck</a:t>
          </a:r>
        </a:p>
      </dsp:txBody>
      <dsp:txXfrm>
        <a:off x="995" y="133015"/>
        <a:ext cx="1254062" cy="752437"/>
      </dsp:txXfrm>
    </dsp:sp>
    <dsp:sp modelId="{6B0FC01D-4258-4617-924A-A85E4E1CFA2E}">
      <dsp:nvSpPr>
        <dsp:cNvPr id="0" name=""/>
        <dsp:cNvSpPr/>
      </dsp:nvSpPr>
      <dsp:spPr>
        <a:xfrm>
          <a:off x="1380464" y="133015"/>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Mike </a:t>
          </a:r>
          <a:r>
            <a:rPr lang="en-US" sz="1700" kern="1200" dirty="0" err="1"/>
            <a:t>Beedle</a:t>
          </a:r>
          <a:endParaRPr lang="en-US" sz="1700" kern="1200" dirty="0"/>
        </a:p>
      </dsp:txBody>
      <dsp:txXfrm>
        <a:off x="1380464" y="133015"/>
        <a:ext cx="1254062" cy="752437"/>
      </dsp:txXfrm>
    </dsp:sp>
    <dsp:sp modelId="{85AA95D5-FE69-4B5D-B0C7-52ACD1D14BBE}">
      <dsp:nvSpPr>
        <dsp:cNvPr id="0" name=""/>
        <dsp:cNvSpPr/>
      </dsp:nvSpPr>
      <dsp:spPr>
        <a:xfrm>
          <a:off x="2759933" y="133015"/>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err="1"/>
            <a:t>Arie</a:t>
          </a:r>
          <a:r>
            <a:rPr lang="en-US" sz="1700" kern="1200" dirty="0"/>
            <a:t> van </a:t>
          </a:r>
          <a:r>
            <a:rPr lang="en-US" sz="1700" kern="1200" dirty="0" err="1"/>
            <a:t>Bennekum</a:t>
          </a:r>
          <a:endParaRPr lang="en-US" sz="1700" kern="1200" dirty="0"/>
        </a:p>
      </dsp:txBody>
      <dsp:txXfrm>
        <a:off x="2759933" y="133015"/>
        <a:ext cx="1254062" cy="752437"/>
      </dsp:txXfrm>
    </dsp:sp>
    <dsp:sp modelId="{576B04E9-9137-48B6-B73D-98C5C49EA6BB}">
      <dsp:nvSpPr>
        <dsp:cNvPr id="0" name=""/>
        <dsp:cNvSpPr/>
      </dsp:nvSpPr>
      <dsp:spPr>
        <a:xfrm>
          <a:off x="4139403" y="133015"/>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Alistair Cockburn</a:t>
          </a:r>
        </a:p>
      </dsp:txBody>
      <dsp:txXfrm>
        <a:off x="4139403" y="133015"/>
        <a:ext cx="1254062" cy="752437"/>
      </dsp:txXfrm>
    </dsp:sp>
    <dsp:sp modelId="{A9BC9FEE-0037-43CD-98B7-661E736FD41D}">
      <dsp:nvSpPr>
        <dsp:cNvPr id="0" name=""/>
        <dsp:cNvSpPr/>
      </dsp:nvSpPr>
      <dsp:spPr>
        <a:xfrm>
          <a:off x="5518872" y="133015"/>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Ward Cunningham</a:t>
          </a:r>
        </a:p>
      </dsp:txBody>
      <dsp:txXfrm>
        <a:off x="5518872" y="133015"/>
        <a:ext cx="1254062" cy="752437"/>
      </dsp:txXfrm>
    </dsp:sp>
    <dsp:sp modelId="{A647DC12-1FC7-4EFD-B199-0C5F9EFB6AEB}">
      <dsp:nvSpPr>
        <dsp:cNvPr id="0" name=""/>
        <dsp:cNvSpPr/>
      </dsp:nvSpPr>
      <dsp:spPr>
        <a:xfrm>
          <a:off x="6898341" y="133015"/>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Martin Fowler</a:t>
          </a:r>
        </a:p>
      </dsp:txBody>
      <dsp:txXfrm>
        <a:off x="6898341" y="133015"/>
        <a:ext cx="1254062" cy="752437"/>
      </dsp:txXfrm>
    </dsp:sp>
    <dsp:sp modelId="{D4F9C37B-347A-4CC1-A30F-C60D739FE8B5}">
      <dsp:nvSpPr>
        <dsp:cNvPr id="0" name=""/>
        <dsp:cNvSpPr/>
      </dsp:nvSpPr>
      <dsp:spPr>
        <a:xfrm>
          <a:off x="995" y="1010859"/>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James </a:t>
          </a:r>
          <a:r>
            <a:rPr lang="en-US" sz="1700" kern="1200" dirty="0" err="1"/>
            <a:t>Grenning</a:t>
          </a:r>
          <a:endParaRPr lang="en-US" sz="1700" kern="1200" dirty="0"/>
        </a:p>
      </dsp:txBody>
      <dsp:txXfrm>
        <a:off x="995" y="1010859"/>
        <a:ext cx="1254062" cy="752437"/>
      </dsp:txXfrm>
    </dsp:sp>
    <dsp:sp modelId="{FE3DF4BA-B0C5-4CAD-99CC-801BE9F4C1A2}">
      <dsp:nvSpPr>
        <dsp:cNvPr id="0" name=""/>
        <dsp:cNvSpPr/>
      </dsp:nvSpPr>
      <dsp:spPr>
        <a:xfrm>
          <a:off x="1380464" y="1010859"/>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Jim Highsmith</a:t>
          </a:r>
        </a:p>
      </dsp:txBody>
      <dsp:txXfrm>
        <a:off x="1380464" y="1010859"/>
        <a:ext cx="1254062" cy="752437"/>
      </dsp:txXfrm>
    </dsp:sp>
    <dsp:sp modelId="{A942D1A0-FFCB-4C4E-A469-99CB402F1E24}">
      <dsp:nvSpPr>
        <dsp:cNvPr id="0" name=""/>
        <dsp:cNvSpPr/>
      </dsp:nvSpPr>
      <dsp:spPr>
        <a:xfrm>
          <a:off x="2759933" y="1010859"/>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Andrew Hunt</a:t>
          </a:r>
        </a:p>
      </dsp:txBody>
      <dsp:txXfrm>
        <a:off x="2759933" y="1010859"/>
        <a:ext cx="1254062" cy="752437"/>
      </dsp:txXfrm>
    </dsp:sp>
    <dsp:sp modelId="{B3A31A8B-D554-42A4-ACC0-5AF6775B406D}">
      <dsp:nvSpPr>
        <dsp:cNvPr id="0" name=""/>
        <dsp:cNvSpPr/>
      </dsp:nvSpPr>
      <dsp:spPr>
        <a:xfrm>
          <a:off x="4139403" y="1010859"/>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Ron Jeffries</a:t>
          </a:r>
        </a:p>
      </dsp:txBody>
      <dsp:txXfrm>
        <a:off x="4139403" y="1010859"/>
        <a:ext cx="1254062" cy="752437"/>
      </dsp:txXfrm>
    </dsp:sp>
    <dsp:sp modelId="{E99132CE-704F-4700-A3A6-0279168C03F8}">
      <dsp:nvSpPr>
        <dsp:cNvPr id="0" name=""/>
        <dsp:cNvSpPr/>
      </dsp:nvSpPr>
      <dsp:spPr>
        <a:xfrm>
          <a:off x="5518872" y="1010859"/>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Jon Kern</a:t>
          </a:r>
        </a:p>
      </dsp:txBody>
      <dsp:txXfrm>
        <a:off x="5518872" y="1010859"/>
        <a:ext cx="1254062" cy="752437"/>
      </dsp:txXfrm>
    </dsp:sp>
    <dsp:sp modelId="{12D63DAB-4004-44D2-BB0D-23CF263405A2}">
      <dsp:nvSpPr>
        <dsp:cNvPr id="0" name=""/>
        <dsp:cNvSpPr/>
      </dsp:nvSpPr>
      <dsp:spPr>
        <a:xfrm>
          <a:off x="6898341" y="1010859"/>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Brian </a:t>
          </a:r>
          <a:r>
            <a:rPr lang="en-US" sz="1700" kern="1200" dirty="0" err="1"/>
            <a:t>Marick</a:t>
          </a:r>
          <a:endParaRPr lang="en-US" sz="1700" kern="1200" dirty="0"/>
        </a:p>
      </dsp:txBody>
      <dsp:txXfrm>
        <a:off x="6898341" y="1010859"/>
        <a:ext cx="1254062" cy="752437"/>
      </dsp:txXfrm>
    </dsp:sp>
    <dsp:sp modelId="{17CB6056-2030-4746-8C25-A9E3B55B4BEB}">
      <dsp:nvSpPr>
        <dsp:cNvPr id="0" name=""/>
        <dsp:cNvSpPr/>
      </dsp:nvSpPr>
      <dsp:spPr>
        <a:xfrm>
          <a:off x="690729" y="1888703"/>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Robert C. Martin</a:t>
          </a:r>
        </a:p>
      </dsp:txBody>
      <dsp:txXfrm>
        <a:off x="690729" y="1888703"/>
        <a:ext cx="1254062" cy="752437"/>
      </dsp:txXfrm>
    </dsp:sp>
    <dsp:sp modelId="{E7F9D17F-953A-46EA-AE93-B59EB90A6FD6}">
      <dsp:nvSpPr>
        <dsp:cNvPr id="0" name=""/>
        <dsp:cNvSpPr/>
      </dsp:nvSpPr>
      <dsp:spPr>
        <a:xfrm>
          <a:off x="2070199" y="1888703"/>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Steve Mellor</a:t>
          </a:r>
        </a:p>
      </dsp:txBody>
      <dsp:txXfrm>
        <a:off x="2070199" y="1888703"/>
        <a:ext cx="1254062" cy="752437"/>
      </dsp:txXfrm>
    </dsp:sp>
    <dsp:sp modelId="{9D7374E5-0362-49F1-B385-9D62F37A6AE7}">
      <dsp:nvSpPr>
        <dsp:cNvPr id="0" name=""/>
        <dsp:cNvSpPr/>
      </dsp:nvSpPr>
      <dsp:spPr>
        <a:xfrm>
          <a:off x="3449668" y="1888703"/>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Ken </a:t>
          </a:r>
          <a:r>
            <a:rPr lang="en-US" sz="1700" kern="1200" dirty="0" err="1"/>
            <a:t>Schwaber</a:t>
          </a:r>
          <a:endParaRPr lang="en-US" sz="1700" kern="1200" dirty="0"/>
        </a:p>
      </dsp:txBody>
      <dsp:txXfrm>
        <a:off x="3449668" y="1888703"/>
        <a:ext cx="1254062" cy="752437"/>
      </dsp:txXfrm>
    </dsp:sp>
    <dsp:sp modelId="{1B2109A3-10E2-4B48-A03E-05B26FA42EFF}">
      <dsp:nvSpPr>
        <dsp:cNvPr id="0" name=""/>
        <dsp:cNvSpPr/>
      </dsp:nvSpPr>
      <dsp:spPr>
        <a:xfrm>
          <a:off x="4829137" y="1888703"/>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Jeff Sutherland</a:t>
          </a:r>
        </a:p>
      </dsp:txBody>
      <dsp:txXfrm>
        <a:off x="4829137" y="1888703"/>
        <a:ext cx="1254062" cy="752437"/>
      </dsp:txXfrm>
    </dsp:sp>
    <dsp:sp modelId="{68FA0E48-9AAB-412E-A522-86D114276BCE}">
      <dsp:nvSpPr>
        <dsp:cNvPr id="0" name=""/>
        <dsp:cNvSpPr/>
      </dsp:nvSpPr>
      <dsp:spPr>
        <a:xfrm>
          <a:off x="6208607" y="1888703"/>
          <a:ext cx="1254062" cy="752437"/>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Dave Thomas</a:t>
          </a:r>
        </a:p>
      </dsp:txBody>
      <dsp:txXfrm>
        <a:off x="6208607" y="1888703"/>
        <a:ext cx="1254062" cy="75243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FE9E84-6F4F-4319-98D2-AA2C126CFC9B}">
      <dsp:nvSpPr>
        <dsp:cNvPr id="0" name=""/>
        <dsp:cNvSpPr/>
      </dsp:nvSpPr>
      <dsp:spPr>
        <a:xfrm>
          <a:off x="686289" y="0"/>
          <a:ext cx="2857497" cy="1142999"/>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CD2180-AE92-42BC-8820-D185DC589BB6}">
      <dsp:nvSpPr>
        <dsp:cNvPr id="0" name=""/>
        <dsp:cNvSpPr/>
      </dsp:nvSpPr>
      <dsp:spPr>
        <a:xfrm>
          <a:off x="1029188" y="200024"/>
          <a:ext cx="942974" cy="56006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39116" rIns="0" bIns="41910" numCol="1" spcCol="1270" anchor="ctr" anchorCtr="0">
          <a:noAutofit/>
        </a:bodyPr>
        <a:lstStyle/>
        <a:p>
          <a:pPr marL="0" lvl="0" indent="0" algn="ctr" defTabSz="488950">
            <a:lnSpc>
              <a:spcPct val="90000"/>
            </a:lnSpc>
            <a:spcBef>
              <a:spcPct val="0"/>
            </a:spcBef>
            <a:spcAft>
              <a:spcPct val="35000"/>
            </a:spcAft>
            <a:buNone/>
          </a:pPr>
          <a:r>
            <a:rPr lang="en-US" sz="1100" kern="1200" dirty="0">
              <a:latin typeface="Helvetica" panose="020B0604020202020204" pitchFamily="34" charset="0"/>
              <a:cs typeface="Helvetica" panose="020B0604020202020204" pitchFamily="34" charset="0"/>
            </a:rPr>
            <a:t>Individuals and interactions </a:t>
          </a:r>
        </a:p>
      </dsp:txBody>
      <dsp:txXfrm>
        <a:off x="1029188" y="200024"/>
        <a:ext cx="942974" cy="560069"/>
      </dsp:txXfrm>
    </dsp:sp>
    <dsp:sp modelId="{F02693A4-48A6-4BA2-B45D-E5AFC7C7B818}">
      <dsp:nvSpPr>
        <dsp:cNvPr id="0" name=""/>
        <dsp:cNvSpPr/>
      </dsp:nvSpPr>
      <dsp:spPr>
        <a:xfrm>
          <a:off x="2115038" y="382904"/>
          <a:ext cx="1114424" cy="56006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39116" rIns="0" bIns="41910" numCol="1" spcCol="1270" anchor="ctr" anchorCtr="0">
          <a:noAutofit/>
        </a:bodyPr>
        <a:lstStyle/>
        <a:p>
          <a:pPr marL="0" lvl="0" indent="0" algn="ctr" defTabSz="488950">
            <a:lnSpc>
              <a:spcPct val="90000"/>
            </a:lnSpc>
            <a:spcBef>
              <a:spcPct val="0"/>
            </a:spcBef>
            <a:spcAft>
              <a:spcPct val="35000"/>
            </a:spcAft>
            <a:buNone/>
          </a:pPr>
          <a:r>
            <a:rPr lang="en-US" sz="1100" kern="1200" dirty="0">
              <a:latin typeface="Helvetica" panose="020B0604020202020204" pitchFamily="34" charset="0"/>
              <a:cs typeface="Helvetica" panose="020B0604020202020204" pitchFamily="34" charset="0"/>
            </a:rPr>
            <a:t>Processes and tools</a:t>
          </a:r>
        </a:p>
      </dsp:txBody>
      <dsp:txXfrm>
        <a:off x="2115038" y="382904"/>
        <a:ext cx="1114424" cy="56006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FE9E84-6F4F-4319-98D2-AA2C126CFC9B}">
      <dsp:nvSpPr>
        <dsp:cNvPr id="0" name=""/>
        <dsp:cNvSpPr/>
      </dsp:nvSpPr>
      <dsp:spPr>
        <a:xfrm>
          <a:off x="686289" y="0"/>
          <a:ext cx="2857497" cy="1142999"/>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CD2180-AE92-42BC-8820-D185DC589BB6}">
      <dsp:nvSpPr>
        <dsp:cNvPr id="0" name=""/>
        <dsp:cNvSpPr/>
      </dsp:nvSpPr>
      <dsp:spPr>
        <a:xfrm>
          <a:off x="1029188" y="200024"/>
          <a:ext cx="942974" cy="56006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42672" rIns="0" bIns="45720" numCol="1" spcCol="1270" anchor="ctr" anchorCtr="0">
          <a:noAutofit/>
        </a:bodyPr>
        <a:lstStyle/>
        <a:p>
          <a:pPr marL="0" lvl="0" indent="0" algn="ctr" defTabSz="533400">
            <a:lnSpc>
              <a:spcPct val="90000"/>
            </a:lnSpc>
            <a:spcBef>
              <a:spcPct val="0"/>
            </a:spcBef>
            <a:spcAft>
              <a:spcPct val="35000"/>
            </a:spcAft>
            <a:buNone/>
          </a:pPr>
          <a:r>
            <a:rPr lang="en-US" sz="1200" kern="1200" dirty="0">
              <a:latin typeface="Helvetica" panose="020B0604020202020204" pitchFamily="34" charset="0"/>
              <a:cs typeface="Helvetica" panose="020B0604020202020204" pitchFamily="34" charset="0"/>
            </a:rPr>
            <a:t>Working software </a:t>
          </a:r>
        </a:p>
      </dsp:txBody>
      <dsp:txXfrm>
        <a:off x="1029188" y="200024"/>
        <a:ext cx="942974" cy="560069"/>
      </dsp:txXfrm>
    </dsp:sp>
    <dsp:sp modelId="{F02693A4-48A6-4BA2-B45D-E5AFC7C7B818}">
      <dsp:nvSpPr>
        <dsp:cNvPr id="0" name=""/>
        <dsp:cNvSpPr/>
      </dsp:nvSpPr>
      <dsp:spPr>
        <a:xfrm>
          <a:off x="2115038" y="382904"/>
          <a:ext cx="1114424" cy="56006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42672" rIns="0" bIns="45720" numCol="1" spcCol="1270" anchor="ctr" anchorCtr="0">
          <a:noAutofit/>
        </a:bodyPr>
        <a:lstStyle/>
        <a:p>
          <a:pPr marL="0" lvl="0" indent="0" algn="ctr" defTabSz="533400">
            <a:lnSpc>
              <a:spcPct val="90000"/>
            </a:lnSpc>
            <a:spcBef>
              <a:spcPct val="0"/>
            </a:spcBef>
            <a:spcAft>
              <a:spcPct val="35000"/>
            </a:spcAft>
            <a:buNone/>
          </a:pPr>
          <a:r>
            <a:rPr lang="en-US" sz="1200" kern="1200" dirty="0">
              <a:latin typeface="Helvetica" panose="020B0604020202020204" pitchFamily="34" charset="0"/>
              <a:cs typeface="Helvetica" panose="020B0604020202020204" pitchFamily="34" charset="0"/>
            </a:rPr>
            <a:t>Comprehensive documentation</a:t>
          </a:r>
        </a:p>
      </dsp:txBody>
      <dsp:txXfrm>
        <a:off x="2115038" y="382904"/>
        <a:ext cx="1114424" cy="56006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FE9E84-6F4F-4319-98D2-AA2C126CFC9B}">
      <dsp:nvSpPr>
        <dsp:cNvPr id="0" name=""/>
        <dsp:cNvSpPr/>
      </dsp:nvSpPr>
      <dsp:spPr>
        <a:xfrm>
          <a:off x="686289" y="0"/>
          <a:ext cx="2857497" cy="1142999"/>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CD2180-AE92-42BC-8820-D185DC589BB6}">
      <dsp:nvSpPr>
        <dsp:cNvPr id="0" name=""/>
        <dsp:cNvSpPr/>
      </dsp:nvSpPr>
      <dsp:spPr>
        <a:xfrm>
          <a:off x="1029188" y="200024"/>
          <a:ext cx="942974" cy="56006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42672" rIns="0" bIns="45720" numCol="1" spcCol="1270" anchor="ctr" anchorCtr="0">
          <a:noAutofit/>
        </a:bodyPr>
        <a:lstStyle/>
        <a:p>
          <a:pPr marL="0" lvl="0" indent="0" algn="ctr" defTabSz="533400">
            <a:lnSpc>
              <a:spcPct val="90000"/>
            </a:lnSpc>
            <a:spcBef>
              <a:spcPct val="0"/>
            </a:spcBef>
            <a:spcAft>
              <a:spcPct val="35000"/>
            </a:spcAft>
            <a:buNone/>
          </a:pPr>
          <a:r>
            <a:rPr lang="en-US" sz="1200" kern="1200" dirty="0">
              <a:latin typeface="Helvetica" panose="020B0604020202020204" pitchFamily="34" charset="0"/>
              <a:cs typeface="Helvetica" panose="020B0604020202020204" pitchFamily="34" charset="0"/>
            </a:rPr>
            <a:t>Customer Collaboration </a:t>
          </a:r>
        </a:p>
      </dsp:txBody>
      <dsp:txXfrm>
        <a:off x="1029188" y="200024"/>
        <a:ext cx="942974" cy="560069"/>
      </dsp:txXfrm>
    </dsp:sp>
    <dsp:sp modelId="{F02693A4-48A6-4BA2-B45D-E5AFC7C7B818}">
      <dsp:nvSpPr>
        <dsp:cNvPr id="0" name=""/>
        <dsp:cNvSpPr/>
      </dsp:nvSpPr>
      <dsp:spPr>
        <a:xfrm>
          <a:off x="2115038" y="382904"/>
          <a:ext cx="1114424" cy="56006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42672" rIns="0" bIns="45720" numCol="1" spcCol="1270" anchor="ctr" anchorCtr="0">
          <a:noAutofit/>
        </a:bodyPr>
        <a:lstStyle/>
        <a:p>
          <a:pPr marL="0" lvl="0" indent="0" algn="ctr" defTabSz="533400">
            <a:lnSpc>
              <a:spcPct val="90000"/>
            </a:lnSpc>
            <a:spcBef>
              <a:spcPct val="0"/>
            </a:spcBef>
            <a:spcAft>
              <a:spcPct val="35000"/>
            </a:spcAft>
            <a:buNone/>
          </a:pPr>
          <a:r>
            <a:rPr lang="en-US" sz="1200" kern="1200" dirty="0">
              <a:latin typeface="Helvetica" panose="020B0604020202020204" pitchFamily="34" charset="0"/>
              <a:cs typeface="Helvetica" panose="020B0604020202020204" pitchFamily="34" charset="0"/>
            </a:rPr>
            <a:t>Contract negotiation</a:t>
          </a:r>
        </a:p>
      </dsp:txBody>
      <dsp:txXfrm>
        <a:off x="2115038" y="382904"/>
        <a:ext cx="1114424" cy="56006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FE9E84-6F4F-4319-98D2-AA2C126CFC9B}">
      <dsp:nvSpPr>
        <dsp:cNvPr id="0" name=""/>
        <dsp:cNvSpPr/>
      </dsp:nvSpPr>
      <dsp:spPr>
        <a:xfrm>
          <a:off x="686289" y="0"/>
          <a:ext cx="2857497" cy="1142999"/>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CD2180-AE92-42BC-8820-D185DC589BB6}">
      <dsp:nvSpPr>
        <dsp:cNvPr id="0" name=""/>
        <dsp:cNvSpPr/>
      </dsp:nvSpPr>
      <dsp:spPr>
        <a:xfrm>
          <a:off x="1029188" y="200024"/>
          <a:ext cx="942974" cy="56006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46228" rIns="0" bIns="49530" numCol="1" spcCol="1270" anchor="ctr" anchorCtr="0">
          <a:noAutofit/>
        </a:bodyPr>
        <a:lstStyle/>
        <a:p>
          <a:pPr marL="0" lvl="0" indent="0" algn="ctr" defTabSz="577850">
            <a:lnSpc>
              <a:spcPct val="90000"/>
            </a:lnSpc>
            <a:spcBef>
              <a:spcPct val="0"/>
            </a:spcBef>
            <a:spcAft>
              <a:spcPct val="35000"/>
            </a:spcAft>
            <a:buNone/>
          </a:pPr>
          <a:r>
            <a:rPr lang="en-US" sz="1300" kern="1200" dirty="0">
              <a:latin typeface="Helvetica" panose="020B0604020202020204" pitchFamily="34" charset="0"/>
              <a:cs typeface="Helvetica" panose="020B0604020202020204" pitchFamily="34" charset="0"/>
            </a:rPr>
            <a:t>Responding to change </a:t>
          </a:r>
        </a:p>
      </dsp:txBody>
      <dsp:txXfrm>
        <a:off x="1029188" y="200024"/>
        <a:ext cx="942974" cy="560069"/>
      </dsp:txXfrm>
    </dsp:sp>
    <dsp:sp modelId="{F02693A4-48A6-4BA2-B45D-E5AFC7C7B818}">
      <dsp:nvSpPr>
        <dsp:cNvPr id="0" name=""/>
        <dsp:cNvSpPr/>
      </dsp:nvSpPr>
      <dsp:spPr>
        <a:xfrm>
          <a:off x="2115038" y="382904"/>
          <a:ext cx="1114424" cy="56006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46228" rIns="0" bIns="49530" numCol="1" spcCol="1270" anchor="ctr" anchorCtr="0">
          <a:noAutofit/>
        </a:bodyPr>
        <a:lstStyle/>
        <a:p>
          <a:pPr marL="0" lvl="0" indent="0" algn="ctr" defTabSz="577850">
            <a:lnSpc>
              <a:spcPct val="90000"/>
            </a:lnSpc>
            <a:spcBef>
              <a:spcPct val="0"/>
            </a:spcBef>
            <a:spcAft>
              <a:spcPct val="35000"/>
            </a:spcAft>
            <a:buNone/>
          </a:pPr>
          <a:r>
            <a:rPr lang="en-US" sz="1300" kern="1200" dirty="0">
              <a:latin typeface="Helvetica" panose="020B0604020202020204" pitchFamily="34" charset="0"/>
              <a:cs typeface="Helvetica" panose="020B0604020202020204" pitchFamily="34" charset="0"/>
            </a:rPr>
            <a:t>Following a plan</a:t>
          </a:r>
        </a:p>
      </dsp:txBody>
      <dsp:txXfrm>
        <a:off x="2115038" y="382904"/>
        <a:ext cx="1114424" cy="56006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250DB9-6133-403D-9B16-2CACAD99AB20}">
      <dsp:nvSpPr>
        <dsp:cNvPr id="0" name=""/>
        <dsp:cNvSpPr/>
      </dsp:nvSpPr>
      <dsp:spPr>
        <a:xfrm>
          <a:off x="753907" y="3472"/>
          <a:ext cx="1023193" cy="51159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19050" rIns="28575" bIns="19050" numCol="1" spcCol="1270" anchor="ctr" anchorCtr="0">
          <a:noAutofit/>
        </a:bodyPr>
        <a:lstStyle/>
        <a:p>
          <a:pPr marL="0" lvl="0" indent="0" algn="ctr" defTabSz="666750">
            <a:lnSpc>
              <a:spcPct val="90000"/>
            </a:lnSpc>
            <a:spcBef>
              <a:spcPct val="0"/>
            </a:spcBef>
            <a:spcAft>
              <a:spcPct val="35000"/>
            </a:spcAft>
            <a:buNone/>
          </a:pPr>
          <a:r>
            <a:rPr lang="en-US" sz="1500" kern="1200" dirty="0"/>
            <a:t>Service Strategy</a:t>
          </a:r>
        </a:p>
      </dsp:txBody>
      <dsp:txXfrm>
        <a:off x="768891" y="18456"/>
        <a:ext cx="993225" cy="481628"/>
      </dsp:txXfrm>
    </dsp:sp>
    <dsp:sp modelId="{1C821612-9CFA-4520-BBD8-84E235FD02B1}">
      <dsp:nvSpPr>
        <dsp:cNvPr id="0" name=""/>
        <dsp:cNvSpPr/>
      </dsp:nvSpPr>
      <dsp:spPr>
        <a:xfrm>
          <a:off x="856226" y="515068"/>
          <a:ext cx="102319" cy="383697"/>
        </a:xfrm>
        <a:custGeom>
          <a:avLst/>
          <a:gdLst/>
          <a:ahLst/>
          <a:cxnLst/>
          <a:rect l="0" t="0" r="0" b="0"/>
          <a:pathLst>
            <a:path>
              <a:moveTo>
                <a:pt x="0" y="0"/>
              </a:moveTo>
              <a:lnTo>
                <a:pt x="0" y="383697"/>
              </a:lnTo>
              <a:lnTo>
                <a:pt x="102319" y="38369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C0669D-016D-4C68-9F2C-4D9FBD18C798}">
      <dsp:nvSpPr>
        <dsp:cNvPr id="0" name=""/>
        <dsp:cNvSpPr/>
      </dsp:nvSpPr>
      <dsp:spPr>
        <a:xfrm>
          <a:off x="958545" y="642967"/>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Demand Management</a:t>
          </a:r>
        </a:p>
      </dsp:txBody>
      <dsp:txXfrm>
        <a:off x="973529" y="657951"/>
        <a:ext cx="788586" cy="481628"/>
      </dsp:txXfrm>
    </dsp:sp>
    <dsp:sp modelId="{925F84D0-B500-4727-9E90-05442F1746B9}">
      <dsp:nvSpPr>
        <dsp:cNvPr id="0" name=""/>
        <dsp:cNvSpPr/>
      </dsp:nvSpPr>
      <dsp:spPr>
        <a:xfrm>
          <a:off x="856226" y="515068"/>
          <a:ext cx="102319" cy="1023193"/>
        </a:xfrm>
        <a:custGeom>
          <a:avLst/>
          <a:gdLst/>
          <a:ahLst/>
          <a:cxnLst/>
          <a:rect l="0" t="0" r="0" b="0"/>
          <a:pathLst>
            <a:path>
              <a:moveTo>
                <a:pt x="0" y="0"/>
              </a:moveTo>
              <a:lnTo>
                <a:pt x="0" y="1023193"/>
              </a:lnTo>
              <a:lnTo>
                <a:pt x="102319" y="102319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0B3E82D-F497-4B18-BB1A-F9FF47BA10BC}">
      <dsp:nvSpPr>
        <dsp:cNvPr id="0" name=""/>
        <dsp:cNvSpPr/>
      </dsp:nvSpPr>
      <dsp:spPr>
        <a:xfrm>
          <a:off x="958545" y="1282463"/>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Service portfolio Management</a:t>
          </a:r>
        </a:p>
      </dsp:txBody>
      <dsp:txXfrm>
        <a:off x="973529" y="1297447"/>
        <a:ext cx="788586" cy="481628"/>
      </dsp:txXfrm>
    </dsp:sp>
    <dsp:sp modelId="{1262FA1D-AADD-4F2F-BBB9-20E7AD3D88DE}">
      <dsp:nvSpPr>
        <dsp:cNvPr id="0" name=""/>
        <dsp:cNvSpPr/>
      </dsp:nvSpPr>
      <dsp:spPr>
        <a:xfrm>
          <a:off x="856226" y="515068"/>
          <a:ext cx="102319" cy="1662688"/>
        </a:xfrm>
        <a:custGeom>
          <a:avLst/>
          <a:gdLst/>
          <a:ahLst/>
          <a:cxnLst/>
          <a:rect l="0" t="0" r="0" b="0"/>
          <a:pathLst>
            <a:path>
              <a:moveTo>
                <a:pt x="0" y="0"/>
              </a:moveTo>
              <a:lnTo>
                <a:pt x="0" y="1662688"/>
              </a:lnTo>
              <a:lnTo>
                <a:pt x="102319" y="166268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A28DB89-4A5A-4EF1-8447-E403AFEF7B15}">
      <dsp:nvSpPr>
        <dsp:cNvPr id="0" name=""/>
        <dsp:cNvSpPr/>
      </dsp:nvSpPr>
      <dsp:spPr>
        <a:xfrm>
          <a:off x="958545" y="1921959"/>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Financial Management</a:t>
          </a:r>
        </a:p>
      </dsp:txBody>
      <dsp:txXfrm>
        <a:off x="973529" y="1936943"/>
        <a:ext cx="788586" cy="481628"/>
      </dsp:txXfrm>
    </dsp:sp>
    <dsp:sp modelId="{DC53C76C-E53B-4E62-8AC3-AE78E6B11F40}">
      <dsp:nvSpPr>
        <dsp:cNvPr id="0" name=""/>
        <dsp:cNvSpPr/>
      </dsp:nvSpPr>
      <dsp:spPr>
        <a:xfrm>
          <a:off x="856226" y="515068"/>
          <a:ext cx="102319" cy="2302184"/>
        </a:xfrm>
        <a:custGeom>
          <a:avLst/>
          <a:gdLst/>
          <a:ahLst/>
          <a:cxnLst/>
          <a:rect l="0" t="0" r="0" b="0"/>
          <a:pathLst>
            <a:path>
              <a:moveTo>
                <a:pt x="0" y="0"/>
              </a:moveTo>
              <a:lnTo>
                <a:pt x="0" y="2302184"/>
              </a:lnTo>
              <a:lnTo>
                <a:pt x="102319" y="230218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EC56988-7727-43B4-A5F4-E6A6F6618B4A}">
      <dsp:nvSpPr>
        <dsp:cNvPr id="0" name=""/>
        <dsp:cNvSpPr/>
      </dsp:nvSpPr>
      <dsp:spPr>
        <a:xfrm>
          <a:off x="958545" y="2561454"/>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Business Relationship management</a:t>
          </a:r>
        </a:p>
      </dsp:txBody>
      <dsp:txXfrm>
        <a:off x="973529" y="2576438"/>
        <a:ext cx="788586" cy="481628"/>
      </dsp:txXfrm>
    </dsp:sp>
    <dsp:sp modelId="{36BF409F-BDE7-40D9-91D4-86C94FB9342A}">
      <dsp:nvSpPr>
        <dsp:cNvPr id="0" name=""/>
        <dsp:cNvSpPr/>
      </dsp:nvSpPr>
      <dsp:spPr>
        <a:xfrm>
          <a:off x="2032898" y="3472"/>
          <a:ext cx="1023193" cy="51159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575" tIns="19050" rIns="28575" bIns="19050" numCol="1" spcCol="1270" anchor="ctr" anchorCtr="0">
          <a:noAutofit/>
        </a:bodyPr>
        <a:lstStyle/>
        <a:p>
          <a:pPr marL="0" lvl="0" indent="0" algn="ctr" defTabSz="666750">
            <a:lnSpc>
              <a:spcPct val="90000"/>
            </a:lnSpc>
            <a:spcBef>
              <a:spcPct val="0"/>
            </a:spcBef>
            <a:spcAft>
              <a:spcPct val="35000"/>
            </a:spcAft>
            <a:buNone/>
          </a:pPr>
          <a:r>
            <a:rPr lang="en-US" sz="1500" kern="1200" dirty="0"/>
            <a:t>Service Design</a:t>
          </a:r>
        </a:p>
      </dsp:txBody>
      <dsp:txXfrm>
        <a:off x="2047882" y="18456"/>
        <a:ext cx="993225" cy="481628"/>
      </dsp:txXfrm>
    </dsp:sp>
    <dsp:sp modelId="{B4962CC1-FC3A-4436-8B76-AC6888827DD8}">
      <dsp:nvSpPr>
        <dsp:cNvPr id="0" name=""/>
        <dsp:cNvSpPr/>
      </dsp:nvSpPr>
      <dsp:spPr>
        <a:xfrm>
          <a:off x="2135217" y="515068"/>
          <a:ext cx="102319" cy="383697"/>
        </a:xfrm>
        <a:custGeom>
          <a:avLst/>
          <a:gdLst/>
          <a:ahLst/>
          <a:cxnLst/>
          <a:rect l="0" t="0" r="0" b="0"/>
          <a:pathLst>
            <a:path>
              <a:moveTo>
                <a:pt x="0" y="0"/>
              </a:moveTo>
              <a:lnTo>
                <a:pt x="0" y="383697"/>
              </a:lnTo>
              <a:lnTo>
                <a:pt x="102319" y="38369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03FFB84-D620-4033-BBE3-2C12224EC60E}">
      <dsp:nvSpPr>
        <dsp:cNvPr id="0" name=""/>
        <dsp:cNvSpPr/>
      </dsp:nvSpPr>
      <dsp:spPr>
        <a:xfrm>
          <a:off x="2237537" y="642967"/>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Service level Management</a:t>
          </a:r>
        </a:p>
      </dsp:txBody>
      <dsp:txXfrm>
        <a:off x="2252521" y="657951"/>
        <a:ext cx="788586" cy="481628"/>
      </dsp:txXfrm>
    </dsp:sp>
    <dsp:sp modelId="{CC45530F-D7E1-4164-8C96-4F5ADF3DFF97}">
      <dsp:nvSpPr>
        <dsp:cNvPr id="0" name=""/>
        <dsp:cNvSpPr/>
      </dsp:nvSpPr>
      <dsp:spPr>
        <a:xfrm>
          <a:off x="2135217" y="515068"/>
          <a:ext cx="102319" cy="1023193"/>
        </a:xfrm>
        <a:custGeom>
          <a:avLst/>
          <a:gdLst/>
          <a:ahLst/>
          <a:cxnLst/>
          <a:rect l="0" t="0" r="0" b="0"/>
          <a:pathLst>
            <a:path>
              <a:moveTo>
                <a:pt x="0" y="0"/>
              </a:moveTo>
              <a:lnTo>
                <a:pt x="0" y="1023193"/>
              </a:lnTo>
              <a:lnTo>
                <a:pt x="102319" y="102319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90EA908-9260-4F10-BBB5-4D7E1F1D7E9A}">
      <dsp:nvSpPr>
        <dsp:cNvPr id="0" name=""/>
        <dsp:cNvSpPr/>
      </dsp:nvSpPr>
      <dsp:spPr>
        <a:xfrm>
          <a:off x="2237537" y="1282463"/>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a:t>Supplier Management</a:t>
          </a:r>
          <a:endParaRPr lang="en-US" sz="1000" kern="1200" dirty="0"/>
        </a:p>
      </dsp:txBody>
      <dsp:txXfrm>
        <a:off x="2252521" y="1297447"/>
        <a:ext cx="788586" cy="481628"/>
      </dsp:txXfrm>
    </dsp:sp>
    <dsp:sp modelId="{7FC30D01-9613-4B01-A885-C358691AF842}">
      <dsp:nvSpPr>
        <dsp:cNvPr id="0" name=""/>
        <dsp:cNvSpPr/>
      </dsp:nvSpPr>
      <dsp:spPr>
        <a:xfrm>
          <a:off x="2135217" y="515068"/>
          <a:ext cx="102319" cy="1662688"/>
        </a:xfrm>
        <a:custGeom>
          <a:avLst/>
          <a:gdLst/>
          <a:ahLst/>
          <a:cxnLst/>
          <a:rect l="0" t="0" r="0" b="0"/>
          <a:pathLst>
            <a:path>
              <a:moveTo>
                <a:pt x="0" y="0"/>
              </a:moveTo>
              <a:lnTo>
                <a:pt x="0" y="1662688"/>
              </a:lnTo>
              <a:lnTo>
                <a:pt x="102319" y="166268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A5BE035-5B90-4812-8141-B33CB48A99B4}">
      <dsp:nvSpPr>
        <dsp:cNvPr id="0" name=""/>
        <dsp:cNvSpPr/>
      </dsp:nvSpPr>
      <dsp:spPr>
        <a:xfrm>
          <a:off x="2237537" y="1921959"/>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Capacity Management</a:t>
          </a:r>
        </a:p>
      </dsp:txBody>
      <dsp:txXfrm>
        <a:off x="2252521" y="1936943"/>
        <a:ext cx="788586" cy="481628"/>
      </dsp:txXfrm>
    </dsp:sp>
    <dsp:sp modelId="{CEE76A63-779A-4A3E-8A87-DE983322492F}">
      <dsp:nvSpPr>
        <dsp:cNvPr id="0" name=""/>
        <dsp:cNvSpPr/>
      </dsp:nvSpPr>
      <dsp:spPr>
        <a:xfrm>
          <a:off x="2135217" y="515068"/>
          <a:ext cx="102319" cy="2302184"/>
        </a:xfrm>
        <a:custGeom>
          <a:avLst/>
          <a:gdLst/>
          <a:ahLst/>
          <a:cxnLst/>
          <a:rect l="0" t="0" r="0" b="0"/>
          <a:pathLst>
            <a:path>
              <a:moveTo>
                <a:pt x="0" y="0"/>
              </a:moveTo>
              <a:lnTo>
                <a:pt x="0" y="2302184"/>
              </a:lnTo>
              <a:lnTo>
                <a:pt x="102319" y="230218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9671B8-F7FF-4D29-87DF-5938B13DE611}">
      <dsp:nvSpPr>
        <dsp:cNvPr id="0" name=""/>
        <dsp:cNvSpPr/>
      </dsp:nvSpPr>
      <dsp:spPr>
        <a:xfrm>
          <a:off x="2237537" y="2561454"/>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Availability management</a:t>
          </a:r>
        </a:p>
      </dsp:txBody>
      <dsp:txXfrm>
        <a:off x="2252521" y="2576438"/>
        <a:ext cx="788586" cy="481628"/>
      </dsp:txXfrm>
    </dsp:sp>
    <dsp:sp modelId="{34072EA7-29FC-4935-B81C-AA2FD54A7DD5}">
      <dsp:nvSpPr>
        <dsp:cNvPr id="0" name=""/>
        <dsp:cNvSpPr/>
      </dsp:nvSpPr>
      <dsp:spPr>
        <a:xfrm>
          <a:off x="2135217" y="515068"/>
          <a:ext cx="102319" cy="2941680"/>
        </a:xfrm>
        <a:custGeom>
          <a:avLst/>
          <a:gdLst/>
          <a:ahLst/>
          <a:cxnLst/>
          <a:rect l="0" t="0" r="0" b="0"/>
          <a:pathLst>
            <a:path>
              <a:moveTo>
                <a:pt x="0" y="0"/>
              </a:moveTo>
              <a:lnTo>
                <a:pt x="0" y="2941680"/>
              </a:lnTo>
              <a:lnTo>
                <a:pt x="102319" y="2941680"/>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BD4CDD4-54F1-4ABE-8A7F-11E44CCE431A}">
      <dsp:nvSpPr>
        <dsp:cNvPr id="0" name=""/>
        <dsp:cNvSpPr/>
      </dsp:nvSpPr>
      <dsp:spPr>
        <a:xfrm>
          <a:off x="2237537" y="3200950"/>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Continuity Management</a:t>
          </a:r>
        </a:p>
      </dsp:txBody>
      <dsp:txXfrm>
        <a:off x="2252521" y="3215934"/>
        <a:ext cx="788586" cy="481628"/>
      </dsp:txXfrm>
    </dsp:sp>
    <dsp:sp modelId="{5CA1AF38-0F5E-4078-A5EE-F6636B2E8C5F}">
      <dsp:nvSpPr>
        <dsp:cNvPr id="0" name=""/>
        <dsp:cNvSpPr/>
      </dsp:nvSpPr>
      <dsp:spPr>
        <a:xfrm>
          <a:off x="2135217" y="515068"/>
          <a:ext cx="102319" cy="3581175"/>
        </a:xfrm>
        <a:custGeom>
          <a:avLst/>
          <a:gdLst/>
          <a:ahLst/>
          <a:cxnLst/>
          <a:rect l="0" t="0" r="0" b="0"/>
          <a:pathLst>
            <a:path>
              <a:moveTo>
                <a:pt x="0" y="0"/>
              </a:moveTo>
              <a:lnTo>
                <a:pt x="0" y="3581175"/>
              </a:lnTo>
              <a:lnTo>
                <a:pt x="102319" y="358117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57F26C1-9F80-43A1-AE01-D18E123E5EEC}">
      <dsp:nvSpPr>
        <dsp:cNvPr id="0" name=""/>
        <dsp:cNvSpPr/>
      </dsp:nvSpPr>
      <dsp:spPr>
        <a:xfrm>
          <a:off x="2237537" y="3840446"/>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Information Security Management</a:t>
          </a:r>
        </a:p>
      </dsp:txBody>
      <dsp:txXfrm>
        <a:off x="2252521" y="3855430"/>
        <a:ext cx="788586" cy="481628"/>
      </dsp:txXfrm>
    </dsp:sp>
    <dsp:sp modelId="{0E34D600-F989-47C0-859F-B5CA063099E5}">
      <dsp:nvSpPr>
        <dsp:cNvPr id="0" name=""/>
        <dsp:cNvSpPr/>
      </dsp:nvSpPr>
      <dsp:spPr>
        <a:xfrm>
          <a:off x="2135217" y="515068"/>
          <a:ext cx="102319" cy="4220671"/>
        </a:xfrm>
        <a:custGeom>
          <a:avLst/>
          <a:gdLst/>
          <a:ahLst/>
          <a:cxnLst/>
          <a:rect l="0" t="0" r="0" b="0"/>
          <a:pathLst>
            <a:path>
              <a:moveTo>
                <a:pt x="0" y="0"/>
              </a:moveTo>
              <a:lnTo>
                <a:pt x="0" y="4220671"/>
              </a:lnTo>
              <a:lnTo>
                <a:pt x="102319" y="422067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026D7F4-6E61-4F5E-9AEF-F6BFC7A48EE0}">
      <dsp:nvSpPr>
        <dsp:cNvPr id="0" name=""/>
        <dsp:cNvSpPr/>
      </dsp:nvSpPr>
      <dsp:spPr>
        <a:xfrm>
          <a:off x="2237537" y="4479941"/>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Service catalogue Management</a:t>
          </a:r>
        </a:p>
      </dsp:txBody>
      <dsp:txXfrm>
        <a:off x="2252521" y="4494925"/>
        <a:ext cx="788586" cy="481628"/>
      </dsp:txXfrm>
    </dsp:sp>
    <dsp:sp modelId="{302FE431-316D-4208-AB11-1C0DD2ABD18A}">
      <dsp:nvSpPr>
        <dsp:cNvPr id="0" name=""/>
        <dsp:cNvSpPr/>
      </dsp:nvSpPr>
      <dsp:spPr>
        <a:xfrm>
          <a:off x="2135217" y="515068"/>
          <a:ext cx="102319" cy="4860167"/>
        </a:xfrm>
        <a:custGeom>
          <a:avLst/>
          <a:gdLst/>
          <a:ahLst/>
          <a:cxnLst/>
          <a:rect l="0" t="0" r="0" b="0"/>
          <a:pathLst>
            <a:path>
              <a:moveTo>
                <a:pt x="0" y="0"/>
              </a:moveTo>
              <a:lnTo>
                <a:pt x="0" y="4860167"/>
              </a:lnTo>
              <a:lnTo>
                <a:pt x="102319" y="486016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54546FB-3B1C-4053-B953-ABAA55F7F2F5}">
      <dsp:nvSpPr>
        <dsp:cNvPr id="0" name=""/>
        <dsp:cNvSpPr/>
      </dsp:nvSpPr>
      <dsp:spPr>
        <a:xfrm>
          <a:off x="2237537" y="5119437"/>
          <a:ext cx="818554" cy="51159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kern="1200" dirty="0"/>
            <a:t>Design Coordination</a:t>
          </a:r>
        </a:p>
      </dsp:txBody>
      <dsp:txXfrm>
        <a:off x="2252521" y="5134421"/>
        <a:ext cx="788586" cy="48162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8264D9-990F-4B62-8FD3-9063CCDB44CA}">
      <dsp:nvSpPr>
        <dsp:cNvPr id="0" name=""/>
        <dsp:cNvSpPr/>
      </dsp:nvSpPr>
      <dsp:spPr>
        <a:xfrm>
          <a:off x="1438423" y="495"/>
          <a:ext cx="919757" cy="4598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Service Transition</a:t>
          </a:r>
        </a:p>
      </dsp:txBody>
      <dsp:txXfrm>
        <a:off x="1451892" y="13964"/>
        <a:ext cx="892819" cy="432940"/>
      </dsp:txXfrm>
    </dsp:sp>
    <dsp:sp modelId="{309D23D0-6A8A-4EA3-BCDB-D0E5DCE4B75B}">
      <dsp:nvSpPr>
        <dsp:cNvPr id="0" name=""/>
        <dsp:cNvSpPr/>
      </dsp:nvSpPr>
      <dsp:spPr>
        <a:xfrm>
          <a:off x="1530399" y="460374"/>
          <a:ext cx="91975" cy="344909"/>
        </a:xfrm>
        <a:custGeom>
          <a:avLst/>
          <a:gdLst/>
          <a:ahLst/>
          <a:cxnLst/>
          <a:rect l="0" t="0" r="0" b="0"/>
          <a:pathLst>
            <a:path>
              <a:moveTo>
                <a:pt x="0" y="0"/>
              </a:moveTo>
              <a:lnTo>
                <a:pt x="0" y="344909"/>
              </a:lnTo>
              <a:lnTo>
                <a:pt x="91975" y="34490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7E485EC-3E9A-492D-9885-F2C9A1434A54}">
      <dsp:nvSpPr>
        <dsp:cNvPr id="0" name=""/>
        <dsp:cNvSpPr/>
      </dsp:nvSpPr>
      <dsp:spPr>
        <a:xfrm>
          <a:off x="1622375" y="575343"/>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Transition Planning and support </a:t>
          </a:r>
        </a:p>
      </dsp:txBody>
      <dsp:txXfrm>
        <a:off x="1635844" y="588812"/>
        <a:ext cx="708868" cy="432940"/>
      </dsp:txXfrm>
    </dsp:sp>
    <dsp:sp modelId="{1EC573B2-4C0C-409D-96D3-85E946E19257}">
      <dsp:nvSpPr>
        <dsp:cNvPr id="0" name=""/>
        <dsp:cNvSpPr/>
      </dsp:nvSpPr>
      <dsp:spPr>
        <a:xfrm>
          <a:off x="1530399" y="460374"/>
          <a:ext cx="91975" cy="919757"/>
        </a:xfrm>
        <a:custGeom>
          <a:avLst/>
          <a:gdLst/>
          <a:ahLst/>
          <a:cxnLst/>
          <a:rect l="0" t="0" r="0" b="0"/>
          <a:pathLst>
            <a:path>
              <a:moveTo>
                <a:pt x="0" y="0"/>
              </a:moveTo>
              <a:lnTo>
                <a:pt x="0" y="919757"/>
              </a:lnTo>
              <a:lnTo>
                <a:pt x="91975" y="91975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9C53A3A-2EB2-4500-A8D6-7463704C3401}">
      <dsp:nvSpPr>
        <dsp:cNvPr id="0" name=""/>
        <dsp:cNvSpPr/>
      </dsp:nvSpPr>
      <dsp:spPr>
        <a:xfrm>
          <a:off x="1622375" y="1150192"/>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Change Management</a:t>
          </a:r>
        </a:p>
      </dsp:txBody>
      <dsp:txXfrm>
        <a:off x="1635844" y="1163661"/>
        <a:ext cx="708868" cy="432940"/>
      </dsp:txXfrm>
    </dsp:sp>
    <dsp:sp modelId="{1884E54B-C0EA-4C40-8D3B-DAD14C35B300}">
      <dsp:nvSpPr>
        <dsp:cNvPr id="0" name=""/>
        <dsp:cNvSpPr/>
      </dsp:nvSpPr>
      <dsp:spPr>
        <a:xfrm>
          <a:off x="1530399" y="460374"/>
          <a:ext cx="91975" cy="1494606"/>
        </a:xfrm>
        <a:custGeom>
          <a:avLst/>
          <a:gdLst/>
          <a:ahLst/>
          <a:cxnLst/>
          <a:rect l="0" t="0" r="0" b="0"/>
          <a:pathLst>
            <a:path>
              <a:moveTo>
                <a:pt x="0" y="0"/>
              </a:moveTo>
              <a:lnTo>
                <a:pt x="0" y="1494606"/>
              </a:lnTo>
              <a:lnTo>
                <a:pt x="91975" y="149460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36506F5-964B-49BC-85F9-D72EF0FF048E}">
      <dsp:nvSpPr>
        <dsp:cNvPr id="0" name=""/>
        <dsp:cNvSpPr/>
      </dsp:nvSpPr>
      <dsp:spPr>
        <a:xfrm>
          <a:off x="1622375" y="1725041"/>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Asset and Configuration management</a:t>
          </a:r>
        </a:p>
      </dsp:txBody>
      <dsp:txXfrm>
        <a:off x="1635844" y="1738510"/>
        <a:ext cx="708868" cy="432940"/>
      </dsp:txXfrm>
    </dsp:sp>
    <dsp:sp modelId="{3310806C-DFB6-402B-A4ED-B683FD84A2F5}">
      <dsp:nvSpPr>
        <dsp:cNvPr id="0" name=""/>
        <dsp:cNvSpPr/>
      </dsp:nvSpPr>
      <dsp:spPr>
        <a:xfrm>
          <a:off x="1530399" y="460374"/>
          <a:ext cx="91975" cy="2069455"/>
        </a:xfrm>
        <a:custGeom>
          <a:avLst/>
          <a:gdLst/>
          <a:ahLst/>
          <a:cxnLst/>
          <a:rect l="0" t="0" r="0" b="0"/>
          <a:pathLst>
            <a:path>
              <a:moveTo>
                <a:pt x="0" y="0"/>
              </a:moveTo>
              <a:lnTo>
                <a:pt x="0" y="2069455"/>
              </a:lnTo>
              <a:lnTo>
                <a:pt x="91975" y="206945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2E4FDCC-994E-4583-8C34-93B17487FFA4}">
      <dsp:nvSpPr>
        <dsp:cNvPr id="0" name=""/>
        <dsp:cNvSpPr/>
      </dsp:nvSpPr>
      <dsp:spPr>
        <a:xfrm>
          <a:off x="1622375" y="2299889"/>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Service validation and testing</a:t>
          </a:r>
        </a:p>
      </dsp:txBody>
      <dsp:txXfrm>
        <a:off x="1635844" y="2313358"/>
        <a:ext cx="708868" cy="432940"/>
      </dsp:txXfrm>
    </dsp:sp>
    <dsp:sp modelId="{8E5889A5-D962-480B-82DF-BA5C1B80D15F}">
      <dsp:nvSpPr>
        <dsp:cNvPr id="0" name=""/>
        <dsp:cNvSpPr/>
      </dsp:nvSpPr>
      <dsp:spPr>
        <a:xfrm>
          <a:off x="1530399" y="460374"/>
          <a:ext cx="91975" cy="2644303"/>
        </a:xfrm>
        <a:custGeom>
          <a:avLst/>
          <a:gdLst/>
          <a:ahLst/>
          <a:cxnLst/>
          <a:rect l="0" t="0" r="0" b="0"/>
          <a:pathLst>
            <a:path>
              <a:moveTo>
                <a:pt x="0" y="0"/>
              </a:moveTo>
              <a:lnTo>
                <a:pt x="0" y="2644303"/>
              </a:lnTo>
              <a:lnTo>
                <a:pt x="91975" y="264430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99FBD9-E181-4987-81AE-7B881C1D6171}">
      <dsp:nvSpPr>
        <dsp:cNvPr id="0" name=""/>
        <dsp:cNvSpPr/>
      </dsp:nvSpPr>
      <dsp:spPr>
        <a:xfrm>
          <a:off x="1622375" y="2874738"/>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Release and Deployment Management</a:t>
          </a:r>
        </a:p>
      </dsp:txBody>
      <dsp:txXfrm>
        <a:off x="1635844" y="2888207"/>
        <a:ext cx="708868" cy="432940"/>
      </dsp:txXfrm>
    </dsp:sp>
    <dsp:sp modelId="{44E95B10-C1BE-47E6-A218-DAD7496F3533}">
      <dsp:nvSpPr>
        <dsp:cNvPr id="0" name=""/>
        <dsp:cNvSpPr/>
      </dsp:nvSpPr>
      <dsp:spPr>
        <a:xfrm>
          <a:off x="1530399" y="460374"/>
          <a:ext cx="91975" cy="3219152"/>
        </a:xfrm>
        <a:custGeom>
          <a:avLst/>
          <a:gdLst/>
          <a:ahLst/>
          <a:cxnLst/>
          <a:rect l="0" t="0" r="0" b="0"/>
          <a:pathLst>
            <a:path>
              <a:moveTo>
                <a:pt x="0" y="0"/>
              </a:moveTo>
              <a:lnTo>
                <a:pt x="0" y="3219152"/>
              </a:lnTo>
              <a:lnTo>
                <a:pt x="91975" y="3219152"/>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34F99AC-9C1A-430D-93E9-6BCD94587439}">
      <dsp:nvSpPr>
        <dsp:cNvPr id="0" name=""/>
        <dsp:cNvSpPr/>
      </dsp:nvSpPr>
      <dsp:spPr>
        <a:xfrm>
          <a:off x="1622375" y="3449586"/>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Evaluation</a:t>
          </a:r>
        </a:p>
      </dsp:txBody>
      <dsp:txXfrm>
        <a:off x="1635844" y="3463055"/>
        <a:ext cx="708868" cy="432940"/>
      </dsp:txXfrm>
    </dsp:sp>
    <dsp:sp modelId="{D706ED76-7D12-4979-8757-E4287534CD52}">
      <dsp:nvSpPr>
        <dsp:cNvPr id="0" name=""/>
        <dsp:cNvSpPr/>
      </dsp:nvSpPr>
      <dsp:spPr>
        <a:xfrm>
          <a:off x="1530399" y="460374"/>
          <a:ext cx="91975" cy="3794000"/>
        </a:xfrm>
        <a:custGeom>
          <a:avLst/>
          <a:gdLst/>
          <a:ahLst/>
          <a:cxnLst/>
          <a:rect l="0" t="0" r="0" b="0"/>
          <a:pathLst>
            <a:path>
              <a:moveTo>
                <a:pt x="0" y="0"/>
              </a:moveTo>
              <a:lnTo>
                <a:pt x="0" y="3794000"/>
              </a:lnTo>
              <a:lnTo>
                <a:pt x="91975" y="3794000"/>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105789-AF61-45E8-BBF9-92B3D47922CE}">
      <dsp:nvSpPr>
        <dsp:cNvPr id="0" name=""/>
        <dsp:cNvSpPr/>
      </dsp:nvSpPr>
      <dsp:spPr>
        <a:xfrm>
          <a:off x="1622375" y="4024435"/>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Knowledge Management</a:t>
          </a:r>
        </a:p>
      </dsp:txBody>
      <dsp:txXfrm>
        <a:off x="1635844" y="4037904"/>
        <a:ext cx="708868" cy="432940"/>
      </dsp:txXfrm>
    </dsp:sp>
    <dsp:sp modelId="{9C21AA7F-0758-4A45-B898-52BBCDCF2C75}">
      <dsp:nvSpPr>
        <dsp:cNvPr id="0" name=""/>
        <dsp:cNvSpPr/>
      </dsp:nvSpPr>
      <dsp:spPr>
        <a:xfrm>
          <a:off x="2588121" y="495"/>
          <a:ext cx="919757" cy="4598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Service Operation</a:t>
          </a:r>
        </a:p>
      </dsp:txBody>
      <dsp:txXfrm>
        <a:off x="2601590" y="13964"/>
        <a:ext cx="892819" cy="432940"/>
      </dsp:txXfrm>
    </dsp:sp>
    <dsp:sp modelId="{8E8D081B-ABD1-421B-B2D2-733A1A20764A}">
      <dsp:nvSpPr>
        <dsp:cNvPr id="0" name=""/>
        <dsp:cNvSpPr/>
      </dsp:nvSpPr>
      <dsp:spPr>
        <a:xfrm>
          <a:off x="2680096" y="460374"/>
          <a:ext cx="91975" cy="344909"/>
        </a:xfrm>
        <a:custGeom>
          <a:avLst/>
          <a:gdLst/>
          <a:ahLst/>
          <a:cxnLst/>
          <a:rect l="0" t="0" r="0" b="0"/>
          <a:pathLst>
            <a:path>
              <a:moveTo>
                <a:pt x="0" y="0"/>
              </a:moveTo>
              <a:lnTo>
                <a:pt x="0" y="344909"/>
              </a:lnTo>
              <a:lnTo>
                <a:pt x="91975" y="34490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8E5AE9B-53B2-4024-940B-14AFE01E7BA1}">
      <dsp:nvSpPr>
        <dsp:cNvPr id="0" name=""/>
        <dsp:cNvSpPr/>
      </dsp:nvSpPr>
      <dsp:spPr>
        <a:xfrm>
          <a:off x="2772072" y="575343"/>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Event Management</a:t>
          </a:r>
        </a:p>
      </dsp:txBody>
      <dsp:txXfrm>
        <a:off x="2785541" y="588812"/>
        <a:ext cx="708868" cy="432940"/>
      </dsp:txXfrm>
    </dsp:sp>
    <dsp:sp modelId="{C699A3F3-0BE1-4652-AF16-4F288D02BFF0}">
      <dsp:nvSpPr>
        <dsp:cNvPr id="0" name=""/>
        <dsp:cNvSpPr/>
      </dsp:nvSpPr>
      <dsp:spPr>
        <a:xfrm>
          <a:off x="2680096" y="460374"/>
          <a:ext cx="91975" cy="919757"/>
        </a:xfrm>
        <a:custGeom>
          <a:avLst/>
          <a:gdLst/>
          <a:ahLst/>
          <a:cxnLst/>
          <a:rect l="0" t="0" r="0" b="0"/>
          <a:pathLst>
            <a:path>
              <a:moveTo>
                <a:pt x="0" y="0"/>
              </a:moveTo>
              <a:lnTo>
                <a:pt x="0" y="919757"/>
              </a:lnTo>
              <a:lnTo>
                <a:pt x="91975" y="91975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BBCBCC5-3155-4506-8C54-ACF1388107AF}">
      <dsp:nvSpPr>
        <dsp:cNvPr id="0" name=""/>
        <dsp:cNvSpPr/>
      </dsp:nvSpPr>
      <dsp:spPr>
        <a:xfrm>
          <a:off x="2772072" y="1150192"/>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Incident Management</a:t>
          </a:r>
        </a:p>
      </dsp:txBody>
      <dsp:txXfrm>
        <a:off x="2785541" y="1163661"/>
        <a:ext cx="708868" cy="432940"/>
      </dsp:txXfrm>
    </dsp:sp>
    <dsp:sp modelId="{BC9C2451-654A-4A68-9033-5013C40B5F61}">
      <dsp:nvSpPr>
        <dsp:cNvPr id="0" name=""/>
        <dsp:cNvSpPr/>
      </dsp:nvSpPr>
      <dsp:spPr>
        <a:xfrm>
          <a:off x="2680096" y="460374"/>
          <a:ext cx="91975" cy="1494606"/>
        </a:xfrm>
        <a:custGeom>
          <a:avLst/>
          <a:gdLst/>
          <a:ahLst/>
          <a:cxnLst/>
          <a:rect l="0" t="0" r="0" b="0"/>
          <a:pathLst>
            <a:path>
              <a:moveTo>
                <a:pt x="0" y="0"/>
              </a:moveTo>
              <a:lnTo>
                <a:pt x="0" y="1494606"/>
              </a:lnTo>
              <a:lnTo>
                <a:pt x="91975" y="149460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04A0082-8AA7-4CC2-9C23-FFB2B4595430}">
      <dsp:nvSpPr>
        <dsp:cNvPr id="0" name=""/>
        <dsp:cNvSpPr/>
      </dsp:nvSpPr>
      <dsp:spPr>
        <a:xfrm>
          <a:off x="2772072" y="1725041"/>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Problem Management</a:t>
          </a:r>
        </a:p>
      </dsp:txBody>
      <dsp:txXfrm>
        <a:off x="2785541" y="1738510"/>
        <a:ext cx="708868" cy="432940"/>
      </dsp:txXfrm>
    </dsp:sp>
    <dsp:sp modelId="{321CD243-A643-4016-A1A4-CAFE3D362A84}">
      <dsp:nvSpPr>
        <dsp:cNvPr id="0" name=""/>
        <dsp:cNvSpPr/>
      </dsp:nvSpPr>
      <dsp:spPr>
        <a:xfrm>
          <a:off x="2680096" y="460374"/>
          <a:ext cx="91975" cy="2069455"/>
        </a:xfrm>
        <a:custGeom>
          <a:avLst/>
          <a:gdLst/>
          <a:ahLst/>
          <a:cxnLst/>
          <a:rect l="0" t="0" r="0" b="0"/>
          <a:pathLst>
            <a:path>
              <a:moveTo>
                <a:pt x="0" y="0"/>
              </a:moveTo>
              <a:lnTo>
                <a:pt x="0" y="2069455"/>
              </a:lnTo>
              <a:lnTo>
                <a:pt x="91975" y="206945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3B2B1FF-B057-4614-8B43-C9869D5742E6}">
      <dsp:nvSpPr>
        <dsp:cNvPr id="0" name=""/>
        <dsp:cNvSpPr/>
      </dsp:nvSpPr>
      <dsp:spPr>
        <a:xfrm>
          <a:off x="2772072" y="2299889"/>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Request Fulfilment</a:t>
          </a:r>
        </a:p>
      </dsp:txBody>
      <dsp:txXfrm>
        <a:off x="2785541" y="2313358"/>
        <a:ext cx="708868" cy="432940"/>
      </dsp:txXfrm>
    </dsp:sp>
    <dsp:sp modelId="{981F9644-018F-4E79-9341-0CC3E39EE30B}">
      <dsp:nvSpPr>
        <dsp:cNvPr id="0" name=""/>
        <dsp:cNvSpPr/>
      </dsp:nvSpPr>
      <dsp:spPr>
        <a:xfrm>
          <a:off x="2680096" y="460374"/>
          <a:ext cx="91975" cy="2644303"/>
        </a:xfrm>
        <a:custGeom>
          <a:avLst/>
          <a:gdLst/>
          <a:ahLst/>
          <a:cxnLst/>
          <a:rect l="0" t="0" r="0" b="0"/>
          <a:pathLst>
            <a:path>
              <a:moveTo>
                <a:pt x="0" y="0"/>
              </a:moveTo>
              <a:lnTo>
                <a:pt x="0" y="2644303"/>
              </a:lnTo>
              <a:lnTo>
                <a:pt x="91975" y="264430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CC00F4F-21FC-4F46-B7D3-B045ACAB1D0B}">
      <dsp:nvSpPr>
        <dsp:cNvPr id="0" name=""/>
        <dsp:cNvSpPr/>
      </dsp:nvSpPr>
      <dsp:spPr>
        <a:xfrm>
          <a:off x="2772072" y="2874738"/>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Access Management</a:t>
          </a:r>
        </a:p>
      </dsp:txBody>
      <dsp:txXfrm>
        <a:off x="2785541" y="2888207"/>
        <a:ext cx="708868" cy="432940"/>
      </dsp:txXfrm>
    </dsp:sp>
    <dsp:sp modelId="{1DFCE1E4-BD1D-457A-B78E-16E3B6A3FBD3}">
      <dsp:nvSpPr>
        <dsp:cNvPr id="0" name=""/>
        <dsp:cNvSpPr/>
      </dsp:nvSpPr>
      <dsp:spPr>
        <a:xfrm>
          <a:off x="2680096" y="460374"/>
          <a:ext cx="91975" cy="3219152"/>
        </a:xfrm>
        <a:custGeom>
          <a:avLst/>
          <a:gdLst/>
          <a:ahLst/>
          <a:cxnLst/>
          <a:rect l="0" t="0" r="0" b="0"/>
          <a:pathLst>
            <a:path>
              <a:moveTo>
                <a:pt x="0" y="0"/>
              </a:moveTo>
              <a:lnTo>
                <a:pt x="0" y="3219152"/>
              </a:lnTo>
              <a:lnTo>
                <a:pt x="91975" y="3219152"/>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2CC5E03-DC24-432A-A6A9-7734A84456BB}">
      <dsp:nvSpPr>
        <dsp:cNvPr id="0" name=""/>
        <dsp:cNvSpPr/>
      </dsp:nvSpPr>
      <dsp:spPr>
        <a:xfrm>
          <a:off x="2772072" y="3449586"/>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2"/>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Service Desk</a:t>
          </a:r>
        </a:p>
      </dsp:txBody>
      <dsp:txXfrm>
        <a:off x="2785541" y="3463055"/>
        <a:ext cx="708868" cy="432940"/>
      </dsp:txXfrm>
    </dsp:sp>
    <dsp:sp modelId="{6BC38D24-509A-4CC2-ADCC-8CCE82573BBF}">
      <dsp:nvSpPr>
        <dsp:cNvPr id="0" name=""/>
        <dsp:cNvSpPr/>
      </dsp:nvSpPr>
      <dsp:spPr>
        <a:xfrm>
          <a:off x="2680096" y="460374"/>
          <a:ext cx="91975" cy="3794000"/>
        </a:xfrm>
        <a:custGeom>
          <a:avLst/>
          <a:gdLst/>
          <a:ahLst/>
          <a:cxnLst/>
          <a:rect l="0" t="0" r="0" b="0"/>
          <a:pathLst>
            <a:path>
              <a:moveTo>
                <a:pt x="0" y="0"/>
              </a:moveTo>
              <a:lnTo>
                <a:pt x="0" y="3794000"/>
              </a:lnTo>
              <a:lnTo>
                <a:pt x="91975" y="3794000"/>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AC1DD0-A4D5-433C-AFFD-782EDCCC029D}">
      <dsp:nvSpPr>
        <dsp:cNvPr id="0" name=""/>
        <dsp:cNvSpPr/>
      </dsp:nvSpPr>
      <dsp:spPr>
        <a:xfrm>
          <a:off x="2772072" y="4024435"/>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2"/>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Technical Management</a:t>
          </a:r>
        </a:p>
      </dsp:txBody>
      <dsp:txXfrm>
        <a:off x="2785541" y="4037904"/>
        <a:ext cx="708868" cy="432940"/>
      </dsp:txXfrm>
    </dsp:sp>
    <dsp:sp modelId="{8751E360-AA17-4422-8BB6-287C39EC4125}">
      <dsp:nvSpPr>
        <dsp:cNvPr id="0" name=""/>
        <dsp:cNvSpPr/>
      </dsp:nvSpPr>
      <dsp:spPr>
        <a:xfrm>
          <a:off x="2680096" y="460374"/>
          <a:ext cx="91975" cy="4368849"/>
        </a:xfrm>
        <a:custGeom>
          <a:avLst/>
          <a:gdLst/>
          <a:ahLst/>
          <a:cxnLst/>
          <a:rect l="0" t="0" r="0" b="0"/>
          <a:pathLst>
            <a:path>
              <a:moveTo>
                <a:pt x="0" y="0"/>
              </a:moveTo>
              <a:lnTo>
                <a:pt x="0" y="4368849"/>
              </a:lnTo>
              <a:lnTo>
                <a:pt x="91975" y="436884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2C11F0E-FA28-4096-BD69-0AD80FB9FAEE}">
      <dsp:nvSpPr>
        <dsp:cNvPr id="0" name=""/>
        <dsp:cNvSpPr/>
      </dsp:nvSpPr>
      <dsp:spPr>
        <a:xfrm>
          <a:off x="2772072" y="4599284"/>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2"/>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Application Management</a:t>
          </a:r>
        </a:p>
      </dsp:txBody>
      <dsp:txXfrm>
        <a:off x="2785541" y="4612753"/>
        <a:ext cx="708868" cy="432940"/>
      </dsp:txXfrm>
    </dsp:sp>
    <dsp:sp modelId="{E8BAA778-D5C6-40F8-9F8C-9C2094F6ABB9}">
      <dsp:nvSpPr>
        <dsp:cNvPr id="0" name=""/>
        <dsp:cNvSpPr/>
      </dsp:nvSpPr>
      <dsp:spPr>
        <a:xfrm>
          <a:off x="2680096" y="460374"/>
          <a:ext cx="91975" cy="4943698"/>
        </a:xfrm>
        <a:custGeom>
          <a:avLst/>
          <a:gdLst/>
          <a:ahLst/>
          <a:cxnLst/>
          <a:rect l="0" t="0" r="0" b="0"/>
          <a:pathLst>
            <a:path>
              <a:moveTo>
                <a:pt x="0" y="0"/>
              </a:moveTo>
              <a:lnTo>
                <a:pt x="0" y="4943698"/>
              </a:lnTo>
              <a:lnTo>
                <a:pt x="91975" y="494369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326CA45-8217-4AC9-86E3-C6E9F8B57D89}">
      <dsp:nvSpPr>
        <dsp:cNvPr id="0" name=""/>
        <dsp:cNvSpPr/>
      </dsp:nvSpPr>
      <dsp:spPr>
        <a:xfrm>
          <a:off x="2772072" y="5174132"/>
          <a:ext cx="735806" cy="459878"/>
        </a:xfrm>
        <a:prstGeom prst="roundRect">
          <a:avLst>
            <a:gd name="adj" fmla="val 10000"/>
          </a:avLst>
        </a:prstGeom>
        <a:solidFill>
          <a:schemeClr val="lt1">
            <a:alpha val="90000"/>
            <a:hueOff val="0"/>
            <a:satOff val="0"/>
            <a:lumOff val="0"/>
            <a:alphaOff val="0"/>
          </a:schemeClr>
        </a:solidFill>
        <a:ln w="12700" cap="flat" cmpd="sng" algn="ctr">
          <a:solidFill>
            <a:schemeClr val="accent2"/>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5" tIns="11430" rIns="17145" bIns="11430" numCol="1" spcCol="1270" anchor="ctr" anchorCtr="0">
          <a:noAutofit/>
        </a:bodyPr>
        <a:lstStyle/>
        <a:p>
          <a:pPr marL="0" lvl="0" indent="0" algn="ctr" defTabSz="400050">
            <a:lnSpc>
              <a:spcPct val="90000"/>
            </a:lnSpc>
            <a:spcBef>
              <a:spcPct val="0"/>
            </a:spcBef>
            <a:spcAft>
              <a:spcPct val="35000"/>
            </a:spcAft>
            <a:buNone/>
          </a:pPr>
          <a:r>
            <a:rPr lang="en-US" sz="900" kern="1200" dirty="0"/>
            <a:t>IT Operations</a:t>
          </a:r>
        </a:p>
      </dsp:txBody>
      <dsp:txXfrm>
        <a:off x="2785541" y="5187601"/>
        <a:ext cx="708868" cy="432940"/>
      </dsp:txXfrm>
    </dsp:sp>
    <dsp:sp modelId="{006B6469-DAD4-4100-8C14-A81F4EC138FD}">
      <dsp:nvSpPr>
        <dsp:cNvPr id="0" name=""/>
        <dsp:cNvSpPr/>
      </dsp:nvSpPr>
      <dsp:spPr>
        <a:xfrm>
          <a:off x="3737818" y="495"/>
          <a:ext cx="919757" cy="45987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CSI</a:t>
          </a:r>
        </a:p>
      </dsp:txBody>
      <dsp:txXfrm>
        <a:off x="3751287" y="13964"/>
        <a:ext cx="892819" cy="4329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63F1A8-60BB-4158-9459-84B596FE2FFB}">
      <dsp:nvSpPr>
        <dsp:cNvPr id="0" name=""/>
        <dsp:cNvSpPr/>
      </dsp:nvSpPr>
      <dsp:spPr>
        <a:xfrm>
          <a:off x="1072669" y="251375"/>
          <a:ext cx="3140392" cy="3140392"/>
        </a:xfrm>
        <a:prstGeom prst="pie">
          <a:avLst>
            <a:gd name="adj1" fmla="val 16200000"/>
            <a:gd name="adj2" fmla="val 1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dirty="0"/>
            <a:t>QA</a:t>
          </a:r>
        </a:p>
      </dsp:txBody>
      <dsp:txXfrm>
        <a:off x="2727730" y="916839"/>
        <a:ext cx="1121568" cy="934640"/>
      </dsp:txXfrm>
    </dsp:sp>
    <dsp:sp modelId="{1FAD7337-1A41-421E-BC31-1F834A8BC574}">
      <dsp:nvSpPr>
        <dsp:cNvPr id="0" name=""/>
        <dsp:cNvSpPr/>
      </dsp:nvSpPr>
      <dsp:spPr>
        <a:xfrm>
          <a:off x="996356" y="406932"/>
          <a:ext cx="3171827" cy="3071366"/>
        </a:xfrm>
        <a:prstGeom prst="pie">
          <a:avLst>
            <a:gd name="adj1" fmla="val 1800000"/>
            <a:gd name="adj2" fmla="val 90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dirty="0"/>
            <a:t>Operator</a:t>
          </a:r>
        </a:p>
      </dsp:txBody>
      <dsp:txXfrm>
        <a:off x="1751553" y="2399664"/>
        <a:ext cx="1699193" cy="804405"/>
      </dsp:txXfrm>
    </dsp:sp>
    <dsp:sp modelId="{7598C916-8694-41AB-BEB3-6466444FECA5}">
      <dsp:nvSpPr>
        <dsp:cNvPr id="0" name=""/>
        <dsp:cNvSpPr/>
      </dsp:nvSpPr>
      <dsp:spPr>
        <a:xfrm>
          <a:off x="947397" y="260262"/>
          <a:ext cx="3140392" cy="3140392"/>
        </a:xfrm>
        <a:prstGeom prst="pie">
          <a:avLst>
            <a:gd name="adj1" fmla="val 90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dirty="0"/>
            <a:t>Code</a:t>
          </a:r>
        </a:p>
      </dsp:txBody>
      <dsp:txXfrm>
        <a:off x="1311159" y="925727"/>
        <a:ext cx="1121568" cy="934640"/>
      </dsp:txXfrm>
    </dsp:sp>
    <dsp:sp modelId="{838AFCA9-556E-4FD4-8799-E04854472C0C}">
      <dsp:nvSpPr>
        <dsp:cNvPr id="0" name=""/>
        <dsp:cNvSpPr/>
      </dsp:nvSpPr>
      <dsp:spPr>
        <a:xfrm>
          <a:off x="878523" y="56970"/>
          <a:ext cx="3529202" cy="3529202"/>
        </a:xfrm>
        <a:prstGeom prst="circularArrow">
          <a:avLst>
            <a:gd name="adj1" fmla="val 5085"/>
            <a:gd name="adj2" fmla="val 327528"/>
            <a:gd name="adj3" fmla="val 1472472"/>
            <a:gd name="adj4" fmla="val 16199432"/>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90256DC-8133-44CE-A51D-75BB4A0666E0}">
      <dsp:nvSpPr>
        <dsp:cNvPr id="0" name=""/>
        <dsp:cNvSpPr/>
      </dsp:nvSpPr>
      <dsp:spPr>
        <a:xfrm>
          <a:off x="817489" y="178211"/>
          <a:ext cx="3529202" cy="3529202"/>
        </a:xfrm>
        <a:prstGeom prst="circularArrow">
          <a:avLst>
            <a:gd name="adj1" fmla="val 5085"/>
            <a:gd name="adj2" fmla="val 327528"/>
            <a:gd name="adj3" fmla="val 8671970"/>
            <a:gd name="adj4" fmla="val 1800502"/>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B0219EC-ED86-4421-863D-E46234BFFEF9}">
      <dsp:nvSpPr>
        <dsp:cNvPr id="0" name=""/>
        <dsp:cNvSpPr/>
      </dsp:nvSpPr>
      <dsp:spPr>
        <a:xfrm>
          <a:off x="752732" y="65857"/>
          <a:ext cx="3529202" cy="3529202"/>
        </a:xfrm>
        <a:prstGeom prst="circularArrow">
          <a:avLst>
            <a:gd name="adj1" fmla="val 5085"/>
            <a:gd name="adj2" fmla="val 327528"/>
            <a:gd name="adj3" fmla="val 15873039"/>
            <a:gd name="adj4" fmla="val 9000000"/>
            <a:gd name="adj5" fmla="val 5932"/>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8E51B73-C2E7-4B93-8CFD-A3490C56ED4C}">
      <dsp:nvSpPr>
        <dsp:cNvPr id="0" name=""/>
        <dsp:cNvSpPr/>
      </dsp:nvSpPr>
      <dsp:spPr>
        <a:xfrm>
          <a:off x="299791" y="0"/>
          <a:ext cx="2628792" cy="140228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5100" tIns="165100" rIns="165100" bIns="165100" numCol="1" spcCol="1270" anchor="ctr" anchorCtr="0">
          <a:noAutofit/>
        </a:bodyPr>
        <a:lstStyle/>
        <a:p>
          <a:pPr marL="0" lvl="0" indent="0" algn="ctr" defTabSz="2889250">
            <a:lnSpc>
              <a:spcPct val="90000"/>
            </a:lnSpc>
            <a:spcBef>
              <a:spcPct val="0"/>
            </a:spcBef>
            <a:spcAft>
              <a:spcPct val="35000"/>
            </a:spcAft>
            <a:buNone/>
          </a:pPr>
          <a:r>
            <a:rPr lang="en-US" sz="6500" kern="1200" dirty="0"/>
            <a:t>BUG</a:t>
          </a:r>
        </a:p>
      </dsp:txBody>
      <dsp:txXfrm>
        <a:off x="299791" y="0"/>
        <a:ext cx="2628792" cy="1402286"/>
      </dsp:txXfrm>
    </dsp:sp>
    <dsp:sp modelId="{F5105645-9B8E-4F3E-8708-F127B9FFABD4}">
      <dsp:nvSpPr>
        <dsp:cNvPr id="0" name=""/>
        <dsp:cNvSpPr/>
      </dsp:nvSpPr>
      <dsp:spPr>
        <a:xfrm>
          <a:off x="308214" y="1474525"/>
          <a:ext cx="2666520" cy="140228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5100" tIns="165100" rIns="165100" bIns="165100" numCol="1" spcCol="1270" anchor="ctr" anchorCtr="0">
          <a:noAutofit/>
        </a:bodyPr>
        <a:lstStyle/>
        <a:p>
          <a:pPr marL="0" lvl="0" indent="0" algn="ctr" defTabSz="2889250">
            <a:lnSpc>
              <a:spcPct val="90000"/>
            </a:lnSpc>
            <a:spcBef>
              <a:spcPct val="0"/>
            </a:spcBef>
            <a:spcAft>
              <a:spcPct val="35000"/>
            </a:spcAft>
            <a:buNone/>
          </a:pPr>
          <a:r>
            <a:rPr lang="en-US" sz="6500" kern="1200" dirty="0"/>
            <a:t>FIX</a:t>
          </a:r>
        </a:p>
      </dsp:txBody>
      <dsp:txXfrm>
        <a:off x="308214" y="1474525"/>
        <a:ext cx="2666520" cy="1402286"/>
      </dsp:txXfrm>
    </dsp:sp>
    <dsp:sp modelId="{D15B47C4-BF85-4374-80F2-7078EEF1CB47}">
      <dsp:nvSpPr>
        <dsp:cNvPr id="0" name=""/>
        <dsp:cNvSpPr/>
      </dsp:nvSpPr>
      <dsp:spPr>
        <a:xfrm>
          <a:off x="294570" y="2946926"/>
          <a:ext cx="2693809" cy="140228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5100" tIns="165100" rIns="165100" bIns="165100" numCol="1" spcCol="1270" anchor="ctr" anchorCtr="0">
          <a:noAutofit/>
        </a:bodyPr>
        <a:lstStyle/>
        <a:p>
          <a:pPr marL="0" lvl="0" indent="0" algn="ctr" defTabSz="2889250">
            <a:lnSpc>
              <a:spcPct val="90000"/>
            </a:lnSpc>
            <a:spcBef>
              <a:spcPct val="0"/>
            </a:spcBef>
            <a:spcAft>
              <a:spcPct val="35000"/>
            </a:spcAft>
            <a:buNone/>
          </a:pPr>
          <a:r>
            <a:rPr lang="en-US" sz="6500" kern="1200" dirty="0"/>
            <a:t>When</a:t>
          </a:r>
        </a:p>
      </dsp:txBody>
      <dsp:txXfrm>
        <a:off x="294570" y="2946926"/>
        <a:ext cx="2693809" cy="140228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23218-8029-4542-BBD7-F0D763281859}">
      <dsp:nvSpPr>
        <dsp:cNvPr id="0" name=""/>
        <dsp:cNvSpPr/>
      </dsp:nvSpPr>
      <dsp:spPr>
        <a:xfrm>
          <a:off x="5673375" y="1004420"/>
          <a:ext cx="2477409" cy="2477868"/>
        </a:xfrm>
        <a:prstGeom prst="ellips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730994F-E2D3-4E19-A76B-EB2096D54BB4}">
      <dsp:nvSpPr>
        <dsp:cNvPr id="0" name=""/>
        <dsp:cNvSpPr/>
      </dsp:nvSpPr>
      <dsp:spPr>
        <a:xfrm>
          <a:off x="5755632" y="1087030"/>
          <a:ext cx="2312894" cy="2312648"/>
        </a:xfrm>
        <a:prstGeom prst="ellipse">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Operator</a:t>
          </a:r>
        </a:p>
      </dsp:txBody>
      <dsp:txXfrm>
        <a:off x="6086276" y="1417471"/>
        <a:ext cx="1651606" cy="1651767"/>
      </dsp:txXfrm>
    </dsp:sp>
    <dsp:sp modelId="{BA4361DD-5F1E-42E9-B87E-C9221B33D049}">
      <dsp:nvSpPr>
        <dsp:cNvPr id="0" name=""/>
        <dsp:cNvSpPr/>
      </dsp:nvSpPr>
      <dsp:spPr>
        <a:xfrm rot="2700000">
          <a:off x="3115884" y="1007416"/>
          <a:ext cx="2471442" cy="2471442"/>
        </a:xfrm>
        <a:prstGeom prst="teardrop">
          <a:avLst>
            <a:gd name="adj" fmla="val 10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7FFDD23-37EC-4981-9D16-3ADAE817054E}">
      <dsp:nvSpPr>
        <dsp:cNvPr id="0" name=""/>
        <dsp:cNvSpPr/>
      </dsp:nvSpPr>
      <dsp:spPr>
        <a:xfrm>
          <a:off x="3195158" y="1087030"/>
          <a:ext cx="2312894" cy="2312648"/>
        </a:xfrm>
        <a:prstGeom prst="ellipse">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Tester</a:t>
          </a:r>
        </a:p>
      </dsp:txBody>
      <dsp:txXfrm>
        <a:off x="3525802" y="1417471"/>
        <a:ext cx="1651606" cy="1651767"/>
      </dsp:txXfrm>
    </dsp:sp>
    <dsp:sp modelId="{38848A43-22A2-476F-B326-0A2AA82343F5}">
      <dsp:nvSpPr>
        <dsp:cNvPr id="0" name=""/>
        <dsp:cNvSpPr/>
      </dsp:nvSpPr>
      <dsp:spPr>
        <a:xfrm rot="2700000">
          <a:off x="555410" y="1007416"/>
          <a:ext cx="2471442" cy="2471442"/>
        </a:xfrm>
        <a:prstGeom prst="teardrop">
          <a:avLst>
            <a:gd name="adj" fmla="val 10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59A9E96-EB7F-4199-A473-FF9327A56683}">
      <dsp:nvSpPr>
        <dsp:cNvPr id="0" name=""/>
        <dsp:cNvSpPr/>
      </dsp:nvSpPr>
      <dsp:spPr>
        <a:xfrm>
          <a:off x="634684" y="1087030"/>
          <a:ext cx="2312894" cy="2312648"/>
        </a:xfrm>
        <a:prstGeom prst="ellipse">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US" sz="2900" b="1" kern="1200" dirty="0"/>
            <a:t>Developer</a:t>
          </a:r>
        </a:p>
      </dsp:txBody>
      <dsp:txXfrm>
        <a:off x="965328" y="1417471"/>
        <a:ext cx="1651606" cy="165176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CF224D-4EC5-4777-A7AE-01CF18E0F804}">
      <dsp:nvSpPr>
        <dsp:cNvPr id="0" name=""/>
        <dsp:cNvSpPr/>
      </dsp:nvSpPr>
      <dsp:spPr>
        <a:xfrm rot="21300000">
          <a:off x="15900" y="1880804"/>
          <a:ext cx="5149798" cy="589729"/>
        </a:xfrm>
        <a:prstGeom prst="mathMinus">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E3FAB49-F448-4E0B-81C6-97AFABC920B5}">
      <dsp:nvSpPr>
        <dsp:cNvPr id="0" name=""/>
        <dsp:cNvSpPr/>
      </dsp:nvSpPr>
      <dsp:spPr>
        <a:xfrm>
          <a:off x="621792" y="217566"/>
          <a:ext cx="1554480" cy="1740535"/>
        </a:xfrm>
        <a:prstGeom prst="downArrow">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427642-BB0E-4604-971F-7471A74FF2BB}">
      <dsp:nvSpPr>
        <dsp:cNvPr id="0" name=""/>
        <dsp:cNvSpPr/>
      </dsp:nvSpPr>
      <dsp:spPr>
        <a:xfrm>
          <a:off x="2328080" y="0"/>
          <a:ext cx="2494447" cy="18275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98704" tIns="298704" rIns="298704" bIns="298704" numCol="1" spcCol="1270" anchor="ctr" anchorCtr="0">
          <a:noAutofit/>
        </a:bodyPr>
        <a:lstStyle/>
        <a:p>
          <a:pPr marL="0" lvl="0" indent="0" algn="ctr" defTabSz="1866900">
            <a:lnSpc>
              <a:spcPct val="90000"/>
            </a:lnSpc>
            <a:spcBef>
              <a:spcPct val="0"/>
            </a:spcBef>
            <a:spcAft>
              <a:spcPct val="35000"/>
            </a:spcAft>
            <a:buNone/>
          </a:pPr>
          <a:r>
            <a:rPr lang="en-US" sz="4200" kern="1200" dirty="0"/>
            <a:t>New Features</a:t>
          </a:r>
        </a:p>
      </dsp:txBody>
      <dsp:txXfrm>
        <a:off x="2328080" y="0"/>
        <a:ext cx="2494447" cy="1827561"/>
      </dsp:txXfrm>
    </dsp:sp>
    <dsp:sp modelId="{924BF623-4B96-41F8-92FC-FEC5C46D723E}">
      <dsp:nvSpPr>
        <dsp:cNvPr id="0" name=""/>
        <dsp:cNvSpPr/>
      </dsp:nvSpPr>
      <dsp:spPr>
        <a:xfrm>
          <a:off x="3005328" y="2393235"/>
          <a:ext cx="1554480" cy="1740535"/>
        </a:xfrm>
        <a:prstGeom prst="upArrow">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9FA7441-B263-4A2D-808E-C971354A5353}">
      <dsp:nvSpPr>
        <dsp:cNvPr id="0" name=""/>
        <dsp:cNvSpPr/>
      </dsp:nvSpPr>
      <dsp:spPr>
        <a:xfrm>
          <a:off x="777240" y="2523776"/>
          <a:ext cx="1658112" cy="18275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98704" tIns="298704" rIns="298704" bIns="298704" numCol="1" spcCol="1270" anchor="ctr" anchorCtr="0">
          <a:noAutofit/>
        </a:bodyPr>
        <a:lstStyle/>
        <a:p>
          <a:pPr marL="0" lvl="0" indent="0" algn="ctr" defTabSz="1866900">
            <a:lnSpc>
              <a:spcPct val="90000"/>
            </a:lnSpc>
            <a:spcBef>
              <a:spcPct val="0"/>
            </a:spcBef>
            <a:spcAft>
              <a:spcPct val="35000"/>
            </a:spcAft>
            <a:buNone/>
          </a:pPr>
          <a:r>
            <a:rPr lang="en-US" sz="4200" kern="1200" dirty="0"/>
            <a:t>Bug Fix</a:t>
          </a:r>
        </a:p>
      </dsp:txBody>
      <dsp:txXfrm>
        <a:off x="777240" y="2523776"/>
        <a:ext cx="1658112" cy="1827561"/>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59595-354F-400B-95DD-89A782A8B4B2}">
      <dsp:nvSpPr>
        <dsp:cNvPr id="0" name=""/>
        <dsp:cNvSpPr/>
      </dsp:nvSpPr>
      <dsp:spPr>
        <a:xfrm>
          <a:off x="2103120" y="531"/>
          <a:ext cx="3154680" cy="2071559"/>
        </a:xfrm>
        <a:prstGeom prst="rightArrow">
          <a:avLst>
            <a:gd name="adj1" fmla="val 75000"/>
            <a:gd name="adj2" fmla="val 5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6035" tIns="26035" rIns="26035" bIns="26035" numCol="1" spcCol="1270" anchor="t" anchorCtr="0">
          <a:noAutofit/>
        </a:bodyPr>
        <a:lstStyle/>
        <a:p>
          <a:pPr marL="285750" lvl="1" indent="-285750" algn="l" defTabSz="1822450">
            <a:lnSpc>
              <a:spcPct val="90000"/>
            </a:lnSpc>
            <a:spcBef>
              <a:spcPct val="0"/>
            </a:spcBef>
            <a:spcAft>
              <a:spcPct val="15000"/>
            </a:spcAft>
            <a:buChar char="•"/>
          </a:pPr>
          <a:r>
            <a:rPr lang="en-US" sz="4100" kern="1200" dirty="0"/>
            <a:t>Feature A</a:t>
          </a:r>
        </a:p>
        <a:p>
          <a:pPr marL="285750" lvl="1" indent="-285750" algn="l" defTabSz="1822450">
            <a:lnSpc>
              <a:spcPct val="90000"/>
            </a:lnSpc>
            <a:spcBef>
              <a:spcPct val="0"/>
            </a:spcBef>
            <a:spcAft>
              <a:spcPct val="15000"/>
            </a:spcAft>
            <a:buChar char="•"/>
          </a:pPr>
          <a:r>
            <a:rPr lang="en-US" sz="4100" kern="1200" dirty="0"/>
            <a:t>Feature B</a:t>
          </a:r>
        </a:p>
      </dsp:txBody>
      <dsp:txXfrm>
        <a:off x="2103120" y="259476"/>
        <a:ext cx="2377845" cy="1553669"/>
      </dsp:txXfrm>
    </dsp:sp>
    <dsp:sp modelId="{0C0A45FE-EE8D-440C-BCB0-7EEF5B511C15}">
      <dsp:nvSpPr>
        <dsp:cNvPr id="0" name=""/>
        <dsp:cNvSpPr/>
      </dsp:nvSpPr>
      <dsp:spPr>
        <a:xfrm>
          <a:off x="0" y="531"/>
          <a:ext cx="2103120" cy="207155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74295" rIns="148590" bIns="74295" numCol="1" spcCol="1270" anchor="ctr" anchorCtr="0">
          <a:noAutofit/>
        </a:bodyPr>
        <a:lstStyle/>
        <a:p>
          <a:pPr marL="0" lvl="0" indent="0" algn="ctr" defTabSz="1733550">
            <a:lnSpc>
              <a:spcPct val="90000"/>
            </a:lnSpc>
            <a:spcBef>
              <a:spcPct val="0"/>
            </a:spcBef>
            <a:spcAft>
              <a:spcPct val="35000"/>
            </a:spcAft>
            <a:buNone/>
          </a:pPr>
          <a:r>
            <a:rPr lang="en-US" sz="3900" kern="1200" dirty="0"/>
            <a:t>Product Release</a:t>
          </a:r>
        </a:p>
      </dsp:txBody>
      <dsp:txXfrm>
        <a:off x="101125" y="101656"/>
        <a:ext cx="1900870" cy="1869309"/>
      </dsp:txXfrm>
    </dsp:sp>
    <dsp:sp modelId="{E5EF4B17-5002-40FF-B393-A5E7F7527EC0}">
      <dsp:nvSpPr>
        <dsp:cNvPr id="0" name=""/>
        <dsp:cNvSpPr/>
      </dsp:nvSpPr>
      <dsp:spPr>
        <a:xfrm>
          <a:off x="2103120" y="2279246"/>
          <a:ext cx="3154680" cy="2071559"/>
        </a:xfrm>
        <a:prstGeom prst="rightArrow">
          <a:avLst>
            <a:gd name="adj1" fmla="val 75000"/>
            <a:gd name="adj2" fmla="val 5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6035" tIns="26035" rIns="26035" bIns="26035" numCol="1" spcCol="1270" anchor="t" anchorCtr="0">
          <a:noAutofit/>
        </a:bodyPr>
        <a:lstStyle/>
        <a:p>
          <a:pPr marL="285750" lvl="1" indent="-285750" algn="l" defTabSz="1822450">
            <a:lnSpc>
              <a:spcPct val="90000"/>
            </a:lnSpc>
            <a:spcBef>
              <a:spcPct val="0"/>
            </a:spcBef>
            <a:spcAft>
              <a:spcPct val="15000"/>
            </a:spcAft>
            <a:buChar char="•"/>
          </a:pPr>
          <a:r>
            <a:rPr lang="en-US" sz="4100" kern="1200" dirty="0"/>
            <a:t>Bug 1</a:t>
          </a:r>
        </a:p>
        <a:p>
          <a:pPr marL="285750" lvl="1" indent="-285750" algn="l" defTabSz="1822450">
            <a:lnSpc>
              <a:spcPct val="90000"/>
            </a:lnSpc>
            <a:spcBef>
              <a:spcPct val="0"/>
            </a:spcBef>
            <a:spcAft>
              <a:spcPct val="15000"/>
            </a:spcAft>
            <a:buChar char="•"/>
          </a:pPr>
          <a:r>
            <a:rPr lang="en-US" sz="4100" kern="1200" dirty="0"/>
            <a:t>Bug 2</a:t>
          </a:r>
        </a:p>
      </dsp:txBody>
      <dsp:txXfrm>
        <a:off x="2103120" y="2538191"/>
        <a:ext cx="2377845" cy="1553669"/>
      </dsp:txXfrm>
    </dsp:sp>
    <dsp:sp modelId="{C119FDEB-0024-4314-8368-8689DB45D9ED}">
      <dsp:nvSpPr>
        <dsp:cNvPr id="0" name=""/>
        <dsp:cNvSpPr/>
      </dsp:nvSpPr>
      <dsp:spPr>
        <a:xfrm>
          <a:off x="0" y="2279246"/>
          <a:ext cx="2103120" cy="207155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74295" rIns="148590" bIns="74295" numCol="1" spcCol="1270" anchor="ctr" anchorCtr="0">
          <a:noAutofit/>
        </a:bodyPr>
        <a:lstStyle/>
        <a:p>
          <a:pPr marL="0" lvl="0" indent="0" algn="ctr" defTabSz="1733550">
            <a:lnSpc>
              <a:spcPct val="90000"/>
            </a:lnSpc>
            <a:spcBef>
              <a:spcPct val="0"/>
            </a:spcBef>
            <a:spcAft>
              <a:spcPct val="35000"/>
            </a:spcAft>
            <a:buNone/>
          </a:pPr>
          <a:r>
            <a:rPr lang="en-US" sz="3900" kern="1200" dirty="0"/>
            <a:t>Existing Bugs</a:t>
          </a:r>
        </a:p>
      </dsp:txBody>
      <dsp:txXfrm>
        <a:off x="101125" y="2380371"/>
        <a:ext cx="1900870" cy="1869309"/>
      </dsp:txXfrm>
    </dsp:sp>
  </dsp:spTree>
</dsp:drawing>
</file>

<file path=ppt/diagrams/layout1.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4.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5.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6.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7.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10.xml><?xml version="1.0" encoding="utf-8"?>
<dgm:layoutDef xmlns:dgm="http://schemas.openxmlformats.org/drawingml/2006/diagram" xmlns:a="http://schemas.openxmlformats.org/drawingml/2006/main" uniqueId="urn:diagrams.loki3.com/VaryingWidthList">
  <dgm:title val="Varying Width List"/>
  <dgm:desc val="Use for emphasizing items of different weights.  Good for large amounts of Level 1 text.  The width of each shape is independently determined based on its text."/>
  <dgm:catLst>
    <dgm:cat type="list" pri="4160"/>
    <dgm:cat type="officeonline" pri="5000"/>
  </dgm:catLst>
  <dgm:sampData useDef="1">
    <dgm:dataModel>
      <dgm:ptLst/>
      <dgm:bg/>
      <dgm:whole/>
    </dgm:dataModel>
  </dgm:sampData>
  <dgm:styleData useDef="1">
    <dgm:dataModel>
      <dgm:ptLst/>
      <dgm:bg/>
      <dgm:whole/>
    </dgm:dataModel>
  </dgm:styleData>
  <dgm:clrData useDef="1">
    <dgm:dataModel>
      <dgm:ptLst/>
      <dgm:bg/>
      <dgm:whole/>
    </dgm:dataModel>
  </dgm:clrData>
  <dgm:layoutNode name="Name0">
    <dgm:varLst>
      <dgm:resizeHandles/>
    </dgm:varLst>
    <dgm:alg type="lin">
      <dgm:param type="linDir" val="fromT"/>
    </dgm:alg>
    <dgm:shape xmlns:r="http://schemas.openxmlformats.org/officeDocument/2006/relationships" r:blip="">
      <dgm:adjLst/>
    </dgm:shape>
    <dgm:presOf/>
    <dgm:constrLst>
      <dgm:constr type="w" for="ch" forName="text" val="20"/>
      <dgm:constr type="h" for="ch" forName="text" refType="h"/>
      <dgm:constr type="primFontSz" for="ch" forName="text" op="equ" val="65"/>
      <dgm:constr type="h" for="ch" forName="space" refType="h" fact="0.05"/>
    </dgm:constrLst>
    <dgm:forEach name="Name1" axis="ch" ptType="node">
      <dgm:layoutNode name="text" styleLbl="node1">
        <dgm:varLst>
          <dgm:bulletEnabled val="1"/>
        </dgm:varLst>
        <dgm:alg type="tx"/>
        <dgm:shape xmlns:r="http://schemas.openxmlformats.org/officeDocument/2006/relationships" type="rect" r:blip="">
          <dgm:adjLst/>
        </dgm:shape>
        <dgm:presOf axis="desOrSelf" ptType="node"/>
        <dgm:constrLst>
          <dgm:constr type="tMarg" refType="primFontSz" fact="0.2"/>
          <dgm:constr type="bMarg" refType="primFontSz" fact="0.2"/>
          <dgm:constr type="lMarg" refType="primFontSz" fact="0.2"/>
          <dgm:constr type="rMarg" refType="primFontSz" fact="0.2"/>
        </dgm:constrLst>
        <dgm:ruleLst>
          <dgm:rule type="w" val="INF" fact="NaN" max="NaN"/>
          <dgm:rule type="primFontSz" val="5" fact="NaN" max="NaN"/>
        </dgm:ruleLst>
      </dgm:layoutNode>
      <dgm:choose name="Name2">
        <dgm:if name="Name3" axis="par ch" ptType="doc node" func="cnt" op="gte" val="2">
          <dgm:forEach name="Name4" axis="followSib" ptType="sibTrans" cnt="1">
            <dgm:layoutNode name="space">
              <dgm:alg type="sp"/>
              <dgm:shape xmlns:r="http://schemas.openxmlformats.org/officeDocument/2006/relationships" r:blip="">
                <dgm:adjLst/>
              </dgm:shape>
              <dgm:presOf/>
            </dgm:layoutNode>
          </dgm:forEach>
        </dgm:if>
        <dgm:else name="Name5"/>
      </dgm:choose>
    </dgm:forEach>
  </dgm:layoutNode>
</dgm:layoutDef>
</file>

<file path=ppt/diagrams/layout11.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12.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13.xml><?xml version="1.0" encoding="utf-8"?>
<dgm:layoutDef xmlns:dgm="http://schemas.openxmlformats.org/drawingml/2006/diagram" xmlns:a="http://schemas.openxmlformats.org/drawingml/2006/main" uniqueId="urn:microsoft.com/office/officeart/2005/8/layout/vList6">
  <dgm:title val=""/>
  <dgm:desc val=""/>
  <dgm:catLst>
    <dgm:cat type="process" pri="22000"/>
    <dgm:cat type="list" pri="1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dgm:varLst>
    <dgm:alg type="lin">
      <dgm:param type="linDir" val="fromT"/>
    </dgm:alg>
    <dgm:shape xmlns:r="http://schemas.openxmlformats.org/officeDocument/2006/relationships" r:blip="">
      <dgm:adjLst/>
    </dgm:shape>
    <dgm:presOf/>
    <dgm:constrLst>
      <dgm:constr type="w" for="ch" forName="linNode" refType="w"/>
      <dgm:constr type="h" for="ch" forName="linNode" refType="h"/>
      <dgm:constr type="h" for="ch" forName="spacing" refType="h" refFor="ch" refForName="linNode" fact="0.1"/>
      <dgm:constr type="primFontSz" for="des" forName="parentShp" op="equ" val="65"/>
      <dgm:constr type="primFontSz" for="des" forName="childShp" op="equ" val="65"/>
    </dgm:constrLst>
    <dgm:ruleLst/>
    <dgm:forEach name="Name1" axis="ch" ptType="node">
      <dgm:layoutNode name="linNode">
        <dgm:choose name="Name2">
          <dgm:if name="Name3" func="var" arg="dir" op="equ" val="norm">
            <dgm:alg type="lin">
              <dgm:param type="linDir" val="fromL"/>
            </dgm:alg>
          </dgm:if>
          <dgm:else name="Name4">
            <dgm:alg type="lin">
              <dgm:param type="linDir" val="fromR"/>
            </dgm:alg>
          </dgm:else>
        </dgm:choose>
        <dgm:shape xmlns:r="http://schemas.openxmlformats.org/officeDocument/2006/relationships" r:blip="">
          <dgm:adjLst/>
        </dgm:shape>
        <dgm:presOf/>
        <dgm:choose name="Name5">
          <dgm:if name="Name6" func="var" arg="dir" op="equ" val="norm">
            <dgm:constrLst>
              <dgm:constr type="w" for="ch" forName="parentShp" refType="w" fact="0.4"/>
              <dgm:constr type="h" for="ch" forName="parentShp" refType="h"/>
              <dgm:constr type="w" for="ch" forName="childShp" refType="w" fact="0.6"/>
              <dgm:constr type="h" for="ch" forName="childShp" refType="h" refFor="ch" refForName="parentShp"/>
            </dgm:constrLst>
          </dgm:if>
          <dgm:else name="Name7">
            <dgm:constrLst>
              <dgm:constr type="w" for="ch" forName="parentShp" refType="w" fact="0.4"/>
              <dgm:constr type="h" for="ch" forName="parentShp" refType="h"/>
              <dgm:constr type="w" for="ch" forName="childShp" refType="w" fact="0.6"/>
              <dgm:constr type="h" for="ch" forName="childShp" refType="h" refFor="ch" refForName="parentShp"/>
            </dgm:constrLst>
          </dgm:else>
        </dgm:choose>
        <dgm:ruleLst/>
        <dgm:layoutNode name="parentShp" styleLbl="node1">
          <dgm:varLst>
            <dgm:bulletEnabled val="1"/>
          </dgm:varLst>
          <dgm:alg type="tx"/>
          <dgm:shape xmlns:r="http://schemas.openxmlformats.org/officeDocument/2006/relationships" type="roundRect" r:blip="">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layoutNode name="childShp" styleLbl="bgAccFollowNode1">
          <dgm:varLst>
            <dgm:bulletEnabled val="1"/>
          </dgm:varLst>
          <dgm:alg type="tx">
            <dgm:param type="stBulletLvl" val="1"/>
          </dgm:alg>
          <dgm:choose name="Name8">
            <dgm:if name="Name9" func="var" arg="dir" op="equ" val="norm">
              <dgm:shape xmlns:r="http://schemas.openxmlformats.org/officeDocument/2006/relationships" type="rightArrow" r:blip="" zOrderOff="-2">
                <dgm:adjLst>
                  <dgm:adj idx="1" val="0.75"/>
                </dgm:adjLst>
              </dgm:shape>
            </dgm:if>
            <dgm:else name="Name10">
              <dgm:shape xmlns:r="http://schemas.openxmlformats.org/officeDocument/2006/relationships" rot="180" type="rightArrow" r:blip="" zOrderOff="-2">
                <dgm:adjLst>
                  <dgm:adj idx="1" val="0.75"/>
                </dgm:adjLst>
              </dgm:shape>
            </dgm:else>
          </dgm:choose>
          <dgm:presOf axis="des" ptType="node"/>
          <dgm:constrLst>
            <dgm:constr type="secFontSz" refType="primFontSz"/>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forEach name="Name11" axis="followSib" ptType="sibTrans" cnt="1">
        <dgm:layoutNode name="spacing">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CBFD19-4494-4E2B-8874-C369D95F8B38}" type="datetimeFigureOut">
              <a:rPr lang="en-IN" smtClean="0"/>
              <a:t>18-04-2025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80C3CD-77D4-4A0D-9956-93B4708EBF1B}" type="slidenum">
              <a:rPr lang="en-IN" smtClean="0"/>
              <a:t>‹#›</a:t>
            </a:fld>
            <a:endParaRPr lang="en-IN"/>
          </a:p>
        </p:txBody>
      </p:sp>
    </p:spTree>
    <p:extLst>
      <p:ext uri="{BB962C8B-B14F-4D97-AF65-F5344CB8AC3E}">
        <p14:creationId xmlns:p14="http://schemas.microsoft.com/office/powerpoint/2010/main" val="605037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print">
            <a:alphaModFix amt="50000"/>
            <a:extLst>
              <a:ext uri="{28A0092B-C50C-407E-A947-70E740481C1C}">
                <a14:useLocalDpi xmlns:a14="http://schemas.microsoft.com/office/drawing/2010/main" val="0"/>
              </a:ext>
            </a:extLst>
          </a:blip>
          <a:srcRect l="178" t="-543" r="178" b="-543"/>
          <a:stretch/>
        </p:blipFill>
        <p:spPr>
          <a:xfrm>
            <a:off x="4750810" y="2223656"/>
            <a:ext cx="2690381" cy="2729344"/>
          </a:xfrm>
          <a:prstGeom prst="rect">
            <a:avLst/>
          </a:prstGeom>
        </p:spPr>
      </p:pic>
      <p:pic>
        <p:nvPicPr>
          <p:cNvPr id="8"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6817420"/>
            <a:ext cx="12192000" cy="40580"/>
          </a:xfrm>
          <a:prstGeom prst="rect">
            <a:avLst/>
          </a:prstGeom>
        </p:spPr>
      </p:pic>
      <p:pic>
        <p:nvPicPr>
          <p:cNvPr id="6" name="Picture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743335" y="2482116"/>
            <a:ext cx="8848465" cy="2130566"/>
          </a:xfrm>
          <a:prstGeom prst="rect">
            <a:avLst/>
          </a:prstGeom>
        </p:spPr>
      </p:pic>
      <p:sp>
        <p:nvSpPr>
          <p:cNvPr id="7" name="Title 1"/>
          <p:cNvSpPr txBox="1">
            <a:spLocks/>
          </p:cNvSpPr>
          <p:nvPr userDrawn="1"/>
        </p:nvSpPr>
        <p:spPr>
          <a:xfrm>
            <a:off x="1831508" y="2575123"/>
            <a:ext cx="8666988" cy="1936878"/>
          </a:xfrm>
          <a:prstGeom prst="rect">
            <a:avLst/>
          </a:prstGeom>
        </p:spPr>
        <p:txBody>
          <a:bodyPr vert="horz" lIns="91440" tIns="45720" rIns="91440" bIns="45720" rtlCol="0" anchor="ctr">
            <a:normAutofit/>
          </a:bodyPr>
          <a:lstStyle>
            <a:lvl1pPr algn="r" defTabSz="685800" rtl="0" eaLnBrk="1" latinLnBrk="0" hangingPunct="1">
              <a:lnSpc>
                <a:spcPct val="90000"/>
              </a:lnSpc>
              <a:spcBef>
                <a:spcPct val="0"/>
              </a:spcBef>
              <a:buNone/>
              <a:defRPr sz="3200" b="1" kern="1200">
                <a:solidFill>
                  <a:schemeClr val="bg1"/>
                </a:solidFill>
                <a:latin typeface="Helvetica" panose="020B0604020202030204" pitchFamily="34" charset="0"/>
                <a:ea typeface="+mj-ea"/>
                <a:cs typeface="+mj-cs"/>
              </a:defRPr>
            </a:lvl1pPr>
          </a:lstStyle>
          <a:p>
            <a:pPr algn="ctr"/>
            <a:r>
              <a:rPr lang="en-US" sz="3600" dirty="0"/>
              <a:t>Click to edit Session title</a:t>
            </a:r>
          </a:p>
        </p:txBody>
      </p:sp>
    </p:spTree>
    <p:extLst>
      <p:ext uri="{BB962C8B-B14F-4D97-AF65-F5344CB8AC3E}">
        <p14:creationId xmlns:p14="http://schemas.microsoft.com/office/powerpoint/2010/main" val="146197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childTnLst>
                                </p:cTn>
                              </p:par>
                              <p:par>
                                <p:cTn id="9" presetID="2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2" cstate="print">
            <a:alphaModFix amt="50000"/>
            <a:extLst>
              <a:ext uri="{28A0092B-C50C-407E-A947-70E740481C1C}">
                <a14:useLocalDpi xmlns:a14="http://schemas.microsoft.com/office/drawing/2010/main" val="0"/>
              </a:ext>
            </a:extLst>
          </a:blip>
          <a:srcRect l="178" t="-543" r="178" b="-543"/>
          <a:stretch/>
        </p:blipFill>
        <p:spPr>
          <a:xfrm>
            <a:off x="4750810" y="2223656"/>
            <a:ext cx="2690381" cy="2729344"/>
          </a:xfrm>
          <a:prstGeom prst="rect">
            <a:avLst/>
          </a:prstGeom>
        </p:spPr>
      </p:pic>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6817420"/>
            <a:ext cx="12192000" cy="40580"/>
          </a:xfrm>
          <a:prstGeom prst="rect">
            <a:avLst/>
          </a:prstGeom>
        </p:spPr>
      </p:pic>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160569"/>
            <a:ext cx="10668000" cy="764364"/>
          </a:xfrm>
          <a:prstGeom prst="rect">
            <a:avLst/>
          </a:prstGeom>
        </p:spPr>
      </p:pic>
      <p:sp>
        <p:nvSpPr>
          <p:cNvPr id="2" name="Title 1"/>
          <p:cNvSpPr>
            <a:spLocks noGrp="1"/>
          </p:cNvSpPr>
          <p:nvPr>
            <p:ph type="title"/>
          </p:nvPr>
        </p:nvSpPr>
        <p:spPr>
          <a:xfrm>
            <a:off x="838200" y="160569"/>
            <a:ext cx="9321800" cy="764364"/>
          </a:xfrm>
        </p:spPr>
        <p:txBody>
          <a:bodyPr>
            <a:normAutofit/>
          </a:bodyPr>
          <a:lstStyle>
            <a:lvl1pPr>
              <a:defRPr sz="3200" b="1">
                <a:solidFill>
                  <a:schemeClr val="bg1"/>
                </a:solidFill>
                <a:latin typeface="Helvetica" panose="020B0604020202030204" pitchFamily="34" charset="0"/>
              </a:defRPr>
            </a:lvl1pPr>
          </a:lstStyle>
          <a:p>
            <a:r>
              <a:rPr lang="en-US"/>
              <a:t>Click to edit Master title style</a:t>
            </a:r>
          </a:p>
        </p:txBody>
      </p:sp>
      <p:sp>
        <p:nvSpPr>
          <p:cNvPr id="11" name="Text Placeholder 10"/>
          <p:cNvSpPr>
            <a:spLocks noGrp="1"/>
          </p:cNvSpPr>
          <p:nvPr>
            <p:ph type="body" sz="quarter" idx="13"/>
          </p:nvPr>
        </p:nvSpPr>
        <p:spPr>
          <a:xfrm>
            <a:off x="857739" y="1600201"/>
            <a:ext cx="10160000" cy="2728913"/>
          </a:xfrm>
        </p:spPr>
        <p:txBody>
          <a:bodyPr/>
          <a:lstStyle>
            <a:lvl1pPr>
              <a:defRPr sz="1800">
                <a:latin typeface="Helvetica" panose="020B0604020202030204" pitchFamily="34" charset="0"/>
              </a:defRPr>
            </a:lvl1pPr>
            <a:lvl2pPr>
              <a:defRPr sz="1600">
                <a:latin typeface="Helvetica" panose="020B0604020202030204" pitchFamily="34" charset="0"/>
              </a:defRPr>
            </a:lvl2pPr>
            <a:lvl3pPr>
              <a:defRPr sz="1400">
                <a:latin typeface="Helvetica" panose="020B0604020202030204" pitchFamily="34" charset="0"/>
              </a:defRPr>
            </a:lvl3pPr>
            <a:lvl4pPr>
              <a:defRPr sz="1200">
                <a:latin typeface="Helvetica" panose="020B0604020202030204" pitchFamily="34" charset="0"/>
              </a:defRPr>
            </a:lvl4pPr>
            <a:lvl5pPr>
              <a:defRPr sz="1200">
                <a:latin typeface="Helvetica" panose="020B0604020202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p:cNvSpPr>
            <a:spLocks noGrp="1"/>
          </p:cNvSpPr>
          <p:nvPr>
            <p:ph type="body" sz="quarter" idx="14"/>
          </p:nvPr>
        </p:nvSpPr>
        <p:spPr>
          <a:xfrm>
            <a:off x="329247" y="1143001"/>
            <a:ext cx="11196956" cy="395287"/>
          </a:xfrm>
        </p:spPr>
        <p:txBody>
          <a:bodyPr>
            <a:normAutofit/>
          </a:bodyPr>
          <a:lstStyle>
            <a:lvl1pPr marL="0" indent="0">
              <a:buNone/>
              <a:defRPr sz="2000" b="1">
                <a:solidFill>
                  <a:srgbClr val="1C1573"/>
                </a:solidFill>
                <a:latin typeface="Helvetica" panose="020B0604020202030204" pitchFamily="34" charset="0"/>
              </a:defRPr>
            </a:lvl1pPr>
            <a:lvl2pPr>
              <a:defRPr b="1">
                <a:solidFill>
                  <a:srgbClr val="1C1573"/>
                </a:solidFill>
                <a:latin typeface="Helvetica" panose="020B0604020202030204" pitchFamily="34" charset="0"/>
              </a:defRPr>
            </a:lvl2pPr>
            <a:lvl3pPr>
              <a:defRPr b="1">
                <a:solidFill>
                  <a:srgbClr val="1C1573"/>
                </a:solidFill>
                <a:latin typeface="Helvetica" panose="020B0604020202030204" pitchFamily="34" charset="0"/>
              </a:defRPr>
            </a:lvl3pPr>
            <a:lvl4pPr>
              <a:defRPr b="1">
                <a:solidFill>
                  <a:srgbClr val="1C1573"/>
                </a:solidFill>
                <a:latin typeface="Helvetica" panose="020B0604020202030204" pitchFamily="34" charset="0"/>
              </a:defRPr>
            </a:lvl4pPr>
            <a:lvl5pPr>
              <a:defRPr b="1">
                <a:solidFill>
                  <a:srgbClr val="1C1573"/>
                </a:solidFill>
                <a:latin typeface="Helvetica" panose="020B0604020202030204" pitchFamily="34" charset="0"/>
              </a:defRPr>
            </a:lvl5pPr>
          </a:lstStyle>
          <a:p>
            <a:pPr lvl="0"/>
            <a:r>
              <a:rPr lang="en-US"/>
              <a:t>Click to edit Master text styles</a:t>
            </a:r>
          </a:p>
        </p:txBody>
      </p:sp>
    </p:spTree>
    <p:extLst>
      <p:ext uri="{BB962C8B-B14F-4D97-AF65-F5344CB8AC3E}">
        <p14:creationId xmlns:p14="http://schemas.microsoft.com/office/powerpoint/2010/main" val="1361542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1_Section Header">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print">
            <a:alphaModFix amt="50000"/>
            <a:extLst>
              <a:ext uri="{28A0092B-C50C-407E-A947-70E740481C1C}">
                <a14:useLocalDpi xmlns:a14="http://schemas.microsoft.com/office/drawing/2010/main" val="0"/>
              </a:ext>
            </a:extLst>
          </a:blip>
          <a:srcRect l="178" t="-543" r="178" b="-543"/>
          <a:stretch/>
        </p:blipFill>
        <p:spPr>
          <a:xfrm>
            <a:off x="4750810" y="2223656"/>
            <a:ext cx="2690381" cy="2729344"/>
          </a:xfrm>
          <a:prstGeom prst="rect">
            <a:avLst/>
          </a:prstGeom>
        </p:spPr>
      </p:pic>
      <p:sp>
        <p:nvSpPr>
          <p:cNvPr id="2" name="Title 1"/>
          <p:cNvSpPr>
            <a:spLocks noGrp="1"/>
          </p:cNvSpPr>
          <p:nvPr>
            <p:ph type="title"/>
          </p:nvPr>
        </p:nvSpPr>
        <p:spPr>
          <a:xfrm>
            <a:off x="831850" y="1709738"/>
            <a:ext cx="10515600" cy="2852737"/>
          </a:xfrm>
        </p:spPr>
        <p:txBody>
          <a:bodyPr anchor="b">
            <a:normAutofit/>
          </a:bodyPr>
          <a:lstStyle>
            <a:lvl1pPr algn="r">
              <a:defRPr sz="5400" b="1">
                <a:solidFill>
                  <a:srgbClr val="150860"/>
                </a:solidFill>
                <a:latin typeface="Helvetica"/>
                <a:cs typeface="Helvetica"/>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lgn="r">
              <a:buNone/>
              <a:defRPr sz="2400" b="0" i="0">
                <a:solidFill>
                  <a:schemeClr val="tx1">
                    <a:tint val="75000"/>
                  </a:schemeClr>
                </a:solidFill>
                <a:latin typeface="Helvetica Light"/>
                <a:cs typeface="Helvetica Ligh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8"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6817420"/>
            <a:ext cx="12192000" cy="40580"/>
          </a:xfrm>
          <a:prstGeom prst="rect">
            <a:avLst/>
          </a:prstGeom>
        </p:spPr>
      </p:pic>
    </p:spTree>
    <p:extLst>
      <p:ext uri="{BB962C8B-B14F-4D97-AF65-F5344CB8AC3E}">
        <p14:creationId xmlns:p14="http://schemas.microsoft.com/office/powerpoint/2010/main" val="375068714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46184519"/>
      </p:ext>
    </p:extLst>
  </p:cSld>
  <p:clrMap bg1="lt1" tx1="dk1" bg2="lt2" tx2="dk2" accent1="accent1" accent2="accent2" accent3="accent3" accent4="accent4" accent5="accent5" accent6="accent6" hlink="hlink" folHlink="folHlink"/>
  <p:sldLayoutIdLst>
    <p:sldLayoutId id="2147483729" r:id="rId1"/>
    <p:sldLayoutId id="2147483739" r:id="rId2"/>
    <p:sldLayoutId id="2147483740"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4.xml"/><Relationship Id="rId13" Type="http://schemas.openxmlformats.org/officeDocument/2006/relationships/diagramLayout" Target="../diagrams/layout5.xml"/><Relationship Id="rId18" Type="http://schemas.openxmlformats.org/officeDocument/2006/relationships/diagramLayout" Target="../diagrams/layout6.xml"/><Relationship Id="rId3" Type="http://schemas.openxmlformats.org/officeDocument/2006/relationships/diagramLayout" Target="../diagrams/layout3.xml"/><Relationship Id="rId21" Type="http://schemas.microsoft.com/office/2007/relationships/diagramDrawing" Target="../diagrams/drawing6.xml"/><Relationship Id="rId7" Type="http://schemas.openxmlformats.org/officeDocument/2006/relationships/diagramData" Target="../diagrams/data4.xml"/><Relationship Id="rId12" Type="http://schemas.openxmlformats.org/officeDocument/2006/relationships/diagramData" Target="../diagrams/data5.xml"/><Relationship Id="rId17" Type="http://schemas.openxmlformats.org/officeDocument/2006/relationships/diagramData" Target="../diagrams/data6.xml"/><Relationship Id="rId2" Type="http://schemas.openxmlformats.org/officeDocument/2006/relationships/diagramData" Target="../diagrams/data3.xml"/><Relationship Id="rId16" Type="http://schemas.microsoft.com/office/2007/relationships/diagramDrawing" Target="../diagrams/drawing5.xml"/><Relationship Id="rId20" Type="http://schemas.openxmlformats.org/officeDocument/2006/relationships/diagramColors" Target="../diagrams/colors6.xml"/><Relationship Id="rId1" Type="http://schemas.openxmlformats.org/officeDocument/2006/relationships/slideLayout" Target="../slideLayouts/slideLayout2.xml"/><Relationship Id="rId6" Type="http://schemas.microsoft.com/office/2007/relationships/diagramDrawing" Target="../diagrams/drawing3.xml"/><Relationship Id="rId11" Type="http://schemas.microsoft.com/office/2007/relationships/diagramDrawing" Target="../diagrams/drawing4.xml"/><Relationship Id="rId5" Type="http://schemas.openxmlformats.org/officeDocument/2006/relationships/diagramColors" Target="../diagrams/colors3.xml"/><Relationship Id="rId15" Type="http://schemas.openxmlformats.org/officeDocument/2006/relationships/diagramColors" Target="../diagrams/colors5.xml"/><Relationship Id="rId10" Type="http://schemas.openxmlformats.org/officeDocument/2006/relationships/diagramColors" Target="../diagrams/colors4.xml"/><Relationship Id="rId19" Type="http://schemas.openxmlformats.org/officeDocument/2006/relationships/diagramQuickStyle" Target="../diagrams/quickStyle6.xml"/><Relationship Id="rId4" Type="http://schemas.openxmlformats.org/officeDocument/2006/relationships/diagramQuickStyle" Target="../diagrams/quickStyle3.xml"/><Relationship Id="rId9" Type="http://schemas.openxmlformats.org/officeDocument/2006/relationships/diagramQuickStyle" Target="../diagrams/quickStyle4.xml"/><Relationship Id="rId14"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diagramLayout" Target="../diagrams/layout8.xml"/><Relationship Id="rId3" Type="http://schemas.openxmlformats.org/officeDocument/2006/relationships/diagramLayout" Target="../diagrams/layout7.xml"/><Relationship Id="rId7" Type="http://schemas.openxmlformats.org/officeDocument/2006/relationships/diagramData" Target="../diagrams/data8.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11" Type="http://schemas.microsoft.com/office/2007/relationships/diagramDrawing" Target="../diagrams/drawing8.xml"/><Relationship Id="rId5" Type="http://schemas.openxmlformats.org/officeDocument/2006/relationships/diagramColors" Target="../diagrams/colors7.xml"/><Relationship Id="rId10" Type="http://schemas.openxmlformats.org/officeDocument/2006/relationships/diagramColors" Target="../diagrams/colors8.xml"/><Relationship Id="rId4" Type="http://schemas.openxmlformats.org/officeDocument/2006/relationships/diagramQuickStyle" Target="../diagrams/quickStyle7.xml"/><Relationship Id="rId9"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34.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35.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normAutofit fontScale="92500" lnSpcReduction="10000"/>
          </a:bodyPr>
          <a:lstStyle/>
          <a:p>
            <a:r>
              <a:rPr lang="en-IN" dirty="0"/>
              <a:t>Software Development Life Cycle</a:t>
            </a:r>
          </a:p>
          <a:p>
            <a:r>
              <a:rPr lang="en-IN" dirty="0">
                <a:sym typeface="Wingdings" pitchFamily="2" charset="2"/>
              </a:rPr>
              <a:t>Waterfall Model &amp; its Amendment </a:t>
            </a:r>
          </a:p>
          <a:p>
            <a:r>
              <a:rPr lang="en-US" dirty="0"/>
              <a:t>Need of Agile</a:t>
            </a:r>
          </a:p>
          <a:p>
            <a:r>
              <a:rPr lang="en-US" dirty="0"/>
              <a:t>Agile Methodology</a:t>
            </a:r>
          </a:p>
          <a:p>
            <a:r>
              <a:rPr lang="en-US" dirty="0"/>
              <a:t>Principles of Agile Methodology</a:t>
            </a:r>
          </a:p>
          <a:p>
            <a:r>
              <a:rPr lang="en-US" dirty="0"/>
              <a:t>Pillars of Agile Methodology</a:t>
            </a:r>
          </a:p>
          <a:p>
            <a:r>
              <a:rPr lang="en-US" dirty="0"/>
              <a:t>Agile Methodologies</a:t>
            </a:r>
          </a:p>
          <a:p>
            <a:r>
              <a:rPr lang="en-US" dirty="0"/>
              <a:t>Roles in Agile</a:t>
            </a:r>
          </a:p>
          <a:p>
            <a:endParaRPr lang="en-US" dirty="0"/>
          </a:p>
          <a:p>
            <a:endParaRPr lang="en-US" dirty="0"/>
          </a:p>
        </p:txBody>
      </p:sp>
      <p:sp>
        <p:nvSpPr>
          <p:cNvPr id="4" name="Text Placeholder 3"/>
          <p:cNvSpPr>
            <a:spLocks noGrp="1"/>
          </p:cNvSpPr>
          <p:nvPr>
            <p:ph type="body" sz="quarter" idx="14"/>
          </p:nvPr>
        </p:nvSpPr>
        <p:spPr>
          <a:xfrm>
            <a:off x="329247" y="1143001"/>
            <a:ext cx="11196956" cy="395287"/>
          </a:xfrm>
        </p:spPr>
        <p:txBody>
          <a:bodyPr/>
          <a:lstStyle/>
          <a:p>
            <a:r>
              <a:rPr lang="en-IN" dirty="0"/>
              <a:t>Agile Methodology</a:t>
            </a:r>
            <a:endParaRPr lang="en-US" dirty="0"/>
          </a:p>
        </p:txBody>
      </p:sp>
      <p:sp>
        <p:nvSpPr>
          <p:cNvPr id="5" name="Title 4"/>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10920339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Software Development Life Cycle</a:t>
            </a:r>
          </a:p>
        </p:txBody>
      </p:sp>
      <p:sp>
        <p:nvSpPr>
          <p:cNvPr id="4" name="Text Placeholder 3"/>
          <p:cNvSpPr>
            <a:spLocks noGrp="1"/>
          </p:cNvSpPr>
          <p:nvPr>
            <p:ph type="body" sz="quarter" idx="14"/>
          </p:nvPr>
        </p:nvSpPr>
        <p:spPr/>
        <p:txBody>
          <a:bodyPr/>
          <a:lstStyle/>
          <a:p>
            <a:r>
              <a:rPr lang="en-US" dirty="0"/>
              <a:t>SDLC Phases</a:t>
            </a:r>
          </a:p>
        </p:txBody>
      </p:sp>
      <p:graphicFrame>
        <p:nvGraphicFramePr>
          <p:cNvPr id="5" name="Diagram 4">
            <a:extLst>
              <a:ext uri="{FF2B5EF4-FFF2-40B4-BE49-F238E27FC236}">
                <a16:creationId xmlns:a16="http://schemas.microsoft.com/office/drawing/2014/main" id="{B6357DC7-C413-4249-BA7B-2FA9C38AFB65}"/>
              </a:ext>
            </a:extLst>
          </p:cNvPr>
          <p:cNvGraphicFramePr/>
          <p:nvPr>
            <p:extLst>
              <p:ext uri="{D42A27DB-BD31-4B8C-83A1-F6EECF244321}">
                <p14:modId xmlns:p14="http://schemas.microsoft.com/office/powerpoint/2010/main" val="2931909249"/>
              </p:ext>
            </p:extLst>
          </p:nvPr>
        </p:nvGraphicFramePr>
        <p:xfrm>
          <a:off x="867508" y="1538289"/>
          <a:ext cx="9648092" cy="515914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Arrow: Bent 8">
            <a:extLst>
              <a:ext uri="{FF2B5EF4-FFF2-40B4-BE49-F238E27FC236}">
                <a16:creationId xmlns:a16="http://schemas.microsoft.com/office/drawing/2014/main" id="{48540D33-FBDB-48C4-BC8D-0B64C6B8D9D6}"/>
              </a:ext>
            </a:extLst>
          </p:cNvPr>
          <p:cNvSpPr/>
          <p:nvPr/>
        </p:nvSpPr>
        <p:spPr>
          <a:xfrm>
            <a:off x="1981200" y="1756356"/>
            <a:ext cx="858215" cy="4873044"/>
          </a:xfrm>
          <a:prstGeom prst="bentArrow">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0" name="Arrow: Left 9">
            <a:extLst>
              <a:ext uri="{FF2B5EF4-FFF2-40B4-BE49-F238E27FC236}">
                <a16:creationId xmlns:a16="http://schemas.microsoft.com/office/drawing/2014/main" id="{60CDB08D-C554-4E03-9A1B-41A96FB4C997}"/>
              </a:ext>
            </a:extLst>
          </p:cNvPr>
          <p:cNvSpPr/>
          <p:nvPr/>
        </p:nvSpPr>
        <p:spPr>
          <a:xfrm>
            <a:off x="2209800" y="6360979"/>
            <a:ext cx="5181600" cy="370467"/>
          </a:xfrm>
          <a:prstGeom prst="lef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65BFB692-0BCB-41B7-B5DA-DEB7AA33ECDE}"/>
              </a:ext>
            </a:extLst>
          </p:cNvPr>
          <p:cNvSpPr txBox="1"/>
          <p:nvPr/>
        </p:nvSpPr>
        <p:spPr>
          <a:xfrm>
            <a:off x="3581400" y="6019800"/>
            <a:ext cx="2057400" cy="307777"/>
          </a:xfrm>
          <a:prstGeom prst="rect">
            <a:avLst/>
          </a:prstGeom>
          <a:noFill/>
        </p:spPr>
        <p:txBody>
          <a:bodyPr wrap="square" rtlCol="0">
            <a:spAutoFit/>
          </a:bodyPr>
          <a:lstStyle/>
          <a:p>
            <a:r>
              <a:rPr lang="en-US" sz="1400" dirty="0">
                <a:latin typeface="Helvetica" panose="020B0604020202020204" pitchFamily="34" charset="0"/>
                <a:cs typeface="Helvetica" panose="020B0604020202020204" pitchFamily="34" charset="0"/>
              </a:rPr>
              <a:t>Feedback</a:t>
            </a:r>
          </a:p>
        </p:txBody>
      </p:sp>
    </p:spTree>
    <p:extLst>
      <p:ext uri="{BB962C8B-B14F-4D97-AF65-F5344CB8AC3E}">
        <p14:creationId xmlns:p14="http://schemas.microsoft.com/office/powerpoint/2010/main" val="22755609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a:t>
            </a:r>
          </a:p>
        </p:txBody>
      </p:sp>
      <p:sp>
        <p:nvSpPr>
          <p:cNvPr id="3" name="Text Placeholder 2"/>
          <p:cNvSpPr>
            <a:spLocks noGrp="1"/>
          </p:cNvSpPr>
          <p:nvPr>
            <p:ph type="body" sz="quarter" idx="13"/>
          </p:nvPr>
        </p:nvSpPr>
        <p:spPr>
          <a:xfrm>
            <a:off x="857739" y="1600201"/>
            <a:ext cx="10160000" cy="4495799"/>
          </a:xfrm>
        </p:spPr>
        <p:txBody>
          <a:bodyPr>
            <a:normAutofit/>
          </a:bodyPr>
          <a:lstStyle/>
          <a:p>
            <a:r>
              <a:rPr lang="en-US" dirty="0"/>
              <a:t>It is also called as the classic life cycle</a:t>
            </a:r>
          </a:p>
          <a:p>
            <a:r>
              <a:rPr lang="en-US" dirty="0"/>
              <a:t>Waterfall Model is considered as Black Box Model </a:t>
            </a:r>
          </a:p>
          <a:p>
            <a:r>
              <a:rPr lang="en-US" dirty="0"/>
              <a:t>One can not go back to previous phase</a:t>
            </a:r>
          </a:p>
          <a:p>
            <a:r>
              <a:rPr lang="en-US" dirty="0"/>
              <a:t>Sequential in Nature </a:t>
            </a:r>
          </a:p>
          <a:p>
            <a:r>
              <a:rPr lang="en-US" dirty="0"/>
              <a:t>This suggests a systematic, sequential approach to software development that begins with customer specification of requirements</a:t>
            </a:r>
          </a:p>
          <a:p>
            <a:r>
              <a:rPr lang="en-US" dirty="0"/>
              <a:t>And progresses through</a:t>
            </a:r>
          </a:p>
          <a:p>
            <a:pPr lvl="1"/>
            <a:r>
              <a:rPr lang="en-US" dirty="0"/>
              <a:t>Planning</a:t>
            </a:r>
          </a:p>
          <a:p>
            <a:pPr lvl="1"/>
            <a:r>
              <a:rPr lang="en-US" dirty="0"/>
              <a:t>Modeling</a:t>
            </a:r>
          </a:p>
          <a:p>
            <a:pPr lvl="1"/>
            <a:r>
              <a:rPr lang="en-US" dirty="0"/>
              <a:t>Construction</a:t>
            </a:r>
          </a:p>
          <a:p>
            <a:pPr lvl="1"/>
            <a:r>
              <a:rPr lang="en-US" dirty="0"/>
              <a:t>Deployment</a:t>
            </a:r>
          </a:p>
          <a:p>
            <a:pPr lvl="1"/>
            <a:r>
              <a:rPr lang="en-US" dirty="0"/>
              <a:t>and Culminating in ongoing support of the completed software</a:t>
            </a:r>
          </a:p>
          <a:p>
            <a:pPr marL="0" indent="0">
              <a:buNone/>
            </a:pPr>
            <a:endParaRPr lang="en-US" dirty="0"/>
          </a:p>
        </p:txBody>
      </p:sp>
      <p:sp>
        <p:nvSpPr>
          <p:cNvPr id="4" name="Text Placeholder 3"/>
          <p:cNvSpPr>
            <a:spLocks noGrp="1"/>
          </p:cNvSpPr>
          <p:nvPr>
            <p:ph type="body" sz="quarter" idx="14"/>
          </p:nvPr>
        </p:nvSpPr>
        <p:spPr/>
        <p:txBody>
          <a:bodyPr/>
          <a:lstStyle/>
          <a:p>
            <a:r>
              <a:rPr lang="en-US" dirty="0" err="1"/>
              <a:t>Intorduction</a:t>
            </a:r>
            <a:endParaRPr lang="en-US" dirty="0"/>
          </a:p>
        </p:txBody>
      </p:sp>
    </p:spTree>
    <p:extLst>
      <p:ext uri="{BB962C8B-B14F-4D97-AF65-F5344CB8AC3E}">
        <p14:creationId xmlns:p14="http://schemas.microsoft.com/office/powerpoint/2010/main" val="41007119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 Contd..</a:t>
            </a:r>
          </a:p>
        </p:txBody>
      </p:sp>
      <p:sp>
        <p:nvSpPr>
          <p:cNvPr id="4" name="Text Placeholder 3"/>
          <p:cNvSpPr>
            <a:spLocks noGrp="1"/>
          </p:cNvSpPr>
          <p:nvPr>
            <p:ph type="body" sz="quarter" idx="14"/>
          </p:nvPr>
        </p:nvSpPr>
        <p:spPr/>
        <p:txBody>
          <a:bodyPr/>
          <a:lstStyle/>
          <a:p>
            <a:r>
              <a:rPr lang="en-US" dirty="0"/>
              <a:t>Feedback Amendment in Waterfall Model</a:t>
            </a:r>
          </a:p>
        </p:txBody>
      </p:sp>
      <p:pic>
        <p:nvPicPr>
          <p:cNvPr id="7" name="Picture 6">
            <a:extLst>
              <a:ext uri="{FF2B5EF4-FFF2-40B4-BE49-F238E27FC236}">
                <a16:creationId xmlns:a16="http://schemas.microsoft.com/office/drawing/2014/main" id="{D4A6AE39-2C2F-47A3-A667-EB528343F65F}"/>
              </a:ext>
            </a:extLst>
          </p:cNvPr>
          <p:cNvPicPr>
            <a:picLocks noChangeAspect="1"/>
          </p:cNvPicPr>
          <p:nvPr/>
        </p:nvPicPr>
        <p:blipFill>
          <a:blip r:embed="rId2"/>
          <a:stretch>
            <a:fillRect/>
          </a:stretch>
        </p:blipFill>
        <p:spPr>
          <a:xfrm>
            <a:off x="1371600" y="1676400"/>
            <a:ext cx="8086725" cy="4552950"/>
          </a:xfrm>
          <a:prstGeom prst="rect">
            <a:avLst/>
          </a:prstGeom>
        </p:spPr>
      </p:pic>
    </p:spTree>
    <p:extLst>
      <p:ext uri="{BB962C8B-B14F-4D97-AF65-F5344CB8AC3E}">
        <p14:creationId xmlns:p14="http://schemas.microsoft.com/office/powerpoint/2010/main" val="29633421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 Contd..</a:t>
            </a:r>
          </a:p>
        </p:txBody>
      </p:sp>
      <p:sp>
        <p:nvSpPr>
          <p:cNvPr id="3" name="Text Placeholder 2"/>
          <p:cNvSpPr>
            <a:spLocks noGrp="1"/>
          </p:cNvSpPr>
          <p:nvPr>
            <p:ph type="body" sz="quarter" idx="13"/>
          </p:nvPr>
        </p:nvSpPr>
        <p:spPr/>
        <p:txBody>
          <a:bodyPr/>
          <a:lstStyle/>
          <a:p>
            <a:r>
              <a:rPr lang="en-US" dirty="0"/>
              <a:t>Easy to use and follow</a:t>
            </a:r>
          </a:p>
          <a:p>
            <a:r>
              <a:rPr lang="en-US" dirty="0"/>
              <a:t>Cost effective</a:t>
            </a:r>
          </a:p>
          <a:p>
            <a:r>
              <a:rPr lang="en-US" dirty="0"/>
              <a:t>Each phase completely developed</a:t>
            </a:r>
          </a:p>
          <a:p>
            <a:r>
              <a:rPr lang="en-US" dirty="0"/>
              <a:t>Development processed in sequential  manner, so very less chance of rework</a:t>
            </a:r>
          </a:p>
          <a:p>
            <a:r>
              <a:rPr lang="en-US" dirty="0"/>
              <a:t>Easy to manage the project</a:t>
            </a:r>
          </a:p>
          <a:p>
            <a:r>
              <a:rPr lang="en-US" dirty="0"/>
              <a:t>Easy documentation</a:t>
            </a:r>
          </a:p>
          <a:p>
            <a:endParaRPr lang="en-US" dirty="0"/>
          </a:p>
        </p:txBody>
      </p:sp>
      <p:sp>
        <p:nvSpPr>
          <p:cNvPr id="4" name="Text Placeholder 3"/>
          <p:cNvSpPr>
            <a:spLocks noGrp="1"/>
          </p:cNvSpPr>
          <p:nvPr>
            <p:ph type="body" sz="quarter" idx="14"/>
          </p:nvPr>
        </p:nvSpPr>
        <p:spPr/>
        <p:txBody>
          <a:bodyPr/>
          <a:lstStyle/>
          <a:p>
            <a:r>
              <a:rPr lang="en-US" dirty="0"/>
              <a:t>Advantages</a:t>
            </a:r>
          </a:p>
          <a:p>
            <a:endParaRPr lang="en-US" dirty="0"/>
          </a:p>
        </p:txBody>
      </p:sp>
    </p:spTree>
    <p:extLst>
      <p:ext uri="{BB962C8B-B14F-4D97-AF65-F5344CB8AC3E}">
        <p14:creationId xmlns:p14="http://schemas.microsoft.com/office/powerpoint/2010/main" val="12943120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Waterfall Model Contd..</a:t>
            </a:r>
          </a:p>
        </p:txBody>
      </p:sp>
      <p:sp>
        <p:nvSpPr>
          <p:cNvPr id="3" name="Text Placeholder 2"/>
          <p:cNvSpPr>
            <a:spLocks noGrp="1"/>
          </p:cNvSpPr>
          <p:nvPr>
            <p:ph type="body" sz="quarter" idx="13"/>
          </p:nvPr>
        </p:nvSpPr>
        <p:spPr>
          <a:xfrm>
            <a:off x="857739" y="1600201"/>
            <a:ext cx="10160000" cy="4343399"/>
          </a:xfrm>
        </p:spPr>
        <p:txBody>
          <a:bodyPr>
            <a:normAutofit/>
          </a:bodyPr>
          <a:lstStyle/>
          <a:p>
            <a:r>
              <a:rPr lang="en-US" dirty="0"/>
              <a:t>The main drawback of the waterfall model is the difficulty of accommodating change after the process is underway</a:t>
            </a:r>
          </a:p>
          <a:p>
            <a:r>
              <a:rPr lang="en-US" dirty="0"/>
              <a:t>In principle, a phase has to be complete before moving onto the next phase</a:t>
            </a:r>
          </a:p>
          <a:p>
            <a:r>
              <a:rPr lang="en-US" dirty="0"/>
              <a:t>Inflexible partitioning of the project into distinct stages makes it difficult to respond to changing customer requirements</a:t>
            </a:r>
          </a:p>
          <a:p>
            <a:pPr lvl="1"/>
            <a:r>
              <a:rPr lang="en-US" dirty="0"/>
              <a:t>Therefore, this model is only appropriate when the requirements are well-understood and changes will be fairly limited during the design process</a:t>
            </a:r>
          </a:p>
          <a:p>
            <a:pPr lvl="1"/>
            <a:r>
              <a:rPr lang="en-US" dirty="0"/>
              <a:t>Few business systems have stable requirements</a:t>
            </a:r>
          </a:p>
          <a:p>
            <a:endParaRPr lang="en-US" dirty="0"/>
          </a:p>
        </p:txBody>
      </p:sp>
      <p:sp>
        <p:nvSpPr>
          <p:cNvPr id="4" name="Text Placeholder 3"/>
          <p:cNvSpPr>
            <a:spLocks noGrp="1"/>
          </p:cNvSpPr>
          <p:nvPr>
            <p:ph type="body" sz="quarter" idx="14"/>
          </p:nvPr>
        </p:nvSpPr>
        <p:spPr/>
        <p:txBody>
          <a:bodyPr/>
          <a:lstStyle/>
          <a:p>
            <a:r>
              <a:rPr lang="en-US" dirty="0"/>
              <a:t>Waterfall Model Problems</a:t>
            </a:r>
          </a:p>
          <a:p>
            <a:endParaRPr lang="en-US" dirty="0"/>
          </a:p>
        </p:txBody>
      </p:sp>
    </p:spTree>
    <p:extLst>
      <p:ext uri="{BB962C8B-B14F-4D97-AF65-F5344CB8AC3E}">
        <p14:creationId xmlns:p14="http://schemas.microsoft.com/office/powerpoint/2010/main" val="12290676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Need of Agile</a:t>
            </a:r>
          </a:p>
        </p:txBody>
      </p:sp>
      <p:sp>
        <p:nvSpPr>
          <p:cNvPr id="3" name="Text Placeholder 2"/>
          <p:cNvSpPr>
            <a:spLocks noGrp="1"/>
          </p:cNvSpPr>
          <p:nvPr>
            <p:ph type="body" sz="quarter" idx="13"/>
          </p:nvPr>
        </p:nvSpPr>
        <p:spPr>
          <a:xfrm>
            <a:off x="869324" y="1756356"/>
            <a:ext cx="10160000" cy="3733799"/>
          </a:xfrm>
        </p:spPr>
        <p:txBody>
          <a:bodyPr/>
          <a:lstStyle/>
          <a:p>
            <a:r>
              <a:rPr lang="en-US" dirty="0"/>
              <a:t>The project will produce the wrong product</a:t>
            </a:r>
          </a:p>
          <a:p>
            <a:r>
              <a:rPr lang="en-US" dirty="0"/>
              <a:t>The project will produce a product of inferior quality</a:t>
            </a:r>
          </a:p>
          <a:p>
            <a:r>
              <a:rPr lang="en-US" dirty="0"/>
              <a:t>The project will be late</a:t>
            </a:r>
          </a:p>
          <a:p>
            <a:r>
              <a:rPr lang="en-US" dirty="0"/>
              <a:t>We’ll have to work 80 hour weeks</a:t>
            </a:r>
          </a:p>
          <a:p>
            <a:r>
              <a:rPr lang="en-US" dirty="0"/>
              <a:t>We’ll have to break commitments</a:t>
            </a:r>
          </a:p>
          <a:p>
            <a:r>
              <a:rPr lang="en-US" dirty="0"/>
              <a:t>We won’t be having fun</a:t>
            </a:r>
          </a:p>
          <a:p>
            <a:endParaRPr lang="en-US" dirty="0"/>
          </a:p>
          <a:p>
            <a:r>
              <a:rPr lang="en-US" dirty="0"/>
              <a:t>Storm called Agile</a:t>
            </a:r>
          </a:p>
          <a:p>
            <a:r>
              <a:rPr lang="en-US" dirty="0"/>
              <a:t>According to </a:t>
            </a:r>
            <a:r>
              <a:rPr lang="en-US" dirty="0" err="1"/>
              <a:t>VersionOne's</a:t>
            </a:r>
            <a:r>
              <a:rPr lang="en-US" dirty="0"/>
              <a:t> State of Agile Report in 2017 says 94% of organizations practice Agile, and in 2018 it reported 97% organizations practice agile development methods</a:t>
            </a:r>
          </a:p>
          <a:p>
            <a:endParaRPr lang="en-US" dirty="0"/>
          </a:p>
          <a:p>
            <a:pPr marL="0" indent="0">
              <a:buNone/>
            </a:pPr>
            <a:endParaRPr lang="en-US" dirty="0"/>
          </a:p>
        </p:txBody>
      </p:sp>
      <p:sp>
        <p:nvSpPr>
          <p:cNvPr id="4" name="Text Placeholder 3"/>
          <p:cNvSpPr>
            <a:spLocks noGrp="1"/>
          </p:cNvSpPr>
          <p:nvPr>
            <p:ph type="body" sz="quarter" idx="14"/>
          </p:nvPr>
        </p:nvSpPr>
        <p:spPr/>
        <p:txBody>
          <a:bodyPr/>
          <a:lstStyle/>
          <a:p>
            <a:r>
              <a:rPr lang="en-US" dirty="0"/>
              <a:t>Why Agile?</a:t>
            </a:r>
          </a:p>
        </p:txBody>
      </p:sp>
    </p:spTree>
    <p:extLst>
      <p:ext uri="{BB962C8B-B14F-4D97-AF65-F5344CB8AC3E}">
        <p14:creationId xmlns:p14="http://schemas.microsoft.com/office/powerpoint/2010/main" val="41482291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Agile Methodology Contd..</a:t>
            </a:r>
          </a:p>
        </p:txBody>
      </p:sp>
      <p:sp>
        <p:nvSpPr>
          <p:cNvPr id="3" name="Text Placeholder 2"/>
          <p:cNvSpPr>
            <a:spLocks noGrp="1"/>
          </p:cNvSpPr>
          <p:nvPr>
            <p:ph type="body" sz="quarter" idx="13"/>
          </p:nvPr>
        </p:nvSpPr>
        <p:spPr/>
        <p:txBody>
          <a:bodyPr/>
          <a:lstStyle/>
          <a:p>
            <a:r>
              <a:rPr lang="en-US" dirty="0"/>
              <a:t>Agile was formally launched in 2001</a:t>
            </a:r>
          </a:p>
          <a:p>
            <a:r>
              <a:rPr lang="en-US" dirty="0"/>
              <a:t>17 technologists drafted the Agile Manifesto</a:t>
            </a:r>
          </a:p>
        </p:txBody>
      </p:sp>
      <p:sp>
        <p:nvSpPr>
          <p:cNvPr id="4" name="Text Placeholder 3"/>
          <p:cNvSpPr>
            <a:spLocks noGrp="1"/>
          </p:cNvSpPr>
          <p:nvPr>
            <p:ph type="body" sz="quarter" idx="14"/>
          </p:nvPr>
        </p:nvSpPr>
        <p:spPr/>
        <p:txBody>
          <a:bodyPr/>
          <a:lstStyle/>
          <a:p>
            <a:r>
              <a:rPr lang="en-US" dirty="0"/>
              <a:t>Agile – Background</a:t>
            </a:r>
          </a:p>
        </p:txBody>
      </p:sp>
      <p:graphicFrame>
        <p:nvGraphicFramePr>
          <p:cNvPr id="5" name="Content Placeholder 6"/>
          <p:cNvGraphicFramePr>
            <a:graphicFrameLocks/>
          </p:cNvGraphicFramePr>
          <p:nvPr>
            <p:extLst>
              <p:ext uri="{D42A27DB-BD31-4B8C-83A1-F6EECF244321}">
                <p14:modId xmlns:p14="http://schemas.microsoft.com/office/powerpoint/2010/main" val="370912444"/>
              </p:ext>
            </p:extLst>
          </p:nvPr>
        </p:nvGraphicFramePr>
        <p:xfrm>
          <a:off x="2286000" y="2667000"/>
          <a:ext cx="8153400" cy="27741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649354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Principles of Agile Methodology</a:t>
            </a:r>
          </a:p>
        </p:txBody>
      </p:sp>
      <p:sp>
        <p:nvSpPr>
          <p:cNvPr id="3" name="Text Placeholder 2"/>
          <p:cNvSpPr>
            <a:spLocks noGrp="1"/>
          </p:cNvSpPr>
          <p:nvPr>
            <p:ph type="body" sz="quarter" idx="13"/>
          </p:nvPr>
        </p:nvSpPr>
        <p:spPr>
          <a:xfrm>
            <a:off x="857739" y="1600201"/>
            <a:ext cx="10160000" cy="5029199"/>
          </a:xfrm>
        </p:spPr>
        <p:txBody>
          <a:bodyPr>
            <a:normAutofit fontScale="92500" lnSpcReduction="20000"/>
          </a:bodyPr>
          <a:lstStyle/>
          <a:p>
            <a:pPr marL="342900" indent="-342900">
              <a:buFont typeface="+mj-lt"/>
              <a:buAutoNum type="arabicPeriod"/>
            </a:pPr>
            <a:r>
              <a:rPr lang="en-US" dirty="0"/>
              <a:t>Our highest priority is to satisfy the customer through early and continuous delivery of valuable software</a:t>
            </a:r>
          </a:p>
          <a:p>
            <a:pPr marL="342900" indent="-342900">
              <a:buFont typeface="+mj-lt"/>
              <a:buAutoNum type="arabicPeriod"/>
            </a:pPr>
            <a:r>
              <a:rPr lang="en-US" dirty="0"/>
              <a:t>Welcome changing requirements, even late in development. Agile processes harness change for the customer's competitive advantage</a:t>
            </a:r>
          </a:p>
          <a:p>
            <a:pPr marL="342900" indent="-342900">
              <a:buFont typeface="+mj-lt"/>
              <a:buAutoNum type="arabicPeriod"/>
            </a:pPr>
            <a:r>
              <a:rPr lang="en-US" dirty="0"/>
              <a:t>Deliver working software frequently, from a couple of weeks to a couple of months, with a preference to the shorter timescale</a:t>
            </a:r>
          </a:p>
          <a:p>
            <a:pPr marL="342900" indent="-342900">
              <a:buFont typeface="+mj-lt"/>
              <a:buAutoNum type="arabicPeriod"/>
            </a:pPr>
            <a:r>
              <a:rPr lang="en-US" dirty="0"/>
              <a:t>Business people and developers must work together daily throughout the project</a:t>
            </a:r>
          </a:p>
          <a:p>
            <a:pPr marL="342900" indent="-342900">
              <a:buFont typeface="+mj-lt"/>
              <a:buAutoNum type="arabicPeriod"/>
            </a:pPr>
            <a:r>
              <a:rPr lang="en-US" dirty="0"/>
              <a:t>Build projects around motivated individuals. Give them the environment and support they need, and trust them to get the job done</a:t>
            </a:r>
          </a:p>
          <a:p>
            <a:pPr marL="342900" indent="-342900">
              <a:buFont typeface="+mj-lt"/>
              <a:buAutoNum type="arabicPeriod"/>
            </a:pPr>
            <a:r>
              <a:rPr lang="en-US" dirty="0"/>
              <a:t>The most efficient and effective method of conveying information to and within a development team is face-to-face conversation</a:t>
            </a:r>
          </a:p>
          <a:p>
            <a:pPr marL="342900" indent="-342900">
              <a:buFont typeface="+mj-lt"/>
              <a:buAutoNum type="arabicPeriod"/>
            </a:pPr>
            <a:r>
              <a:rPr lang="en-US" dirty="0"/>
              <a:t>Working software is the primary measure of progress</a:t>
            </a:r>
          </a:p>
          <a:p>
            <a:pPr marL="342900" indent="-342900">
              <a:buFont typeface="+mj-lt"/>
              <a:buAutoNum type="arabicPeriod"/>
            </a:pPr>
            <a:r>
              <a:rPr lang="en-US" dirty="0"/>
              <a:t>Agile processes promote sustainable development. The sponsors, developers, and users should be able to maintain a constant pace indefinitely</a:t>
            </a:r>
          </a:p>
          <a:p>
            <a:pPr marL="342900" indent="-342900">
              <a:buFont typeface="+mj-lt"/>
              <a:buAutoNum type="arabicPeriod"/>
            </a:pPr>
            <a:r>
              <a:rPr lang="en-US" dirty="0"/>
              <a:t>Continuous attention to technical excellence and good design enhances agility</a:t>
            </a:r>
          </a:p>
          <a:p>
            <a:pPr marL="342900" indent="-342900">
              <a:buFont typeface="+mj-lt"/>
              <a:buAutoNum type="arabicPeriod"/>
            </a:pPr>
            <a:r>
              <a:rPr lang="en-US" dirty="0"/>
              <a:t>Simplicity--the art of maximizing the amount of work not done--is essential</a:t>
            </a:r>
          </a:p>
          <a:p>
            <a:pPr marL="342900" indent="-342900">
              <a:buFont typeface="+mj-lt"/>
              <a:buAutoNum type="arabicPeriod"/>
            </a:pPr>
            <a:r>
              <a:rPr lang="en-US" dirty="0"/>
              <a:t>The best architectures, requirements, and designs emerge from self-organizing teams</a:t>
            </a:r>
          </a:p>
          <a:p>
            <a:pPr marL="342900" indent="-342900">
              <a:buFont typeface="+mj-lt"/>
              <a:buAutoNum type="arabicPeriod"/>
            </a:pPr>
            <a:r>
              <a:rPr lang="en-US" dirty="0"/>
              <a:t>At regular intervals, the team reflects on how to become more effective, then tunes and adjusts its behavior accordingly</a:t>
            </a:r>
          </a:p>
          <a:p>
            <a:endParaRPr lang="en-US" dirty="0"/>
          </a:p>
        </p:txBody>
      </p:sp>
      <p:sp>
        <p:nvSpPr>
          <p:cNvPr id="4" name="Text Placeholder 3"/>
          <p:cNvSpPr>
            <a:spLocks noGrp="1"/>
          </p:cNvSpPr>
          <p:nvPr>
            <p:ph type="body" sz="quarter" idx="14"/>
          </p:nvPr>
        </p:nvSpPr>
        <p:spPr/>
        <p:txBody>
          <a:bodyPr/>
          <a:lstStyle/>
          <a:p>
            <a:r>
              <a:rPr lang="en-US" dirty="0"/>
              <a:t>Twelve Principles </a:t>
            </a:r>
          </a:p>
        </p:txBody>
      </p:sp>
    </p:spTree>
    <p:extLst>
      <p:ext uri="{BB962C8B-B14F-4D97-AF65-F5344CB8AC3E}">
        <p14:creationId xmlns:p14="http://schemas.microsoft.com/office/powerpoint/2010/main" val="30503025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Pillars of Agile Methodology</a:t>
            </a:r>
          </a:p>
        </p:txBody>
      </p:sp>
      <p:sp>
        <p:nvSpPr>
          <p:cNvPr id="4" name="Text Placeholder 3"/>
          <p:cNvSpPr>
            <a:spLocks noGrp="1"/>
          </p:cNvSpPr>
          <p:nvPr>
            <p:ph type="body" sz="quarter" idx="14"/>
          </p:nvPr>
        </p:nvSpPr>
        <p:spPr/>
        <p:txBody>
          <a:bodyPr/>
          <a:lstStyle/>
          <a:p>
            <a:r>
              <a:rPr lang="en-US" dirty="0"/>
              <a:t>Agile focuses on</a:t>
            </a:r>
          </a:p>
        </p:txBody>
      </p:sp>
      <p:graphicFrame>
        <p:nvGraphicFramePr>
          <p:cNvPr id="5" name="Diagram 4">
            <a:extLst>
              <a:ext uri="{FF2B5EF4-FFF2-40B4-BE49-F238E27FC236}">
                <a16:creationId xmlns:a16="http://schemas.microsoft.com/office/drawing/2014/main" id="{D9E34FD4-2747-497D-84D3-5D1F3A4DB286}"/>
              </a:ext>
            </a:extLst>
          </p:cNvPr>
          <p:cNvGraphicFramePr/>
          <p:nvPr>
            <p:extLst>
              <p:ext uri="{D42A27DB-BD31-4B8C-83A1-F6EECF244321}">
                <p14:modId xmlns:p14="http://schemas.microsoft.com/office/powerpoint/2010/main" val="2522778859"/>
              </p:ext>
            </p:extLst>
          </p:nvPr>
        </p:nvGraphicFramePr>
        <p:xfrm>
          <a:off x="3980962" y="1538288"/>
          <a:ext cx="4230076" cy="1142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Diagram 6">
            <a:extLst>
              <a:ext uri="{FF2B5EF4-FFF2-40B4-BE49-F238E27FC236}">
                <a16:creationId xmlns:a16="http://schemas.microsoft.com/office/drawing/2014/main" id="{C44973A8-F82A-43AB-B897-DB969F5B9684}"/>
              </a:ext>
            </a:extLst>
          </p:cNvPr>
          <p:cNvGraphicFramePr/>
          <p:nvPr>
            <p:extLst>
              <p:ext uri="{D42A27DB-BD31-4B8C-83A1-F6EECF244321}">
                <p14:modId xmlns:p14="http://schemas.microsoft.com/office/powerpoint/2010/main" val="2853634489"/>
              </p:ext>
            </p:extLst>
          </p:nvPr>
        </p:nvGraphicFramePr>
        <p:xfrm>
          <a:off x="3980962" y="2758861"/>
          <a:ext cx="4230076" cy="1142999"/>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8" name="Diagram 7">
            <a:extLst>
              <a:ext uri="{FF2B5EF4-FFF2-40B4-BE49-F238E27FC236}">
                <a16:creationId xmlns:a16="http://schemas.microsoft.com/office/drawing/2014/main" id="{A6263B6B-0738-46F2-9C16-2AD2E0DD222C}"/>
              </a:ext>
            </a:extLst>
          </p:cNvPr>
          <p:cNvGraphicFramePr/>
          <p:nvPr>
            <p:extLst>
              <p:ext uri="{D42A27DB-BD31-4B8C-83A1-F6EECF244321}">
                <p14:modId xmlns:p14="http://schemas.microsoft.com/office/powerpoint/2010/main" val="2802074813"/>
              </p:ext>
            </p:extLst>
          </p:nvPr>
        </p:nvGraphicFramePr>
        <p:xfrm>
          <a:off x="3969239" y="3901860"/>
          <a:ext cx="4230076" cy="1142999"/>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graphicFrame>
        <p:nvGraphicFramePr>
          <p:cNvPr id="9" name="Diagram 8">
            <a:extLst>
              <a:ext uri="{FF2B5EF4-FFF2-40B4-BE49-F238E27FC236}">
                <a16:creationId xmlns:a16="http://schemas.microsoft.com/office/drawing/2014/main" id="{83097E49-62CC-4A2C-A279-EBF6FBE31C10}"/>
              </a:ext>
            </a:extLst>
          </p:cNvPr>
          <p:cNvGraphicFramePr/>
          <p:nvPr>
            <p:extLst>
              <p:ext uri="{D42A27DB-BD31-4B8C-83A1-F6EECF244321}">
                <p14:modId xmlns:p14="http://schemas.microsoft.com/office/powerpoint/2010/main" val="3735342314"/>
              </p:ext>
            </p:extLst>
          </p:nvPr>
        </p:nvGraphicFramePr>
        <p:xfrm>
          <a:off x="3948724" y="5122433"/>
          <a:ext cx="4230076" cy="1142999"/>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p:spTree>
    <p:extLst>
      <p:ext uri="{BB962C8B-B14F-4D97-AF65-F5344CB8AC3E}">
        <p14:creationId xmlns:p14="http://schemas.microsoft.com/office/powerpoint/2010/main" val="16412925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Agile Methodologies</a:t>
            </a:r>
          </a:p>
        </p:txBody>
      </p:sp>
      <p:sp>
        <p:nvSpPr>
          <p:cNvPr id="3" name="Text Placeholder 2"/>
          <p:cNvSpPr>
            <a:spLocks noGrp="1"/>
          </p:cNvSpPr>
          <p:nvPr>
            <p:ph type="body" sz="quarter" idx="13"/>
          </p:nvPr>
        </p:nvSpPr>
        <p:spPr/>
        <p:txBody>
          <a:bodyPr/>
          <a:lstStyle/>
          <a:p>
            <a:pPr fontAlgn="ctr"/>
            <a:r>
              <a:rPr lang="en-US" dirty="0"/>
              <a:t>Scrum</a:t>
            </a:r>
          </a:p>
          <a:p>
            <a:pPr fontAlgn="ctr"/>
            <a:r>
              <a:rPr lang="en-US" dirty="0"/>
              <a:t>Extreme Programming [XP]</a:t>
            </a:r>
          </a:p>
          <a:p>
            <a:pPr fontAlgn="ctr"/>
            <a:r>
              <a:rPr lang="en-US" dirty="0"/>
              <a:t>Test driven Development [TDD]</a:t>
            </a:r>
          </a:p>
          <a:p>
            <a:pPr fontAlgn="ctr"/>
            <a:r>
              <a:rPr lang="en-US" dirty="0"/>
              <a:t>Feature Driven Development [FDD]</a:t>
            </a:r>
          </a:p>
          <a:p>
            <a:pPr fontAlgn="ctr"/>
            <a:r>
              <a:rPr lang="en-US" dirty="0"/>
              <a:t>Behavior-driven development [BDD]</a:t>
            </a:r>
          </a:p>
          <a:p>
            <a:pPr marL="0" indent="0">
              <a:buNone/>
            </a:pPr>
            <a:endParaRPr lang="en-US" dirty="0"/>
          </a:p>
        </p:txBody>
      </p:sp>
      <p:sp>
        <p:nvSpPr>
          <p:cNvPr id="4" name="Text Placeholder 3"/>
          <p:cNvSpPr>
            <a:spLocks noGrp="1"/>
          </p:cNvSpPr>
          <p:nvPr>
            <p:ph type="body" sz="quarter" idx="14"/>
          </p:nvPr>
        </p:nvSpPr>
        <p:spPr/>
        <p:txBody>
          <a:bodyPr/>
          <a:lstStyle/>
          <a:p>
            <a:r>
              <a:rPr lang="en-US" dirty="0"/>
              <a:t>Few of Agile Methodologies</a:t>
            </a:r>
          </a:p>
        </p:txBody>
      </p:sp>
    </p:spTree>
    <p:extLst>
      <p:ext uri="{BB962C8B-B14F-4D97-AF65-F5344CB8AC3E}">
        <p14:creationId xmlns:p14="http://schemas.microsoft.com/office/powerpoint/2010/main" val="4270839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Roles in Agile</a:t>
            </a:r>
          </a:p>
        </p:txBody>
      </p:sp>
      <p:sp>
        <p:nvSpPr>
          <p:cNvPr id="3" name="Text Placeholder 2"/>
          <p:cNvSpPr>
            <a:spLocks noGrp="1"/>
          </p:cNvSpPr>
          <p:nvPr>
            <p:ph type="body" sz="quarter" idx="13"/>
          </p:nvPr>
        </p:nvSpPr>
        <p:spPr/>
        <p:txBody>
          <a:bodyPr/>
          <a:lstStyle/>
          <a:p>
            <a:r>
              <a:rPr lang="en-US" dirty="0"/>
              <a:t>User</a:t>
            </a:r>
          </a:p>
          <a:p>
            <a:endParaRPr lang="en-US" dirty="0"/>
          </a:p>
          <a:p>
            <a:r>
              <a:rPr lang="en-US" dirty="0"/>
              <a:t>Product Owner</a:t>
            </a:r>
          </a:p>
          <a:p>
            <a:endParaRPr lang="en-US" dirty="0"/>
          </a:p>
          <a:p>
            <a:r>
              <a:rPr lang="en-US" dirty="0"/>
              <a:t>Software Development Team</a:t>
            </a:r>
          </a:p>
          <a:p>
            <a:endParaRPr lang="en-US" dirty="0"/>
          </a:p>
        </p:txBody>
      </p:sp>
      <p:sp>
        <p:nvSpPr>
          <p:cNvPr id="4" name="Text Placeholder 3"/>
          <p:cNvSpPr>
            <a:spLocks noGrp="1"/>
          </p:cNvSpPr>
          <p:nvPr>
            <p:ph type="body" sz="quarter" idx="14"/>
          </p:nvPr>
        </p:nvSpPr>
        <p:spPr/>
        <p:txBody>
          <a:bodyPr/>
          <a:lstStyle/>
          <a:p>
            <a:r>
              <a:rPr lang="en-US" dirty="0"/>
              <a:t>Basic roles involved</a:t>
            </a:r>
          </a:p>
        </p:txBody>
      </p:sp>
    </p:spTree>
    <p:extLst>
      <p:ext uri="{BB962C8B-B14F-4D97-AF65-F5344CB8AC3E}">
        <p14:creationId xmlns:p14="http://schemas.microsoft.com/office/powerpoint/2010/main" val="3068907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Operational Methodology</a:t>
            </a:r>
          </a:p>
        </p:txBody>
      </p:sp>
      <p:sp>
        <p:nvSpPr>
          <p:cNvPr id="3" name="Text Placeholder 2"/>
          <p:cNvSpPr>
            <a:spLocks noGrp="1"/>
          </p:cNvSpPr>
          <p:nvPr>
            <p:ph type="body" sz="quarter" idx="13"/>
          </p:nvPr>
        </p:nvSpPr>
        <p:spPr>
          <a:xfrm>
            <a:off x="857739" y="1600201"/>
            <a:ext cx="10160000" cy="4876799"/>
          </a:xfrm>
        </p:spPr>
        <p:txBody>
          <a:bodyPr>
            <a:normAutofit/>
          </a:bodyPr>
          <a:lstStyle/>
          <a:p>
            <a:r>
              <a:rPr lang="en-US" dirty="0"/>
              <a:t>ITIL is a framework of best practices for delivering IT services</a:t>
            </a:r>
          </a:p>
          <a:p>
            <a:r>
              <a:rPr lang="en-US" dirty="0"/>
              <a:t>The ITIL processes within IT Service Management (ITSM) ensure that IT Services are provided in a focused, client-friendly and cost-optimized manner</a:t>
            </a:r>
          </a:p>
          <a:p>
            <a:r>
              <a:rPr lang="en-US" dirty="0"/>
              <a:t>ITIL’s systematic approach to IT service management can help businesses </a:t>
            </a:r>
          </a:p>
          <a:p>
            <a:r>
              <a:rPr lang="en-US" dirty="0"/>
              <a:t>Manage risk</a:t>
            </a:r>
          </a:p>
          <a:p>
            <a:r>
              <a:rPr lang="en-US" dirty="0"/>
              <a:t>Strengthen customer relations </a:t>
            </a:r>
          </a:p>
          <a:p>
            <a:r>
              <a:rPr lang="en-US" dirty="0"/>
              <a:t>Establish cost-effective practices</a:t>
            </a:r>
          </a:p>
          <a:p>
            <a:r>
              <a:rPr lang="en-US" dirty="0"/>
              <a:t>And build a stable IT environment </a:t>
            </a:r>
          </a:p>
          <a:p>
            <a:r>
              <a:rPr lang="en-US" dirty="0"/>
              <a:t>that allows for </a:t>
            </a:r>
          </a:p>
          <a:p>
            <a:pPr lvl="1"/>
            <a:r>
              <a:rPr lang="en-US" dirty="0"/>
              <a:t>Growth</a:t>
            </a:r>
          </a:p>
          <a:p>
            <a:pPr lvl="1"/>
            <a:r>
              <a:rPr lang="en-US" dirty="0"/>
              <a:t>Scale and </a:t>
            </a:r>
          </a:p>
          <a:p>
            <a:pPr lvl="1"/>
            <a:r>
              <a:rPr lang="en-US" dirty="0"/>
              <a:t>Change</a:t>
            </a:r>
          </a:p>
          <a:p>
            <a:endParaRPr lang="en-US" dirty="0"/>
          </a:p>
        </p:txBody>
      </p:sp>
      <p:sp>
        <p:nvSpPr>
          <p:cNvPr id="4" name="Text Placeholder 3"/>
          <p:cNvSpPr>
            <a:spLocks noGrp="1"/>
          </p:cNvSpPr>
          <p:nvPr>
            <p:ph type="body" sz="quarter" idx="14"/>
          </p:nvPr>
        </p:nvSpPr>
        <p:spPr/>
        <p:txBody>
          <a:bodyPr/>
          <a:lstStyle/>
          <a:p>
            <a:r>
              <a:rPr lang="en-US" dirty="0"/>
              <a:t>ITIL</a:t>
            </a:r>
          </a:p>
        </p:txBody>
      </p:sp>
    </p:spTree>
    <p:extLst>
      <p:ext uri="{BB962C8B-B14F-4D97-AF65-F5344CB8AC3E}">
        <p14:creationId xmlns:p14="http://schemas.microsoft.com/office/powerpoint/2010/main" val="23263752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ITIL</a:t>
            </a:r>
          </a:p>
        </p:txBody>
      </p:sp>
      <p:sp>
        <p:nvSpPr>
          <p:cNvPr id="3" name="Text Placeholder 2"/>
          <p:cNvSpPr>
            <a:spLocks noGrp="1"/>
          </p:cNvSpPr>
          <p:nvPr>
            <p:ph type="body" sz="quarter" idx="13"/>
          </p:nvPr>
        </p:nvSpPr>
        <p:spPr/>
        <p:txBody>
          <a:bodyPr/>
          <a:lstStyle/>
          <a:p>
            <a:r>
              <a:rPr lang="en-US" dirty="0"/>
              <a:t>Developed by the British government's Central Computer and Telecommunications Agency (CCTA) during the 1980s</a:t>
            </a:r>
          </a:p>
          <a:p>
            <a:r>
              <a:rPr lang="en-US" dirty="0"/>
              <a:t>The ITIL first consisted of more than 30 books, developed and released over time, that codified best practices in information technology accumulated from many sources (including vendors' best practices) around the world</a:t>
            </a:r>
          </a:p>
          <a:p>
            <a:r>
              <a:rPr lang="en-US" dirty="0"/>
              <a:t>ITIL’s contribution aligned with the ISO/IEC 20000 Service Management standard in 2005</a:t>
            </a:r>
          </a:p>
          <a:p>
            <a:r>
              <a:rPr lang="en-US" dirty="0"/>
              <a:t>Since 2013, ITIL is owned by Axelos — a joint venture between the Cabinet Office and Capita</a:t>
            </a:r>
          </a:p>
          <a:p>
            <a:endParaRPr lang="en-US" dirty="0"/>
          </a:p>
          <a:p>
            <a:endParaRPr lang="en-US" dirty="0"/>
          </a:p>
        </p:txBody>
      </p:sp>
      <p:sp>
        <p:nvSpPr>
          <p:cNvPr id="4" name="Text Placeholder 3"/>
          <p:cNvSpPr>
            <a:spLocks noGrp="1"/>
          </p:cNvSpPr>
          <p:nvPr>
            <p:ph type="body" sz="quarter" idx="14"/>
          </p:nvPr>
        </p:nvSpPr>
        <p:spPr/>
        <p:txBody>
          <a:bodyPr/>
          <a:lstStyle/>
          <a:p>
            <a:r>
              <a:rPr lang="en-US" dirty="0"/>
              <a:t>ITIL : Origin</a:t>
            </a:r>
          </a:p>
        </p:txBody>
      </p:sp>
    </p:spTree>
    <p:extLst>
      <p:ext uri="{BB962C8B-B14F-4D97-AF65-F5344CB8AC3E}">
        <p14:creationId xmlns:p14="http://schemas.microsoft.com/office/powerpoint/2010/main" val="33947958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ITIL</a:t>
            </a:r>
          </a:p>
        </p:txBody>
      </p:sp>
      <p:sp>
        <p:nvSpPr>
          <p:cNvPr id="3" name="Text Placeholder 2"/>
          <p:cNvSpPr>
            <a:spLocks noGrp="1"/>
          </p:cNvSpPr>
          <p:nvPr>
            <p:ph type="body" sz="quarter" idx="13"/>
          </p:nvPr>
        </p:nvSpPr>
        <p:spPr>
          <a:xfrm>
            <a:off x="857739" y="1600201"/>
            <a:ext cx="4552461" cy="4724399"/>
          </a:xfrm>
        </p:spPr>
        <p:txBody>
          <a:bodyPr>
            <a:normAutofit/>
          </a:bodyPr>
          <a:lstStyle/>
          <a:p>
            <a:r>
              <a:rPr lang="en-US" dirty="0"/>
              <a:t>ITIL views ITSM as a lifecycle </a:t>
            </a:r>
          </a:p>
          <a:p>
            <a:r>
              <a:rPr lang="en-US" dirty="0"/>
              <a:t>Five Phases:</a:t>
            </a:r>
          </a:p>
          <a:p>
            <a:pPr lvl="1"/>
            <a:r>
              <a:rPr lang="en-US" dirty="0"/>
              <a:t>Service Strategy [design, development, and implementation]</a:t>
            </a:r>
          </a:p>
          <a:p>
            <a:pPr lvl="1"/>
            <a:r>
              <a:rPr lang="en-US" dirty="0"/>
              <a:t>Service Design  [design and development]</a:t>
            </a:r>
          </a:p>
          <a:p>
            <a:pPr lvl="1"/>
            <a:r>
              <a:rPr lang="en-US" dirty="0"/>
              <a:t>Service Transition [development and design]</a:t>
            </a:r>
          </a:p>
          <a:p>
            <a:pPr lvl="1"/>
            <a:r>
              <a:rPr lang="en-US" dirty="0"/>
              <a:t>Service Operation [delivery and support]</a:t>
            </a:r>
          </a:p>
          <a:p>
            <a:pPr lvl="1"/>
            <a:r>
              <a:rPr lang="en-US" dirty="0"/>
              <a:t>Service Improvement [create and maintain value]</a:t>
            </a:r>
          </a:p>
          <a:p>
            <a:endParaRPr lang="en-US" dirty="0"/>
          </a:p>
        </p:txBody>
      </p:sp>
      <p:sp>
        <p:nvSpPr>
          <p:cNvPr id="4" name="Text Placeholder 3"/>
          <p:cNvSpPr>
            <a:spLocks noGrp="1"/>
          </p:cNvSpPr>
          <p:nvPr>
            <p:ph type="body" sz="quarter" idx="14"/>
          </p:nvPr>
        </p:nvSpPr>
        <p:spPr/>
        <p:txBody>
          <a:bodyPr/>
          <a:lstStyle/>
          <a:p>
            <a:r>
              <a:rPr lang="en-US" dirty="0"/>
              <a:t>IT Service Management (ITSM) Lifecycle</a:t>
            </a:r>
          </a:p>
        </p:txBody>
      </p:sp>
      <p:pic>
        <p:nvPicPr>
          <p:cNvPr id="23" name="Picture 22"/>
          <p:cNvPicPr>
            <a:picLocks noChangeAspect="1"/>
          </p:cNvPicPr>
          <p:nvPr/>
        </p:nvPicPr>
        <p:blipFill>
          <a:blip r:embed="rId2"/>
          <a:stretch>
            <a:fillRect/>
          </a:stretch>
        </p:blipFill>
        <p:spPr>
          <a:xfrm>
            <a:off x="5927725" y="1258589"/>
            <a:ext cx="6096528" cy="5407621"/>
          </a:xfrm>
          <a:prstGeom prst="rect">
            <a:avLst/>
          </a:prstGeom>
        </p:spPr>
      </p:pic>
    </p:spTree>
    <p:extLst>
      <p:ext uri="{BB962C8B-B14F-4D97-AF65-F5344CB8AC3E}">
        <p14:creationId xmlns:p14="http://schemas.microsoft.com/office/powerpoint/2010/main" val="12923938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ITIL Framework</a:t>
            </a:r>
          </a:p>
        </p:txBody>
      </p:sp>
      <p:graphicFrame>
        <p:nvGraphicFramePr>
          <p:cNvPr id="9" name="Content Placeholder 5"/>
          <p:cNvGraphicFramePr>
            <a:graphicFrameLocks/>
          </p:cNvGraphicFramePr>
          <p:nvPr/>
        </p:nvGraphicFramePr>
        <p:xfrm>
          <a:off x="1447800" y="1066800"/>
          <a:ext cx="3809999" cy="56345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1" name="Diagram 10"/>
          <p:cNvGraphicFramePr/>
          <p:nvPr/>
        </p:nvGraphicFramePr>
        <p:xfrm>
          <a:off x="3657600" y="1066800"/>
          <a:ext cx="6096000" cy="563450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653257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ITIL</a:t>
            </a:r>
          </a:p>
        </p:txBody>
      </p:sp>
      <p:sp>
        <p:nvSpPr>
          <p:cNvPr id="3" name="Text Placeholder 2"/>
          <p:cNvSpPr>
            <a:spLocks noGrp="1"/>
          </p:cNvSpPr>
          <p:nvPr>
            <p:ph type="body" sz="quarter" idx="13"/>
          </p:nvPr>
        </p:nvSpPr>
        <p:spPr/>
        <p:txBody>
          <a:bodyPr/>
          <a:lstStyle/>
          <a:p>
            <a:r>
              <a:rPr lang="en-US" dirty="0"/>
              <a:t>ITIL is not a “Project”</a:t>
            </a:r>
          </a:p>
          <a:p>
            <a:r>
              <a:rPr lang="en-US" dirty="0"/>
              <a:t>ITIL is ongoing journey</a:t>
            </a:r>
          </a:p>
          <a:p>
            <a:r>
              <a:rPr lang="en-US" dirty="0"/>
              <a:t>Benefits of ITIL:</a:t>
            </a:r>
          </a:p>
          <a:p>
            <a:pPr lvl="1"/>
            <a:r>
              <a:rPr lang="en-US" dirty="0"/>
              <a:t>Organizations to reduce the operations cost by optimizing the available resource utilizations</a:t>
            </a:r>
          </a:p>
          <a:p>
            <a:pPr lvl="1"/>
            <a:r>
              <a:rPr lang="en-US" dirty="0"/>
              <a:t>Reduce system outages and minimize the impacts of service unavailability</a:t>
            </a:r>
          </a:p>
          <a:p>
            <a:pPr lvl="1"/>
            <a:r>
              <a:rPr lang="en-US"/>
              <a:t>Even </a:t>
            </a:r>
            <a:r>
              <a:rPr lang="en-US" dirty="0"/>
              <a:t>most organizations testified with reduction in business critical incidents by 80 to 90% in </a:t>
            </a:r>
            <a:r>
              <a:rPr lang="en-US"/>
              <a:t>few years</a:t>
            </a:r>
            <a:endParaRPr lang="en-US" dirty="0"/>
          </a:p>
          <a:p>
            <a:endParaRPr lang="en-US" dirty="0"/>
          </a:p>
          <a:p>
            <a:endParaRPr lang="en-US" dirty="0"/>
          </a:p>
        </p:txBody>
      </p:sp>
      <p:sp>
        <p:nvSpPr>
          <p:cNvPr id="4" name="Text Placeholder 3"/>
          <p:cNvSpPr>
            <a:spLocks noGrp="1"/>
          </p:cNvSpPr>
          <p:nvPr>
            <p:ph type="body" sz="quarter" idx="14"/>
          </p:nvPr>
        </p:nvSpPr>
        <p:spPr/>
        <p:txBody>
          <a:bodyPr/>
          <a:lstStyle/>
          <a:p>
            <a:r>
              <a:rPr lang="en-US" dirty="0"/>
              <a:t>ITIL: Is a Project?</a:t>
            </a:r>
          </a:p>
        </p:txBody>
      </p:sp>
    </p:spTree>
    <p:extLst>
      <p:ext uri="{BB962C8B-B14F-4D97-AF65-F5344CB8AC3E}">
        <p14:creationId xmlns:p14="http://schemas.microsoft.com/office/powerpoint/2010/main" val="19910558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Problems of Delivering Software</a:t>
            </a:r>
          </a:p>
        </p:txBody>
      </p:sp>
      <p:sp>
        <p:nvSpPr>
          <p:cNvPr id="3" name="Text Placeholder 2"/>
          <p:cNvSpPr>
            <a:spLocks noGrp="1"/>
          </p:cNvSpPr>
          <p:nvPr>
            <p:ph type="body" sz="quarter" idx="13"/>
          </p:nvPr>
        </p:nvSpPr>
        <p:spPr/>
        <p:txBody>
          <a:bodyPr/>
          <a:lstStyle/>
          <a:p>
            <a:r>
              <a:rPr lang="en-US" dirty="0"/>
              <a:t>Converting Idea to Product / Service?</a:t>
            </a:r>
          </a:p>
          <a:p>
            <a:r>
              <a:rPr lang="en-US" dirty="0"/>
              <a:t>Reliable, rapid, low-risk software releases</a:t>
            </a:r>
          </a:p>
          <a:p>
            <a:r>
              <a:rPr lang="en-US" dirty="0"/>
              <a:t>Ideal Environment</a:t>
            </a:r>
          </a:p>
          <a:p>
            <a:r>
              <a:rPr lang="en-US" dirty="0"/>
              <a:t>Generic Methodologies for Software Methodologies</a:t>
            </a:r>
          </a:p>
          <a:p>
            <a:r>
              <a:rPr lang="en-US" dirty="0"/>
              <a:t>More focus on Requirement Gathering</a:t>
            </a:r>
          </a:p>
          <a:p>
            <a:endParaRPr lang="en-US" dirty="0"/>
          </a:p>
        </p:txBody>
      </p:sp>
      <p:pic>
        <p:nvPicPr>
          <p:cNvPr id="5" name="Content Placeholder 4"/>
          <p:cNvPicPr>
            <a:picLocks noChangeAspect="1"/>
          </p:cNvPicPr>
          <p:nvPr/>
        </p:nvPicPr>
        <p:blipFill>
          <a:blip r:embed="rId2"/>
          <a:stretch>
            <a:fillRect/>
          </a:stretch>
        </p:blipFill>
        <p:spPr>
          <a:xfrm>
            <a:off x="838200" y="3886200"/>
            <a:ext cx="9998122" cy="1634066"/>
          </a:xfrm>
          <a:prstGeom prst="rect">
            <a:avLst/>
          </a:prstGeom>
        </p:spPr>
      </p:pic>
    </p:spTree>
    <p:extLst>
      <p:ext uri="{BB962C8B-B14F-4D97-AF65-F5344CB8AC3E}">
        <p14:creationId xmlns:p14="http://schemas.microsoft.com/office/powerpoint/2010/main" val="2417491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Problems of Delivering Software</a:t>
            </a:r>
          </a:p>
        </p:txBody>
      </p:sp>
      <p:sp>
        <p:nvSpPr>
          <p:cNvPr id="3" name="Text Placeholder 2"/>
          <p:cNvSpPr>
            <a:spLocks noGrp="1"/>
          </p:cNvSpPr>
          <p:nvPr>
            <p:ph type="body" sz="quarter" idx="13"/>
          </p:nvPr>
        </p:nvSpPr>
        <p:spPr/>
        <p:txBody>
          <a:bodyPr/>
          <a:lstStyle/>
          <a:p>
            <a:r>
              <a:rPr lang="en-US" dirty="0"/>
              <a:t>Common Quote “The day of a software release tends to be a tense one”</a:t>
            </a:r>
          </a:p>
          <a:p>
            <a:r>
              <a:rPr lang="en-US" dirty="0" err="1"/>
              <a:t>Antipattern</a:t>
            </a:r>
            <a:r>
              <a:rPr lang="en-US" dirty="0"/>
              <a:t>: Deploying Software Manually</a:t>
            </a:r>
          </a:p>
          <a:p>
            <a:pPr lvl="1"/>
            <a:r>
              <a:rPr lang="en-US" dirty="0"/>
              <a:t>The production of extensive and detailed documentation for steps to be performed</a:t>
            </a:r>
          </a:p>
          <a:p>
            <a:pPr lvl="1"/>
            <a:r>
              <a:rPr lang="en-US" dirty="0"/>
              <a:t>Reliance on manual testing</a:t>
            </a:r>
          </a:p>
          <a:p>
            <a:pPr lvl="1"/>
            <a:r>
              <a:rPr lang="en-US" dirty="0"/>
              <a:t>Frequent calls to the development team to explain</a:t>
            </a:r>
          </a:p>
          <a:p>
            <a:pPr lvl="1"/>
            <a:r>
              <a:rPr lang="en-US" dirty="0"/>
              <a:t>Frequent corrections to the release process</a:t>
            </a:r>
          </a:p>
          <a:p>
            <a:pPr lvl="1"/>
            <a:r>
              <a:rPr lang="en-US" dirty="0"/>
              <a:t>Sitting bleary-eyed in front of a monitor at 2 A.M</a:t>
            </a:r>
          </a:p>
          <a:p>
            <a:endParaRPr lang="en-US" dirty="0"/>
          </a:p>
        </p:txBody>
      </p:sp>
      <p:sp>
        <p:nvSpPr>
          <p:cNvPr id="4" name="Text Placeholder 3"/>
          <p:cNvSpPr>
            <a:spLocks noGrp="1"/>
          </p:cNvSpPr>
          <p:nvPr>
            <p:ph type="body" sz="quarter" idx="14"/>
          </p:nvPr>
        </p:nvSpPr>
        <p:spPr/>
        <p:txBody>
          <a:bodyPr/>
          <a:lstStyle/>
          <a:p>
            <a:r>
              <a:rPr lang="en-US" dirty="0"/>
              <a:t>Release </a:t>
            </a:r>
            <a:r>
              <a:rPr lang="en-US" dirty="0" err="1"/>
              <a:t>Antipatterns</a:t>
            </a:r>
            <a:endParaRPr lang="en-US" dirty="0"/>
          </a:p>
        </p:txBody>
      </p:sp>
    </p:spTree>
    <p:extLst>
      <p:ext uri="{BB962C8B-B14F-4D97-AF65-F5344CB8AC3E}">
        <p14:creationId xmlns:p14="http://schemas.microsoft.com/office/powerpoint/2010/main" val="945468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Problems of Delivering Software</a:t>
            </a:r>
          </a:p>
        </p:txBody>
      </p:sp>
      <p:sp>
        <p:nvSpPr>
          <p:cNvPr id="3" name="Text Placeholder 2"/>
          <p:cNvSpPr>
            <a:spLocks noGrp="1"/>
          </p:cNvSpPr>
          <p:nvPr>
            <p:ph type="body" sz="quarter" idx="13"/>
          </p:nvPr>
        </p:nvSpPr>
        <p:spPr>
          <a:xfrm>
            <a:off x="857739" y="1600201"/>
            <a:ext cx="10160000" cy="3733799"/>
          </a:xfrm>
        </p:spPr>
        <p:txBody>
          <a:bodyPr>
            <a:normAutofit/>
          </a:bodyPr>
          <a:lstStyle/>
          <a:p>
            <a:r>
              <a:rPr lang="en-US" dirty="0" err="1"/>
              <a:t>Antipattern</a:t>
            </a:r>
            <a:r>
              <a:rPr lang="en-US" dirty="0"/>
              <a:t>: Deploying to a Production-like Environment Only after Development Is Complete</a:t>
            </a:r>
          </a:p>
          <a:p>
            <a:pPr lvl="1"/>
            <a:r>
              <a:rPr lang="en-US" dirty="0"/>
              <a:t>Tester tested the system on development machines</a:t>
            </a:r>
          </a:p>
          <a:p>
            <a:pPr lvl="1"/>
            <a:r>
              <a:rPr lang="en-US" dirty="0"/>
              <a:t>Releasing into staging is the first time that operations people interact with the new release</a:t>
            </a:r>
          </a:p>
          <a:p>
            <a:pPr lvl="1"/>
            <a:r>
              <a:rPr lang="en-US" dirty="0"/>
              <a:t>Who Assembles? The Development Team</a:t>
            </a:r>
          </a:p>
          <a:p>
            <a:pPr lvl="1"/>
            <a:r>
              <a:rPr lang="en-US" dirty="0"/>
              <a:t>Collaboration between development and Operations?</a:t>
            </a:r>
          </a:p>
          <a:p>
            <a:r>
              <a:rPr lang="en-US" dirty="0" err="1"/>
              <a:t>Antipattern</a:t>
            </a:r>
            <a:r>
              <a:rPr lang="en-US" dirty="0"/>
              <a:t>: Manual Configuration Management of Production Environments</a:t>
            </a:r>
          </a:p>
          <a:p>
            <a:pPr lvl="1"/>
            <a:r>
              <a:rPr lang="en-US" dirty="0"/>
              <a:t>Difference in Deployment to Stage and Production</a:t>
            </a:r>
          </a:p>
          <a:p>
            <a:pPr lvl="1"/>
            <a:r>
              <a:rPr lang="en-US" dirty="0"/>
              <a:t>Different host behave differently</a:t>
            </a:r>
          </a:p>
          <a:p>
            <a:pPr lvl="1"/>
            <a:r>
              <a:rPr lang="en-US" dirty="0"/>
              <a:t>Long time to prepare an environment</a:t>
            </a:r>
          </a:p>
          <a:p>
            <a:pPr lvl="1"/>
            <a:r>
              <a:rPr lang="en-US" dirty="0"/>
              <a:t>Cannot step back to an earlier configuration of a system</a:t>
            </a:r>
          </a:p>
          <a:p>
            <a:pPr lvl="1"/>
            <a:r>
              <a:rPr lang="en-US" dirty="0"/>
              <a:t>Modification to Configuration Directly</a:t>
            </a:r>
          </a:p>
          <a:p>
            <a:endParaRPr lang="en-US" dirty="0"/>
          </a:p>
        </p:txBody>
      </p:sp>
      <p:sp>
        <p:nvSpPr>
          <p:cNvPr id="4" name="Text Placeholder 3"/>
          <p:cNvSpPr>
            <a:spLocks noGrp="1"/>
          </p:cNvSpPr>
          <p:nvPr>
            <p:ph type="body" sz="quarter" idx="14"/>
          </p:nvPr>
        </p:nvSpPr>
        <p:spPr/>
        <p:txBody>
          <a:bodyPr/>
          <a:lstStyle/>
          <a:p>
            <a:r>
              <a:rPr lang="en-US" dirty="0"/>
              <a:t>Release </a:t>
            </a:r>
            <a:r>
              <a:rPr lang="en-US" dirty="0" err="1"/>
              <a:t>Antipatterns</a:t>
            </a:r>
            <a:r>
              <a:rPr lang="en-US" dirty="0"/>
              <a:t> Cond..</a:t>
            </a:r>
          </a:p>
        </p:txBody>
      </p:sp>
    </p:spTree>
    <p:extLst>
      <p:ext uri="{BB962C8B-B14F-4D97-AF65-F5344CB8AC3E}">
        <p14:creationId xmlns:p14="http://schemas.microsoft.com/office/powerpoint/2010/main" val="37500826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Continuous Delivery</a:t>
            </a:r>
            <a:endParaRPr lang="en-US" dirty="0"/>
          </a:p>
        </p:txBody>
      </p:sp>
      <p:sp>
        <p:nvSpPr>
          <p:cNvPr id="3" name="Text Placeholder 2"/>
          <p:cNvSpPr>
            <a:spLocks noGrp="1"/>
          </p:cNvSpPr>
          <p:nvPr>
            <p:ph type="body" sz="quarter" idx="13"/>
          </p:nvPr>
        </p:nvSpPr>
        <p:spPr/>
        <p:txBody>
          <a:bodyPr/>
          <a:lstStyle/>
          <a:p>
            <a:r>
              <a:rPr lang="en-US" dirty="0"/>
              <a:t>Promotes the adoption of an automated deployment pipeline to release software into production reliably and quickly</a:t>
            </a:r>
          </a:p>
          <a:p>
            <a:r>
              <a:rPr lang="en-US" dirty="0"/>
              <a:t>Its goal is to establish an optimized end-to-end process, enhance the development to production cycles, lower the risk of release problems and provide a quicker time to market</a:t>
            </a:r>
          </a:p>
          <a:p>
            <a:r>
              <a:rPr lang="en-US" dirty="0"/>
              <a:t>To that point,  Jez Humble and Dave Farley define the 8 principles of continuous delivery in their Book “Continuous Delivery” as:</a:t>
            </a:r>
          </a:p>
        </p:txBody>
      </p:sp>
      <p:sp>
        <p:nvSpPr>
          <p:cNvPr id="4" name="Text Placeholder 3"/>
          <p:cNvSpPr>
            <a:spLocks noGrp="1"/>
          </p:cNvSpPr>
          <p:nvPr>
            <p:ph type="body" sz="quarter" idx="14"/>
          </p:nvPr>
        </p:nvSpPr>
        <p:spPr/>
        <p:txBody>
          <a:bodyPr/>
          <a:lstStyle/>
          <a:p>
            <a:r>
              <a:rPr lang="en-US" dirty="0"/>
              <a:t>Introduction to Continuous Delivery</a:t>
            </a:r>
          </a:p>
        </p:txBody>
      </p:sp>
    </p:spTree>
    <p:extLst>
      <p:ext uri="{BB962C8B-B14F-4D97-AF65-F5344CB8AC3E}">
        <p14:creationId xmlns:p14="http://schemas.microsoft.com/office/powerpoint/2010/main" val="2210633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p:txBody>
          <a:bodyPr/>
          <a:lstStyle/>
          <a:p>
            <a:r>
              <a:rPr lang="en-US" dirty="0"/>
              <a:t>Use the same release process in all environments</a:t>
            </a:r>
          </a:p>
          <a:p>
            <a:r>
              <a:rPr lang="en-US" dirty="0"/>
              <a:t>If a feature or enhancement has to work through one process on its way into the integration environment, and another process into QA, issues find a way of popping up</a:t>
            </a:r>
          </a:p>
        </p:txBody>
      </p:sp>
      <p:sp>
        <p:nvSpPr>
          <p:cNvPr id="4" name="Text Placeholder 3"/>
          <p:cNvSpPr>
            <a:spLocks noGrp="1"/>
          </p:cNvSpPr>
          <p:nvPr>
            <p:ph type="body" sz="quarter" idx="14"/>
          </p:nvPr>
        </p:nvSpPr>
        <p:spPr/>
        <p:txBody>
          <a:bodyPr/>
          <a:lstStyle/>
          <a:p>
            <a:r>
              <a:rPr lang="en-US" dirty="0"/>
              <a:t>Build Repeatable and Reliable Process</a:t>
            </a:r>
          </a:p>
        </p:txBody>
      </p:sp>
    </p:spTree>
    <p:extLst>
      <p:ext uri="{BB962C8B-B14F-4D97-AF65-F5344CB8AC3E}">
        <p14:creationId xmlns:p14="http://schemas.microsoft.com/office/powerpoint/2010/main" val="792097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p:txBody>
          <a:bodyPr/>
          <a:lstStyle/>
          <a:p>
            <a:r>
              <a:rPr lang="en-US" dirty="0"/>
              <a:t>Automate builds, testing, releases, configuration changes and everything else</a:t>
            </a:r>
          </a:p>
          <a:p>
            <a:r>
              <a:rPr lang="en-US" dirty="0"/>
              <a:t>Manual processes are inherently less repeatable, more prone to error and less efficient</a:t>
            </a:r>
          </a:p>
          <a:p>
            <a:r>
              <a:rPr lang="en-US" dirty="0"/>
              <a:t>Once we automate a process, less effort is needed to run it and monitor its progress – and it will ensure to have consistent results</a:t>
            </a:r>
          </a:p>
        </p:txBody>
      </p:sp>
      <p:sp>
        <p:nvSpPr>
          <p:cNvPr id="4" name="Text Placeholder 3"/>
          <p:cNvSpPr>
            <a:spLocks noGrp="1"/>
          </p:cNvSpPr>
          <p:nvPr>
            <p:ph type="body" sz="quarter" idx="14"/>
          </p:nvPr>
        </p:nvSpPr>
        <p:spPr/>
        <p:txBody>
          <a:bodyPr/>
          <a:lstStyle/>
          <a:p>
            <a:r>
              <a:rPr lang="en-US" dirty="0"/>
              <a:t>Try to Automate Everything</a:t>
            </a:r>
          </a:p>
        </p:txBody>
      </p:sp>
    </p:spTree>
    <p:extLst>
      <p:ext uri="{BB962C8B-B14F-4D97-AF65-F5344CB8AC3E}">
        <p14:creationId xmlns:p14="http://schemas.microsoft.com/office/powerpoint/2010/main" val="3793472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p:txBody>
          <a:bodyPr/>
          <a:lstStyle/>
          <a:p>
            <a:r>
              <a:rPr lang="en-US" dirty="0"/>
              <a:t>Have one source of truth </a:t>
            </a:r>
          </a:p>
          <a:p>
            <a:r>
              <a:rPr lang="en-US" dirty="0"/>
              <a:t>Keep Code, configuration, scripts, databases, documentation and everything versioned</a:t>
            </a:r>
          </a:p>
          <a:p>
            <a:endParaRPr lang="en-US" dirty="0"/>
          </a:p>
        </p:txBody>
      </p:sp>
      <p:sp>
        <p:nvSpPr>
          <p:cNvPr id="4" name="Text Placeholder 3"/>
          <p:cNvSpPr>
            <a:spLocks noGrp="1"/>
          </p:cNvSpPr>
          <p:nvPr>
            <p:ph type="body" sz="quarter" idx="14"/>
          </p:nvPr>
        </p:nvSpPr>
        <p:spPr/>
        <p:txBody>
          <a:bodyPr/>
          <a:lstStyle/>
          <a:p>
            <a:r>
              <a:rPr lang="en-US" dirty="0"/>
              <a:t>Keep everything in Version Control</a:t>
            </a:r>
          </a:p>
          <a:p>
            <a:endParaRPr lang="en-US" dirty="0"/>
          </a:p>
        </p:txBody>
      </p:sp>
    </p:spTree>
    <p:extLst>
      <p:ext uri="{BB962C8B-B14F-4D97-AF65-F5344CB8AC3E}">
        <p14:creationId xmlns:p14="http://schemas.microsoft.com/office/powerpoint/2010/main" val="34525055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p:txBody>
          <a:bodyPr/>
          <a:lstStyle/>
          <a:p>
            <a:r>
              <a:rPr lang="en-US" dirty="0"/>
              <a:t>Deal with the hard stuff first</a:t>
            </a:r>
          </a:p>
          <a:p>
            <a:r>
              <a:rPr lang="en-US" dirty="0"/>
              <a:t>Time-consuming or error prone tasks should be dealt with as soon as you can</a:t>
            </a:r>
          </a:p>
          <a:p>
            <a:r>
              <a:rPr lang="en-US" dirty="0"/>
              <a:t>Once you get the painful issues out of the way, the rest will most likely be easier to perfect</a:t>
            </a:r>
          </a:p>
        </p:txBody>
      </p:sp>
      <p:sp>
        <p:nvSpPr>
          <p:cNvPr id="4" name="Text Placeholder 3"/>
          <p:cNvSpPr>
            <a:spLocks noGrp="1"/>
          </p:cNvSpPr>
          <p:nvPr>
            <p:ph type="body" sz="quarter" idx="14"/>
          </p:nvPr>
        </p:nvSpPr>
        <p:spPr/>
        <p:txBody>
          <a:bodyPr/>
          <a:lstStyle/>
          <a:p>
            <a:r>
              <a:rPr lang="en-US" dirty="0"/>
              <a:t>Bring the Pain Forward</a:t>
            </a:r>
          </a:p>
          <a:p>
            <a:endParaRPr lang="en-US" dirty="0"/>
          </a:p>
        </p:txBody>
      </p:sp>
    </p:spTree>
    <p:extLst>
      <p:ext uri="{BB962C8B-B14F-4D97-AF65-F5344CB8AC3E}">
        <p14:creationId xmlns:p14="http://schemas.microsoft.com/office/powerpoint/2010/main" val="550478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p:txBody>
          <a:bodyPr/>
          <a:lstStyle/>
          <a:p>
            <a:r>
              <a:rPr lang="en-US" dirty="0"/>
              <a:t>Create short feedback loops to deal with bugs as soon as they are created</a:t>
            </a:r>
          </a:p>
          <a:p>
            <a:r>
              <a:rPr lang="en-US" dirty="0"/>
              <a:t>By having issues looped back to developers as soon as they fail post-build test, it will enable them to produce higher quality code quicker </a:t>
            </a:r>
          </a:p>
          <a:p>
            <a:r>
              <a:rPr lang="en-US" dirty="0"/>
              <a:t>In addition, fewer issues will be found later on in the process, when it will be more expensive to fix</a:t>
            </a:r>
          </a:p>
        </p:txBody>
      </p:sp>
      <p:sp>
        <p:nvSpPr>
          <p:cNvPr id="4" name="Text Placeholder 3"/>
          <p:cNvSpPr>
            <a:spLocks noGrp="1"/>
          </p:cNvSpPr>
          <p:nvPr>
            <p:ph type="body" sz="quarter" idx="14"/>
          </p:nvPr>
        </p:nvSpPr>
        <p:spPr/>
        <p:txBody>
          <a:bodyPr/>
          <a:lstStyle/>
          <a:p>
            <a:r>
              <a:rPr lang="en-US" dirty="0"/>
              <a:t>Ensure Quality – in Build</a:t>
            </a:r>
          </a:p>
        </p:txBody>
      </p:sp>
    </p:spTree>
    <p:extLst>
      <p:ext uri="{BB962C8B-B14F-4D97-AF65-F5344CB8AC3E}">
        <p14:creationId xmlns:p14="http://schemas.microsoft.com/office/powerpoint/2010/main" val="5259345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p:txBody>
          <a:bodyPr/>
          <a:lstStyle/>
          <a:p>
            <a:r>
              <a:rPr lang="en-US" dirty="0"/>
              <a:t>A feature is done only when it is in production</a:t>
            </a:r>
          </a:p>
          <a:p>
            <a:r>
              <a:rPr lang="en-US" dirty="0"/>
              <a:t>Having a clear definition of “done” right from the start will help everyone communicate better, and realize the value in each feature</a:t>
            </a:r>
          </a:p>
        </p:txBody>
      </p:sp>
      <p:sp>
        <p:nvSpPr>
          <p:cNvPr id="4" name="Text Placeholder 3"/>
          <p:cNvSpPr>
            <a:spLocks noGrp="1"/>
          </p:cNvSpPr>
          <p:nvPr>
            <p:ph type="body" sz="quarter" idx="14"/>
          </p:nvPr>
        </p:nvSpPr>
        <p:spPr/>
        <p:txBody>
          <a:bodyPr/>
          <a:lstStyle/>
          <a:p>
            <a:r>
              <a:rPr lang="en-US" dirty="0"/>
              <a:t>Set expectation as "Done" means Released</a:t>
            </a:r>
          </a:p>
        </p:txBody>
      </p:sp>
    </p:spTree>
    <p:extLst>
      <p:ext uri="{BB962C8B-B14F-4D97-AF65-F5344CB8AC3E}">
        <p14:creationId xmlns:p14="http://schemas.microsoft.com/office/powerpoint/2010/main" val="23996051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p:txBody>
          <a:bodyPr/>
          <a:lstStyle/>
          <a:p>
            <a:r>
              <a:rPr lang="en-US" dirty="0"/>
              <a:t>"It works on my workstation" is never a valid excuse</a:t>
            </a:r>
          </a:p>
          <a:p>
            <a:r>
              <a:rPr lang="en-US" dirty="0"/>
              <a:t>Responsibility should extend all the way to production</a:t>
            </a:r>
          </a:p>
          <a:p>
            <a:r>
              <a:rPr lang="en-US" dirty="0"/>
              <a:t>Cultural change can be the hardest to implement</a:t>
            </a:r>
          </a:p>
          <a:p>
            <a:r>
              <a:rPr lang="en-US" dirty="0"/>
              <a:t>However, having management support and an enthusiastic champion will certainly help</a:t>
            </a:r>
          </a:p>
        </p:txBody>
      </p:sp>
      <p:sp>
        <p:nvSpPr>
          <p:cNvPr id="4" name="Text Placeholder 3"/>
          <p:cNvSpPr>
            <a:spLocks noGrp="1"/>
          </p:cNvSpPr>
          <p:nvPr>
            <p:ph type="body" sz="quarter" idx="14"/>
          </p:nvPr>
        </p:nvSpPr>
        <p:spPr/>
        <p:txBody>
          <a:bodyPr/>
          <a:lstStyle/>
          <a:p>
            <a:r>
              <a:rPr lang="en-US" dirty="0"/>
              <a:t>Everyone is Responsible</a:t>
            </a:r>
          </a:p>
        </p:txBody>
      </p:sp>
    </p:spTree>
    <p:extLst>
      <p:ext uri="{BB962C8B-B14F-4D97-AF65-F5344CB8AC3E}">
        <p14:creationId xmlns:p14="http://schemas.microsoft.com/office/powerpoint/2010/main" val="37772293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p:txBody>
          <a:bodyPr/>
          <a:lstStyle/>
          <a:p>
            <a:r>
              <a:rPr lang="en-US" dirty="0"/>
              <a:t>This principle is the most important for effective automation</a:t>
            </a:r>
          </a:p>
          <a:p>
            <a:r>
              <a:rPr lang="en-US" dirty="0"/>
              <a:t>If "practice makes perfect" then automation represents the ultimate expression of a practice-making-perfect iterative process.</a:t>
            </a:r>
          </a:p>
        </p:txBody>
      </p:sp>
      <p:sp>
        <p:nvSpPr>
          <p:cNvPr id="4" name="Text Placeholder 3"/>
          <p:cNvSpPr>
            <a:spLocks noGrp="1"/>
          </p:cNvSpPr>
          <p:nvPr>
            <p:ph type="body" sz="quarter" idx="14"/>
          </p:nvPr>
        </p:nvSpPr>
        <p:spPr/>
        <p:txBody>
          <a:bodyPr/>
          <a:lstStyle/>
          <a:p>
            <a:r>
              <a:rPr lang="en-US" dirty="0"/>
              <a:t>Continuous Improvement</a:t>
            </a:r>
          </a:p>
        </p:txBody>
      </p:sp>
    </p:spTree>
    <p:extLst>
      <p:ext uri="{BB962C8B-B14F-4D97-AF65-F5344CB8AC3E}">
        <p14:creationId xmlns:p14="http://schemas.microsoft.com/office/powerpoint/2010/main" val="13804195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Principle of Continuous Delivery</a:t>
            </a:r>
            <a:endParaRPr lang="en-US" dirty="0"/>
          </a:p>
        </p:txBody>
      </p:sp>
      <p:sp>
        <p:nvSpPr>
          <p:cNvPr id="3" name="Text Placeholder 2"/>
          <p:cNvSpPr>
            <a:spLocks noGrp="1"/>
          </p:cNvSpPr>
          <p:nvPr>
            <p:ph type="body" sz="quarter" idx="13"/>
          </p:nvPr>
        </p:nvSpPr>
        <p:spPr>
          <a:xfrm>
            <a:off x="857739" y="1600201"/>
            <a:ext cx="10160000" cy="3733799"/>
          </a:xfrm>
        </p:spPr>
        <p:txBody>
          <a:bodyPr>
            <a:normAutofit/>
          </a:bodyPr>
          <a:lstStyle/>
          <a:p>
            <a:r>
              <a:rPr lang="en-US" dirty="0"/>
              <a:t>Create a Repeatable, Reliable Process for Releasing Software</a:t>
            </a:r>
          </a:p>
          <a:p>
            <a:r>
              <a:rPr lang="en-US" dirty="0"/>
              <a:t>Automate Almost Everything</a:t>
            </a:r>
          </a:p>
          <a:p>
            <a:r>
              <a:rPr lang="en-US" dirty="0"/>
              <a:t>Keep Everything in Version Control</a:t>
            </a:r>
          </a:p>
          <a:p>
            <a:r>
              <a:rPr lang="en-US" dirty="0"/>
              <a:t>If It Hurts, Do It More Frequently, and Bring the Pain Forward</a:t>
            </a:r>
          </a:p>
          <a:p>
            <a:r>
              <a:rPr lang="en-US" dirty="0"/>
              <a:t>Build Quality In</a:t>
            </a:r>
          </a:p>
          <a:p>
            <a:r>
              <a:rPr lang="en-US" dirty="0"/>
              <a:t>“The Earlier you catch the defects, the cheaper they are to fix”</a:t>
            </a:r>
          </a:p>
          <a:p>
            <a:r>
              <a:rPr lang="en-US" dirty="0"/>
              <a:t>Done, Means Released</a:t>
            </a:r>
          </a:p>
          <a:p>
            <a:r>
              <a:rPr lang="en-US" dirty="0"/>
              <a:t>Everybody Is Responsible for the Delivery Process</a:t>
            </a:r>
          </a:p>
          <a:p>
            <a:r>
              <a:rPr lang="en-US" dirty="0"/>
              <a:t>Continuous Improvement</a:t>
            </a:r>
          </a:p>
          <a:p>
            <a:endParaRPr lang="en-US" dirty="0"/>
          </a:p>
        </p:txBody>
      </p:sp>
      <p:sp>
        <p:nvSpPr>
          <p:cNvPr id="4" name="Text Placeholder 3"/>
          <p:cNvSpPr>
            <a:spLocks noGrp="1"/>
          </p:cNvSpPr>
          <p:nvPr>
            <p:ph type="body" sz="quarter" idx="14"/>
          </p:nvPr>
        </p:nvSpPr>
        <p:spPr/>
        <p:txBody>
          <a:bodyPr/>
          <a:lstStyle/>
          <a:p>
            <a:r>
              <a:rPr lang="en-US" dirty="0"/>
              <a:t>Summary</a:t>
            </a:r>
          </a:p>
        </p:txBody>
      </p:sp>
    </p:spTree>
    <p:extLst>
      <p:ext uri="{BB962C8B-B14F-4D97-AF65-F5344CB8AC3E}">
        <p14:creationId xmlns:p14="http://schemas.microsoft.com/office/powerpoint/2010/main" val="21357067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a:t>
            </a:r>
          </a:p>
        </p:txBody>
      </p:sp>
      <p:sp>
        <p:nvSpPr>
          <p:cNvPr id="3" name="Text Placeholder 2"/>
          <p:cNvSpPr>
            <a:spLocks noGrp="1"/>
          </p:cNvSpPr>
          <p:nvPr>
            <p:ph type="body" sz="quarter" idx="13"/>
          </p:nvPr>
        </p:nvSpPr>
        <p:spPr>
          <a:xfrm>
            <a:off x="857739" y="1600201"/>
            <a:ext cx="10160000" cy="2971799"/>
          </a:xfrm>
        </p:spPr>
        <p:txBody>
          <a:bodyPr>
            <a:normAutofit/>
          </a:bodyPr>
          <a:lstStyle/>
          <a:p>
            <a:r>
              <a:rPr lang="en-US" dirty="0"/>
              <a:t>A clipped compound of Development and Operations</a:t>
            </a:r>
          </a:p>
          <a:p>
            <a:r>
              <a:rPr lang="en-US" dirty="0"/>
              <a:t>Buzzword</a:t>
            </a:r>
          </a:p>
          <a:p>
            <a:r>
              <a:rPr lang="en-US" dirty="0"/>
              <a:t>Innovation for automation (pillar of DevOps)</a:t>
            </a:r>
          </a:p>
          <a:p>
            <a:r>
              <a:rPr lang="en-US" dirty="0"/>
              <a:t>DevOps is an approach based on lean and agile principles</a:t>
            </a:r>
          </a:p>
          <a:p>
            <a:r>
              <a:rPr lang="en-US" dirty="0"/>
              <a:t>There are more tangential DevOps Initiative</a:t>
            </a:r>
          </a:p>
          <a:p>
            <a:pPr lvl="1"/>
            <a:r>
              <a:rPr lang="en-US" dirty="0" err="1"/>
              <a:t>WinOps</a:t>
            </a:r>
            <a:endParaRPr lang="en-US" dirty="0"/>
          </a:p>
          <a:p>
            <a:pPr lvl="1"/>
            <a:r>
              <a:rPr lang="en-US" dirty="0" err="1"/>
              <a:t>DevSecOps</a:t>
            </a:r>
            <a:endParaRPr lang="en-US" dirty="0"/>
          </a:p>
          <a:p>
            <a:pPr lvl="1"/>
            <a:r>
              <a:rPr lang="en-US" dirty="0" err="1"/>
              <a:t>BizDevOps</a:t>
            </a:r>
            <a:endParaRPr lang="en-US" dirty="0"/>
          </a:p>
          <a:p>
            <a:endParaRPr lang="en-US" dirty="0"/>
          </a:p>
        </p:txBody>
      </p:sp>
      <p:sp>
        <p:nvSpPr>
          <p:cNvPr id="4" name="Text Placeholder 3"/>
          <p:cNvSpPr>
            <a:spLocks noGrp="1"/>
          </p:cNvSpPr>
          <p:nvPr>
            <p:ph type="body" sz="quarter" idx="14"/>
          </p:nvPr>
        </p:nvSpPr>
        <p:spPr/>
        <p:txBody>
          <a:bodyPr/>
          <a:lstStyle/>
          <a:p>
            <a:r>
              <a:rPr lang="en-US" dirty="0"/>
              <a:t>Introduction</a:t>
            </a:r>
          </a:p>
        </p:txBody>
      </p:sp>
    </p:spTree>
    <p:extLst>
      <p:ext uri="{BB962C8B-B14F-4D97-AF65-F5344CB8AC3E}">
        <p14:creationId xmlns:p14="http://schemas.microsoft.com/office/powerpoint/2010/main" val="24577961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a:t>
            </a:r>
          </a:p>
        </p:txBody>
      </p:sp>
      <p:sp>
        <p:nvSpPr>
          <p:cNvPr id="3" name="Text Placeholder 2"/>
          <p:cNvSpPr>
            <a:spLocks noGrp="1"/>
          </p:cNvSpPr>
          <p:nvPr>
            <p:ph type="body" sz="quarter" idx="13"/>
          </p:nvPr>
        </p:nvSpPr>
        <p:spPr>
          <a:xfrm>
            <a:off x="857739" y="1600201"/>
            <a:ext cx="10160000" cy="2971799"/>
          </a:xfrm>
        </p:spPr>
        <p:txBody>
          <a:bodyPr>
            <a:normAutofit/>
          </a:bodyPr>
          <a:lstStyle/>
          <a:p>
            <a:r>
              <a:rPr lang="en-US" dirty="0"/>
              <a:t>Definition of DevOps:</a:t>
            </a:r>
          </a:p>
          <a:p>
            <a:pPr lvl="1"/>
            <a:r>
              <a:rPr lang="en-US" dirty="0"/>
              <a:t>“DevOps is a set of practices intended to reduce the time between committing a change to a system and the change being placed into normal production, while ensuring high quality”</a:t>
            </a:r>
          </a:p>
          <a:p>
            <a:endParaRPr lang="en-US" dirty="0"/>
          </a:p>
          <a:p>
            <a:r>
              <a:rPr lang="en-US" dirty="0"/>
              <a:t>Implications of this definition</a:t>
            </a:r>
          </a:p>
          <a:p>
            <a:pPr lvl="1"/>
            <a:r>
              <a:rPr lang="en-US" dirty="0"/>
              <a:t>Practices and tools</a:t>
            </a:r>
          </a:p>
          <a:p>
            <a:pPr lvl="1"/>
            <a:r>
              <a:rPr lang="en-US" dirty="0"/>
              <a:t>Do not restricted scope of DevOps to testing and development </a:t>
            </a:r>
          </a:p>
          <a:p>
            <a:endParaRPr lang="en-US" dirty="0"/>
          </a:p>
        </p:txBody>
      </p:sp>
      <p:sp>
        <p:nvSpPr>
          <p:cNvPr id="4" name="Text Placeholder 3"/>
          <p:cNvSpPr>
            <a:spLocks noGrp="1"/>
          </p:cNvSpPr>
          <p:nvPr>
            <p:ph type="body" sz="quarter" idx="14"/>
          </p:nvPr>
        </p:nvSpPr>
        <p:spPr/>
        <p:txBody>
          <a:bodyPr/>
          <a:lstStyle/>
          <a:p>
            <a:r>
              <a:rPr lang="en-US" dirty="0"/>
              <a:t>Introduction Contd..</a:t>
            </a:r>
          </a:p>
        </p:txBody>
      </p:sp>
    </p:spTree>
    <p:extLst>
      <p:ext uri="{BB962C8B-B14F-4D97-AF65-F5344CB8AC3E}">
        <p14:creationId xmlns:p14="http://schemas.microsoft.com/office/powerpoint/2010/main" val="10081829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 </a:t>
            </a:r>
          </a:p>
        </p:txBody>
      </p:sp>
      <p:sp>
        <p:nvSpPr>
          <p:cNvPr id="3" name="Text Placeholder 2"/>
          <p:cNvSpPr>
            <a:spLocks noGrp="1"/>
          </p:cNvSpPr>
          <p:nvPr>
            <p:ph type="body" sz="quarter" idx="13"/>
          </p:nvPr>
        </p:nvSpPr>
        <p:spPr/>
        <p:txBody>
          <a:bodyPr/>
          <a:lstStyle/>
          <a:p>
            <a:r>
              <a:rPr lang="en-US" dirty="0"/>
              <a:t>Developer :- Writing Code</a:t>
            </a:r>
          </a:p>
          <a:p>
            <a:endParaRPr lang="en-US" dirty="0"/>
          </a:p>
          <a:p>
            <a:r>
              <a:rPr lang="en-US" dirty="0"/>
              <a:t>Quality Assurance :- Testing </a:t>
            </a:r>
          </a:p>
          <a:p>
            <a:endParaRPr lang="en-US" dirty="0"/>
          </a:p>
          <a:p>
            <a:r>
              <a:rPr lang="en-US" dirty="0"/>
              <a:t>Operations personnel :- Deploy </a:t>
            </a:r>
          </a:p>
          <a:p>
            <a:endParaRPr lang="en-US" dirty="0"/>
          </a:p>
        </p:txBody>
      </p:sp>
      <p:sp>
        <p:nvSpPr>
          <p:cNvPr id="4" name="Text Placeholder 3"/>
          <p:cNvSpPr>
            <a:spLocks noGrp="1"/>
          </p:cNvSpPr>
          <p:nvPr>
            <p:ph type="body" sz="quarter" idx="14"/>
          </p:nvPr>
        </p:nvSpPr>
        <p:spPr/>
        <p:txBody>
          <a:bodyPr/>
          <a:lstStyle/>
          <a:p>
            <a:r>
              <a:rPr lang="en-US" dirty="0"/>
              <a:t>Need for DevOps </a:t>
            </a:r>
          </a:p>
        </p:txBody>
      </p:sp>
      <p:graphicFrame>
        <p:nvGraphicFramePr>
          <p:cNvPr id="5" name="Content Placeholder 5"/>
          <p:cNvGraphicFramePr>
            <a:graphicFrameLocks/>
          </p:cNvGraphicFramePr>
          <p:nvPr/>
        </p:nvGraphicFramePr>
        <p:xfrm>
          <a:off x="5181600" y="2819400"/>
          <a:ext cx="5164541" cy="37385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436628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a:t>
            </a:r>
          </a:p>
        </p:txBody>
      </p:sp>
      <p:sp>
        <p:nvSpPr>
          <p:cNvPr id="4" name="Text Placeholder 3"/>
          <p:cNvSpPr>
            <a:spLocks noGrp="1"/>
          </p:cNvSpPr>
          <p:nvPr>
            <p:ph type="body" sz="quarter" idx="14"/>
          </p:nvPr>
        </p:nvSpPr>
        <p:spPr/>
        <p:txBody>
          <a:bodyPr/>
          <a:lstStyle/>
          <a:p>
            <a:r>
              <a:rPr lang="en-US" dirty="0"/>
              <a:t>Need for DevOps Contd..</a:t>
            </a:r>
          </a:p>
        </p:txBody>
      </p:sp>
      <p:graphicFrame>
        <p:nvGraphicFramePr>
          <p:cNvPr id="9" name="Content Placeholder 5"/>
          <p:cNvGraphicFramePr>
            <a:graphicFrameLocks/>
          </p:cNvGraphicFramePr>
          <p:nvPr/>
        </p:nvGraphicFramePr>
        <p:xfrm>
          <a:off x="8342572" y="1623218"/>
          <a:ext cx="328295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0" name="Content Placeholder 4"/>
          <p:cNvGraphicFramePr>
            <a:graphicFrameLocks/>
          </p:cNvGraphicFramePr>
          <p:nvPr/>
        </p:nvGraphicFramePr>
        <p:xfrm>
          <a:off x="122829" y="1555750"/>
          <a:ext cx="8194343" cy="44862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3876960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a:t>
            </a:r>
          </a:p>
        </p:txBody>
      </p:sp>
      <p:sp>
        <p:nvSpPr>
          <p:cNvPr id="4" name="Text Placeholder 3"/>
          <p:cNvSpPr>
            <a:spLocks noGrp="1"/>
          </p:cNvSpPr>
          <p:nvPr>
            <p:ph type="body" sz="quarter" idx="14"/>
          </p:nvPr>
        </p:nvSpPr>
        <p:spPr/>
        <p:txBody>
          <a:bodyPr/>
          <a:lstStyle/>
          <a:p>
            <a:r>
              <a:rPr lang="en-US" dirty="0"/>
              <a:t>Need for DevOps Contd..</a:t>
            </a:r>
          </a:p>
        </p:txBody>
      </p:sp>
      <p:graphicFrame>
        <p:nvGraphicFramePr>
          <p:cNvPr id="5" name="Content Placeholder 5"/>
          <p:cNvGraphicFramePr>
            <a:graphicFrameLocks/>
          </p:cNvGraphicFramePr>
          <p:nvPr/>
        </p:nvGraphicFramePr>
        <p:xfrm>
          <a:off x="6461078" y="1690688"/>
          <a:ext cx="5181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Content Placeholder 6"/>
          <p:cNvGraphicFramePr>
            <a:graphicFrameLocks/>
          </p:cNvGraphicFramePr>
          <p:nvPr/>
        </p:nvGraphicFramePr>
        <p:xfrm>
          <a:off x="914400" y="1690688"/>
          <a:ext cx="5257800" cy="4351338"/>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4614555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a:t>
            </a:r>
          </a:p>
        </p:txBody>
      </p:sp>
      <p:sp>
        <p:nvSpPr>
          <p:cNvPr id="4" name="Text Placeholder 3"/>
          <p:cNvSpPr>
            <a:spLocks noGrp="1"/>
          </p:cNvSpPr>
          <p:nvPr>
            <p:ph type="body" sz="quarter" idx="14"/>
          </p:nvPr>
        </p:nvSpPr>
        <p:spPr/>
        <p:txBody>
          <a:bodyPr/>
          <a:lstStyle/>
          <a:p>
            <a:r>
              <a:rPr lang="en-US" dirty="0"/>
              <a:t>Need for DevOps Contd..</a:t>
            </a:r>
          </a:p>
        </p:txBody>
      </p:sp>
      <p:pic>
        <p:nvPicPr>
          <p:cNvPr id="3" name="Picture 2"/>
          <p:cNvPicPr>
            <a:picLocks noChangeAspect="1"/>
          </p:cNvPicPr>
          <p:nvPr/>
        </p:nvPicPr>
        <p:blipFill>
          <a:blip r:embed="rId2"/>
          <a:stretch>
            <a:fillRect/>
          </a:stretch>
        </p:blipFill>
        <p:spPr>
          <a:xfrm>
            <a:off x="2057400" y="1756356"/>
            <a:ext cx="7696200" cy="4071937"/>
          </a:xfrm>
          <a:prstGeom prst="rect">
            <a:avLst/>
          </a:prstGeom>
        </p:spPr>
      </p:pic>
      <p:sp>
        <p:nvSpPr>
          <p:cNvPr id="7" name="TextBox 6"/>
          <p:cNvSpPr txBox="1"/>
          <p:nvPr/>
        </p:nvSpPr>
        <p:spPr>
          <a:xfrm>
            <a:off x="8077200" y="5877084"/>
            <a:ext cx="281940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Helvetica" panose="020B0604020202020204" pitchFamily="34" charset="0"/>
                <a:ea typeface="+mn-ea"/>
                <a:cs typeface="Helvetica" panose="020B0604020202020204" pitchFamily="34" charset="0"/>
              </a:rPr>
              <a:t>https://in.pinterest.com/</a:t>
            </a:r>
          </a:p>
        </p:txBody>
      </p:sp>
    </p:spTree>
    <p:extLst>
      <p:ext uri="{BB962C8B-B14F-4D97-AF65-F5344CB8AC3E}">
        <p14:creationId xmlns:p14="http://schemas.microsoft.com/office/powerpoint/2010/main" val="33944432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a:t>
            </a:r>
          </a:p>
        </p:txBody>
      </p:sp>
      <p:sp>
        <p:nvSpPr>
          <p:cNvPr id="3" name="Text Placeholder 2"/>
          <p:cNvSpPr>
            <a:spLocks noGrp="1"/>
          </p:cNvSpPr>
          <p:nvPr>
            <p:ph type="body" sz="quarter" idx="13"/>
          </p:nvPr>
        </p:nvSpPr>
        <p:spPr>
          <a:xfrm>
            <a:off x="857739" y="1600201"/>
            <a:ext cx="10160000" cy="3962399"/>
          </a:xfrm>
        </p:spPr>
        <p:txBody>
          <a:bodyPr>
            <a:normAutofit fontScale="92500" lnSpcReduction="10000"/>
          </a:bodyPr>
          <a:lstStyle/>
          <a:p>
            <a:r>
              <a:rPr lang="en-US" dirty="0"/>
              <a:t>Waterfall Model</a:t>
            </a:r>
          </a:p>
          <a:p>
            <a:r>
              <a:rPr lang="en-US" dirty="0"/>
              <a:t>Dominated Project Management Until 2001</a:t>
            </a:r>
          </a:p>
          <a:p>
            <a:endParaRPr lang="en-US" dirty="0"/>
          </a:p>
          <a:p>
            <a:r>
              <a:rPr lang="en-US" dirty="0"/>
              <a:t>Still in Use :</a:t>
            </a:r>
          </a:p>
          <a:p>
            <a:pPr lvl="1"/>
            <a:r>
              <a:rPr lang="en-US" dirty="0"/>
              <a:t>Disciplined Approach</a:t>
            </a:r>
          </a:p>
          <a:p>
            <a:pPr lvl="1"/>
            <a:r>
              <a:rPr lang="en-US" dirty="0"/>
              <a:t>Thorough Scoping</a:t>
            </a:r>
          </a:p>
          <a:p>
            <a:pPr lvl="1"/>
            <a:r>
              <a:rPr lang="en-US" dirty="0"/>
              <a:t>Clear Stages</a:t>
            </a:r>
          </a:p>
          <a:p>
            <a:pPr lvl="1"/>
            <a:r>
              <a:rPr lang="en-US" dirty="0"/>
              <a:t>Concrete Deadlines</a:t>
            </a:r>
          </a:p>
          <a:p>
            <a:endParaRPr lang="en-US" dirty="0"/>
          </a:p>
          <a:p>
            <a:r>
              <a:rPr lang="en-US" dirty="0"/>
              <a:t>Disadvantages:</a:t>
            </a:r>
          </a:p>
          <a:p>
            <a:pPr lvl="1"/>
            <a:r>
              <a:rPr lang="en-US" dirty="0"/>
              <a:t>Sequential </a:t>
            </a:r>
          </a:p>
          <a:p>
            <a:pPr lvl="1"/>
            <a:r>
              <a:rPr lang="en-US" dirty="0"/>
              <a:t>Inflexible</a:t>
            </a:r>
          </a:p>
          <a:p>
            <a:pPr lvl="1"/>
            <a:r>
              <a:rPr lang="en-US" dirty="0"/>
              <a:t>Assumptions</a:t>
            </a:r>
          </a:p>
        </p:txBody>
      </p:sp>
      <p:sp>
        <p:nvSpPr>
          <p:cNvPr id="4" name="Text Placeholder 3"/>
          <p:cNvSpPr>
            <a:spLocks noGrp="1"/>
          </p:cNvSpPr>
          <p:nvPr>
            <p:ph type="body" sz="quarter" idx="14"/>
          </p:nvPr>
        </p:nvSpPr>
        <p:spPr/>
        <p:txBody>
          <a:bodyPr/>
          <a:lstStyle/>
          <a:p>
            <a:r>
              <a:rPr lang="en-US" dirty="0"/>
              <a:t>Need for DevOps Contd..</a:t>
            </a:r>
          </a:p>
        </p:txBody>
      </p:sp>
      <p:sp>
        <p:nvSpPr>
          <p:cNvPr id="5" name="TextBox 4"/>
          <p:cNvSpPr txBox="1"/>
          <p:nvPr/>
        </p:nvSpPr>
        <p:spPr>
          <a:xfrm>
            <a:off x="3962400" y="5105400"/>
            <a:ext cx="48768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Helvetica" panose="020B0604020202020204" pitchFamily="34" charset="0"/>
                <a:ea typeface="+mn-ea"/>
                <a:cs typeface="Helvetica" panose="020B0604020202020204" pitchFamily="34" charset="0"/>
              </a:rPr>
              <a:t>We are loosing Time to market </a:t>
            </a:r>
          </a:p>
        </p:txBody>
      </p:sp>
    </p:spTree>
    <p:extLst>
      <p:ext uri="{BB962C8B-B14F-4D97-AF65-F5344CB8AC3E}">
        <p14:creationId xmlns:p14="http://schemas.microsoft.com/office/powerpoint/2010/main" val="882684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a:t>
            </a:r>
          </a:p>
        </p:txBody>
      </p:sp>
      <p:sp>
        <p:nvSpPr>
          <p:cNvPr id="3" name="Text Placeholder 2"/>
          <p:cNvSpPr>
            <a:spLocks noGrp="1"/>
          </p:cNvSpPr>
          <p:nvPr>
            <p:ph type="body" sz="quarter" idx="13"/>
          </p:nvPr>
        </p:nvSpPr>
        <p:spPr>
          <a:xfrm>
            <a:off x="857739" y="1600201"/>
            <a:ext cx="10160000" cy="3962399"/>
          </a:xfrm>
        </p:spPr>
        <p:txBody>
          <a:bodyPr>
            <a:normAutofit/>
          </a:bodyPr>
          <a:lstStyle/>
          <a:p>
            <a:r>
              <a:rPr lang="en-US" dirty="0"/>
              <a:t>Development is All Well</a:t>
            </a:r>
          </a:p>
          <a:p>
            <a:r>
              <a:rPr lang="en-US" dirty="0"/>
              <a:t>Where is Operations?</a:t>
            </a:r>
          </a:p>
          <a:p>
            <a:r>
              <a:rPr lang="en-US" dirty="0"/>
              <a:t>Where is System Administrators?</a:t>
            </a:r>
          </a:p>
        </p:txBody>
      </p:sp>
      <p:sp>
        <p:nvSpPr>
          <p:cNvPr id="4" name="Text Placeholder 3"/>
          <p:cNvSpPr>
            <a:spLocks noGrp="1"/>
          </p:cNvSpPr>
          <p:nvPr>
            <p:ph type="body" sz="quarter" idx="14"/>
          </p:nvPr>
        </p:nvSpPr>
        <p:spPr/>
        <p:txBody>
          <a:bodyPr/>
          <a:lstStyle/>
          <a:p>
            <a:r>
              <a:rPr lang="en-US" dirty="0"/>
              <a:t>Where is Operations?</a:t>
            </a:r>
          </a:p>
        </p:txBody>
      </p:sp>
      <p:pic>
        <p:nvPicPr>
          <p:cNvPr id="8" name="Picture 7"/>
          <p:cNvPicPr>
            <a:picLocks noChangeAspect="1"/>
          </p:cNvPicPr>
          <p:nvPr/>
        </p:nvPicPr>
        <p:blipFill>
          <a:blip r:embed="rId2"/>
          <a:stretch>
            <a:fillRect/>
          </a:stretch>
        </p:blipFill>
        <p:spPr>
          <a:xfrm>
            <a:off x="7431576" y="3048000"/>
            <a:ext cx="3586163" cy="3411399"/>
          </a:xfrm>
          <a:prstGeom prst="rect">
            <a:avLst/>
          </a:prstGeom>
        </p:spPr>
      </p:pic>
    </p:spTree>
    <p:extLst>
      <p:ext uri="{BB962C8B-B14F-4D97-AF65-F5344CB8AC3E}">
        <p14:creationId xmlns:p14="http://schemas.microsoft.com/office/powerpoint/2010/main" val="19993243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Basics</a:t>
            </a:r>
          </a:p>
        </p:txBody>
      </p:sp>
      <p:sp>
        <p:nvSpPr>
          <p:cNvPr id="3" name="Text Placeholder 2"/>
          <p:cNvSpPr>
            <a:spLocks noGrp="1"/>
          </p:cNvSpPr>
          <p:nvPr>
            <p:ph type="body" sz="quarter" idx="13"/>
          </p:nvPr>
        </p:nvSpPr>
        <p:spPr>
          <a:xfrm>
            <a:off x="857739" y="1600201"/>
            <a:ext cx="9810261" cy="4495799"/>
          </a:xfrm>
        </p:spPr>
        <p:txBody>
          <a:bodyPr>
            <a:normAutofit/>
          </a:bodyPr>
          <a:lstStyle/>
          <a:p>
            <a:r>
              <a:rPr lang="en-US" dirty="0"/>
              <a:t>Release Process</a:t>
            </a:r>
          </a:p>
          <a:p>
            <a:pPr lvl="1"/>
            <a:r>
              <a:rPr lang="en-US" dirty="0"/>
              <a:t>Releasing a new system or version of an existing system to customers is one of the most sensitive steps in the software development cycle</a:t>
            </a:r>
          </a:p>
          <a:p>
            <a:pPr lvl="1"/>
            <a:r>
              <a:rPr lang="en-US" dirty="0"/>
              <a:t>The following release planning steps are adapted from Wikipedia</a:t>
            </a:r>
          </a:p>
          <a:p>
            <a:pPr lvl="2"/>
            <a:r>
              <a:rPr lang="en-US" dirty="0"/>
              <a:t>Define and agree on release and deployment plans with customers/stakeholders</a:t>
            </a:r>
          </a:p>
          <a:p>
            <a:pPr lvl="2"/>
            <a:r>
              <a:rPr lang="en-US" dirty="0"/>
              <a:t>Ensure that each release package consists of a set of related assets and service components that are compatible with each other</a:t>
            </a:r>
          </a:p>
          <a:p>
            <a:pPr lvl="2"/>
            <a:r>
              <a:rPr lang="en-US" dirty="0"/>
              <a:t>Ensure that the integrity of a release package and its constituent components is maintained throughout the transition activities and recorded accurately in the configuration management system</a:t>
            </a:r>
          </a:p>
          <a:p>
            <a:pPr lvl="2"/>
            <a:r>
              <a:rPr lang="en-US" dirty="0"/>
              <a:t>Ensure that all release and deployment packages can be tracked</a:t>
            </a:r>
          </a:p>
          <a:p>
            <a:r>
              <a:rPr lang="en-US" dirty="0"/>
              <a:t>Poor Coordination</a:t>
            </a:r>
          </a:p>
          <a:p>
            <a:r>
              <a:rPr lang="en-US" dirty="0"/>
              <a:t>Limited Capacity of Operations Staff</a:t>
            </a:r>
          </a:p>
          <a:p>
            <a:endParaRPr lang="en-US" dirty="0"/>
          </a:p>
        </p:txBody>
      </p:sp>
      <p:sp>
        <p:nvSpPr>
          <p:cNvPr id="4" name="Text Placeholder 3"/>
          <p:cNvSpPr>
            <a:spLocks noGrp="1"/>
          </p:cNvSpPr>
          <p:nvPr>
            <p:ph type="body" sz="quarter" idx="14"/>
          </p:nvPr>
        </p:nvSpPr>
        <p:spPr/>
        <p:txBody>
          <a:bodyPr/>
          <a:lstStyle/>
          <a:p>
            <a:r>
              <a:rPr lang="en-US" dirty="0"/>
              <a:t>Why DevOps? :: Lets Summaries</a:t>
            </a:r>
          </a:p>
        </p:txBody>
      </p:sp>
    </p:spTree>
    <p:extLst>
      <p:ext uri="{BB962C8B-B14F-4D97-AF65-F5344CB8AC3E}">
        <p14:creationId xmlns:p14="http://schemas.microsoft.com/office/powerpoint/2010/main" val="9540710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Practices</a:t>
            </a:r>
          </a:p>
        </p:txBody>
      </p:sp>
      <p:sp>
        <p:nvSpPr>
          <p:cNvPr id="3" name="Text Placeholder 2"/>
          <p:cNvSpPr>
            <a:spLocks noGrp="1"/>
          </p:cNvSpPr>
          <p:nvPr>
            <p:ph type="body" sz="quarter" idx="13"/>
          </p:nvPr>
        </p:nvSpPr>
        <p:spPr/>
        <p:txBody>
          <a:bodyPr/>
          <a:lstStyle/>
          <a:p>
            <a:r>
              <a:rPr lang="en-US" dirty="0"/>
              <a:t>Treat Ops as first-class citizens from the point of view of requirements</a:t>
            </a:r>
          </a:p>
          <a:p>
            <a:r>
              <a:rPr lang="en-US" dirty="0"/>
              <a:t>Make Dev more responsible for relevant incident handling</a:t>
            </a:r>
          </a:p>
          <a:p>
            <a:r>
              <a:rPr lang="en-US" dirty="0"/>
              <a:t>Enforce the deployment process used by all, including Dev and Ops personnel</a:t>
            </a:r>
          </a:p>
          <a:p>
            <a:r>
              <a:rPr lang="en-US" dirty="0"/>
              <a:t>Use continuous deployment</a:t>
            </a:r>
          </a:p>
          <a:p>
            <a:r>
              <a:rPr lang="en-US" dirty="0"/>
              <a:t>Develop infrastructure code, such as deployment scripts</a:t>
            </a:r>
          </a:p>
          <a:p>
            <a:endParaRPr lang="en-US" dirty="0"/>
          </a:p>
        </p:txBody>
      </p:sp>
      <p:sp>
        <p:nvSpPr>
          <p:cNvPr id="4" name="Text Placeholder 3"/>
          <p:cNvSpPr>
            <a:spLocks noGrp="1"/>
          </p:cNvSpPr>
          <p:nvPr>
            <p:ph type="body" sz="quarter" idx="14"/>
          </p:nvPr>
        </p:nvSpPr>
        <p:spPr/>
        <p:txBody>
          <a:bodyPr/>
          <a:lstStyle/>
          <a:p>
            <a:r>
              <a:rPr lang="en-US" dirty="0"/>
              <a:t>Five different categories of DevOps practices</a:t>
            </a:r>
          </a:p>
        </p:txBody>
      </p:sp>
    </p:spTree>
    <p:extLst>
      <p:ext uri="{BB962C8B-B14F-4D97-AF65-F5344CB8AC3E}">
        <p14:creationId xmlns:p14="http://schemas.microsoft.com/office/powerpoint/2010/main" val="2337005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Practices</a:t>
            </a:r>
          </a:p>
        </p:txBody>
      </p:sp>
      <p:sp>
        <p:nvSpPr>
          <p:cNvPr id="4" name="Text Placeholder 3"/>
          <p:cNvSpPr>
            <a:spLocks noGrp="1"/>
          </p:cNvSpPr>
          <p:nvPr>
            <p:ph type="body" sz="quarter" idx="14"/>
          </p:nvPr>
        </p:nvSpPr>
        <p:spPr/>
        <p:txBody>
          <a:bodyPr/>
          <a:lstStyle/>
          <a:p>
            <a:r>
              <a:rPr lang="en-US" dirty="0"/>
              <a:t>DevOps life cycle processes by Porter’s value chain</a:t>
            </a:r>
          </a:p>
        </p:txBody>
      </p:sp>
      <p:pic>
        <p:nvPicPr>
          <p:cNvPr id="5" name="Picture 4"/>
          <p:cNvPicPr>
            <a:picLocks noChangeAspect="1"/>
          </p:cNvPicPr>
          <p:nvPr/>
        </p:nvPicPr>
        <p:blipFill>
          <a:blip r:embed="rId2"/>
          <a:stretch>
            <a:fillRect/>
          </a:stretch>
        </p:blipFill>
        <p:spPr>
          <a:xfrm>
            <a:off x="1470025" y="2133600"/>
            <a:ext cx="8915400" cy="2971800"/>
          </a:xfrm>
          <a:prstGeom prst="rect">
            <a:avLst/>
          </a:prstGeom>
        </p:spPr>
      </p:pic>
    </p:spTree>
    <p:extLst>
      <p:ext uri="{BB962C8B-B14F-4D97-AF65-F5344CB8AC3E}">
        <p14:creationId xmlns:p14="http://schemas.microsoft.com/office/powerpoint/2010/main" val="8802150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DevOps Practices</a:t>
            </a:r>
          </a:p>
        </p:txBody>
      </p:sp>
      <p:sp>
        <p:nvSpPr>
          <p:cNvPr id="3" name="Text Placeholder 2"/>
          <p:cNvSpPr>
            <a:spLocks noGrp="1"/>
          </p:cNvSpPr>
          <p:nvPr>
            <p:ph type="body" sz="quarter" idx="13"/>
          </p:nvPr>
        </p:nvSpPr>
        <p:spPr>
          <a:xfrm>
            <a:off x="857739" y="1600201"/>
            <a:ext cx="10160000" cy="3505199"/>
          </a:xfrm>
        </p:spPr>
        <p:txBody>
          <a:bodyPr>
            <a:normAutofit/>
          </a:bodyPr>
          <a:lstStyle/>
          <a:p>
            <a:r>
              <a:rPr lang="en-US" dirty="0"/>
              <a:t>IT professional</a:t>
            </a:r>
          </a:p>
          <a:p>
            <a:pPr lvl="1"/>
            <a:r>
              <a:rPr lang="en-US" dirty="0"/>
              <a:t>help desk support</a:t>
            </a:r>
          </a:p>
          <a:p>
            <a:r>
              <a:rPr lang="en-US" dirty="0"/>
              <a:t>operator, and operations personnel</a:t>
            </a:r>
          </a:p>
          <a:p>
            <a:pPr lvl="1"/>
            <a:r>
              <a:rPr lang="en-US" dirty="0"/>
              <a:t>hands-on access to the hardware—installing and configuring hardware, managing backups, and maintaining printers</a:t>
            </a:r>
          </a:p>
          <a:p>
            <a:r>
              <a:rPr lang="en-US" dirty="0"/>
              <a:t>System administrator</a:t>
            </a:r>
          </a:p>
          <a:p>
            <a:pPr lvl="1"/>
            <a:r>
              <a:rPr lang="en-US" dirty="0"/>
              <a:t>responsible for uptime, performance, resources, and security of computer systems</a:t>
            </a:r>
          </a:p>
          <a:p>
            <a:endParaRPr lang="en-US" dirty="0"/>
          </a:p>
          <a:p>
            <a:r>
              <a:rPr lang="en-US" dirty="0"/>
              <a:t>Note :We will use term operator though out the course refer to anyone who performs computer operator or system administration tasks (or both)</a:t>
            </a:r>
          </a:p>
          <a:p>
            <a:endParaRPr lang="en-US" dirty="0"/>
          </a:p>
        </p:txBody>
      </p:sp>
      <p:sp>
        <p:nvSpPr>
          <p:cNvPr id="4" name="Text Placeholder 3"/>
          <p:cNvSpPr>
            <a:spLocks noGrp="1"/>
          </p:cNvSpPr>
          <p:nvPr>
            <p:ph type="body" sz="quarter" idx="14"/>
          </p:nvPr>
        </p:nvSpPr>
        <p:spPr/>
        <p:txBody>
          <a:bodyPr/>
          <a:lstStyle/>
          <a:p>
            <a:r>
              <a:rPr lang="en-US" dirty="0"/>
              <a:t>Common terminology used</a:t>
            </a:r>
          </a:p>
        </p:txBody>
      </p:sp>
    </p:spTree>
    <p:extLst>
      <p:ext uri="{BB962C8B-B14F-4D97-AF65-F5344CB8AC3E}">
        <p14:creationId xmlns:p14="http://schemas.microsoft.com/office/powerpoint/2010/main" val="292925499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its_16-9-template" id="{B7A0C74C-E369-44C7-A546-EF1EA9C648F2}" vid="{8DB36153-B58A-4978-9624-5131A00962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Bits_Recording_Sample</Template>
  <TotalTime>1990</TotalTime>
  <Words>2190</Words>
  <Application>Microsoft Office PowerPoint</Application>
  <PresentationFormat>Widescreen</PresentationFormat>
  <Paragraphs>370</Paragraphs>
  <Slides>42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42</vt:i4>
      </vt:variant>
    </vt:vector>
  </HeadingPairs>
  <TitlesOfParts>
    <vt:vector size="49" baseType="lpstr">
      <vt:lpstr>Arial</vt:lpstr>
      <vt:lpstr>Calibri</vt:lpstr>
      <vt:lpstr>Calibri Light</vt:lpstr>
      <vt:lpstr>Helvetica</vt:lpstr>
      <vt:lpstr>Helvetica Light</vt:lpstr>
      <vt:lpstr>Wingdings</vt:lpstr>
      <vt:lpstr>Office Theme</vt:lpstr>
      <vt:lpstr>Agenda</vt:lpstr>
      <vt:lpstr>Software Development Life Cycle</vt:lpstr>
      <vt:lpstr>Waterfall Model</vt:lpstr>
      <vt:lpstr>Waterfall Model Contd..</vt:lpstr>
      <vt:lpstr>Waterfall Model Contd..</vt:lpstr>
      <vt:lpstr>Waterfall Model Contd..</vt:lpstr>
      <vt:lpstr>Need of Agile</vt:lpstr>
      <vt:lpstr>Agile Methodology Contd..</vt:lpstr>
      <vt:lpstr>Principles of Agile Methodology</vt:lpstr>
      <vt:lpstr>Pillars of Agile Methodology</vt:lpstr>
      <vt:lpstr>Agile Methodologies</vt:lpstr>
      <vt:lpstr>Roles in Agile</vt:lpstr>
      <vt:lpstr>Operational Methodology</vt:lpstr>
      <vt:lpstr>ITIL</vt:lpstr>
      <vt:lpstr>ITIL</vt:lpstr>
      <vt:lpstr>ITIL Framework</vt:lpstr>
      <vt:lpstr>ITIL</vt:lpstr>
      <vt:lpstr>Problems of Delivering Software</vt:lpstr>
      <vt:lpstr>Problems of Delivering Software</vt:lpstr>
      <vt:lpstr>Problems of Delivering Software</vt:lpstr>
      <vt:lpstr>Continuous Delivery</vt:lpstr>
      <vt:lpstr>Principle of Continuous Delivery</vt:lpstr>
      <vt:lpstr>Principle of Continuous Delivery</vt:lpstr>
      <vt:lpstr>Principle of Continuous Delivery</vt:lpstr>
      <vt:lpstr>Principle of Continuous Delivery</vt:lpstr>
      <vt:lpstr>Principle of Continuous Delivery</vt:lpstr>
      <vt:lpstr>Principle of Continuous Delivery</vt:lpstr>
      <vt:lpstr>Principle of Continuous Delivery</vt:lpstr>
      <vt:lpstr>Principle of Continuous Delivery</vt:lpstr>
      <vt:lpstr>Principle of Continuous Delivery</vt:lpstr>
      <vt:lpstr>DevOps Basics</vt:lpstr>
      <vt:lpstr>DevOps Basics</vt:lpstr>
      <vt:lpstr>DevOps Basics </vt:lpstr>
      <vt:lpstr>DevOps Basics</vt:lpstr>
      <vt:lpstr>DevOps Basics</vt:lpstr>
      <vt:lpstr>DevOps Basics</vt:lpstr>
      <vt:lpstr>DevOps Basics</vt:lpstr>
      <vt:lpstr>DevOps Basics</vt:lpstr>
      <vt:lpstr>DevOps Basics</vt:lpstr>
      <vt:lpstr>DevOps Practices</vt:lpstr>
      <vt:lpstr>DevOps Practices</vt:lpstr>
      <vt:lpstr>DevOps Practices</vt:lpstr>
    </vt:vector>
  </TitlesOfParts>
  <Company>HP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Sonika Rathi</dc:creator>
  <cp:lastModifiedBy>Abid AK</cp:lastModifiedBy>
  <cp:revision>22</cp:revision>
  <dcterms:created xsi:type="dcterms:W3CDTF">2019-03-25T05:25:18Z</dcterms:created>
  <dcterms:modified xsi:type="dcterms:W3CDTF">2025-04-18T12:32:18Z</dcterms:modified>
</cp:coreProperties>
</file>