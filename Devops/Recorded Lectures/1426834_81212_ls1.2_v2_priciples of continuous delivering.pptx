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9" r:id="rId2"/>
    <p:sldId id="271" r:id="rId3"/>
    <p:sldId id="272" r:id="rId4"/>
    <p:sldId id="274" r:id="rId5"/>
    <p:sldId id="275" r:id="rId6"/>
    <p:sldId id="276" r:id="rId7"/>
    <p:sldId id="277" r:id="rId8"/>
    <p:sldId id="278" r:id="rId9"/>
    <p:sldId id="27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305" autoAdjust="0"/>
  </p:normalViewPr>
  <p:slideViewPr>
    <p:cSldViewPr>
      <p:cViewPr varScale="1">
        <p:scale>
          <a:sx n="78" d="100"/>
          <a:sy n="78" d="100"/>
        </p:scale>
        <p:origin x="878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Continuous Delivery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Promotes the adoption of an automated deployment pipeline to release software into production reliably and quickly</a:t>
            </a:r>
          </a:p>
          <a:p>
            <a:r>
              <a:rPr lang="en-US" dirty="0"/>
              <a:t>Its goal is to establish an optimized end-to-end process, enhance the development to production cycles, lower the risk of release problems and provide a quicker time to market</a:t>
            </a:r>
          </a:p>
          <a:p>
            <a:r>
              <a:rPr lang="en-US" dirty="0"/>
              <a:t>To that point,  Jez Humble and Dave Farley define the 8 principles of continuous delivery in their Book “Continuous Delivery” as: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Introduction to Continuous Delivery</a:t>
            </a:r>
          </a:p>
        </p:txBody>
      </p:sp>
    </p:spTree>
    <p:extLst>
      <p:ext uri="{BB962C8B-B14F-4D97-AF65-F5344CB8AC3E}">
        <p14:creationId xmlns:p14="http://schemas.microsoft.com/office/powerpoint/2010/main" val="2275560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Continuous Delivery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Use the same release process in all environments</a:t>
            </a:r>
          </a:p>
          <a:p>
            <a:r>
              <a:rPr lang="en-US" dirty="0"/>
              <a:t>If a feature or enhancement has to work through one process on its way into the integration environment, and another process into QA, issues find a way of popping up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Build Repeatable and Reliable Process</a:t>
            </a:r>
          </a:p>
        </p:txBody>
      </p:sp>
    </p:spTree>
    <p:extLst>
      <p:ext uri="{BB962C8B-B14F-4D97-AF65-F5344CB8AC3E}">
        <p14:creationId xmlns:p14="http://schemas.microsoft.com/office/powerpoint/2010/main" val="79209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Continuous Delivery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Automate builds, testing, releases, configuration changes and everything else</a:t>
            </a:r>
          </a:p>
          <a:p>
            <a:r>
              <a:rPr lang="en-US" dirty="0"/>
              <a:t>Manual processes are inherently less repeatable, more prone to error and less efficient</a:t>
            </a:r>
          </a:p>
          <a:p>
            <a:r>
              <a:rPr lang="en-US" dirty="0"/>
              <a:t>Once we automate a process, less effort is needed to run it and monitor its progress – and it will ensure to have consistent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Try to Automate Everything</a:t>
            </a:r>
          </a:p>
        </p:txBody>
      </p:sp>
    </p:spTree>
    <p:extLst>
      <p:ext uri="{BB962C8B-B14F-4D97-AF65-F5344CB8AC3E}">
        <p14:creationId xmlns:p14="http://schemas.microsoft.com/office/powerpoint/2010/main" val="379347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Continuous Delivery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Have one source of truth </a:t>
            </a:r>
          </a:p>
          <a:p>
            <a:r>
              <a:rPr lang="en-US" dirty="0"/>
              <a:t>Keep Code, configuration, scripts, databases, documentation and everything versioned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Keep everything in Version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505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Continuous Delivery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Deal with the hard stuff first</a:t>
            </a:r>
          </a:p>
          <a:p>
            <a:r>
              <a:rPr lang="en-US" dirty="0"/>
              <a:t>Time-consuming or error prone tasks should be dealt with as soon as you can</a:t>
            </a:r>
          </a:p>
          <a:p>
            <a:r>
              <a:rPr lang="en-US" dirty="0"/>
              <a:t>Once you get the painful issues out of the way, the rest will most likely be easier to perfect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Bring the Pain Forward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47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Continuous Delivery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Create short feedback loops to deal with bugs as soon as they are created</a:t>
            </a:r>
          </a:p>
          <a:p>
            <a:r>
              <a:rPr lang="en-US" dirty="0"/>
              <a:t>By having issues looped back to developers as soon as they fail post-build test, it will enable them to produce higher quality code quicker </a:t>
            </a:r>
          </a:p>
          <a:p>
            <a:r>
              <a:rPr lang="en-US" dirty="0"/>
              <a:t>In addition, fewer issues will be found later on in the process, when it will be more expensive to fix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Ensure Quality – in Build</a:t>
            </a:r>
          </a:p>
        </p:txBody>
      </p:sp>
    </p:spTree>
    <p:extLst>
      <p:ext uri="{BB962C8B-B14F-4D97-AF65-F5344CB8AC3E}">
        <p14:creationId xmlns:p14="http://schemas.microsoft.com/office/powerpoint/2010/main" val="52593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Continuous Delivery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feature is done only when it is in production</a:t>
            </a:r>
          </a:p>
          <a:p>
            <a:r>
              <a:rPr lang="en-US" dirty="0"/>
              <a:t>Having a clear definition of “done” right from the start will help everyone communicate better, and realize the value in each feature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Set expectation as "Done" means Released</a:t>
            </a:r>
          </a:p>
        </p:txBody>
      </p:sp>
    </p:spTree>
    <p:extLst>
      <p:ext uri="{BB962C8B-B14F-4D97-AF65-F5344CB8AC3E}">
        <p14:creationId xmlns:p14="http://schemas.microsoft.com/office/powerpoint/2010/main" val="239960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Continuous Delivery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"It works on my workstation" is never a valid excuse</a:t>
            </a:r>
          </a:p>
          <a:p>
            <a:r>
              <a:rPr lang="en-US" dirty="0"/>
              <a:t>Responsibility should extend all the way to production</a:t>
            </a:r>
          </a:p>
          <a:p>
            <a:r>
              <a:rPr lang="en-US" dirty="0"/>
              <a:t>Cultural change can be the hardest to implement</a:t>
            </a:r>
          </a:p>
          <a:p>
            <a:r>
              <a:rPr lang="en-US" dirty="0"/>
              <a:t>However, having management support and an enthusiastic champion will certainly help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Everyone is Responsible</a:t>
            </a:r>
          </a:p>
        </p:txBody>
      </p:sp>
    </p:spTree>
    <p:extLst>
      <p:ext uri="{BB962C8B-B14F-4D97-AF65-F5344CB8AC3E}">
        <p14:creationId xmlns:p14="http://schemas.microsoft.com/office/powerpoint/2010/main" val="3777229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Continuous Delivery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principle is the most important for effective automation</a:t>
            </a:r>
          </a:p>
          <a:p>
            <a:r>
              <a:rPr lang="en-US" dirty="0"/>
              <a:t>If "practice makes perfect" then automation represents the ultimate expression of a practice-making-perfect iterative process.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1380419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 of Continuous Delivery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733799"/>
          </a:xfrm>
        </p:spPr>
        <p:txBody>
          <a:bodyPr>
            <a:normAutofit/>
          </a:bodyPr>
          <a:lstStyle/>
          <a:p>
            <a:r>
              <a:rPr lang="en-US" dirty="0"/>
              <a:t>Create a Repeatable, Reliable Process for Releasing Software</a:t>
            </a:r>
          </a:p>
          <a:p>
            <a:r>
              <a:rPr lang="en-US" dirty="0"/>
              <a:t>Automate Almost Everything</a:t>
            </a:r>
          </a:p>
          <a:p>
            <a:r>
              <a:rPr lang="en-US" dirty="0"/>
              <a:t>Keep Everything in Version Control</a:t>
            </a:r>
          </a:p>
          <a:p>
            <a:r>
              <a:rPr lang="en-US" dirty="0"/>
              <a:t>If It Hurts, Do It More Frequently, and Bring the Pain Forward</a:t>
            </a:r>
          </a:p>
          <a:p>
            <a:r>
              <a:rPr lang="en-US" dirty="0"/>
              <a:t>Build Quality In</a:t>
            </a:r>
          </a:p>
          <a:p>
            <a:r>
              <a:rPr lang="en-US" dirty="0"/>
              <a:t>“The Earlier you catch the defects, the cheaper they are to fix”</a:t>
            </a:r>
          </a:p>
          <a:p>
            <a:r>
              <a:rPr lang="en-US" dirty="0"/>
              <a:t>Done, Means Released</a:t>
            </a:r>
          </a:p>
          <a:p>
            <a:r>
              <a:rPr lang="en-US" dirty="0"/>
              <a:t>Everybody Is Responsible for the Delivery Process</a:t>
            </a:r>
          </a:p>
          <a:p>
            <a:r>
              <a:rPr lang="en-US" dirty="0"/>
              <a:t>Continuous Improvement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135706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ts_16-9-template" id="{B7A0C74C-E369-44C7-A546-EF1EA9C648F2}" vid="{8DB36153-B58A-4978-9624-5131A00962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Bits_Recording_Sample</Template>
  <TotalTime>125</TotalTime>
  <Words>525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Helvetica Light</vt:lpstr>
      <vt:lpstr>Office Theme</vt:lpstr>
      <vt:lpstr>Continuous Delivery</vt:lpstr>
      <vt:lpstr>Principle of Continuous Delivery</vt:lpstr>
      <vt:lpstr>Principle of Continuous Delivery</vt:lpstr>
      <vt:lpstr>Principle of Continuous Delivery</vt:lpstr>
      <vt:lpstr>Principle of Continuous Delivery</vt:lpstr>
      <vt:lpstr>Principle of Continuous Delivery</vt:lpstr>
      <vt:lpstr>Principle of Continuous Delivery</vt:lpstr>
      <vt:lpstr>Principle of Continuous Delivery</vt:lpstr>
      <vt:lpstr>Principle of Continuous Delivery</vt:lpstr>
      <vt:lpstr>Principle of Continuous Delivery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DevOps</dc:title>
  <dc:creator>Sonika Rathi</dc:creator>
  <cp:lastModifiedBy>Abid AK</cp:lastModifiedBy>
  <cp:revision>12</cp:revision>
  <dcterms:created xsi:type="dcterms:W3CDTF">2019-03-25T09:47:48Z</dcterms:created>
  <dcterms:modified xsi:type="dcterms:W3CDTF">2025-04-18T12:16:10Z</dcterms:modified>
</cp:coreProperties>
</file>