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69" r:id="rId2"/>
    <p:sldId id="270" r:id="rId3"/>
    <p:sldId id="27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0860"/>
    <a:srgbClr val="1C1573"/>
    <a:srgbClr val="283E84"/>
    <a:srgbClr val="211D71"/>
    <a:srgbClr val="000099"/>
    <a:srgbClr val="1E2F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6305" autoAdjust="0"/>
  </p:normalViewPr>
  <p:slideViewPr>
    <p:cSldViewPr>
      <p:cViewPr varScale="1">
        <p:scale>
          <a:sx n="78" d="100"/>
          <a:sy n="78" d="100"/>
        </p:scale>
        <p:origin x="878" y="62"/>
      </p:cViewPr>
      <p:guideLst>
        <p:guide orient="horz" pos="220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335" y="2482116"/>
            <a:ext cx="8848465" cy="213056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1831508" y="2575123"/>
            <a:ext cx="8666988" cy="1936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Helvetica" panose="020B060402020203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Click to edit Session title</a:t>
            </a:r>
          </a:p>
        </p:txBody>
      </p:sp>
    </p:spTree>
    <p:extLst>
      <p:ext uri="{BB962C8B-B14F-4D97-AF65-F5344CB8AC3E}">
        <p14:creationId xmlns:p14="http://schemas.microsoft.com/office/powerpoint/2010/main" val="146197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10668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569"/>
            <a:ext cx="9321800" cy="764364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2728913"/>
          </a:xfrm>
        </p:spPr>
        <p:txBody>
          <a:bodyPr/>
          <a:lstStyle>
            <a:lvl1pPr>
              <a:defRPr sz="1800">
                <a:latin typeface="Helvetica" panose="020B0604020202030204" pitchFamily="34" charset="0"/>
              </a:defRPr>
            </a:lvl1pPr>
            <a:lvl2pPr>
              <a:defRPr sz="1600">
                <a:latin typeface="Helvetica" panose="020B0604020202030204" pitchFamily="34" charset="0"/>
              </a:defRPr>
            </a:lvl2pPr>
            <a:lvl3pPr>
              <a:defRPr sz="1400">
                <a:latin typeface="Helvetica" panose="020B0604020202030204" pitchFamily="34" charset="0"/>
              </a:defRPr>
            </a:lvl3pPr>
            <a:lvl4pPr>
              <a:defRPr sz="1200">
                <a:latin typeface="Helvetica" panose="020B0604020202030204" pitchFamily="34" charset="0"/>
              </a:defRPr>
            </a:lvl4pPr>
            <a:lvl5pPr>
              <a:defRPr sz="12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1542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r">
              <a:defRPr sz="5400" b="1">
                <a:solidFill>
                  <a:srgbClr val="150860"/>
                </a:solidFill>
                <a:latin typeface="Helvetica"/>
                <a:cs typeface="Helvetic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Helvetica Light"/>
                <a:cs typeface="Helvetica Ligh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687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184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9" r:id="rId2"/>
    <p:sldLayoutId id="214748374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of Delivering Software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Converting Idea to Product / Service?</a:t>
            </a:r>
          </a:p>
          <a:p>
            <a:r>
              <a:rPr lang="en-US" dirty="0"/>
              <a:t>Reliable, rapid, low-risk software releases</a:t>
            </a:r>
          </a:p>
          <a:p>
            <a:r>
              <a:rPr lang="en-US" dirty="0"/>
              <a:t>Ideal Environment</a:t>
            </a:r>
          </a:p>
          <a:p>
            <a:r>
              <a:rPr lang="en-US" dirty="0"/>
              <a:t>Generic Methodologies for Software Methodologies</a:t>
            </a:r>
          </a:p>
          <a:p>
            <a:r>
              <a:rPr lang="en-US" dirty="0"/>
              <a:t>More focus on Requirement Gathering</a:t>
            </a:r>
          </a:p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886200"/>
            <a:ext cx="9998122" cy="1634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560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of Delivering Software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Common Quote “The day of a software release tends to be a tense one”</a:t>
            </a:r>
          </a:p>
          <a:p>
            <a:r>
              <a:rPr lang="en-US" dirty="0" err="1"/>
              <a:t>Antipattern</a:t>
            </a:r>
            <a:r>
              <a:rPr lang="en-US" dirty="0"/>
              <a:t>: Deploying Software Manually</a:t>
            </a:r>
          </a:p>
          <a:p>
            <a:pPr lvl="1"/>
            <a:r>
              <a:rPr lang="en-US" dirty="0"/>
              <a:t>The production of extensive and detailed documentation for steps to be performed</a:t>
            </a:r>
          </a:p>
          <a:p>
            <a:pPr lvl="1"/>
            <a:r>
              <a:rPr lang="en-US" dirty="0"/>
              <a:t>Reliance on manual testing</a:t>
            </a:r>
          </a:p>
          <a:p>
            <a:pPr lvl="1"/>
            <a:r>
              <a:rPr lang="en-US" dirty="0"/>
              <a:t>Frequent calls to the development team to explain</a:t>
            </a:r>
          </a:p>
          <a:p>
            <a:pPr lvl="1"/>
            <a:r>
              <a:rPr lang="en-US" dirty="0"/>
              <a:t>Frequent corrections to the release process</a:t>
            </a:r>
          </a:p>
          <a:p>
            <a:pPr lvl="1"/>
            <a:r>
              <a:rPr lang="en-US" dirty="0"/>
              <a:t>Sitting bleary-eyed in front of a monitor at 2 A.M</a:t>
            </a:r>
          </a:p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Release </a:t>
            </a:r>
            <a:r>
              <a:rPr lang="en-US" dirty="0" err="1"/>
              <a:t>Antipatterns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5468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of Delivering Software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3733799"/>
          </a:xfrm>
        </p:spPr>
        <p:txBody>
          <a:bodyPr>
            <a:normAutofit/>
          </a:bodyPr>
          <a:lstStyle/>
          <a:p>
            <a:r>
              <a:rPr lang="en-US" dirty="0" err="1"/>
              <a:t>Antipattern</a:t>
            </a:r>
            <a:r>
              <a:rPr lang="en-US" dirty="0"/>
              <a:t>: Deploying to a Production-like Environment Only after Development Is Complete</a:t>
            </a:r>
          </a:p>
          <a:p>
            <a:pPr lvl="1"/>
            <a:r>
              <a:rPr lang="en-US" dirty="0"/>
              <a:t>Tester tested the system on development machines</a:t>
            </a:r>
          </a:p>
          <a:p>
            <a:pPr lvl="1"/>
            <a:r>
              <a:rPr lang="en-US" dirty="0"/>
              <a:t>Releasing into staging is the first time that operations people interact with the new release</a:t>
            </a:r>
          </a:p>
          <a:p>
            <a:pPr lvl="1"/>
            <a:r>
              <a:rPr lang="en-US" dirty="0"/>
              <a:t>Who Assembles? The Development Team</a:t>
            </a:r>
          </a:p>
          <a:p>
            <a:pPr lvl="1"/>
            <a:r>
              <a:rPr lang="en-US" dirty="0"/>
              <a:t>Collaboration between development and Operations?</a:t>
            </a:r>
          </a:p>
          <a:p>
            <a:r>
              <a:rPr lang="en-US" dirty="0" err="1"/>
              <a:t>Antipattern</a:t>
            </a:r>
            <a:r>
              <a:rPr lang="en-US" dirty="0"/>
              <a:t>: Manual Configuration Management of Production Environments</a:t>
            </a:r>
          </a:p>
          <a:p>
            <a:pPr lvl="1"/>
            <a:r>
              <a:rPr lang="en-US" dirty="0"/>
              <a:t>Difference in Deployment to Stage and Production</a:t>
            </a:r>
          </a:p>
          <a:p>
            <a:pPr lvl="1"/>
            <a:r>
              <a:rPr lang="en-US" dirty="0"/>
              <a:t>Different host behave differently</a:t>
            </a:r>
          </a:p>
          <a:p>
            <a:pPr lvl="1"/>
            <a:r>
              <a:rPr lang="en-US" dirty="0"/>
              <a:t>Long time to prepare an environment</a:t>
            </a:r>
          </a:p>
          <a:p>
            <a:pPr lvl="1"/>
            <a:r>
              <a:rPr lang="en-US" dirty="0"/>
              <a:t>Cannot step back to an earlier configuration of a system</a:t>
            </a:r>
          </a:p>
          <a:p>
            <a:pPr lvl="1"/>
            <a:r>
              <a:rPr lang="en-US" dirty="0"/>
              <a:t>Modification to Configuration Directly</a:t>
            </a:r>
          </a:p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Release </a:t>
            </a:r>
            <a:r>
              <a:rPr lang="en-US" dirty="0" err="1"/>
              <a:t>Antipatterns</a:t>
            </a:r>
            <a:r>
              <a:rPr lang="en-US" dirty="0"/>
              <a:t> Cond..</a:t>
            </a:r>
          </a:p>
        </p:txBody>
      </p:sp>
    </p:spTree>
    <p:extLst>
      <p:ext uri="{BB962C8B-B14F-4D97-AF65-F5344CB8AC3E}">
        <p14:creationId xmlns:p14="http://schemas.microsoft.com/office/powerpoint/2010/main" val="37500826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its_16-9-template" id="{B7A0C74C-E369-44C7-A546-EF1EA9C648F2}" vid="{8DB36153-B58A-4978-9624-5131A00962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Bits_Recording_Sample</Template>
  <TotalTime>36</TotalTime>
  <Words>192</Words>
  <Application>Microsoft Office PowerPoint</Application>
  <PresentationFormat>Widescreen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Helvetica</vt:lpstr>
      <vt:lpstr>Helvetica Light</vt:lpstr>
      <vt:lpstr>Office Theme</vt:lpstr>
      <vt:lpstr>Problems of Delivering Software</vt:lpstr>
      <vt:lpstr>Problems of Delivering Software</vt:lpstr>
      <vt:lpstr>Problems of Delivering Software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DevOps</dc:title>
  <dc:creator>Sonika Rathi</dc:creator>
  <cp:lastModifiedBy>Abid AK</cp:lastModifiedBy>
  <cp:revision>6</cp:revision>
  <dcterms:created xsi:type="dcterms:W3CDTF">2019-03-25T09:25:08Z</dcterms:created>
  <dcterms:modified xsi:type="dcterms:W3CDTF">2025-04-18T12:15:18Z</dcterms:modified>
</cp:coreProperties>
</file>